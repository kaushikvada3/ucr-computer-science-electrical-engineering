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28" r:id="rId4"/>
  </p:sldMasterIdLst>
  <p:notesMasterIdLst>
    <p:notesMasterId r:id="rId12"/>
  </p:notesMasterIdLst>
  <p:handoutMasterIdLst>
    <p:handoutMasterId r:id="rId13"/>
  </p:handoutMasterIdLst>
  <p:sldIdLst>
    <p:sldId id="4743" r:id="rId5"/>
    <p:sldId id="4785" r:id="rId6"/>
    <p:sldId id="649" r:id="rId7"/>
    <p:sldId id="650" r:id="rId8"/>
    <p:sldId id="295" r:id="rId9"/>
    <p:sldId id="660" r:id="rId10"/>
    <p:sldId id="4788" r:id="rId11"/>
  </p:sldIdLst>
  <p:sldSz cx="12192000" cy="6858000"/>
  <p:notesSz cx="7315200" cy="9601200"/>
  <p:custDataLst>
    <p:tags r:id="rId1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Section" id="{2E91AE04-B0BF-477E-B1F9-6648BD2BA2BC}">
          <p14:sldIdLst>
            <p14:sldId id="4743"/>
            <p14:sldId id="4785"/>
            <p14:sldId id="649"/>
            <p14:sldId id="650"/>
            <p14:sldId id="295"/>
            <p14:sldId id="660"/>
            <p14:sldId id="4788"/>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MOU" lastIdx="4" clrIdx="0">
    <p:extLst>
      <p:ext uri="{19B8F6BF-5375-455C-9EA6-DF929625EA0E}">
        <p15:presenceInfo xmlns:p15="http://schemas.microsoft.com/office/powerpoint/2012/main" userId="Microsoft Office User" providerId="None"/>
      </p:ext>
    </p:extLst>
  </p:cmAuthor>
  <p:cmAuthor id="2" name="Amin Shehata" initials="AS" lastIdx="38" clrIdx="1">
    <p:extLst>
      <p:ext uri="{19B8F6BF-5375-455C-9EA6-DF929625EA0E}">
        <p15:presenceInfo xmlns:p15="http://schemas.microsoft.com/office/powerpoint/2012/main" userId="Amin Shehata" providerId="None"/>
      </p:ext>
    </p:extLst>
  </p:cmAuthor>
  <p:cmAuthor id="3" name="Dave Wilder" initials="DW" lastIdx="35" clrIdx="2">
    <p:extLst>
      <p:ext uri="{19B8F6BF-5375-455C-9EA6-DF929625EA0E}">
        <p15:presenceInfo xmlns:p15="http://schemas.microsoft.com/office/powerpoint/2012/main" userId="S-1-5-21-32445488-941241147-642672607-2681" providerId="AD"/>
      </p:ext>
    </p:extLst>
  </p:cmAuthor>
  <p:cmAuthor id="4" name="Ambili Krishnan" initials="AK" lastIdx="22" clrIdx="3">
    <p:extLst>
      <p:ext uri="{19B8F6BF-5375-455C-9EA6-DF929625EA0E}">
        <p15:presenceInfo xmlns:p15="http://schemas.microsoft.com/office/powerpoint/2012/main" userId="S::ambili@synopsys.com::bb3c5c2a-ef38-48cf-9ea5-c63fe9735d6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66FF"/>
    <a:srgbClr val="D723BD"/>
    <a:srgbClr val="C1C6CC"/>
    <a:srgbClr val="5A84FF"/>
    <a:srgbClr val="BDBDBD"/>
    <a:srgbClr val="5858FF"/>
    <a:srgbClr val="BBCDEC"/>
    <a:srgbClr val="000066"/>
    <a:srgbClr val="FFFFFF"/>
    <a:srgbClr val="95D6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95DEB3-2117-4480-AF41-E4877332D03A}" v="1" dt="2025-05-23T10:19:39.72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434" autoAdjust="0"/>
    <p:restoredTop sz="92009" autoAdjust="0"/>
  </p:normalViewPr>
  <p:slideViewPr>
    <p:cSldViewPr snapToGrid="0">
      <p:cViewPr>
        <p:scale>
          <a:sx n="75" d="100"/>
          <a:sy n="75" d="100"/>
        </p:scale>
        <p:origin x="160" y="-636"/>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ne Lazaryan" userId="edf0a458-438d-4fc2-9f33-24202edc9cc9" providerId="ADAL" clId="{3995DEB3-2117-4480-AF41-E4877332D03A}"/>
    <pc:docChg chg="modSld modMainMaster modNotesMaster">
      <pc:chgData name="Nane Lazaryan" userId="edf0a458-438d-4fc2-9f33-24202edc9cc9" providerId="ADAL" clId="{3995DEB3-2117-4480-AF41-E4877332D03A}" dt="2025-05-23T10:19:39.726" v="0"/>
      <pc:docMkLst>
        <pc:docMk/>
      </pc:docMkLst>
      <pc:sldChg chg="modSp">
        <pc:chgData name="Nane Lazaryan" userId="edf0a458-438d-4fc2-9f33-24202edc9cc9" providerId="ADAL" clId="{3995DEB3-2117-4480-AF41-E4877332D03A}" dt="2025-05-23T10:19:39.726" v="0"/>
        <pc:sldMkLst>
          <pc:docMk/>
          <pc:sldMk cId="0" sldId="660"/>
        </pc:sldMkLst>
        <pc:spChg chg="mod">
          <ac:chgData name="Nane Lazaryan" userId="edf0a458-438d-4fc2-9f33-24202edc9cc9" providerId="ADAL" clId="{3995DEB3-2117-4480-AF41-E4877332D03A}" dt="2025-05-23T10:19:39.726" v="0"/>
          <ac:spMkLst>
            <pc:docMk/>
            <pc:sldMk cId="0" sldId="660"/>
            <ac:spMk id="14339" creationId="{8FA60737-703D-4048-AF34-F9AE7E8C9323}"/>
          </ac:spMkLst>
        </pc:spChg>
      </pc:sldChg>
      <pc:sldMasterChg chg="modSp">
        <pc:chgData name="Nane Lazaryan" userId="edf0a458-438d-4fc2-9f33-24202edc9cc9" providerId="ADAL" clId="{3995DEB3-2117-4480-AF41-E4877332D03A}" dt="2025-05-23T10:19:39.726" v="0"/>
        <pc:sldMasterMkLst>
          <pc:docMk/>
          <pc:sldMasterMk cId="1599936984" sldId="2147483728"/>
        </pc:sldMasterMkLst>
        <pc:spChg chg="mod">
          <ac:chgData name="Nane Lazaryan" userId="edf0a458-438d-4fc2-9f33-24202edc9cc9" providerId="ADAL" clId="{3995DEB3-2117-4480-AF41-E4877332D03A}" dt="2025-05-23T10:19:39.726" v="0"/>
          <ac:spMkLst>
            <pc:docMk/>
            <pc:sldMasterMk cId="1599936984" sldId="2147483728"/>
            <ac:spMk id="10" creationId="{0E3FE523-B587-4715-8B86-1BEC0FA2C878}"/>
          </ac:spMkLst>
        </pc:sp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99EBCFA-0CE2-4A89-8946-0F5E3E710EF2}"/>
              </a:ext>
            </a:extLst>
          </p:cNvPr>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a:p>
        </p:txBody>
      </p:sp>
      <p:sp>
        <p:nvSpPr>
          <p:cNvPr id="3" name="Date Placeholder 2">
            <a:extLst>
              <a:ext uri="{FF2B5EF4-FFF2-40B4-BE49-F238E27FC236}">
                <a16:creationId xmlns:a16="http://schemas.microsoft.com/office/drawing/2014/main" id="{502777A9-7004-4E6A-A966-7A45A8D16AA2}"/>
              </a:ext>
            </a:extLst>
          </p:cNvPr>
          <p:cNvSpPr>
            <a:spLocks noGrp="1"/>
          </p:cNvSpPr>
          <p:nvPr>
            <p:ph type="dt" sz="quarter" idx="1"/>
          </p:nvPr>
        </p:nvSpPr>
        <p:spPr>
          <a:xfrm>
            <a:off x="4143587" y="0"/>
            <a:ext cx="3169920" cy="481727"/>
          </a:xfrm>
          <a:prstGeom prst="rect">
            <a:avLst/>
          </a:prstGeom>
        </p:spPr>
        <p:txBody>
          <a:bodyPr vert="horz" lIns="96661" tIns="48331" rIns="96661" bIns="48331" rtlCol="0"/>
          <a:lstStyle>
            <a:lvl1pPr algn="r">
              <a:defRPr sz="1300"/>
            </a:lvl1pPr>
          </a:lstStyle>
          <a:p>
            <a:fld id="{131B2B96-935C-4E33-8AB6-12B49957FB30}" type="datetimeFigureOut">
              <a:rPr lang="en-US"/>
              <a:t>5/23/2025</a:t>
            </a:fld>
            <a:endParaRPr/>
          </a:p>
        </p:txBody>
      </p:sp>
      <p:sp>
        <p:nvSpPr>
          <p:cNvPr id="4" name="Footer Placeholder 3">
            <a:extLst>
              <a:ext uri="{FF2B5EF4-FFF2-40B4-BE49-F238E27FC236}">
                <a16:creationId xmlns:a16="http://schemas.microsoft.com/office/drawing/2014/main" id="{B4243AFB-A93F-41E6-B3FD-EE51F24745B5}"/>
              </a:ext>
            </a:extLst>
          </p:cNvPr>
          <p:cNvSpPr>
            <a:spLocks noGrp="1"/>
          </p:cNvSpPr>
          <p:nvPr>
            <p:ph type="ftr" sz="quarter" idx="2"/>
          </p:nvPr>
        </p:nvSpPr>
        <p:spPr>
          <a:xfrm>
            <a:off x="0" y="9119474"/>
            <a:ext cx="3169920" cy="481726"/>
          </a:xfrm>
          <a:prstGeom prst="rect">
            <a:avLst/>
          </a:prstGeom>
        </p:spPr>
        <p:txBody>
          <a:bodyPr vert="horz" lIns="96661" tIns="48331" rIns="96661" bIns="48331" rtlCol="0" anchor="b"/>
          <a:lstStyle>
            <a:lvl1pPr algn="l">
              <a:defRPr sz="1300"/>
            </a:lvl1pPr>
          </a:lstStyle>
          <a:p>
            <a:endParaRPr/>
          </a:p>
        </p:txBody>
      </p:sp>
      <p:sp>
        <p:nvSpPr>
          <p:cNvPr id="5" name="Slide Number Placeholder 4">
            <a:extLst>
              <a:ext uri="{FF2B5EF4-FFF2-40B4-BE49-F238E27FC236}">
                <a16:creationId xmlns:a16="http://schemas.microsoft.com/office/drawing/2014/main" id="{5244E995-49EF-4046-B58E-C57E1A05DC7C}"/>
              </a:ext>
            </a:extLst>
          </p:cNvPr>
          <p:cNvSpPr>
            <a:spLocks noGrp="1"/>
          </p:cNvSpPr>
          <p:nvPr>
            <p:ph type="sldNum" sz="quarter" idx="3"/>
          </p:nvPr>
        </p:nvSpPr>
        <p:spPr>
          <a:xfrm>
            <a:off x="4143587" y="9119474"/>
            <a:ext cx="3169920" cy="481726"/>
          </a:xfrm>
          <a:prstGeom prst="rect">
            <a:avLst/>
          </a:prstGeom>
        </p:spPr>
        <p:txBody>
          <a:bodyPr vert="horz" lIns="96661" tIns="48331" rIns="96661" bIns="48331" rtlCol="0" anchor="b"/>
          <a:lstStyle>
            <a:lvl1pPr algn="r">
              <a:defRPr sz="1300"/>
            </a:lvl1pPr>
          </a:lstStyle>
          <a:p>
            <a:fld id="{28D03C2E-0CD0-4868-B096-48302A79D453}" type="slidenum">
              <a:rPr/>
              <a:t>‹#›</a:t>
            </a:fld>
            <a:endParaRPr/>
          </a:p>
        </p:txBody>
      </p:sp>
    </p:spTree>
    <p:extLst>
      <p:ext uri="{BB962C8B-B14F-4D97-AF65-F5344CB8AC3E}">
        <p14:creationId xmlns:p14="http://schemas.microsoft.com/office/powerpoint/2010/main" val="31328702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79400" y="327025"/>
            <a:ext cx="6742113" cy="3792538"/>
          </a:xfrm>
          <a:prstGeom prst="rect">
            <a:avLst/>
          </a:prstGeom>
          <a:noFill/>
          <a:ln w="12700">
            <a:solidFill>
              <a:prstClr val="black"/>
            </a:solidFill>
          </a:ln>
        </p:spPr>
        <p:txBody>
          <a:bodyPr vert="horz" lIns="96661" tIns="48331" rIns="96661" bIns="48331" rtlCol="0" anchor="ctr"/>
          <a:lstStyle/>
          <a:p>
            <a:endParaRPr/>
          </a:p>
        </p:txBody>
      </p:sp>
      <p:sp>
        <p:nvSpPr>
          <p:cNvPr id="5" name="Notes Placeholder 4"/>
          <p:cNvSpPr>
            <a:spLocks noGrp="1"/>
          </p:cNvSpPr>
          <p:nvPr>
            <p:ph type="body" sz="quarter" idx="3"/>
          </p:nvPr>
        </p:nvSpPr>
        <p:spPr>
          <a:xfrm>
            <a:off x="225715" y="4315177"/>
            <a:ext cx="6846999" cy="466618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0"/>
            <a:endParaRPr lang="en-US"/>
          </a:p>
          <a:p>
            <a:pPr lvl="0"/>
            <a:endParaRPr lang="en-US"/>
          </a:p>
          <a:p>
            <a:pPr lvl="0"/>
            <a:endParaRPr lang="en-US"/>
          </a:p>
        </p:txBody>
      </p:sp>
      <p:sp>
        <p:nvSpPr>
          <p:cNvPr id="8" name="notes_unit_title">
            <a:extLst>
              <a:ext uri="{FF2B5EF4-FFF2-40B4-BE49-F238E27FC236}">
                <a16:creationId xmlns:a16="http://schemas.microsoft.com/office/drawing/2014/main" id="{BF1565B2-EFDA-4D78-9A32-3760AD7AF946}"/>
              </a:ext>
            </a:extLst>
          </p:cNvPr>
          <p:cNvSpPr>
            <a:spLocks noChangeArrowheads="1"/>
          </p:cNvSpPr>
          <p:nvPr/>
        </p:nvSpPr>
        <p:spPr bwMode="gray">
          <a:xfrm>
            <a:off x="293285" y="9140343"/>
            <a:ext cx="2721978" cy="123111"/>
          </a:xfrm>
          <a:prstGeom prst="rect">
            <a:avLst/>
          </a:prstGeom>
          <a:noFill/>
          <a:ln w="9525">
            <a:noFill/>
            <a:miter lim="800000"/>
            <a:headEnd/>
            <a:tailEnd/>
          </a:ln>
          <a:effectLst/>
        </p:spPr>
        <p:txBody>
          <a:bodyPr lIns="0" tIns="0" rIns="0" bIns="0">
            <a:spAutoFit/>
          </a:bodyPr>
          <a:lstStyle/>
          <a:p>
            <a:pPr defTabSz="1080254" eaLnBrk="0" hangingPunct="0">
              <a:defRPr/>
            </a:pPr>
            <a:r>
              <a:rPr lang="en-US" sz="800">
                <a:latin typeface="Arial" charset="0"/>
              </a:rPr>
              <a:t>Unit title</a:t>
            </a:r>
          </a:p>
        </p:txBody>
      </p:sp>
      <p:sp>
        <p:nvSpPr>
          <p:cNvPr id="9" name="notes_workshop_title">
            <a:extLst>
              <a:ext uri="{FF2B5EF4-FFF2-40B4-BE49-F238E27FC236}">
                <a16:creationId xmlns:a16="http://schemas.microsoft.com/office/drawing/2014/main" id="{2A452E3B-38D4-40AE-A9FD-30C3D81F3CDC}"/>
              </a:ext>
            </a:extLst>
          </p:cNvPr>
          <p:cNvSpPr>
            <a:spLocks noChangeArrowheads="1"/>
          </p:cNvSpPr>
          <p:nvPr/>
        </p:nvSpPr>
        <p:spPr bwMode="gray">
          <a:xfrm>
            <a:off x="293285" y="9265158"/>
            <a:ext cx="2721978" cy="123111"/>
          </a:xfrm>
          <a:prstGeom prst="rect">
            <a:avLst/>
          </a:prstGeom>
          <a:noFill/>
          <a:ln w="9525">
            <a:noFill/>
            <a:miter lim="800000"/>
            <a:headEnd/>
            <a:tailEnd/>
          </a:ln>
          <a:effectLst/>
        </p:spPr>
        <p:txBody>
          <a:bodyPr lIns="0" tIns="0" rIns="0" bIns="0">
            <a:spAutoFit/>
          </a:bodyPr>
          <a:lstStyle/>
          <a:p>
            <a:pPr defTabSz="1080254" eaLnBrk="0" hangingPunct="0">
              <a:defRPr/>
            </a:pPr>
            <a:r>
              <a:rPr lang="en-US" sz="800">
                <a:latin typeface="Arial" charset="0"/>
              </a:rPr>
              <a:t>Workshop title</a:t>
            </a:r>
          </a:p>
        </p:txBody>
      </p:sp>
      <p:sp>
        <p:nvSpPr>
          <p:cNvPr id="10" name="notes_unit_page_number">
            <a:extLst>
              <a:ext uri="{FF2B5EF4-FFF2-40B4-BE49-F238E27FC236}">
                <a16:creationId xmlns:a16="http://schemas.microsoft.com/office/drawing/2014/main" id="{036567A9-5248-4D6A-8C65-ED5DE88488E4}"/>
              </a:ext>
            </a:extLst>
          </p:cNvPr>
          <p:cNvSpPr>
            <a:spLocks noChangeArrowheads="1"/>
          </p:cNvSpPr>
          <p:nvPr/>
        </p:nvSpPr>
        <p:spPr bwMode="gray">
          <a:xfrm>
            <a:off x="6480274" y="9140342"/>
            <a:ext cx="592441" cy="138499"/>
          </a:xfrm>
          <a:prstGeom prst="rect">
            <a:avLst/>
          </a:prstGeom>
          <a:noFill/>
          <a:ln w="9525">
            <a:noFill/>
            <a:miter lim="800000"/>
            <a:headEnd/>
            <a:tailEnd/>
          </a:ln>
          <a:effectLst/>
        </p:spPr>
        <p:txBody>
          <a:bodyPr lIns="0" tIns="0" rIns="0" bIns="0">
            <a:spAutoFit/>
          </a:bodyPr>
          <a:lstStyle/>
          <a:p>
            <a:pPr algn="r" defTabSz="1060742" eaLnBrk="0" hangingPunct="0">
              <a:lnSpc>
                <a:spcPct val="90000"/>
              </a:lnSpc>
              <a:defRPr/>
            </a:pPr>
            <a:r>
              <a:rPr lang="en-US" sz="1000" b="1">
                <a:latin typeface="Arial" charset="0"/>
              </a:rPr>
              <a:t>1-</a:t>
            </a:r>
            <a:fld id="{13D6D896-D121-42C7-B389-8F9FEF1461E0}" type="slidenum">
              <a:rPr lang="en-US" sz="1000" b="1" smtClean="0">
                <a:latin typeface="Arial" charset="0"/>
              </a:rPr>
              <a:t>‹#›</a:t>
            </a:fld>
            <a:endParaRPr lang="en-US" sz="1000" b="1">
              <a:latin typeface="Arial" charset="0"/>
            </a:endParaRPr>
          </a:p>
        </p:txBody>
      </p:sp>
      <p:sp>
        <p:nvSpPr>
          <p:cNvPr id="11" name="Line 11">
            <a:extLst>
              <a:ext uri="{FF2B5EF4-FFF2-40B4-BE49-F238E27FC236}">
                <a16:creationId xmlns:a16="http://schemas.microsoft.com/office/drawing/2014/main" id="{77C40210-7C96-4CF9-9F94-A59F3234DF97}"/>
              </a:ext>
            </a:extLst>
          </p:cNvPr>
          <p:cNvSpPr>
            <a:spLocks noChangeShapeType="1"/>
          </p:cNvSpPr>
          <p:nvPr/>
        </p:nvSpPr>
        <p:spPr bwMode="gray">
          <a:xfrm>
            <a:off x="246097" y="9101938"/>
            <a:ext cx="6826618" cy="0"/>
          </a:xfrm>
          <a:prstGeom prst="line">
            <a:avLst/>
          </a:prstGeom>
          <a:noFill/>
          <a:ln w="19050">
            <a:solidFill>
              <a:schemeClr val="bg1">
                <a:lumMod val="75000"/>
              </a:schemeClr>
            </a:solidFill>
            <a:round/>
            <a:headEnd/>
            <a:tailEnd/>
          </a:ln>
          <a:effectLst/>
        </p:spPr>
        <p:txBody>
          <a:bodyPr lIns="102172" tIns="51086" rIns="102172" bIns="51086"/>
          <a:lstStyle/>
          <a:p>
            <a:pPr>
              <a:defRPr/>
            </a:pPr>
            <a:endParaRPr lang="en-US"/>
          </a:p>
        </p:txBody>
      </p:sp>
      <p:sp>
        <p:nvSpPr>
          <p:cNvPr id="12" name="copyright">
            <a:extLst>
              <a:ext uri="{FF2B5EF4-FFF2-40B4-BE49-F238E27FC236}">
                <a16:creationId xmlns:a16="http://schemas.microsoft.com/office/drawing/2014/main" id="{000BB72C-3C16-4EE4-8D76-4BE725F6A697}"/>
              </a:ext>
            </a:extLst>
          </p:cNvPr>
          <p:cNvSpPr txBox="1">
            <a:spLocks noChangeArrowheads="1"/>
          </p:cNvSpPr>
          <p:nvPr/>
        </p:nvSpPr>
        <p:spPr bwMode="auto">
          <a:xfrm>
            <a:off x="2729576" y="9140343"/>
            <a:ext cx="2232097" cy="123111"/>
          </a:xfrm>
          <a:prstGeom prst="rect">
            <a:avLst/>
          </a:prstGeom>
          <a:noFill/>
          <a:ln w="28575">
            <a:noFill/>
            <a:miter lim="800000"/>
            <a:headEnd/>
            <a:tailEnd/>
          </a:ln>
          <a:effectLst/>
        </p:spPr>
        <p:txBody>
          <a:bodyPr wrap="square" lIns="0" tIns="0" rIns="0" bIns="0">
            <a:spAutoFit/>
          </a:bodyPr>
          <a:lstStyle/>
          <a:p>
            <a:pPr algn="ctr" eaLnBrk="0" hangingPunct="0">
              <a:spcBef>
                <a:spcPct val="50000"/>
              </a:spcBef>
              <a:defRPr/>
            </a:pPr>
            <a:r>
              <a:rPr lang="en-US" sz="800" kern="1200" dirty="0">
                <a:solidFill>
                  <a:schemeClr val="tx1"/>
                </a:solidFill>
                <a:effectLst/>
                <a:latin typeface="Arial" pitchFamily="34" charset="0"/>
                <a:ea typeface="+mn-ea"/>
                <a:cs typeface="Arial" pitchFamily="34" charset="0"/>
              </a:rPr>
              <a:t>©2025 Synopsys, Inc. All Rights Reserved.</a:t>
            </a:r>
            <a:endParaRPr lang="en-US" sz="800" b="1" dirty="0">
              <a:latin typeface="Arial" pitchFamily="34" charset="0"/>
              <a:cs typeface="Arial" pitchFamily="34" charset="0"/>
            </a:endParaRPr>
          </a:p>
        </p:txBody>
      </p:sp>
    </p:spTree>
    <p:extLst>
      <p:ext uri="{BB962C8B-B14F-4D97-AF65-F5344CB8AC3E}">
        <p14:creationId xmlns:p14="http://schemas.microsoft.com/office/powerpoint/2010/main" val="2406359760"/>
      </p:ext>
    </p:extLst>
  </p:cSld>
  <p:clrMap bg1="lt1" tx1="dk1" bg2="lt2" tx2="dk2" accent1="accent1" accent2="accent2" accent3="accent3" accent4="accent4" accent5="accent5" accent6="accent6" hlink="hlink" folHlink="folHlink"/>
  <p:notesStyle>
    <a:lvl1pPr marL="0" algn="l" defTabSz="914400" rtl="0" eaLnBrk="1" latinLnBrk="0" hangingPunct="1">
      <a:defRPr sz="1000" kern="1200">
        <a:solidFill>
          <a:schemeClr val="tx1"/>
        </a:solidFill>
        <a:latin typeface="+mn-lt"/>
        <a:ea typeface="+mn-ea"/>
        <a:cs typeface="+mn-cs"/>
      </a:defRPr>
    </a:lvl1pPr>
    <a:lvl2pPr marL="182880" algn="l" defTabSz="914400" rtl="0" eaLnBrk="1" latinLnBrk="0" hangingPunct="1">
      <a:defRPr sz="1000" kern="1200">
        <a:solidFill>
          <a:schemeClr val="tx1"/>
        </a:solidFill>
        <a:latin typeface="+mn-lt"/>
        <a:ea typeface="+mn-ea"/>
        <a:cs typeface="+mn-cs"/>
      </a:defRPr>
    </a:lvl2pPr>
    <a:lvl3pPr marL="365760" algn="l" defTabSz="914400" rtl="0" eaLnBrk="1" latinLnBrk="0" hangingPunct="1">
      <a:defRPr sz="1000" kern="1200">
        <a:solidFill>
          <a:schemeClr val="tx1"/>
        </a:solidFill>
        <a:latin typeface="+mn-lt"/>
        <a:ea typeface="+mn-ea"/>
        <a:cs typeface="+mn-cs"/>
      </a:defRPr>
    </a:lvl3pPr>
    <a:lvl4pPr marL="548640" algn="l" defTabSz="914400" rtl="0" eaLnBrk="1" latinLnBrk="0" hangingPunct="1">
      <a:defRPr sz="1000" kern="1200">
        <a:solidFill>
          <a:schemeClr val="tx1"/>
        </a:solidFill>
        <a:latin typeface="+mn-lt"/>
        <a:ea typeface="+mn-ea"/>
        <a:cs typeface="+mn-cs"/>
      </a:defRPr>
    </a:lvl4pPr>
    <a:lvl5pPr marL="731520" algn="l" defTabSz="914400" rtl="0" eaLnBrk="1" latinLnBrk="0" hangingPunct="1">
      <a:defRPr sz="10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9400" y="327025"/>
            <a:ext cx="6742113" cy="3792538"/>
          </a:xfrm>
        </p:spPr>
      </p:sp>
      <p:sp>
        <p:nvSpPr>
          <p:cNvPr id="3" name="Notes Placeholder 2"/>
          <p:cNvSpPr>
            <a:spLocks noGrp="1"/>
          </p:cNvSpPr>
          <p:nvPr>
            <p:ph type="body" idx="1"/>
          </p:nvPr>
        </p:nvSpPr>
        <p:spPr>
          <a:xfrm>
            <a:off x="225715" y="4315177"/>
            <a:ext cx="6846999" cy="4666183"/>
          </a:xfrm>
        </p:spPr>
        <p:txBody>
          <a:bodyPr/>
          <a:lstStyle/>
          <a:p>
            <a:endParaRPr lang="en-US"/>
          </a:p>
        </p:txBody>
      </p:sp>
    </p:spTree>
    <p:extLst>
      <p:ext uri="{BB962C8B-B14F-4D97-AF65-F5344CB8AC3E}">
        <p14:creationId xmlns:p14="http://schemas.microsoft.com/office/powerpoint/2010/main" val="21951901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1CF0EB7F-5C81-4648-B595-C83924B5D29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482BA414-17B3-42DD-ADE2-7E6D670E6F1A}" type="slidenum">
              <a:rPr lang="en-US" altLang="en-US"/>
              <a:pPr>
                <a:spcBef>
                  <a:spcPct val="0"/>
                </a:spcBef>
              </a:pPr>
              <a:t>3</a:t>
            </a:fld>
            <a:endParaRPr lang="en-US" altLang="en-US"/>
          </a:p>
        </p:txBody>
      </p:sp>
      <p:sp>
        <p:nvSpPr>
          <p:cNvPr id="10243" name="Rectangle 2">
            <a:extLst>
              <a:ext uri="{FF2B5EF4-FFF2-40B4-BE49-F238E27FC236}">
                <a16:creationId xmlns:a16="http://schemas.microsoft.com/office/drawing/2014/main" id="{F3F3C013-8BCB-4BFB-8A15-6472D796F64B}"/>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5A9A5CF9-DB5C-438A-9212-0AB33966770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7CCEA34B-F503-4049-AE5D-CEB34EDD419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53AD3907-F341-4386-B903-EF898E3B27D3}" type="slidenum">
              <a:rPr lang="en-US" altLang="en-US"/>
              <a:pPr>
                <a:spcBef>
                  <a:spcPct val="0"/>
                </a:spcBef>
              </a:pPr>
              <a:t>4</a:t>
            </a:fld>
            <a:endParaRPr lang="en-US" altLang="en-US"/>
          </a:p>
        </p:txBody>
      </p:sp>
      <p:sp>
        <p:nvSpPr>
          <p:cNvPr id="12291" name="Rectangle 2">
            <a:extLst>
              <a:ext uri="{FF2B5EF4-FFF2-40B4-BE49-F238E27FC236}">
                <a16:creationId xmlns:a16="http://schemas.microsoft.com/office/drawing/2014/main" id="{8707093A-3B73-4A39-8700-28C9153596FF}"/>
              </a:ext>
            </a:extLst>
          </p:cNvPr>
          <p:cNvSpPr>
            <a:spLocks noGrp="1" noRot="1" noChangeAspect="1" noChangeArrowheads="1" noTextEdit="1"/>
          </p:cNvSpPr>
          <p:nvPr>
            <p:ph type="sldImg"/>
          </p:nvPr>
        </p:nvSpPr>
        <p:spPr>
          <a:ln/>
        </p:spPr>
      </p:sp>
      <p:sp>
        <p:nvSpPr>
          <p:cNvPr id="12292" name="Rectangle 3">
            <a:extLst>
              <a:ext uri="{FF2B5EF4-FFF2-40B4-BE49-F238E27FC236}">
                <a16:creationId xmlns:a16="http://schemas.microsoft.com/office/drawing/2014/main" id="{1E686307-E23D-4F1C-8B46-A344A980FDC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CB570C0F-6AD8-4B48-A107-FBA028B8314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FE9D4C7B-AD92-4DF0-8811-D0710F6877F3}" type="slidenum">
              <a:rPr lang="en-US" altLang="en-US"/>
              <a:pPr>
                <a:spcBef>
                  <a:spcPct val="0"/>
                </a:spcBef>
              </a:pPr>
              <a:t>6</a:t>
            </a:fld>
            <a:endParaRPr lang="en-US" altLang="en-US"/>
          </a:p>
        </p:txBody>
      </p:sp>
      <p:sp>
        <p:nvSpPr>
          <p:cNvPr id="15363" name="Rectangle 2">
            <a:extLst>
              <a:ext uri="{FF2B5EF4-FFF2-40B4-BE49-F238E27FC236}">
                <a16:creationId xmlns:a16="http://schemas.microsoft.com/office/drawing/2014/main" id="{30EFF30A-3DF1-4D26-9BFD-3782D44916A9}"/>
              </a:ext>
            </a:extLst>
          </p:cNvPr>
          <p:cNvSpPr>
            <a:spLocks noGrp="1" noRot="1" noChangeAspect="1" noChangeArrowheads="1" noTextEdit="1"/>
          </p:cNvSpPr>
          <p:nvPr>
            <p:ph type="sldImg"/>
          </p:nvPr>
        </p:nvSpPr>
        <p:spPr>
          <a:ln/>
        </p:spPr>
      </p:sp>
      <p:sp>
        <p:nvSpPr>
          <p:cNvPr id="15364" name="Rectangle 3">
            <a:extLst>
              <a:ext uri="{FF2B5EF4-FFF2-40B4-BE49-F238E27FC236}">
                <a16:creationId xmlns:a16="http://schemas.microsoft.com/office/drawing/2014/main" id="{7AE76542-DAF0-4550-83FD-2AF02E3D81A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ru-RU" altLang="en-US">
              <a:latin typeface="Arial" panose="020B0604020202020204" pitchFamily="34" charset="0"/>
              <a:cs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tags" Target="../tags/tag10.xml"/><Relationship Id="rId7" Type="http://schemas.openxmlformats.org/officeDocument/2006/relationships/image" Target="../media/image4.pn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3.png"/><Relationship Id="rId5" Type="http://schemas.openxmlformats.org/officeDocument/2006/relationships/slideMaster" Target="../slideMasters/slideMaster1.xml"/><Relationship Id="rId4" Type="http://schemas.openxmlformats.org/officeDocument/2006/relationships/tags" Target="../tags/tag1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7.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10.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12.png"/><Relationship Id="rId5" Type="http://schemas.openxmlformats.org/officeDocument/2006/relationships/slideMaster" Target="../slideMasters/slideMaster1.xml"/><Relationship Id="rId4" Type="http://schemas.openxmlformats.org/officeDocument/2006/relationships/tags" Target="../tags/tag24.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13.png"/><Relationship Id="rId5" Type="http://schemas.openxmlformats.org/officeDocument/2006/relationships/slideMaster" Target="../slideMasters/slideMaster1.xml"/><Relationship Id="rId4" Type="http://schemas.openxmlformats.org/officeDocument/2006/relationships/tags" Target="../tags/tag28.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32.xml"/><Relationship Id="rId4" Type="http://schemas.openxmlformats.org/officeDocument/2006/relationships/image" Target="../media/image16.svg"/></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35.xml"/><Relationship Id="rId7" Type="http://schemas.openxmlformats.org/officeDocument/2006/relationships/slideMaster" Target="../slideMasters/slideMaster1.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41.xml"/><Relationship Id="rId7" Type="http://schemas.openxmlformats.org/officeDocument/2006/relationships/slideMaster" Target="../slideMasters/slideMaster1.xml"/><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tags" Target="../tags/tag44.xml"/><Relationship Id="rId5" Type="http://schemas.openxmlformats.org/officeDocument/2006/relationships/tags" Target="../tags/tag43.xml"/><Relationship Id="rId10" Type="http://schemas.openxmlformats.org/officeDocument/2006/relationships/image" Target="../media/image16.svg"/><Relationship Id="rId4" Type="http://schemas.openxmlformats.org/officeDocument/2006/relationships/tags" Target="../tags/tag42.xml"/><Relationship Id="rId9"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tags" Target="../tags/tag47.xml"/><Relationship Id="rId7" Type="http://schemas.openxmlformats.org/officeDocument/2006/relationships/image" Target="../media/image4.png"/><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image" Target="../media/image3.png"/><Relationship Id="rId5" Type="http://schemas.openxmlformats.org/officeDocument/2006/relationships/slideMaster" Target="../slideMasters/slideMaster1.xml"/><Relationship Id="rId4" Type="http://schemas.openxmlformats.org/officeDocument/2006/relationships/tags" Target="../tags/tag48.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49.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0.xml"/><Relationship Id="rId4" Type="http://schemas.openxmlformats.org/officeDocument/2006/relationships/image" Target="../media/image7.jpe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51.xml"/><Relationship Id="rId4"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image" Target="../media/image10.png"/><Relationship Id="rId4"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A7D297B-DE10-A84D-B636-3028F48863F8}"/>
              </a:ext>
            </a:extLst>
          </p:cNvPr>
          <p:cNvGrpSpPr/>
          <p:nvPr userDrawn="1"/>
        </p:nvGrpSpPr>
        <p:grpSpPr>
          <a:xfrm>
            <a:off x="1" y="1246636"/>
            <a:ext cx="11735122" cy="4754113"/>
            <a:chOff x="-3182145" y="-5169663"/>
            <a:chExt cx="11799257" cy="4780095"/>
          </a:xfrm>
        </p:grpSpPr>
        <p:sp>
          <p:nvSpPr>
            <p:cNvPr id="2" name="Rectangle 1">
              <a:extLst>
                <a:ext uri="{FF2B5EF4-FFF2-40B4-BE49-F238E27FC236}">
                  <a16:creationId xmlns:a16="http://schemas.microsoft.com/office/drawing/2014/main" id="{5BA3680E-48F9-C94E-8BA7-80D6E42CF04F}"/>
                </a:ext>
              </a:extLst>
            </p:cNvPr>
            <p:cNvSpPr/>
            <p:nvPr userDrawn="1"/>
          </p:nvSpPr>
          <p:spPr>
            <a:xfrm>
              <a:off x="-3182145" y="-5169662"/>
              <a:ext cx="11780199" cy="4780094"/>
            </a:xfrm>
            <a:custGeom>
              <a:avLst/>
              <a:gdLst>
                <a:gd name="connsiteX0" fmla="*/ 0 w 10554495"/>
                <a:gd name="connsiteY0" fmla="*/ 0 h 3897360"/>
                <a:gd name="connsiteX1" fmla="*/ 10554495 w 10554495"/>
                <a:gd name="connsiteY1" fmla="*/ 0 h 3897360"/>
                <a:gd name="connsiteX2" fmla="*/ 10554495 w 10554495"/>
                <a:gd name="connsiteY2" fmla="*/ 3897360 h 3897360"/>
                <a:gd name="connsiteX3" fmla="*/ 0 w 10554495"/>
                <a:gd name="connsiteY3" fmla="*/ 3897360 h 3897360"/>
                <a:gd name="connsiteX4" fmla="*/ 0 w 10554495"/>
                <a:gd name="connsiteY4" fmla="*/ 0 h 3897360"/>
                <a:gd name="connsiteX0" fmla="*/ 0 w 11735595"/>
                <a:gd name="connsiteY0" fmla="*/ 0 h 3897360"/>
                <a:gd name="connsiteX1" fmla="*/ 11735595 w 11735595"/>
                <a:gd name="connsiteY1" fmla="*/ 3810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376075 w 11735595"/>
                <a:gd name="connsiteY2" fmla="*/ 3860992 h 3897360"/>
                <a:gd name="connsiteX3" fmla="*/ 0 w 11735595"/>
                <a:gd name="connsiteY3" fmla="*/ 3897360 h 3897360"/>
                <a:gd name="connsiteX4" fmla="*/ 0 w 11735595"/>
                <a:gd name="connsiteY4" fmla="*/ 0 h 3897360"/>
                <a:gd name="connsiteX0" fmla="*/ 0 w 11735595"/>
                <a:gd name="connsiteY0" fmla="*/ 0 h 3924636"/>
                <a:gd name="connsiteX1" fmla="*/ 11735595 w 11735595"/>
                <a:gd name="connsiteY1" fmla="*/ 19050 h 3924636"/>
                <a:gd name="connsiteX2" fmla="*/ 10208807 w 11735595"/>
                <a:gd name="connsiteY2" fmla="*/ 3924636 h 3924636"/>
                <a:gd name="connsiteX3" fmla="*/ 0 w 11735595"/>
                <a:gd name="connsiteY3" fmla="*/ 3897360 h 3924636"/>
                <a:gd name="connsiteX4" fmla="*/ 0 w 11735595"/>
                <a:gd name="connsiteY4" fmla="*/ 0 h 3924636"/>
                <a:gd name="connsiteX0" fmla="*/ 0 w 11735595"/>
                <a:gd name="connsiteY0" fmla="*/ 0 h 3897360"/>
                <a:gd name="connsiteX1" fmla="*/ 11735595 w 11735595"/>
                <a:gd name="connsiteY1" fmla="*/ 19050 h 3897360"/>
                <a:gd name="connsiteX2" fmla="*/ 10041539 w 11735595"/>
                <a:gd name="connsiteY2" fmla="*/ 3697338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264563 w 11735595"/>
                <a:gd name="connsiteY2" fmla="*/ 3888268 h 3897360"/>
                <a:gd name="connsiteX3" fmla="*/ 0 w 11735595"/>
                <a:gd name="connsiteY3" fmla="*/ 3897360 h 3897360"/>
                <a:gd name="connsiteX4" fmla="*/ 0 w 11735595"/>
                <a:gd name="connsiteY4" fmla="*/ 0 h 3897360"/>
                <a:gd name="connsiteX0" fmla="*/ 0 w 11200336"/>
                <a:gd name="connsiteY0" fmla="*/ 0 h 3897360"/>
                <a:gd name="connsiteX1" fmla="*/ 11200336 w 11200336"/>
                <a:gd name="connsiteY1" fmla="*/ 82694 h 3897360"/>
                <a:gd name="connsiteX2" fmla="*/ 10264563 w 11200336"/>
                <a:gd name="connsiteY2" fmla="*/ 3888268 h 3897360"/>
                <a:gd name="connsiteX3" fmla="*/ 0 w 11200336"/>
                <a:gd name="connsiteY3" fmla="*/ 3897360 h 3897360"/>
                <a:gd name="connsiteX4" fmla="*/ 0 w 11200336"/>
                <a:gd name="connsiteY4" fmla="*/ 0 h 3897360"/>
                <a:gd name="connsiteX0" fmla="*/ 0 w 11780199"/>
                <a:gd name="connsiteY0" fmla="*/ 0 h 3897360"/>
                <a:gd name="connsiteX1" fmla="*/ 11780199 w 11780199"/>
                <a:gd name="connsiteY1" fmla="*/ 867 h 3897360"/>
                <a:gd name="connsiteX2" fmla="*/ 10264563 w 11780199"/>
                <a:gd name="connsiteY2" fmla="*/ 3888268 h 3897360"/>
                <a:gd name="connsiteX3" fmla="*/ 0 w 11780199"/>
                <a:gd name="connsiteY3" fmla="*/ 3897360 h 3897360"/>
                <a:gd name="connsiteX4" fmla="*/ 0 w 11780199"/>
                <a:gd name="connsiteY4" fmla="*/ 0 h 3897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0199" h="3897360">
                  <a:moveTo>
                    <a:pt x="0" y="0"/>
                  </a:moveTo>
                  <a:lnTo>
                    <a:pt x="11780199" y="867"/>
                  </a:lnTo>
                  <a:lnTo>
                    <a:pt x="10264563" y="3888268"/>
                  </a:lnTo>
                  <a:lnTo>
                    <a:pt x="0" y="3897360"/>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800"/>
            </a:p>
          </p:txBody>
        </p:sp>
        <p:pic>
          <p:nvPicPr>
            <p:cNvPr id="29" name="Picture 28">
              <a:extLst>
                <a:ext uri="{FF2B5EF4-FFF2-40B4-BE49-F238E27FC236}">
                  <a16:creationId xmlns:a16="http://schemas.microsoft.com/office/drawing/2014/main" id="{AC59BDFE-3580-F349-8D96-F5979F88E547}"/>
                </a:ext>
              </a:extLst>
            </p:cNvPr>
            <p:cNvPicPr>
              <a:picLocks noChangeAspect="1"/>
            </p:cNvPicPr>
            <p:nvPr userDrawn="1"/>
          </p:nvPicPr>
          <p:blipFill rotWithShape="1">
            <a:blip r:embed="rId6" cstate="hqprint">
              <a:extLst>
                <a:ext uri="{28A0092B-C50C-407E-A947-70E740481C1C}">
                  <a14:useLocalDpi xmlns:a14="http://schemas.microsoft.com/office/drawing/2010/main"/>
                </a:ext>
              </a:extLst>
            </a:blip>
            <a:srcRect/>
            <a:stretch/>
          </p:blipFill>
          <p:spPr>
            <a:xfrm>
              <a:off x="-3182145" y="-5169663"/>
              <a:ext cx="11799257" cy="4780095"/>
            </a:xfrm>
            <a:prstGeom prst="rect">
              <a:avLst/>
            </a:prstGeom>
          </p:spPr>
        </p:pic>
      </p:grpSp>
      <p:sp>
        <p:nvSpPr>
          <p:cNvPr id="8" name="Text Placeholder 15"/>
          <p:cNvSpPr>
            <a:spLocks noGrp="1"/>
          </p:cNvSpPr>
          <p:nvPr>
            <p:ph type="body" sz="quarter" idx="10" hasCustomPrompt="1"/>
            <p:custDataLst>
              <p:tags r:id="rId1"/>
            </p:custDataLst>
          </p:nvPr>
        </p:nvSpPr>
        <p:spPr>
          <a:xfrm>
            <a:off x="456698" y="4526198"/>
            <a:ext cx="8141202" cy="731520"/>
          </a:xfrm>
        </p:spPr>
        <p:txBody>
          <a:bodyPr anchor="b">
            <a:normAutofit/>
          </a:bodyPr>
          <a:lstStyle>
            <a:lvl1pPr marL="0" indent="0" algn="l">
              <a:buNone/>
              <a:defRPr sz="2400" baseline="0">
                <a:solidFill>
                  <a:schemeClr val="bg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rPr lang="en-US"/>
              <a:t>Synopsys Customer Education Services</a:t>
            </a:r>
            <a:endParaRPr/>
          </a:p>
        </p:txBody>
      </p:sp>
      <p:sp>
        <p:nvSpPr>
          <p:cNvPr id="21" name="Subtitle 2"/>
          <p:cNvSpPr>
            <a:spLocks noGrp="1"/>
          </p:cNvSpPr>
          <p:nvPr>
            <p:ph type="subTitle" idx="1" hasCustomPrompt="1"/>
            <p:custDataLst>
              <p:tags r:id="rId2"/>
            </p:custDataLst>
          </p:nvPr>
        </p:nvSpPr>
        <p:spPr>
          <a:xfrm>
            <a:off x="456557" y="3522681"/>
            <a:ext cx="10417770" cy="990600"/>
          </a:xfrm>
        </p:spPr>
        <p:txBody>
          <a:bodyPr>
            <a:normAutofit/>
          </a:bodyPr>
          <a:lstStyle>
            <a:lvl1pPr marL="0" indent="0" algn="l">
              <a:buNone/>
              <a:defRPr sz="3200" b="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t>
            </a:r>
            <a:r>
              <a:rPr lang="en-US"/>
              <a:t>Course Version</a:t>
            </a:r>
            <a:endParaRPr/>
          </a:p>
        </p:txBody>
      </p:sp>
      <p:sp>
        <p:nvSpPr>
          <p:cNvPr id="22" name="Title 1"/>
          <p:cNvSpPr>
            <a:spLocks noGrp="1"/>
          </p:cNvSpPr>
          <p:nvPr>
            <p:ph type="ctrTitle" hasCustomPrompt="1"/>
            <p:custDataLst>
              <p:tags r:id="rId3"/>
            </p:custDataLst>
          </p:nvPr>
        </p:nvSpPr>
        <p:spPr>
          <a:xfrm>
            <a:off x="456555" y="1687591"/>
            <a:ext cx="10763895" cy="1828800"/>
          </a:xfrm>
        </p:spPr>
        <p:txBody>
          <a:bodyPr anchor="b">
            <a:noAutofit/>
          </a:bodyPr>
          <a:lstStyle>
            <a:lvl1pPr algn="l">
              <a:defRPr sz="5000">
                <a:solidFill>
                  <a:schemeClr val="bg1"/>
                </a:solidFill>
                <a:effectLst/>
              </a:defRPr>
            </a:lvl1pPr>
          </a:lstStyle>
          <a:p>
            <a:r>
              <a:t>Click to Add </a:t>
            </a:r>
            <a:r>
              <a:rPr lang="en-US"/>
              <a:t>Course Name</a:t>
            </a:r>
            <a:endParaRP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4"/>
            </p:custDataLst>
          </p:nvPr>
        </p:nvPicPr>
        <p:blipFill>
          <a:blip r:embed="rId7">
            <a:extLst>
              <a:ext uri="{96DAC541-7B7A-43D3-8B79-37D633B846F1}">
                <asvg:svgBlip xmlns:asvg="http://schemas.microsoft.com/office/drawing/2016/SVG/main" r:embed="rId8"/>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318227751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gal Disclosure NDA">
    <p:spTree>
      <p:nvGrpSpPr>
        <p:cNvPr id="1" name=""/>
        <p:cNvGrpSpPr/>
        <p:nvPr/>
      </p:nvGrpSpPr>
      <p:grpSpPr>
        <a:xfrm>
          <a:off x="0" y="0"/>
          <a:ext cx="0" cy="0"/>
          <a:chOff x="0" y="0"/>
          <a:chExt cx="0" cy="0"/>
        </a:xfrm>
      </p:grpSpPr>
      <p:sp>
        <p:nvSpPr>
          <p:cNvPr id="2" name="Content Placeholder 2"/>
          <p:cNvSpPr>
            <a:spLocks noGrp="1"/>
          </p:cNvSpPr>
          <p:nvPr>
            <p:custDataLst>
              <p:tags r:id="rId1"/>
            </p:custDataLst>
          </p:nvPr>
        </p:nvSpPr>
        <p:spPr>
          <a:xfrm>
            <a:off x="438150" y="463062"/>
            <a:ext cx="11315700" cy="5340349"/>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2pPr>
            <a:lvl3pPr marL="1027113"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a:buNone/>
            </a:pPr>
            <a:r>
              <a:rPr sz="3200" b="1">
                <a:solidFill>
                  <a:schemeClr val="tx1"/>
                </a:solidFill>
              </a:rPr>
              <a:t>CONFIDENTIAL INFORMATION</a:t>
            </a:r>
          </a:p>
          <a:p>
            <a:pPr marL="0" indent="0">
              <a:buNone/>
            </a:pPr>
            <a:r>
              <a:rPr sz="2200">
                <a:solidFill>
                  <a:schemeClr val="tx1"/>
                </a:solidFill>
              </a:rPr>
              <a:t>The information contained in this presentation is the confidential and proprietary information of Synopsys. You are not permitted to disseminate or use any of </a:t>
            </a:r>
            <a:br>
              <a:rPr sz="2200">
                <a:solidFill>
                  <a:schemeClr val="tx1"/>
                </a:solidFill>
              </a:rPr>
            </a:br>
            <a:r>
              <a:rPr sz="2200">
                <a:solidFill>
                  <a:schemeClr val="tx1"/>
                </a:solidFill>
              </a:rPr>
              <a:t>the information provided to you in this presentation outside of Synopsys </a:t>
            </a:r>
            <a:br>
              <a:rPr sz="2200">
                <a:solidFill>
                  <a:schemeClr val="tx1"/>
                </a:solidFill>
              </a:rPr>
            </a:br>
            <a:r>
              <a:rPr sz="2200">
                <a:solidFill>
                  <a:schemeClr val="tx1"/>
                </a:solidFill>
              </a:rPr>
              <a:t>without prior written authorization. </a:t>
            </a:r>
          </a:p>
          <a:p>
            <a:pPr>
              <a:buNone/>
            </a:pPr>
            <a:r>
              <a:rPr>
                <a:solidFill>
                  <a:schemeClr val="tx1"/>
                </a:solidFill>
              </a:rPr>
              <a:t> </a:t>
            </a:r>
          </a:p>
          <a:p>
            <a:pPr>
              <a:buNone/>
            </a:pPr>
            <a:r>
              <a:rPr sz="3200" b="1">
                <a:solidFill>
                  <a:schemeClr val="tx1"/>
                </a:solidFill>
              </a:rPr>
              <a:t>IMPORTANT NOTICE</a:t>
            </a:r>
          </a:p>
          <a:p>
            <a:pPr marL="0" indent="0">
              <a:buNone/>
            </a:pPr>
            <a:r>
              <a:rPr sz="2200">
                <a:solidFill>
                  <a:schemeClr val="tx1"/>
                </a:solidFill>
              </a:rPr>
              <a:t>In the event information in this presentation reflects Synopsys’ future plans, such plans are as of the date of this presentation and are subject to change. Synopsys is not obligated to update this presentation or develop the products with the features and functionality discussed in this presentation. Additionally, Synopsys’ services and products may only be offered and purchased pursuant to an authorized quote and purchase order or a mutually agreed upon written contract with Synopsys.</a:t>
            </a:r>
          </a:p>
        </p:txBody>
      </p:sp>
    </p:spTree>
    <p:extLst>
      <p:ext uri="{BB962C8B-B14F-4D97-AF65-F5344CB8AC3E}">
        <p14:creationId xmlns:p14="http://schemas.microsoft.com/office/powerpoint/2010/main" val="4028982806"/>
      </p:ext>
    </p:extLst>
  </p:cSld>
  <p:clrMapOvr>
    <a:masterClrMapping/>
  </p:clrMapOvr>
  <p:extLst>
    <p:ext uri="{DCECCB84-F9BA-43D5-87BE-67443E8EF086}">
      <p15:sldGuideLst xmlns:p15="http://schemas.microsoft.com/office/powerpoint/2012/main">
        <p15:guide id="2" pos="7392">
          <p15:clr>
            <a:srgbClr val="5ACBF0"/>
          </p15:clr>
        </p15:guide>
        <p15:guide id="3" orient="horz" pos="3888">
          <p15:clr>
            <a:srgbClr val="5ACBF0"/>
          </p15:clr>
        </p15:guide>
        <p15:guide id="4" orient="horz" pos="372">
          <p15:clr>
            <a:srgbClr val="5ACBF0"/>
          </p15:clr>
        </p15:guide>
        <p15:guide id="5" pos="288">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cop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10" name="Picture 9">
            <a:extLst>
              <a:ext uri="{FF2B5EF4-FFF2-40B4-BE49-F238E27FC236}">
                <a16:creationId xmlns:a16="http://schemas.microsoft.com/office/drawing/2014/main" id="{377B05DB-A977-4DFB-8026-0C01E80D3A1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sp>
        <p:nvSpPr>
          <p:cNvPr id="11" name="Title 4">
            <a:extLst>
              <a:ext uri="{FF2B5EF4-FFF2-40B4-BE49-F238E27FC236}">
                <a16:creationId xmlns:a16="http://schemas.microsoft.com/office/drawing/2014/main" id="{AA3CB389-48A5-49BB-A30B-013A5B53EFCD}"/>
              </a:ext>
            </a:extLst>
          </p:cNvPr>
          <p:cNvSpPr>
            <a:spLocks noGrp="1"/>
          </p:cNvSpPr>
          <p:nvPr>
            <p:ph type="title" hasCustomPrompt="1"/>
            <p:custDataLst>
              <p:tags r:id="rId1"/>
            </p:custDataLst>
          </p:nvPr>
        </p:nvSpPr>
        <p:spPr bwMode="gray">
          <a:xfrm>
            <a:off x="1498175" y="172006"/>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2577505583"/>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cope with backgroun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E873832-813A-459B-8A37-2E752C411F0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pic>
        <p:nvPicPr>
          <p:cNvPr id="18" name="Picture 17">
            <a:extLst>
              <a:ext uri="{FF2B5EF4-FFF2-40B4-BE49-F238E27FC236}">
                <a16:creationId xmlns:a16="http://schemas.microsoft.com/office/drawing/2014/main" id="{F5F87E6C-9108-4445-AF14-EE92CFEB3452}"/>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0" y="1310092"/>
            <a:ext cx="12192000" cy="5217460"/>
          </a:xfrm>
          <a:prstGeom prst="rect">
            <a:avLst/>
          </a:prstGeom>
        </p:spPr>
      </p:pic>
      <p:sp>
        <p:nvSpPr>
          <p:cNvPr id="19" name="Text Placeholder 3">
            <a:extLst>
              <a:ext uri="{FF2B5EF4-FFF2-40B4-BE49-F238E27FC236}">
                <a16:creationId xmlns:a16="http://schemas.microsoft.com/office/drawing/2014/main" id="{F2E28495-B0B3-4070-BB83-3FB14AB729F0}"/>
              </a:ext>
            </a:extLst>
          </p:cNvPr>
          <p:cNvSpPr>
            <a:spLocks noGrp="1"/>
          </p:cNvSpPr>
          <p:nvPr>
            <p:ph type="body" sz="quarter" idx="10"/>
          </p:nvPr>
        </p:nvSpPr>
        <p:spPr>
          <a:xfrm>
            <a:off x="457200" y="1737755"/>
            <a:ext cx="11277922" cy="4430232"/>
          </a:xfrm>
          <a:solidFill>
            <a:schemeClr val="bg1">
              <a:alpha val="70000"/>
            </a:schemeClr>
          </a:solidFill>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20" name="Title 4">
            <a:extLst>
              <a:ext uri="{FF2B5EF4-FFF2-40B4-BE49-F238E27FC236}">
                <a16:creationId xmlns:a16="http://schemas.microsoft.com/office/drawing/2014/main" id="{BE7312B4-ABE7-4B7B-A96F-2CD31471F816}"/>
              </a:ext>
            </a:extLst>
          </p:cNvPr>
          <p:cNvSpPr>
            <a:spLocks noGrp="1"/>
          </p:cNvSpPr>
          <p:nvPr>
            <p:ph type="title" hasCustomPrompt="1"/>
            <p:custDataLst>
              <p:tags r:id="rId1"/>
            </p:custDataLst>
          </p:nvPr>
        </p:nvSpPr>
        <p:spPr bwMode="gray">
          <a:xfrm>
            <a:off x="1498175" y="178356"/>
            <a:ext cx="3279102" cy="1078992"/>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788968314"/>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iz">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9ACD3E-DBDC-4D0E-A88F-26A04005602E}"/>
              </a:ext>
            </a:extLst>
          </p:cNvPr>
          <p:cNvPicPr>
            <a:picLocks noChangeAspect="1"/>
          </p:cNvPicPr>
          <p:nvPr userDrawn="1"/>
        </p:nvPicPr>
        <p:blipFill>
          <a:blip r:embed="rId3"/>
          <a:stretch>
            <a:fillRect/>
          </a:stretch>
        </p:blipFill>
        <p:spPr>
          <a:xfrm>
            <a:off x="0" y="182880"/>
            <a:ext cx="3748443" cy="1097280"/>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41" name="Title 4">
            <a:extLst>
              <a:ext uri="{FF2B5EF4-FFF2-40B4-BE49-F238E27FC236}">
                <a16:creationId xmlns:a16="http://schemas.microsoft.com/office/drawing/2014/main" id="{D1F73CD5-AFE0-49A0-80CB-BDF8A7D1A0DC}"/>
              </a:ext>
            </a:extLst>
          </p:cNvPr>
          <p:cNvSpPr txBox="1">
            <a:spLocks/>
          </p:cNvSpPr>
          <p:nvPr userDrawn="1">
            <p:custDataLst>
              <p:tags r:id="rId1"/>
            </p:custDataLst>
          </p:nvPr>
        </p:nvSpPr>
        <p:spPr>
          <a:xfrm>
            <a:off x="1655492" y="226637"/>
            <a:ext cx="1422825" cy="1005840"/>
          </a:xfrm>
          <a:prstGeom prst="rect">
            <a:avLst/>
          </a:prstGeom>
          <a:no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182880" tIns="45720" rIns="91440" bIns="45720" rtlCol="0" anchor="ctr">
            <a:normAutofit/>
          </a:bodyPr>
          <a:lstStyle>
            <a:lvl1pPr algn="l" defTabSz="914400" rtl="0" eaLnBrk="1" latinLnBrk="0" hangingPunct="1">
              <a:lnSpc>
                <a:spcPct val="100000"/>
              </a:lnSpc>
              <a:spcBef>
                <a:spcPct val="0"/>
              </a:spcBef>
              <a:buNone/>
              <a:defRPr sz="3200" b="0" kern="1200" dirty="0">
                <a:solidFill>
                  <a:schemeClr val="lt1"/>
                </a:solidFill>
                <a:latin typeface="+mj-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defTabSz="457200"/>
            <a:r>
              <a:rPr lang="en-US"/>
              <a:t>Quiz</a:t>
            </a:r>
          </a:p>
        </p:txBody>
      </p:sp>
      <p:pic>
        <p:nvPicPr>
          <p:cNvPr id="42" name="Picture 41" descr="Icon&#10;&#10;Description automatically generated">
            <a:extLst>
              <a:ext uri="{FF2B5EF4-FFF2-40B4-BE49-F238E27FC236}">
                <a16:creationId xmlns:a16="http://schemas.microsoft.com/office/drawing/2014/main" id="{DD38C84F-5193-4955-901F-6299B8236D9B}"/>
              </a:ext>
            </a:extLst>
          </p:cNvPr>
          <p:cNvPicPr>
            <a:picLocks noChangeAspect="1"/>
          </p:cNvPicPr>
          <p:nvPr userDrawn="1"/>
        </p:nvPicPr>
        <p:blipFill>
          <a:blip r:embed="rId4"/>
          <a:stretch>
            <a:fillRect/>
          </a:stretch>
        </p:blipFill>
        <p:spPr>
          <a:xfrm>
            <a:off x="553417" y="355597"/>
            <a:ext cx="896190" cy="816935"/>
          </a:xfrm>
          <a:prstGeom prst="rect">
            <a:avLst/>
          </a:prstGeom>
        </p:spPr>
      </p:pic>
    </p:spTree>
    <p:extLst>
      <p:ext uri="{BB962C8B-B14F-4D97-AF65-F5344CB8AC3E}">
        <p14:creationId xmlns:p14="http://schemas.microsoft.com/office/powerpoint/2010/main" val="543790805"/>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bjectives en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144ACF8-D142-4EA6-904C-F3059944D16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bwMode="ltGray">
          <a:xfrm>
            <a:off x="0" y="178203"/>
            <a:ext cx="5258534" cy="1095528"/>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5638800"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7" name="Picture 6">
            <a:extLst>
              <a:ext uri="{FF2B5EF4-FFF2-40B4-BE49-F238E27FC236}">
                <a16:creationId xmlns:a16="http://schemas.microsoft.com/office/drawing/2014/main" id="{20EB06D5-E8E9-40AF-A2B8-743D9359C9C2}"/>
              </a:ext>
            </a:extLst>
          </p:cNvPr>
          <p:cNvPicPr>
            <a:picLocks noChangeAspect="1"/>
          </p:cNvPicPr>
          <p:nvPr userDrawn="1"/>
        </p:nvPicPr>
        <p:blipFill>
          <a:blip r:embed="rId5"/>
          <a:stretch>
            <a:fillRect/>
          </a:stretch>
        </p:blipFill>
        <p:spPr>
          <a:xfrm>
            <a:off x="362164" y="259001"/>
            <a:ext cx="926672" cy="926672"/>
          </a:xfrm>
          <a:prstGeom prst="rect">
            <a:avLst/>
          </a:prstGeom>
        </p:spPr>
      </p:pic>
      <p:sp>
        <p:nvSpPr>
          <p:cNvPr id="9" name="Title 4">
            <a:extLst>
              <a:ext uri="{FF2B5EF4-FFF2-40B4-BE49-F238E27FC236}">
                <a16:creationId xmlns:a16="http://schemas.microsoft.com/office/drawing/2014/main" id="{7B3316A4-5E32-46E9-B90B-EE77B07D3533}"/>
              </a:ext>
            </a:extLst>
          </p:cNvPr>
          <p:cNvSpPr>
            <a:spLocks noGrp="1"/>
          </p:cNvSpPr>
          <p:nvPr userDrawn="1">
            <p:ph type="title" hasCustomPrompt="1"/>
            <p:custDataLst>
              <p:tags r:id="rId1"/>
            </p:custDataLst>
          </p:nvPr>
        </p:nvSpPr>
        <p:spPr bwMode="gray">
          <a:xfrm>
            <a:off x="1498175" y="182880"/>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8" name="ConStatement">
            <a:extLst>
              <a:ext uri="{FF2B5EF4-FFF2-40B4-BE49-F238E27FC236}">
                <a16:creationId xmlns:a16="http://schemas.microsoft.com/office/drawing/2014/main" id="{DF604FF0-2DB9-449C-BFEA-2BBAB8E5CAFB}"/>
              </a:ext>
            </a:extLst>
          </p:cNvPr>
          <p:cNvSpPr txBox="1"/>
          <p:nvPr userDrawn="1">
            <p:custDataLst>
              <p:tags r:id="rId2"/>
            </p:custDataLst>
          </p:nvPr>
        </p:nvSpPr>
        <p:spPr>
          <a:xfrm>
            <a:off x="4200525" y="6605464"/>
            <a:ext cx="3790950" cy="245794"/>
          </a:xfrm>
          <a:prstGeom prst="rect">
            <a:avLst/>
          </a:prstGeom>
          <a:solidFill>
            <a:schemeClr val="bg1"/>
          </a:solidFill>
        </p:spPr>
        <p:txBody>
          <a:bodyPr vert="horz" wrap="none" lIns="91440" tIns="45720" rIns="91440" bIns="45720" rtlCol="0" anchor="ctr">
            <a:noAutofit/>
          </a:bodyPr>
          <a:lstStyle/>
          <a:p>
            <a:pPr algn="ctr"/>
            <a:endParaRPr sz="800">
              <a:solidFill>
                <a:srgbClr val="7F7F7F"/>
              </a:solidFill>
              <a:latin typeface="Arial"/>
            </a:endParaRPr>
          </a:p>
        </p:txBody>
      </p:sp>
    </p:spTree>
    <p:extLst>
      <p:ext uri="{BB962C8B-B14F-4D97-AF65-F5344CB8AC3E}">
        <p14:creationId xmlns:p14="http://schemas.microsoft.com/office/powerpoint/2010/main" val="371657431"/>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C4FDD83-45EE-4570-BDB4-2BCC3000CD23}"/>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5" name="Title 4">
            <a:extLst>
              <a:ext uri="{FF2B5EF4-FFF2-40B4-BE49-F238E27FC236}">
                <a16:creationId xmlns:a16="http://schemas.microsoft.com/office/drawing/2014/main" id="{13AB35E0-AD47-4AD2-A594-DF7D8B2173E4}"/>
              </a:ext>
            </a:extLst>
          </p:cNvPr>
          <p:cNvSpPr>
            <a:spLocks noGrp="1"/>
          </p:cNvSpPr>
          <p:nvPr userDrawn="1">
            <p:ph type="title" hasCustomPrompt="1"/>
            <p:custDataLst>
              <p:tags r:id="rId1"/>
            </p:custDataLst>
          </p:nvPr>
        </p:nvSpPr>
        <p:spPr>
          <a:xfrm>
            <a:off x="-1" y="183402"/>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188720"/>
            <a:ext cx="11277922" cy="5185186"/>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193586949"/>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C561280-4D33-451D-A498-69BD4915C628}"/>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3" name="Title 2">
            <a:extLst>
              <a:ext uri="{FF2B5EF4-FFF2-40B4-BE49-F238E27FC236}">
                <a16:creationId xmlns:a16="http://schemas.microsoft.com/office/drawing/2014/main" id="{3E70CAF9-E820-418F-A14D-F56F01578AF6}"/>
              </a:ext>
            </a:extLst>
          </p:cNvPr>
          <p:cNvSpPr>
            <a:spLocks noGrp="1"/>
          </p:cNvSpPr>
          <p:nvPr>
            <p:ph type="title" hasCustomPrompt="1"/>
            <p:custDataLst>
              <p:tags r:id="rId1"/>
            </p:custDataLst>
          </p:nvPr>
        </p:nvSpPr>
        <p:spPr>
          <a:xfrm>
            <a:off x="0" y="183401"/>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latin typeface="+mj-lt"/>
              </a:defRPr>
            </a:lvl1pPr>
          </a:lstStyle>
          <a:p>
            <a:pPr marL="0" lvl="0" defTabSz="457200"/>
            <a:r>
              <a:t>Click to Add a Title</a:t>
            </a:r>
          </a:p>
        </p:txBody>
      </p:sp>
    </p:spTree>
    <p:extLst>
      <p:ext uri="{BB962C8B-B14F-4D97-AF65-F5344CB8AC3E}">
        <p14:creationId xmlns:p14="http://schemas.microsoft.com/office/powerpoint/2010/main" val="2866077662"/>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3888">
          <p15:clr>
            <a:srgbClr val="5ACBF0"/>
          </p15:clr>
        </p15:guide>
        <p15:guide id="4" orient="horz" pos="720">
          <p15:clr>
            <a:srgbClr val="5ACBF0"/>
          </p15:clr>
        </p15:guide>
        <p15:guide id="5" orient="horz" pos="1152">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51924-A24A-489C-BBC3-DABEE7760686}"/>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2" name="Title 1"/>
          <p:cNvSpPr>
            <a:spLocks noGrp="1"/>
          </p:cNvSpPr>
          <p:nvPr>
            <p:ph type="title" hasCustomPrompt="1"/>
            <p:custDataLst>
              <p:tags r:id="rId1"/>
            </p:custDataLst>
          </p:nvPr>
        </p:nvSpPr>
        <p:spPr>
          <a:xfrm>
            <a:off x="0" y="183402"/>
            <a:ext cx="11615351"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solidFill>
                  <a:schemeClr val="lt1"/>
                </a:solidFill>
                <a:ea typeface="+mn-ea"/>
                <a:cs typeface="+mn-cs"/>
              </a:defRPr>
            </a:lvl1pPr>
          </a:lstStyle>
          <a:p>
            <a:pPr marL="0" lvl="0" defTabSz="457200"/>
            <a:r>
              <a:t>Click to Add a Title</a:t>
            </a:r>
          </a:p>
        </p:txBody>
      </p:sp>
      <p:sp>
        <p:nvSpPr>
          <p:cNvPr id="9" name="Text Placeholder 8">
            <a:extLst>
              <a:ext uri="{FF2B5EF4-FFF2-40B4-BE49-F238E27FC236}">
                <a16:creationId xmlns:a16="http://schemas.microsoft.com/office/drawing/2014/main" id="{E9214336-643F-45BB-8453-2539A84E7CFF}"/>
              </a:ext>
            </a:extLst>
          </p:cNvPr>
          <p:cNvSpPr>
            <a:spLocks noGrp="1"/>
          </p:cNvSpPr>
          <p:nvPr userDrawn="1">
            <p:ph type="body" sz="quarter" idx="13"/>
          </p:nvPr>
        </p:nvSpPr>
        <p:spPr>
          <a:xfrm>
            <a:off x="457200" y="1188720"/>
            <a:ext cx="5524500" cy="5238974"/>
          </a:xfrm>
        </p:spPr>
        <p:txBody>
          <a:bodyPr/>
          <a:lstStyle>
            <a:lvl1pPr>
              <a:spcBef>
                <a:spcPts val="600"/>
              </a:spcBef>
              <a:spcAft>
                <a:spcPts val="600"/>
              </a:spcAft>
              <a:defRPr/>
            </a:lvl1pPr>
          </a:lstStyle>
          <a:p>
            <a:pPr lvl="0"/>
            <a:r>
              <a:rPr lang="en-US"/>
              <a:t>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88639FF6-ED59-4B79-AD58-17FB714FC4D6}"/>
              </a:ext>
            </a:extLst>
          </p:cNvPr>
          <p:cNvSpPr>
            <a:spLocks noGrp="1"/>
          </p:cNvSpPr>
          <p:nvPr userDrawn="1">
            <p:ph type="body" sz="quarter" idx="14"/>
          </p:nvPr>
        </p:nvSpPr>
        <p:spPr>
          <a:xfrm>
            <a:off x="6210300" y="1188720"/>
            <a:ext cx="5524500" cy="5238974"/>
          </a:xfrm>
        </p:spPr>
        <p:txBody>
          <a:bodyPr/>
          <a:lstStyle>
            <a:lvl1pPr>
              <a:spcBef>
                <a:spcPts val="600"/>
              </a:spcBef>
              <a:spcAft>
                <a:spcPts val="600"/>
              </a:spcAft>
              <a:defRPr lang="en-US" sz="2400" kern="1200" baseline="0" smtClean="0">
                <a:solidFill>
                  <a:schemeClr val="tx1"/>
                </a:solidFill>
                <a:latin typeface="+mn-lt"/>
                <a:ea typeface="+mn-ea"/>
                <a:cs typeface="+mn-cs"/>
              </a:defRPr>
            </a:lvl1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808690010"/>
      </p:ext>
    </p:extLst>
  </p:cSld>
  <p:clrMapOvr>
    <a:masterClrMapping/>
  </p:clrMapOvr>
  <p:extLst>
    <p:ext uri="{DCECCB84-F9BA-43D5-87BE-67443E8EF086}">
      <p15:sldGuideLst xmlns:p15="http://schemas.microsoft.com/office/powerpoint/2012/main">
        <p15:guide id="3" orient="horz" pos="1152">
          <p15:clr>
            <a:srgbClr val="5ACBF0"/>
          </p15:clr>
        </p15:guide>
        <p15:guide id="4" orient="horz" pos="720">
          <p15:clr>
            <a:srgbClr val="5ACBF0"/>
          </p15:clr>
        </p15:guide>
        <p15:guide id="5" orient="horz" pos="3888">
          <p15:clr>
            <a:srgbClr val="5ACBF0"/>
          </p15:clr>
        </p15:guide>
        <p15:guide id="6" pos="7392">
          <p15:clr>
            <a:srgbClr val="5ACBF0"/>
          </p15:clr>
        </p15:guide>
        <p15:guide id="7" pos="288">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4626824"/>
      </p:ext>
    </p:extLst>
  </p:cSld>
  <p:clrMapOvr>
    <a:masterClrMapping/>
  </p:clrMapOvr>
  <p:extLst>
    <p:ext uri="{DCECCB84-F9BA-43D5-87BE-67443E8EF086}">
      <p15:sldGuideLst xmlns:p15="http://schemas.microsoft.com/office/powerpoint/2012/main">
        <p15:guide id="4" orient="horz" pos="372">
          <p15:clr>
            <a:srgbClr val="5ACBF0"/>
          </p15:clr>
        </p15:guide>
        <p15:guide id="5" orient="horz" pos="3888">
          <p15:clr>
            <a:srgbClr val="5ACBF0"/>
          </p15:clr>
        </p15:guide>
        <p15:guide id="6" pos="288">
          <p15:clr>
            <a:srgbClr val="5ACBF0"/>
          </p15:clr>
        </p15:guide>
        <p15:guide id="7" pos="7392">
          <p15:clr>
            <a:srgbClr val="5ACBF0"/>
          </p15:clr>
        </p15:guide>
        <p15:guide id="8" orient="horz" pos="1152">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B58714D-2663-4B45-8812-F81E64B5B065}"/>
              </a:ext>
            </a:extLst>
          </p:cNvPr>
          <p:cNvSpPr/>
          <p:nvPr>
            <p:custDataLst>
              <p:tags r:id="rId1"/>
            </p:custDataLst>
          </p:nvPr>
        </p:nvSpPr>
        <p:spPr>
          <a:xfrm>
            <a:off x="0" y="921262"/>
            <a:ext cx="12192000" cy="1368459"/>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hasCustomPrompt="1"/>
            <p:custDataLst>
              <p:tags r:id="rId2"/>
            </p:custDataLst>
          </p:nvPr>
        </p:nvSpPr>
        <p:spPr>
          <a:xfrm>
            <a:off x="456876" y="921262"/>
            <a:ext cx="10319341" cy="1368459"/>
          </a:xfrm>
        </p:spPr>
        <p:txBody>
          <a:bodyPr anchor="ctr">
            <a:normAutofit/>
          </a:bodyPr>
          <a:lstStyle>
            <a:lvl1pPr>
              <a:defRPr sz="3600">
                <a:solidFill>
                  <a:schemeClr val="accent1"/>
                </a:solidFill>
              </a:defRPr>
            </a:lvl1pPr>
          </a:lstStyle>
          <a:p>
            <a:r>
              <a:t>Click to add Agenda</a:t>
            </a:r>
          </a:p>
        </p:txBody>
      </p:sp>
      <p:sp>
        <p:nvSpPr>
          <p:cNvPr id="7" name="Text Placeholder 6"/>
          <p:cNvSpPr>
            <a:spLocks noGrp="1"/>
          </p:cNvSpPr>
          <p:nvPr>
            <p:ph type="body" sz="quarter" idx="10" hasCustomPrompt="1"/>
            <p:custDataLst>
              <p:tags r:id="rId3"/>
            </p:custDataLst>
          </p:nvPr>
        </p:nvSpPr>
        <p:spPr>
          <a:xfrm>
            <a:off x="456876" y="2409824"/>
            <a:ext cx="11278244" cy="3990976"/>
          </a:xfrm>
        </p:spPr>
        <p:txBody>
          <a:bodyPr>
            <a:noAutofit/>
          </a:bodyPr>
          <a:lstStyle>
            <a:lvl1pPr marL="514350" indent="-514350">
              <a:spcBef>
                <a:spcPts val="600"/>
              </a:spcBef>
              <a:spcAft>
                <a:spcPts val="0"/>
              </a:spcAft>
              <a:buClr>
                <a:schemeClr val="tx1"/>
              </a:buClr>
              <a:buSzPct val="100000"/>
              <a:buFont typeface="+mj-lt"/>
              <a:buAutoNum type="arabicPeriod"/>
              <a:defRPr sz="2800" baseline="0">
                <a:solidFill>
                  <a:schemeClr val="tx1"/>
                </a:solidFill>
              </a:defRPr>
            </a:lvl1pPr>
            <a:lvl2pPr marL="749808" indent="-457200">
              <a:buClr>
                <a:schemeClr val="tx1"/>
              </a:buClr>
              <a:buFont typeface="Arial" panose="020B0604020202020204" pitchFamily="34" charset="0"/>
              <a:buChar char="•"/>
              <a:defRPr sz="2400">
                <a:solidFill>
                  <a:schemeClr val="tx1"/>
                </a:solidFill>
              </a:defRPr>
            </a:lvl2pPr>
            <a:lvl3pPr marL="1033272" indent="-457200">
              <a:buClr>
                <a:schemeClr val="tx1"/>
              </a:buClr>
              <a:buSzPct val="120000"/>
              <a:buFont typeface="Wingdings" pitchFamily="2" charset="2"/>
              <a:buChar char="§"/>
              <a:defRPr sz="2000">
                <a:solidFill>
                  <a:schemeClr val="tx1"/>
                </a:solidFill>
              </a:defRPr>
            </a:lvl3pPr>
            <a:lvl4pPr marL="1211580" indent="-342900">
              <a:buClr>
                <a:schemeClr val="tx1"/>
              </a:buClr>
              <a:buSzPct val="80000"/>
              <a:buFont typeface=".Lucida Grande UI Regular"/>
              <a:buChar char="◆"/>
              <a:defRPr sz="1800">
                <a:solidFill>
                  <a:schemeClr val="tx1"/>
                </a:solidFill>
              </a:defRPr>
            </a:lvl4pPr>
            <a:lvl5pPr marL="868680" indent="0">
              <a:buClr>
                <a:schemeClr val="tx1"/>
              </a:buClr>
              <a:buFont typeface="System Font Regular"/>
              <a:buNone/>
              <a:defRPr sz="1800">
                <a:solidFill>
                  <a:schemeClr val="tx1"/>
                </a:solidFill>
              </a:defRPr>
            </a:lvl5pPr>
            <a:lvl6pPr marL="1211580" indent="-342900">
              <a:buClr>
                <a:schemeClr val="tx1"/>
              </a:buClr>
              <a:buSzPct val="100000"/>
              <a:buFont typeface="Arial" panose="020B0604020202020204" pitchFamily="34" charset="0"/>
              <a:buChar char="•"/>
              <a:defRPr sz="1800"/>
            </a:lvl6pPr>
            <a:lvl7pPr marL="1211580" indent="-342900">
              <a:buClr>
                <a:schemeClr val="tx1"/>
              </a:buClr>
              <a:buFont typeface="Arial" panose="020B0604020202020204" pitchFamily="34" charset="0"/>
              <a:buChar char="•"/>
              <a:defRPr sz="1800"/>
            </a:lvl7pPr>
            <a:lvl8pPr marL="1211580" indent="-342900">
              <a:buClr>
                <a:schemeClr val="tx1"/>
              </a:buClr>
              <a:buFont typeface="Arial" panose="020B0604020202020204" pitchFamily="34" charset="0"/>
              <a:buChar char="•"/>
              <a:defRPr sz="1800"/>
            </a:lvl8pPr>
            <a:lvl9pPr marL="1211580" indent="-342900">
              <a:buClr>
                <a:schemeClr val="tx1"/>
              </a:buClr>
              <a:buFont typeface="Arial" panose="020B0604020202020204" pitchFamily="34" charset="0"/>
              <a:buChar char="•"/>
              <a:defRPr sz="1800"/>
            </a:lvl9pPr>
          </a:lstStyle>
          <a:p>
            <a:pPr lvl="0"/>
            <a:r>
              <a:t>Agenda item</a:t>
            </a:r>
            <a:endParaRPr lang="en-US"/>
          </a:p>
          <a:p>
            <a:pPr lvl="5"/>
            <a:endParaRPr lang="en-US"/>
          </a:p>
        </p:txBody>
      </p:sp>
      <p:pic>
        <p:nvPicPr>
          <p:cNvPr id="8" name="Picture 7">
            <a:extLst>
              <a:ext uri="{FF2B5EF4-FFF2-40B4-BE49-F238E27FC236}">
                <a16:creationId xmlns:a16="http://schemas.microsoft.com/office/drawing/2014/main" id="{A4B705BD-3A2D-4144-B3FF-F24403F80C12}"/>
              </a:ext>
            </a:extLst>
          </p:cNvPr>
          <p:cNvPicPr>
            <a:picLocks noChangeAspect="1"/>
          </p:cNvPicPr>
          <p:nvPr>
            <p:custDataLst>
              <p:tags r:id="rId4"/>
            </p:custDataLst>
          </p:nvPr>
        </p:nvPicPr>
        <p:blipFill>
          <a:blip r:embed="rId6" cstate="screen">
            <a:extLst>
              <a:ext uri="{28A0092B-C50C-407E-A947-70E740481C1C}">
                <a14:useLocalDpi xmlns:a14="http://schemas.microsoft.com/office/drawing/2010/main"/>
              </a:ext>
            </a:extLst>
          </a:blip>
          <a:stretch>
            <a:fillRect/>
          </a:stretch>
        </p:blipFill>
        <p:spPr>
          <a:xfrm>
            <a:off x="10829622" y="921262"/>
            <a:ext cx="1362376" cy="1368459"/>
          </a:xfrm>
          <a:prstGeom prst="rect">
            <a:avLst/>
          </a:prstGeom>
        </p:spPr>
      </p:pic>
    </p:spTree>
    <p:extLst>
      <p:ext uri="{BB962C8B-B14F-4D97-AF65-F5344CB8AC3E}">
        <p14:creationId xmlns:p14="http://schemas.microsoft.com/office/powerpoint/2010/main" val="3764476245"/>
      </p:ext>
    </p:extLst>
  </p:cSld>
  <p:clrMapOvr>
    <a:masterClrMapping/>
  </p:clrMapOvr>
  <p:extLst>
    <p:ext uri="{DCECCB84-F9BA-43D5-87BE-67443E8EF086}">
      <p15:sldGuideLst xmlns:p15="http://schemas.microsoft.com/office/powerpoint/2012/main">
        <p15:guide id="1" orient="horz" pos="1512">
          <p15:clr>
            <a:srgbClr val="5ACBF0"/>
          </p15:clr>
        </p15:guide>
        <p15:guide id="2" pos="288">
          <p15:clr>
            <a:srgbClr val="5ACBF0"/>
          </p15:clr>
        </p15:guide>
        <p15:guide id="3" pos="7392">
          <p15:clr>
            <a:srgbClr val="5ACBF0"/>
          </p15:clr>
        </p15:guide>
        <p15:guide id="4" orient="horz" pos="3888">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1D60E6F-7C19-4120-8794-819C5E8622E8}"/>
              </a:ext>
            </a:extLst>
          </p:cNvPr>
          <p:cNvSpPr/>
          <p:nvPr>
            <p:custDataLst>
              <p:tags r:id="rId1"/>
            </p:custDataLst>
          </p:nvPr>
        </p:nvSpPr>
        <p:spPr>
          <a:xfrm>
            <a:off x="0" y="921262"/>
            <a:ext cx="12192000" cy="3200400"/>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pic>
        <p:nvPicPr>
          <p:cNvPr id="9" name="Picture 8">
            <a:extLst>
              <a:ext uri="{FF2B5EF4-FFF2-40B4-BE49-F238E27FC236}">
                <a16:creationId xmlns:a16="http://schemas.microsoft.com/office/drawing/2014/main" id="{F3389F0F-5D68-4BA4-BF3C-ED1CEFFE4174}"/>
              </a:ext>
            </a:extLst>
          </p:cNvPr>
          <p:cNvPicPr>
            <a:picLocks noChangeAspect="1"/>
          </p:cNvPicPr>
          <p:nvPr>
            <p:custDataLst>
              <p:tags r:id="rId2"/>
            </p:custDataLst>
          </p:nvPr>
        </p:nvPicPr>
        <p:blipFill>
          <a:blip r:embed="rId6" cstate="screen">
            <a:extLst>
              <a:ext uri="{28A0092B-C50C-407E-A947-70E740481C1C}">
                <a14:useLocalDpi xmlns:a14="http://schemas.microsoft.com/office/drawing/2010/main"/>
              </a:ext>
            </a:extLst>
          </a:blip>
          <a:stretch>
            <a:fillRect/>
          </a:stretch>
        </p:blipFill>
        <p:spPr>
          <a:xfrm>
            <a:off x="10856088" y="921262"/>
            <a:ext cx="1339461" cy="3200400"/>
          </a:xfrm>
          <a:prstGeom prst="rect">
            <a:avLst/>
          </a:prstGeom>
        </p:spPr>
      </p:pic>
      <p:sp>
        <p:nvSpPr>
          <p:cNvPr id="2" name="Title 1"/>
          <p:cNvSpPr>
            <a:spLocks noGrp="1"/>
          </p:cNvSpPr>
          <p:nvPr>
            <p:ph type="title" hasCustomPrompt="1"/>
            <p:custDataLst>
              <p:tags r:id="rId3"/>
            </p:custDataLst>
          </p:nvPr>
        </p:nvSpPr>
        <p:spPr>
          <a:xfrm>
            <a:off x="456877" y="921262"/>
            <a:ext cx="10319339" cy="1001323"/>
          </a:xfrm>
        </p:spPr>
        <p:txBody>
          <a:bodyPr anchor="b">
            <a:normAutofit/>
          </a:bodyPr>
          <a:lstStyle>
            <a:lvl1pPr>
              <a:defRPr sz="3600">
                <a:solidFill>
                  <a:schemeClr val="accent1"/>
                </a:solidFill>
              </a:defRPr>
            </a:lvl1pPr>
          </a:lstStyle>
          <a:p>
            <a:r>
              <a:t>Click to add Section Header</a:t>
            </a:r>
          </a:p>
        </p:txBody>
      </p:sp>
      <p:sp>
        <p:nvSpPr>
          <p:cNvPr id="3" name="Text Placeholder 2"/>
          <p:cNvSpPr>
            <a:spLocks noGrp="1"/>
          </p:cNvSpPr>
          <p:nvPr>
            <p:ph type="body" idx="1" hasCustomPrompt="1"/>
            <p:custDataLst>
              <p:tags r:id="rId4"/>
            </p:custDataLst>
          </p:nvPr>
        </p:nvSpPr>
        <p:spPr>
          <a:xfrm>
            <a:off x="456877" y="1922584"/>
            <a:ext cx="10319339" cy="2084775"/>
          </a:xfrm>
        </p:spPr>
        <p:txBody>
          <a:bodyPr>
            <a:normAutofit/>
          </a:bodyPr>
          <a:lstStyle>
            <a:lvl1pPr marL="0" indent="0">
              <a:spcBef>
                <a:spcPts val="600"/>
              </a:spcBef>
              <a:buNone/>
              <a:defRPr sz="2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t>Click to Add a Subtitle</a:t>
            </a:r>
          </a:p>
        </p:txBody>
      </p:sp>
    </p:spTree>
    <p:extLst>
      <p:ext uri="{BB962C8B-B14F-4D97-AF65-F5344CB8AC3E}">
        <p14:creationId xmlns:p14="http://schemas.microsoft.com/office/powerpoint/2010/main" val="2981233052"/>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626D063-21E0-49F4-B710-4D6E39322D0C}"/>
              </a:ext>
            </a:extLst>
          </p:cNvPr>
          <p:cNvPicPr>
            <a:picLocks noChangeAspect="1"/>
          </p:cNvPicPr>
          <p:nvPr>
            <p:custDataLst>
              <p:tags r:id="rId1"/>
            </p:custDataLst>
          </p:nvPr>
        </p:nvPicPr>
        <p:blipFill>
          <a:blip r:embed="rId5" cstate="screen">
            <a:extLst>
              <a:ext uri="{28A0092B-C50C-407E-A947-70E740481C1C}">
                <a14:useLocalDpi xmlns:a14="http://schemas.microsoft.com/office/drawing/2010/main"/>
              </a:ext>
            </a:extLst>
          </a:blip>
          <a:stretch>
            <a:fillRect/>
          </a:stretch>
        </p:blipFill>
        <p:spPr>
          <a:xfrm>
            <a:off x="0" y="3909847"/>
            <a:ext cx="12192000" cy="2948153"/>
          </a:xfrm>
          <a:prstGeom prst="rect">
            <a:avLst/>
          </a:prstGeom>
        </p:spPr>
      </p:pic>
      <p:sp>
        <p:nvSpPr>
          <p:cNvPr id="8" name="TextBox 7"/>
          <p:cNvSpPr txBox="1"/>
          <p:nvPr>
            <p:custDataLst>
              <p:tags r:id="rId2"/>
            </p:custDataLst>
          </p:nvPr>
        </p:nvSpPr>
        <p:spPr>
          <a:xfrm>
            <a:off x="3333602" y="2619969"/>
            <a:ext cx="5524797" cy="923330"/>
          </a:xfrm>
          <a:prstGeom prst="rect">
            <a:avLst/>
          </a:prstGeom>
          <a:noFill/>
        </p:spPr>
        <p:txBody>
          <a:bodyPr wrap="square" rtlCol="0">
            <a:spAutoFit/>
          </a:bodyPr>
          <a:lstStyle/>
          <a:p>
            <a:pPr algn="ctr"/>
            <a:r>
              <a:rPr sz="5400" b="1">
                <a:solidFill>
                  <a:schemeClr val="accent1"/>
                </a:solidFill>
              </a:rPr>
              <a:t>Thank You</a:t>
            </a:r>
          </a:p>
        </p:txBody>
      </p:sp>
      <p:pic>
        <p:nvPicPr>
          <p:cNvPr id="5" name="Picture 4">
            <a:extLst>
              <a:ext uri="{FF2B5EF4-FFF2-40B4-BE49-F238E27FC236}">
                <a16:creationId xmlns:a16="http://schemas.microsoft.com/office/drawing/2014/main" id="{77AAF269-FAF3-4093-8469-8EC0980C0624}"/>
              </a:ext>
            </a:extLst>
          </p:cNvPr>
          <p:cNvPicPr>
            <a:picLocks noChangeAspect="1"/>
          </p:cNvPicPr>
          <p:nvPr>
            <p:custDataLst>
              <p:tags r:id="rId3"/>
            </p:custDataLst>
          </p:nvPr>
        </p:nvPicPr>
        <p:blipFill>
          <a:blip r:embed="rId6" cstate="screen">
            <a:extLst>
              <a:ext uri="{28A0092B-C50C-407E-A947-70E740481C1C}">
                <a14:useLocalDpi xmlns:a14="http://schemas.microsoft.com/office/drawing/2010/main"/>
              </a:ext>
            </a:extLst>
          </a:blip>
          <a:stretch>
            <a:fillRect/>
          </a:stretch>
        </p:blipFill>
        <p:spPr>
          <a:xfrm>
            <a:off x="10045587" y="453166"/>
            <a:ext cx="1689536" cy="540651"/>
          </a:xfrm>
          <a:prstGeom prst="rect">
            <a:avLst/>
          </a:prstGeom>
        </p:spPr>
      </p:pic>
    </p:spTree>
    <p:extLst>
      <p:ext uri="{BB962C8B-B14F-4D97-AF65-F5344CB8AC3E}">
        <p14:creationId xmlns:p14="http://schemas.microsoft.com/office/powerpoint/2010/main" val="33663131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End logo">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AC622576-BD66-44E6-9B27-C224C1C8FB56}"/>
              </a:ext>
            </a:extLst>
          </p:cNvPr>
          <p:cNvPicPr>
            <a:picLocks noChangeAspect="1"/>
          </p:cNvPicPr>
          <p:nvPr>
            <p:custDataLst>
              <p:tags r:id="rId1"/>
            </p:custDataLst>
          </p:nvPr>
        </p:nvPicPr>
        <p:blipFill>
          <a:blip r:embed="rId3">
            <a:extLst>
              <a:ext uri="{96DAC541-7B7A-43D3-8B79-37D633B846F1}">
                <asvg:svgBlip xmlns:asvg="http://schemas.microsoft.com/office/drawing/2016/SVG/main" r:embed="rId4"/>
              </a:ext>
            </a:extLst>
          </a:blip>
          <a:stretch>
            <a:fillRect/>
          </a:stretch>
        </p:blipFill>
        <p:spPr>
          <a:xfrm>
            <a:off x="4068674" y="2760785"/>
            <a:ext cx="4183610" cy="1336430"/>
          </a:xfrm>
          <a:prstGeom prst="rect">
            <a:avLst/>
          </a:prstGeom>
        </p:spPr>
      </p:pic>
    </p:spTree>
    <p:extLst>
      <p:ext uri="{BB962C8B-B14F-4D97-AF65-F5344CB8AC3E}">
        <p14:creationId xmlns:p14="http://schemas.microsoft.com/office/powerpoint/2010/main" val="17017383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custDataLst>
              <p:tags r:id="rId1"/>
            </p:custDataLst>
          </p:nvPr>
        </p:nvSpPr>
        <p:spPr>
          <a:xfrm>
            <a:off x="10045964" y="457199"/>
            <a:ext cx="1689158" cy="5943601"/>
          </a:xfrm>
        </p:spPr>
        <p:txBody>
          <a:bodyPr vert="eaVert" anchor="ctr"/>
          <a:lstStyle/>
          <a:p>
            <a:r>
              <a:rPr lang="en-US"/>
              <a:t>Click to edit Master title style</a:t>
            </a:r>
            <a:endParaRPr/>
          </a:p>
        </p:txBody>
      </p:sp>
      <p:sp>
        <p:nvSpPr>
          <p:cNvPr id="3" name="Vertical Text Placeholder 2"/>
          <p:cNvSpPr>
            <a:spLocks noGrp="1"/>
          </p:cNvSpPr>
          <p:nvPr>
            <p:ph type="body" orient="vert" idx="1"/>
            <p:custDataLst>
              <p:tags r:id="rId2"/>
            </p:custDataLst>
          </p:nvPr>
        </p:nvSpPr>
        <p:spPr>
          <a:xfrm>
            <a:off x="456879" y="457200"/>
            <a:ext cx="9360429" cy="59436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Box 4">
            <a:extLst>
              <a:ext uri="{FF2B5EF4-FFF2-40B4-BE49-F238E27FC236}">
                <a16:creationId xmlns:a16="http://schemas.microsoft.com/office/drawing/2014/main" id="{F355DDA2-48E4-496F-AB6D-0DA3825552CB}"/>
              </a:ext>
            </a:extLst>
          </p:cNvPr>
          <p:cNvSpPr txBox="1"/>
          <p:nvPr>
            <p:custDataLst>
              <p:tags r:id="rId3"/>
            </p:custDataLst>
          </p:nvPr>
        </p:nvSpPr>
        <p:spPr>
          <a:xfrm rot="5400000">
            <a:off x="-518439" y="5515895"/>
            <a:ext cx="1353017" cy="230832"/>
          </a:xfrm>
          <a:prstGeom prst="rect">
            <a:avLst/>
          </a:prstGeom>
          <a:noFill/>
        </p:spPr>
        <p:txBody>
          <a:bodyPr wrap="square" rtlCol="0">
            <a:spAutoFit/>
          </a:bodyPr>
          <a:lstStyle/>
          <a:p>
            <a:r>
              <a:rPr sz="900">
                <a:solidFill>
                  <a:schemeClr val="tx1">
                    <a:lumMod val="50000"/>
                    <a:lumOff val="50000"/>
                  </a:schemeClr>
                </a:solidFill>
              </a:rPr>
              <a:t>© 2019 Synopsys, Inc. </a:t>
            </a:r>
          </a:p>
        </p:txBody>
      </p:sp>
      <p:sp>
        <p:nvSpPr>
          <p:cNvPr id="6" name="TextBox 5">
            <a:extLst>
              <a:ext uri="{FF2B5EF4-FFF2-40B4-BE49-F238E27FC236}">
                <a16:creationId xmlns:a16="http://schemas.microsoft.com/office/drawing/2014/main" id="{4DC5F678-53A4-4C2D-8E4A-3796CA282842}"/>
              </a:ext>
            </a:extLst>
          </p:cNvPr>
          <p:cNvSpPr txBox="1"/>
          <p:nvPr>
            <p:custDataLst>
              <p:tags r:id="rId4"/>
            </p:custDataLst>
          </p:nvPr>
        </p:nvSpPr>
        <p:spPr>
          <a:xfrm rot="5400000">
            <a:off x="-268651" y="6289177"/>
            <a:ext cx="853440" cy="215444"/>
          </a:xfrm>
          <a:prstGeom prst="rect">
            <a:avLst/>
          </a:prstGeom>
          <a:noFill/>
        </p:spPr>
        <p:txBody>
          <a:bodyPr wrap="square" rtlCol="0">
            <a:spAutoFit/>
          </a:bodyPr>
          <a:lstStyle/>
          <a:p>
            <a:pPr algn="ctr"/>
            <a:fld id="{CAE2347F-76BC-4690-80B5-B24BA0EA7B0A}" type="slidenum">
              <a:rPr sz="900">
                <a:solidFill>
                  <a:schemeClr val="tx1">
                    <a:lumMod val="50000"/>
                    <a:lumOff val="50000"/>
                  </a:schemeClr>
                </a:solidFill>
              </a:rPr>
              <a:pPr algn="ctr"/>
              <a:t>‹#›</a:t>
            </a:fld>
            <a:endParaRPr sz="900">
              <a:solidFill>
                <a:schemeClr val="tx1">
                  <a:lumMod val="50000"/>
                  <a:lumOff val="50000"/>
                </a:schemeClr>
              </a:solidFill>
            </a:endParaRPr>
          </a:p>
        </p:txBody>
      </p:sp>
      <p:grpSp>
        <p:nvGrpSpPr>
          <p:cNvPr id="21" name="Group 20">
            <a:extLst>
              <a:ext uri="{FF2B5EF4-FFF2-40B4-BE49-F238E27FC236}">
                <a16:creationId xmlns:a16="http://schemas.microsoft.com/office/drawing/2014/main" id="{1966C0AE-D4E4-4290-83DB-872570AA3B7E}"/>
              </a:ext>
            </a:extLst>
          </p:cNvPr>
          <p:cNvGrpSpPr/>
          <p:nvPr>
            <p:custDataLst>
              <p:tags r:id="rId5"/>
            </p:custDataLst>
          </p:nvPr>
        </p:nvGrpSpPr>
        <p:grpSpPr>
          <a:xfrm rot="5400000">
            <a:off x="-461816" y="461816"/>
            <a:ext cx="1152231" cy="228599"/>
            <a:chOff x="-1588" y="6629402"/>
            <a:chExt cx="1152231" cy="228599"/>
          </a:xfrm>
        </p:grpSpPr>
        <p:sp>
          <p:nvSpPr>
            <p:cNvPr id="22" name="Freeform: Shape 21">
              <a:extLst>
                <a:ext uri="{FF2B5EF4-FFF2-40B4-BE49-F238E27FC236}">
                  <a16:creationId xmlns:a16="http://schemas.microsoft.com/office/drawing/2014/main" id="{0668FA34-176E-4C0A-8878-391D136FA130}"/>
                </a:ext>
              </a:extLst>
            </p:cNvPr>
            <p:cNvSpPr/>
            <p:nvPr/>
          </p:nvSpPr>
          <p:spPr>
            <a:xfrm>
              <a:off x="-1588" y="6629402"/>
              <a:ext cx="458788" cy="228599"/>
            </a:xfrm>
            <a:custGeom>
              <a:avLst/>
              <a:gdLst>
                <a:gd name="connsiteX0" fmla="*/ 0 w 458788"/>
                <a:gd name="connsiteY0" fmla="*/ 0 h 228599"/>
                <a:gd name="connsiteX1" fmla="*/ 458788 w 458788"/>
                <a:gd name="connsiteY1" fmla="*/ 0 h 228599"/>
                <a:gd name="connsiteX2" fmla="*/ 375500 w 458788"/>
                <a:gd name="connsiteY2" fmla="*/ 228599 h 228599"/>
                <a:gd name="connsiteX3" fmla="*/ 0 w 458788"/>
                <a:gd name="connsiteY3" fmla="*/ 228599 h 228599"/>
                <a:gd name="connsiteX4" fmla="*/ 0 w 458788"/>
                <a:gd name="connsiteY4" fmla="*/ 0 h 228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788" h="228599">
                  <a:moveTo>
                    <a:pt x="0" y="0"/>
                  </a:moveTo>
                  <a:lnTo>
                    <a:pt x="458788" y="0"/>
                  </a:lnTo>
                  <a:lnTo>
                    <a:pt x="375500" y="228599"/>
                  </a:lnTo>
                  <a:lnTo>
                    <a:pt x="0" y="22859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nvGrpSpPr>
            <p:cNvPr id="23" name="Group 22">
              <a:extLst>
                <a:ext uri="{FF2B5EF4-FFF2-40B4-BE49-F238E27FC236}">
                  <a16:creationId xmlns:a16="http://schemas.microsoft.com/office/drawing/2014/main" id="{C983A029-D5BE-4C5E-8B1B-E265A362764F}"/>
                </a:ext>
              </a:extLst>
            </p:cNvPr>
            <p:cNvGrpSpPr/>
            <p:nvPr/>
          </p:nvGrpSpPr>
          <p:grpSpPr>
            <a:xfrm>
              <a:off x="521037" y="6675438"/>
              <a:ext cx="629606" cy="136522"/>
              <a:chOff x="973138" y="5000626"/>
              <a:chExt cx="3506788" cy="760412"/>
            </a:xfrm>
            <a:solidFill>
              <a:schemeClr val="accent1"/>
            </a:solidFill>
          </p:grpSpPr>
          <p:sp>
            <p:nvSpPr>
              <p:cNvPr id="24" name="Freeform 6">
                <a:extLst>
                  <a:ext uri="{FF2B5EF4-FFF2-40B4-BE49-F238E27FC236}">
                    <a16:creationId xmlns:a16="http://schemas.microsoft.com/office/drawing/2014/main" id="{F9777C50-0973-4E32-87C2-CD7CDFF0DFA3}"/>
                  </a:ext>
                </a:extLst>
              </p:cNvPr>
              <p:cNvSpPr>
                <a:spLocks/>
              </p:cNvSpPr>
              <p:nvPr/>
            </p:nvSpPr>
            <p:spPr bwMode="auto">
              <a:xfrm>
                <a:off x="973138" y="5000626"/>
                <a:ext cx="357188" cy="612775"/>
              </a:xfrm>
              <a:custGeom>
                <a:avLst/>
                <a:gdLst>
                  <a:gd name="T0" fmla="*/ 276 w 451"/>
                  <a:gd name="T1" fmla="*/ 1 h 771"/>
                  <a:gd name="T2" fmla="*/ 354 w 451"/>
                  <a:gd name="T3" fmla="*/ 12 h 771"/>
                  <a:gd name="T4" fmla="*/ 407 w 451"/>
                  <a:gd name="T5" fmla="*/ 33 h 771"/>
                  <a:gd name="T6" fmla="*/ 437 w 451"/>
                  <a:gd name="T7" fmla="*/ 65 h 771"/>
                  <a:gd name="T8" fmla="*/ 447 w 451"/>
                  <a:gd name="T9" fmla="*/ 107 h 771"/>
                  <a:gd name="T10" fmla="*/ 307 w 451"/>
                  <a:gd name="T11" fmla="*/ 203 h 771"/>
                  <a:gd name="T12" fmla="*/ 307 w 451"/>
                  <a:gd name="T13" fmla="*/ 99 h 771"/>
                  <a:gd name="T14" fmla="*/ 297 w 451"/>
                  <a:gd name="T15" fmla="*/ 77 h 771"/>
                  <a:gd name="T16" fmla="*/ 272 w 451"/>
                  <a:gd name="T17" fmla="*/ 64 h 771"/>
                  <a:gd name="T18" fmla="*/ 228 w 451"/>
                  <a:gd name="T19" fmla="*/ 59 h 771"/>
                  <a:gd name="T20" fmla="*/ 182 w 451"/>
                  <a:gd name="T21" fmla="*/ 64 h 771"/>
                  <a:gd name="T22" fmla="*/ 158 w 451"/>
                  <a:gd name="T23" fmla="*/ 77 h 771"/>
                  <a:gd name="T24" fmla="*/ 149 w 451"/>
                  <a:gd name="T25" fmla="*/ 99 h 771"/>
                  <a:gd name="T26" fmla="*/ 148 w 451"/>
                  <a:gd name="T27" fmla="*/ 190 h 771"/>
                  <a:gd name="T28" fmla="*/ 154 w 451"/>
                  <a:gd name="T29" fmla="*/ 226 h 771"/>
                  <a:gd name="T30" fmla="*/ 178 w 451"/>
                  <a:gd name="T31" fmla="*/ 258 h 771"/>
                  <a:gd name="T32" fmla="*/ 421 w 451"/>
                  <a:gd name="T33" fmla="*/ 468 h 771"/>
                  <a:gd name="T34" fmla="*/ 447 w 451"/>
                  <a:gd name="T35" fmla="*/ 515 h 771"/>
                  <a:gd name="T36" fmla="*/ 451 w 451"/>
                  <a:gd name="T37" fmla="*/ 660 h 771"/>
                  <a:gd name="T38" fmla="*/ 439 w 451"/>
                  <a:gd name="T39" fmla="*/ 703 h 771"/>
                  <a:gd name="T40" fmla="*/ 404 w 451"/>
                  <a:gd name="T41" fmla="*/ 736 h 771"/>
                  <a:gd name="T42" fmla="*/ 348 w 451"/>
                  <a:gd name="T43" fmla="*/ 759 h 771"/>
                  <a:gd name="T44" fmla="*/ 272 w 451"/>
                  <a:gd name="T45" fmla="*/ 770 h 771"/>
                  <a:gd name="T46" fmla="*/ 180 w 451"/>
                  <a:gd name="T47" fmla="*/ 770 h 771"/>
                  <a:gd name="T48" fmla="*/ 101 w 451"/>
                  <a:gd name="T49" fmla="*/ 760 h 771"/>
                  <a:gd name="T50" fmla="*/ 44 w 451"/>
                  <a:gd name="T51" fmla="*/ 739 h 771"/>
                  <a:gd name="T52" fmla="*/ 11 w 451"/>
                  <a:gd name="T53" fmla="*/ 705 h 771"/>
                  <a:gd name="T54" fmla="*/ 0 w 451"/>
                  <a:gd name="T55" fmla="*/ 660 h 771"/>
                  <a:gd name="T56" fmla="*/ 140 w 451"/>
                  <a:gd name="T57" fmla="*/ 557 h 771"/>
                  <a:gd name="T58" fmla="*/ 141 w 451"/>
                  <a:gd name="T59" fmla="*/ 673 h 771"/>
                  <a:gd name="T60" fmla="*/ 161 w 451"/>
                  <a:gd name="T61" fmla="*/ 697 h 771"/>
                  <a:gd name="T62" fmla="*/ 200 w 451"/>
                  <a:gd name="T63" fmla="*/ 711 h 771"/>
                  <a:gd name="T64" fmla="*/ 254 w 451"/>
                  <a:gd name="T65" fmla="*/ 711 h 771"/>
                  <a:gd name="T66" fmla="*/ 291 w 451"/>
                  <a:gd name="T67" fmla="*/ 697 h 771"/>
                  <a:gd name="T68" fmla="*/ 310 w 451"/>
                  <a:gd name="T69" fmla="*/ 673 h 771"/>
                  <a:gd name="T70" fmla="*/ 311 w 451"/>
                  <a:gd name="T71" fmla="*/ 550 h 771"/>
                  <a:gd name="T72" fmla="*/ 303 w 451"/>
                  <a:gd name="T73" fmla="*/ 514 h 771"/>
                  <a:gd name="T74" fmla="*/ 272 w 451"/>
                  <a:gd name="T75" fmla="*/ 478 h 771"/>
                  <a:gd name="T76" fmla="*/ 47 w 451"/>
                  <a:gd name="T77" fmla="*/ 281 h 771"/>
                  <a:gd name="T78" fmla="*/ 19 w 451"/>
                  <a:gd name="T79" fmla="*/ 245 h 771"/>
                  <a:gd name="T80" fmla="*/ 8 w 451"/>
                  <a:gd name="T81" fmla="*/ 203 h 771"/>
                  <a:gd name="T82" fmla="*/ 11 w 451"/>
                  <a:gd name="T83" fmla="*/ 88 h 771"/>
                  <a:gd name="T84" fmla="*/ 34 w 451"/>
                  <a:gd name="T85" fmla="*/ 49 h 771"/>
                  <a:gd name="T86" fmla="*/ 78 w 451"/>
                  <a:gd name="T87" fmla="*/ 22 h 771"/>
                  <a:gd name="T88" fmla="*/ 144 w 451"/>
                  <a:gd name="T89" fmla="*/ 5 h 771"/>
                  <a:gd name="T90" fmla="*/ 228 w 451"/>
                  <a:gd name="T91" fmla="*/ 0 h 7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1">
                    <a:moveTo>
                      <a:pt x="228" y="0"/>
                    </a:moveTo>
                    <a:lnTo>
                      <a:pt x="276" y="1"/>
                    </a:lnTo>
                    <a:lnTo>
                      <a:pt x="318" y="5"/>
                    </a:lnTo>
                    <a:lnTo>
                      <a:pt x="354" y="12"/>
                    </a:lnTo>
                    <a:lnTo>
                      <a:pt x="382" y="21"/>
                    </a:lnTo>
                    <a:lnTo>
                      <a:pt x="407" y="33"/>
                    </a:lnTo>
                    <a:lnTo>
                      <a:pt x="424" y="48"/>
                    </a:lnTo>
                    <a:lnTo>
                      <a:pt x="437" y="65"/>
                    </a:lnTo>
                    <a:lnTo>
                      <a:pt x="444" y="84"/>
                    </a:lnTo>
                    <a:lnTo>
                      <a:pt x="447" y="107"/>
                    </a:lnTo>
                    <a:lnTo>
                      <a:pt x="447" y="203"/>
                    </a:lnTo>
                    <a:lnTo>
                      <a:pt x="307" y="203"/>
                    </a:lnTo>
                    <a:lnTo>
                      <a:pt x="307" y="111"/>
                    </a:lnTo>
                    <a:lnTo>
                      <a:pt x="307" y="99"/>
                    </a:lnTo>
                    <a:lnTo>
                      <a:pt x="303" y="87"/>
                    </a:lnTo>
                    <a:lnTo>
                      <a:pt x="297" y="77"/>
                    </a:lnTo>
                    <a:lnTo>
                      <a:pt x="287" y="69"/>
                    </a:lnTo>
                    <a:lnTo>
                      <a:pt x="272" y="64"/>
                    </a:lnTo>
                    <a:lnTo>
                      <a:pt x="252" y="60"/>
                    </a:lnTo>
                    <a:lnTo>
                      <a:pt x="228" y="59"/>
                    </a:lnTo>
                    <a:lnTo>
                      <a:pt x="203" y="60"/>
                    </a:lnTo>
                    <a:lnTo>
                      <a:pt x="182" y="64"/>
                    </a:lnTo>
                    <a:lnTo>
                      <a:pt x="169" y="69"/>
                    </a:lnTo>
                    <a:lnTo>
                      <a:pt x="158" y="77"/>
                    </a:lnTo>
                    <a:lnTo>
                      <a:pt x="152" y="87"/>
                    </a:lnTo>
                    <a:lnTo>
                      <a:pt x="149" y="99"/>
                    </a:lnTo>
                    <a:lnTo>
                      <a:pt x="148" y="111"/>
                    </a:lnTo>
                    <a:lnTo>
                      <a:pt x="148" y="190"/>
                    </a:lnTo>
                    <a:lnTo>
                      <a:pt x="149" y="209"/>
                    </a:lnTo>
                    <a:lnTo>
                      <a:pt x="154" y="226"/>
                    </a:lnTo>
                    <a:lnTo>
                      <a:pt x="165" y="243"/>
                    </a:lnTo>
                    <a:lnTo>
                      <a:pt x="178" y="258"/>
                    </a:lnTo>
                    <a:lnTo>
                      <a:pt x="400" y="448"/>
                    </a:lnTo>
                    <a:lnTo>
                      <a:pt x="421" y="468"/>
                    </a:lnTo>
                    <a:lnTo>
                      <a:pt x="437" y="491"/>
                    </a:lnTo>
                    <a:lnTo>
                      <a:pt x="447" y="515"/>
                    </a:lnTo>
                    <a:lnTo>
                      <a:pt x="451" y="541"/>
                    </a:lnTo>
                    <a:lnTo>
                      <a:pt x="451" y="660"/>
                    </a:lnTo>
                    <a:lnTo>
                      <a:pt x="448" y="683"/>
                    </a:lnTo>
                    <a:lnTo>
                      <a:pt x="439" y="703"/>
                    </a:lnTo>
                    <a:lnTo>
                      <a:pt x="424" y="721"/>
                    </a:lnTo>
                    <a:lnTo>
                      <a:pt x="404" y="736"/>
                    </a:lnTo>
                    <a:lnTo>
                      <a:pt x="378" y="748"/>
                    </a:lnTo>
                    <a:lnTo>
                      <a:pt x="348" y="759"/>
                    </a:lnTo>
                    <a:lnTo>
                      <a:pt x="311" y="766"/>
                    </a:lnTo>
                    <a:lnTo>
                      <a:pt x="272" y="770"/>
                    </a:lnTo>
                    <a:lnTo>
                      <a:pt x="228" y="771"/>
                    </a:lnTo>
                    <a:lnTo>
                      <a:pt x="180" y="770"/>
                    </a:lnTo>
                    <a:lnTo>
                      <a:pt x="137" y="767"/>
                    </a:lnTo>
                    <a:lnTo>
                      <a:pt x="101" y="760"/>
                    </a:lnTo>
                    <a:lnTo>
                      <a:pt x="70" y="751"/>
                    </a:lnTo>
                    <a:lnTo>
                      <a:pt x="44" y="739"/>
                    </a:lnTo>
                    <a:lnTo>
                      <a:pt x="24" y="723"/>
                    </a:lnTo>
                    <a:lnTo>
                      <a:pt x="11" y="705"/>
                    </a:lnTo>
                    <a:lnTo>
                      <a:pt x="3" y="684"/>
                    </a:lnTo>
                    <a:lnTo>
                      <a:pt x="0" y="660"/>
                    </a:lnTo>
                    <a:lnTo>
                      <a:pt x="0" y="557"/>
                    </a:lnTo>
                    <a:lnTo>
                      <a:pt x="140" y="557"/>
                    </a:lnTo>
                    <a:lnTo>
                      <a:pt x="140" y="656"/>
                    </a:lnTo>
                    <a:lnTo>
                      <a:pt x="141" y="673"/>
                    </a:lnTo>
                    <a:lnTo>
                      <a:pt x="149" y="687"/>
                    </a:lnTo>
                    <a:lnTo>
                      <a:pt x="161" y="697"/>
                    </a:lnTo>
                    <a:lnTo>
                      <a:pt x="177" y="705"/>
                    </a:lnTo>
                    <a:lnTo>
                      <a:pt x="200" y="711"/>
                    </a:lnTo>
                    <a:lnTo>
                      <a:pt x="228" y="712"/>
                    </a:lnTo>
                    <a:lnTo>
                      <a:pt x="254" y="711"/>
                    </a:lnTo>
                    <a:lnTo>
                      <a:pt x="275" y="705"/>
                    </a:lnTo>
                    <a:lnTo>
                      <a:pt x="291" y="697"/>
                    </a:lnTo>
                    <a:lnTo>
                      <a:pt x="303" y="687"/>
                    </a:lnTo>
                    <a:lnTo>
                      <a:pt x="310" y="673"/>
                    </a:lnTo>
                    <a:lnTo>
                      <a:pt x="311" y="656"/>
                    </a:lnTo>
                    <a:lnTo>
                      <a:pt x="311" y="550"/>
                    </a:lnTo>
                    <a:lnTo>
                      <a:pt x="310" y="531"/>
                    </a:lnTo>
                    <a:lnTo>
                      <a:pt x="303" y="514"/>
                    </a:lnTo>
                    <a:lnTo>
                      <a:pt x="290" y="496"/>
                    </a:lnTo>
                    <a:lnTo>
                      <a:pt x="272" y="478"/>
                    </a:lnTo>
                    <a:lnTo>
                      <a:pt x="67" y="300"/>
                    </a:lnTo>
                    <a:lnTo>
                      <a:pt x="47" y="281"/>
                    </a:lnTo>
                    <a:lnTo>
                      <a:pt x="31" y="262"/>
                    </a:lnTo>
                    <a:lnTo>
                      <a:pt x="19" y="245"/>
                    </a:lnTo>
                    <a:lnTo>
                      <a:pt x="11" y="225"/>
                    </a:lnTo>
                    <a:lnTo>
                      <a:pt x="8" y="203"/>
                    </a:lnTo>
                    <a:lnTo>
                      <a:pt x="8" y="111"/>
                    </a:lnTo>
                    <a:lnTo>
                      <a:pt x="11" y="88"/>
                    </a:lnTo>
                    <a:lnTo>
                      <a:pt x="20" y="67"/>
                    </a:lnTo>
                    <a:lnTo>
                      <a:pt x="34" y="49"/>
                    </a:lnTo>
                    <a:lnTo>
                      <a:pt x="54" y="35"/>
                    </a:lnTo>
                    <a:lnTo>
                      <a:pt x="78" y="22"/>
                    </a:lnTo>
                    <a:lnTo>
                      <a:pt x="109" y="12"/>
                    </a:lnTo>
                    <a:lnTo>
                      <a:pt x="144" y="5"/>
                    </a:lnTo>
                    <a:lnTo>
                      <a:pt x="182" y="1"/>
                    </a:lnTo>
                    <a:lnTo>
                      <a:pt x="22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 name="Freeform 7">
                <a:extLst>
                  <a:ext uri="{FF2B5EF4-FFF2-40B4-BE49-F238E27FC236}">
                    <a16:creationId xmlns:a16="http://schemas.microsoft.com/office/drawing/2014/main" id="{BDE6EBEF-C061-4AAF-BFCE-8B08D8214DE6}"/>
                  </a:ext>
                </a:extLst>
              </p:cNvPr>
              <p:cNvSpPr>
                <a:spLocks noEditPoints="1"/>
              </p:cNvSpPr>
              <p:nvPr/>
            </p:nvSpPr>
            <p:spPr bwMode="auto">
              <a:xfrm>
                <a:off x="2282826" y="5000626"/>
                <a:ext cx="387350" cy="611188"/>
              </a:xfrm>
              <a:custGeom>
                <a:avLst/>
                <a:gdLst>
                  <a:gd name="T0" fmla="*/ 213 w 489"/>
                  <a:gd name="T1" fmla="*/ 61 h 772"/>
                  <a:gd name="T2" fmla="*/ 172 w 489"/>
                  <a:gd name="T3" fmla="*/ 71 h 772"/>
                  <a:gd name="T4" fmla="*/ 149 w 489"/>
                  <a:gd name="T5" fmla="*/ 90 h 772"/>
                  <a:gd name="T6" fmla="*/ 140 w 489"/>
                  <a:gd name="T7" fmla="*/ 116 h 772"/>
                  <a:gd name="T8" fmla="*/ 138 w 489"/>
                  <a:gd name="T9" fmla="*/ 642 h 772"/>
                  <a:gd name="T10" fmla="*/ 142 w 489"/>
                  <a:gd name="T11" fmla="*/ 670 h 772"/>
                  <a:gd name="T12" fmla="*/ 158 w 489"/>
                  <a:gd name="T13" fmla="*/ 693 h 772"/>
                  <a:gd name="T14" fmla="*/ 191 w 489"/>
                  <a:gd name="T15" fmla="*/ 707 h 772"/>
                  <a:gd name="T16" fmla="*/ 244 w 489"/>
                  <a:gd name="T17" fmla="*/ 713 h 772"/>
                  <a:gd name="T18" fmla="*/ 298 w 489"/>
                  <a:gd name="T19" fmla="*/ 707 h 772"/>
                  <a:gd name="T20" fmla="*/ 330 w 489"/>
                  <a:gd name="T21" fmla="*/ 693 h 772"/>
                  <a:gd name="T22" fmla="*/ 345 w 489"/>
                  <a:gd name="T23" fmla="*/ 670 h 772"/>
                  <a:gd name="T24" fmla="*/ 349 w 489"/>
                  <a:gd name="T25" fmla="*/ 642 h 772"/>
                  <a:gd name="T26" fmla="*/ 349 w 489"/>
                  <a:gd name="T27" fmla="*/ 116 h 772"/>
                  <a:gd name="T28" fmla="*/ 340 w 489"/>
                  <a:gd name="T29" fmla="*/ 90 h 772"/>
                  <a:gd name="T30" fmla="*/ 317 w 489"/>
                  <a:gd name="T31" fmla="*/ 71 h 772"/>
                  <a:gd name="T32" fmla="*/ 274 w 489"/>
                  <a:gd name="T33" fmla="*/ 61 h 772"/>
                  <a:gd name="T34" fmla="*/ 244 w 489"/>
                  <a:gd name="T35" fmla="*/ 0 h 772"/>
                  <a:gd name="T36" fmla="*/ 334 w 489"/>
                  <a:gd name="T37" fmla="*/ 6 h 772"/>
                  <a:gd name="T38" fmla="*/ 400 w 489"/>
                  <a:gd name="T39" fmla="*/ 20 h 772"/>
                  <a:gd name="T40" fmla="*/ 446 w 489"/>
                  <a:gd name="T41" fmla="*/ 43 h 772"/>
                  <a:gd name="T42" fmla="*/ 474 w 489"/>
                  <a:gd name="T43" fmla="*/ 73 h 772"/>
                  <a:gd name="T44" fmla="*/ 487 w 489"/>
                  <a:gd name="T45" fmla="*/ 109 h 772"/>
                  <a:gd name="T46" fmla="*/ 489 w 489"/>
                  <a:gd name="T47" fmla="*/ 643 h 772"/>
                  <a:gd name="T48" fmla="*/ 482 w 489"/>
                  <a:gd name="T49" fmla="*/ 682 h 772"/>
                  <a:gd name="T50" fmla="*/ 462 w 489"/>
                  <a:gd name="T51" fmla="*/ 715 h 772"/>
                  <a:gd name="T52" fmla="*/ 425 w 489"/>
                  <a:gd name="T53" fmla="*/ 742 h 772"/>
                  <a:gd name="T54" fmla="*/ 369 w 489"/>
                  <a:gd name="T55" fmla="*/ 761 h 772"/>
                  <a:gd name="T56" fmla="*/ 291 w 489"/>
                  <a:gd name="T57" fmla="*/ 770 h 772"/>
                  <a:gd name="T58" fmla="*/ 196 w 489"/>
                  <a:gd name="T59" fmla="*/ 770 h 772"/>
                  <a:gd name="T60" fmla="*/ 118 w 489"/>
                  <a:gd name="T61" fmla="*/ 761 h 772"/>
                  <a:gd name="T62" fmla="*/ 62 w 489"/>
                  <a:gd name="T63" fmla="*/ 742 h 772"/>
                  <a:gd name="T64" fmla="*/ 26 w 489"/>
                  <a:gd name="T65" fmla="*/ 715 h 772"/>
                  <a:gd name="T66" fmla="*/ 5 w 489"/>
                  <a:gd name="T67" fmla="*/ 682 h 772"/>
                  <a:gd name="T68" fmla="*/ 0 w 489"/>
                  <a:gd name="T69" fmla="*/ 643 h 772"/>
                  <a:gd name="T70" fmla="*/ 1 w 489"/>
                  <a:gd name="T71" fmla="*/ 109 h 772"/>
                  <a:gd name="T72" fmla="*/ 14 w 489"/>
                  <a:gd name="T73" fmla="*/ 73 h 772"/>
                  <a:gd name="T74" fmla="*/ 42 w 489"/>
                  <a:gd name="T75" fmla="*/ 43 h 772"/>
                  <a:gd name="T76" fmla="*/ 87 w 489"/>
                  <a:gd name="T77" fmla="*/ 20 h 772"/>
                  <a:gd name="T78" fmla="*/ 154 w 489"/>
                  <a:gd name="T79" fmla="*/ 6 h 772"/>
                  <a:gd name="T80" fmla="*/ 244 w 489"/>
                  <a:gd name="T8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89" h="772">
                    <a:moveTo>
                      <a:pt x="244" y="59"/>
                    </a:moveTo>
                    <a:lnTo>
                      <a:pt x="213" y="61"/>
                    </a:lnTo>
                    <a:lnTo>
                      <a:pt x="191" y="65"/>
                    </a:lnTo>
                    <a:lnTo>
                      <a:pt x="172" y="71"/>
                    </a:lnTo>
                    <a:lnTo>
                      <a:pt x="158" y="79"/>
                    </a:lnTo>
                    <a:lnTo>
                      <a:pt x="149" y="90"/>
                    </a:lnTo>
                    <a:lnTo>
                      <a:pt x="142" y="102"/>
                    </a:lnTo>
                    <a:lnTo>
                      <a:pt x="140" y="116"/>
                    </a:lnTo>
                    <a:lnTo>
                      <a:pt x="138" y="130"/>
                    </a:lnTo>
                    <a:lnTo>
                      <a:pt x="138" y="642"/>
                    </a:lnTo>
                    <a:lnTo>
                      <a:pt x="140" y="656"/>
                    </a:lnTo>
                    <a:lnTo>
                      <a:pt x="142" y="670"/>
                    </a:lnTo>
                    <a:lnTo>
                      <a:pt x="149" y="683"/>
                    </a:lnTo>
                    <a:lnTo>
                      <a:pt x="158" y="693"/>
                    </a:lnTo>
                    <a:lnTo>
                      <a:pt x="172" y="702"/>
                    </a:lnTo>
                    <a:lnTo>
                      <a:pt x="191" y="707"/>
                    </a:lnTo>
                    <a:lnTo>
                      <a:pt x="213" y="711"/>
                    </a:lnTo>
                    <a:lnTo>
                      <a:pt x="244" y="713"/>
                    </a:lnTo>
                    <a:lnTo>
                      <a:pt x="274" y="711"/>
                    </a:lnTo>
                    <a:lnTo>
                      <a:pt x="298" y="707"/>
                    </a:lnTo>
                    <a:lnTo>
                      <a:pt x="317" y="702"/>
                    </a:lnTo>
                    <a:lnTo>
                      <a:pt x="330" y="693"/>
                    </a:lnTo>
                    <a:lnTo>
                      <a:pt x="340" y="683"/>
                    </a:lnTo>
                    <a:lnTo>
                      <a:pt x="345" y="670"/>
                    </a:lnTo>
                    <a:lnTo>
                      <a:pt x="349" y="656"/>
                    </a:lnTo>
                    <a:lnTo>
                      <a:pt x="349" y="642"/>
                    </a:lnTo>
                    <a:lnTo>
                      <a:pt x="349" y="130"/>
                    </a:lnTo>
                    <a:lnTo>
                      <a:pt x="349" y="116"/>
                    </a:lnTo>
                    <a:lnTo>
                      <a:pt x="345" y="102"/>
                    </a:lnTo>
                    <a:lnTo>
                      <a:pt x="340" y="90"/>
                    </a:lnTo>
                    <a:lnTo>
                      <a:pt x="330" y="79"/>
                    </a:lnTo>
                    <a:lnTo>
                      <a:pt x="317" y="71"/>
                    </a:lnTo>
                    <a:lnTo>
                      <a:pt x="298" y="65"/>
                    </a:lnTo>
                    <a:lnTo>
                      <a:pt x="274" y="61"/>
                    </a:lnTo>
                    <a:lnTo>
                      <a:pt x="244" y="59"/>
                    </a:lnTo>
                    <a:close/>
                    <a:moveTo>
                      <a:pt x="244" y="0"/>
                    </a:moveTo>
                    <a:lnTo>
                      <a:pt x="291" y="2"/>
                    </a:lnTo>
                    <a:lnTo>
                      <a:pt x="334" y="6"/>
                    </a:lnTo>
                    <a:lnTo>
                      <a:pt x="369" y="11"/>
                    </a:lnTo>
                    <a:lnTo>
                      <a:pt x="400" y="20"/>
                    </a:lnTo>
                    <a:lnTo>
                      <a:pt x="425" y="31"/>
                    </a:lnTo>
                    <a:lnTo>
                      <a:pt x="446" y="43"/>
                    </a:lnTo>
                    <a:lnTo>
                      <a:pt x="462" y="57"/>
                    </a:lnTo>
                    <a:lnTo>
                      <a:pt x="474" y="73"/>
                    </a:lnTo>
                    <a:lnTo>
                      <a:pt x="482" y="90"/>
                    </a:lnTo>
                    <a:lnTo>
                      <a:pt x="487" y="109"/>
                    </a:lnTo>
                    <a:lnTo>
                      <a:pt x="489" y="129"/>
                    </a:lnTo>
                    <a:lnTo>
                      <a:pt x="489" y="643"/>
                    </a:lnTo>
                    <a:lnTo>
                      <a:pt x="487" y="663"/>
                    </a:lnTo>
                    <a:lnTo>
                      <a:pt x="482" y="682"/>
                    </a:lnTo>
                    <a:lnTo>
                      <a:pt x="474" y="699"/>
                    </a:lnTo>
                    <a:lnTo>
                      <a:pt x="462" y="715"/>
                    </a:lnTo>
                    <a:lnTo>
                      <a:pt x="446" y="729"/>
                    </a:lnTo>
                    <a:lnTo>
                      <a:pt x="425" y="742"/>
                    </a:lnTo>
                    <a:lnTo>
                      <a:pt x="400" y="753"/>
                    </a:lnTo>
                    <a:lnTo>
                      <a:pt x="369" y="761"/>
                    </a:lnTo>
                    <a:lnTo>
                      <a:pt x="334" y="766"/>
                    </a:lnTo>
                    <a:lnTo>
                      <a:pt x="291" y="770"/>
                    </a:lnTo>
                    <a:lnTo>
                      <a:pt x="244" y="772"/>
                    </a:lnTo>
                    <a:lnTo>
                      <a:pt x="196" y="770"/>
                    </a:lnTo>
                    <a:lnTo>
                      <a:pt x="154" y="766"/>
                    </a:lnTo>
                    <a:lnTo>
                      <a:pt x="118" y="761"/>
                    </a:lnTo>
                    <a:lnTo>
                      <a:pt x="87" y="753"/>
                    </a:lnTo>
                    <a:lnTo>
                      <a:pt x="62" y="742"/>
                    </a:lnTo>
                    <a:lnTo>
                      <a:pt x="42" y="729"/>
                    </a:lnTo>
                    <a:lnTo>
                      <a:pt x="26" y="715"/>
                    </a:lnTo>
                    <a:lnTo>
                      <a:pt x="14" y="699"/>
                    </a:lnTo>
                    <a:lnTo>
                      <a:pt x="5" y="682"/>
                    </a:lnTo>
                    <a:lnTo>
                      <a:pt x="1" y="663"/>
                    </a:lnTo>
                    <a:lnTo>
                      <a:pt x="0" y="643"/>
                    </a:lnTo>
                    <a:lnTo>
                      <a:pt x="0" y="129"/>
                    </a:lnTo>
                    <a:lnTo>
                      <a:pt x="1" y="109"/>
                    </a:lnTo>
                    <a:lnTo>
                      <a:pt x="5" y="90"/>
                    </a:lnTo>
                    <a:lnTo>
                      <a:pt x="14" y="73"/>
                    </a:lnTo>
                    <a:lnTo>
                      <a:pt x="26" y="57"/>
                    </a:lnTo>
                    <a:lnTo>
                      <a:pt x="42" y="43"/>
                    </a:lnTo>
                    <a:lnTo>
                      <a:pt x="62" y="31"/>
                    </a:lnTo>
                    <a:lnTo>
                      <a:pt x="87" y="20"/>
                    </a:lnTo>
                    <a:lnTo>
                      <a:pt x="118" y="11"/>
                    </a:lnTo>
                    <a:lnTo>
                      <a:pt x="154" y="6"/>
                    </a:lnTo>
                    <a:lnTo>
                      <a:pt x="196" y="2"/>
                    </a:lnTo>
                    <a:lnTo>
                      <a:pt x="2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 name="Freeform 8">
                <a:extLst>
                  <a:ext uri="{FF2B5EF4-FFF2-40B4-BE49-F238E27FC236}">
                    <a16:creationId xmlns:a16="http://schemas.microsoft.com/office/drawing/2014/main" id="{89D18DE9-FB38-44E3-9753-8DBB95A05D2A}"/>
                  </a:ext>
                </a:extLst>
              </p:cNvPr>
              <p:cNvSpPr>
                <a:spLocks noEditPoints="1"/>
              </p:cNvSpPr>
              <p:nvPr/>
            </p:nvSpPr>
            <p:spPr bwMode="auto">
              <a:xfrm>
                <a:off x="2730501" y="5005388"/>
                <a:ext cx="360363" cy="603250"/>
              </a:xfrm>
              <a:custGeom>
                <a:avLst/>
                <a:gdLst>
                  <a:gd name="T0" fmla="*/ 140 w 454"/>
                  <a:gd name="T1" fmla="*/ 59 h 759"/>
                  <a:gd name="T2" fmla="*/ 140 w 454"/>
                  <a:gd name="T3" fmla="*/ 358 h 759"/>
                  <a:gd name="T4" fmla="*/ 207 w 454"/>
                  <a:gd name="T5" fmla="*/ 358 h 759"/>
                  <a:gd name="T6" fmla="*/ 232 w 454"/>
                  <a:gd name="T7" fmla="*/ 358 h 759"/>
                  <a:gd name="T8" fmla="*/ 255 w 454"/>
                  <a:gd name="T9" fmla="*/ 355 h 759"/>
                  <a:gd name="T10" fmla="*/ 275 w 454"/>
                  <a:gd name="T11" fmla="*/ 352 h 759"/>
                  <a:gd name="T12" fmla="*/ 291 w 454"/>
                  <a:gd name="T13" fmla="*/ 346 h 759"/>
                  <a:gd name="T14" fmla="*/ 303 w 454"/>
                  <a:gd name="T15" fmla="*/ 337 h 759"/>
                  <a:gd name="T16" fmla="*/ 311 w 454"/>
                  <a:gd name="T17" fmla="*/ 325 h 759"/>
                  <a:gd name="T18" fmla="*/ 314 w 454"/>
                  <a:gd name="T19" fmla="*/ 311 h 759"/>
                  <a:gd name="T20" fmla="*/ 314 w 454"/>
                  <a:gd name="T21" fmla="*/ 106 h 759"/>
                  <a:gd name="T22" fmla="*/ 311 w 454"/>
                  <a:gd name="T23" fmla="*/ 91 h 759"/>
                  <a:gd name="T24" fmla="*/ 303 w 454"/>
                  <a:gd name="T25" fmla="*/ 79 h 759"/>
                  <a:gd name="T26" fmla="*/ 291 w 454"/>
                  <a:gd name="T27" fmla="*/ 71 h 759"/>
                  <a:gd name="T28" fmla="*/ 275 w 454"/>
                  <a:gd name="T29" fmla="*/ 64 h 759"/>
                  <a:gd name="T30" fmla="*/ 255 w 454"/>
                  <a:gd name="T31" fmla="*/ 62 h 759"/>
                  <a:gd name="T32" fmla="*/ 232 w 454"/>
                  <a:gd name="T33" fmla="*/ 59 h 759"/>
                  <a:gd name="T34" fmla="*/ 207 w 454"/>
                  <a:gd name="T35" fmla="*/ 59 h 759"/>
                  <a:gd name="T36" fmla="*/ 140 w 454"/>
                  <a:gd name="T37" fmla="*/ 59 h 759"/>
                  <a:gd name="T38" fmla="*/ 0 w 454"/>
                  <a:gd name="T39" fmla="*/ 0 h 759"/>
                  <a:gd name="T40" fmla="*/ 221 w 454"/>
                  <a:gd name="T41" fmla="*/ 0 h 759"/>
                  <a:gd name="T42" fmla="*/ 271 w 454"/>
                  <a:gd name="T43" fmla="*/ 0 h 759"/>
                  <a:gd name="T44" fmla="*/ 314 w 454"/>
                  <a:gd name="T45" fmla="*/ 4 h 759"/>
                  <a:gd name="T46" fmla="*/ 350 w 454"/>
                  <a:gd name="T47" fmla="*/ 8 h 759"/>
                  <a:gd name="T48" fmla="*/ 380 w 454"/>
                  <a:gd name="T49" fmla="*/ 16 h 759"/>
                  <a:gd name="T50" fmla="*/ 404 w 454"/>
                  <a:gd name="T51" fmla="*/ 26 h 759"/>
                  <a:gd name="T52" fmla="*/ 423 w 454"/>
                  <a:gd name="T53" fmla="*/ 38 h 759"/>
                  <a:gd name="T54" fmla="*/ 437 w 454"/>
                  <a:gd name="T55" fmla="*/ 52 h 759"/>
                  <a:gd name="T56" fmla="*/ 447 w 454"/>
                  <a:gd name="T57" fmla="*/ 70 h 759"/>
                  <a:gd name="T58" fmla="*/ 452 w 454"/>
                  <a:gd name="T59" fmla="*/ 91 h 759"/>
                  <a:gd name="T60" fmla="*/ 454 w 454"/>
                  <a:gd name="T61" fmla="*/ 115 h 759"/>
                  <a:gd name="T62" fmla="*/ 454 w 454"/>
                  <a:gd name="T63" fmla="*/ 301 h 759"/>
                  <a:gd name="T64" fmla="*/ 451 w 454"/>
                  <a:gd name="T65" fmla="*/ 325 h 759"/>
                  <a:gd name="T66" fmla="*/ 447 w 454"/>
                  <a:gd name="T67" fmla="*/ 347 h 759"/>
                  <a:gd name="T68" fmla="*/ 437 w 454"/>
                  <a:gd name="T69" fmla="*/ 364 h 759"/>
                  <a:gd name="T70" fmla="*/ 423 w 454"/>
                  <a:gd name="T71" fmla="*/ 379 h 759"/>
                  <a:gd name="T72" fmla="*/ 404 w 454"/>
                  <a:gd name="T73" fmla="*/ 391 h 759"/>
                  <a:gd name="T74" fmla="*/ 380 w 454"/>
                  <a:gd name="T75" fmla="*/ 402 h 759"/>
                  <a:gd name="T76" fmla="*/ 350 w 454"/>
                  <a:gd name="T77" fmla="*/ 408 h 759"/>
                  <a:gd name="T78" fmla="*/ 314 w 454"/>
                  <a:gd name="T79" fmla="*/ 414 h 759"/>
                  <a:gd name="T80" fmla="*/ 271 w 454"/>
                  <a:gd name="T81" fmla="*/ 416 h 759"/>
                  <a:gd name="T82" fmla="*/ 221 w 454"/>
                  <a:gd name="T83" fmla="*/ 416 h 759"/>
                  <a:gd name="T84" fmla="*/ 140 w 454"/>
                  <a:gd name="T85" fmla="*/ 416 h 759"/>
                  <a:gd name="T86" fmla="*/ 140 w 454"/>
                  <a:gd name="T87" fmla="*/ 759 h 759"/>
                  <a:gd name="T88" fmla="*/ 0 w 454"/>
                  <a:gd name="T89" fmla="*/ 759 h 759"/>
                  <a:gd name="T90" fmla="*/ 0 w 454"/>
                  <a:gd name="T91" fmla="*/ 0 h 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4" h="759">
                    <a:moveTo>
                      <a:pt x="140" y="59"/>
                    </a:moveTo>
                    <a:lnTo>
                      <a:pt x="140" y="358"/>
                    </a:lnTo>
                    <a:lnTo>
                      <a:pt x="207" y="358"/>
                    </a:lnTo>
                    <a:lnTo>
                      <a:pt x="232" y="358"/>
                    </a:lnTo>
                    <a:lnTo>
                      <a:pt x="255" y="355"/>
                    </a:lnTo>
                    <a:lnTo>
                      <a:pt x="275" y="352"/>
                    </a:lnTo>
                    <a:lnTo>
                      <a:pt x="291" y="346"/>
                    </a:lnTo>
                    <a:lnTo>
                      <a:pt x="303" y="337"/>
                    </a:lnTo>
                    <a:lnTo>
                      <a:pt x="311" y="325"/>
                    </a:lnTo>
                    <a:lnTo>
                      <a:pt x="314" y="311"/>
                    </a:lnTo>
                    <a:lnTo>
                      <a:pt x="314" y="106"/>
                    </a:lnTo>
                    <a:lnTo>
                      <a:pt x="311" y="91"/>
                    </a:lnTo>
                    <a:lnTo>
                      <a:pt x="303" y="79"/>
                    </a:lnTo>
                    <a:lnTo>
                      <a:pt x="291" y="71"/>
                    </a:lnTo>
                    <a:lnTo>
                      <a:pt x="275" y="64"/>
                    </a:lnTo>
                    <a:lnTo>
                      <a:pt x="255" y="62"/>
                    </a:lnTo>
                    <a:lnTo>
                      <a:pt x="232" y="59"/>
                    </a:lnTo>
                    <a:lnTo>
                      <a:pt x="207" y="59"/>
                    </a:lnTo>
                    <a:lnTo>
                      <a:pt x="140" y="59"/>
                    </a:lnTo>
                    <a:close/>
                    <a:moveTo>
                      <a:pt x="0" y="0"/>
                    </a:moveTo>
                    <a:lnTo>
                      <a:pt x="221" y="0"/>
                    </a:lnTo>
                    <a:lnTo>
                      <a:pt x="271" y="0"/>
                    </a:lnTo>
                    <a:lnTo>
                      <a:pt x="314" y="4"/>
                    </a:lnTo>
                    <a:lnTo>
                      <a:pt x="350" y="8"/>
                    </a:lnTo>
                    <a:lnTo>
                      <a:pt x="380" y="16"/>
                    </a:lnTo>
                    <a:lnTo>
                      <a:pt x="404" y="26"/>
                    </a:lnTo>
                    <a:lnTo>
                      <a:pt x="423" y="38"/>
                    </a:lnTo>
                    <a:lnTo>
                      <a:pt x="437" y="52"/>
                    </a:lnTo>
                    <a:lnTo>
                      <a:pt x="447" y="70"/>
                    </a:lnTo>
                    <a:lnTo>
                      <a:pt x="452" y="91"/>
                    </a:lnTo>
                    <a:lnTo>
                      <a:pt x="454" y="115"/>
                    </a:lnTo>
                    <a:lnTo>
                      <a:pt x="454" y="301"/>
                    </a:lnTo>
                    <a:lnTo>
                      <a:pt x="451" y="325"/>
                    </a:lnTo>
                    <a:lnTo>
                      <a:pt x="447" y="347"/>
                    </a:lnTo>
                    <a:lnTo>
                      <a:pt x="437" y="364"/>
                    </a:lnTo>
                    <a:lnTo>
                      <a:pt x="423" y="379"/>
                    </a:lnTo>
                    <a:lnTo>
                      <a:pt x="404" y="391"/>
                    </a:lnTo>
                    <a:lnTo>
                      <a:pt x="380" y="402"/>
                    </a:lnTo>
                    <a:lnTo>
                      <a:pt x="350" y="408"/>
                    </a:lnTo>
                    <a:lnTo>
                      <a:pt x="314" y="414"/>
                    </a:lnTo>
                    <a:lnTo>
                      <a:pt x="271" y="416"/>
                    </a:lnTo>
                    <a:lnTo>
                      <a:pt x="221" y="416"/>
                    </a:lnTo>
                    <a:lnTo>
                      <a:pt x="140" y="416"/>
                    </a:lnTo>
                    <a:lnTo>
                      <a:pt x="140" y="759"/>
                    </a:lnTo>
                    <a:lnTo>
                      <a:pt x="0" y="75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 name="Freeform 9">
                <a:extLst>
                  <a:ext uri="{FF2B5EF4-FFF2-40B4-BE49-F238E27FC236}">
                    <a16:creationId xmlns:a16="http://schemas.microsoft.com/office/drawing/2014/main" id="{8D961941-D9DC-44B7-B4B1-7160F7B31104}"/>
                  </a:ext>
                </a:extLst>
              </p:cNvPr>
              <p:cNvSpPr>
                <a:spLocks/>
              </p:cNvSpPr>
              <p:nvPr/>
            </p:nvSpPr>
            <p:spPr bwMode="auto">
              <a:xfrm>
                <a:off x="3121026" y="5000626"/>
                <a:ext cx="358775" cy="611188"/>
              </a:xfrm>
              <a:custGeom>
                <a:avLst/>
                <a:gdLst>
                  <a:gd name="T0" fmla="*/ 277 w 451"/>
                  <a:gd name="T1" fmla="*/ 2 h 772"/>
                  <a:gd name="T2" fmla="*/ 355 w 451"/>
                  <a:gd name="T3" fmla="*/ 12 h 772"/>
                  <a:gd name="T4" fmla="*/ 407 w 451"/>
                  <a:gd name="T5" fmla="*/ 34 h 772"/>
                  <a:gd name="T6" fmla="*/ 438 w 451"/>
                  <a:gd name="T7" fmla="*/ 65 h 772"/>
                  <a:gd name="T8" fmla="*/ 447 w 451"/>
                  <a:gd name="T9" fmla="*/ 106 h 772"/>
                  <a:gd name="T10" fmla="*/ 309 w 451"/>
                  <a:gd name="T11" fmla="*/ 204 h 772"/>
                  <a:gd name="T12" fmla="*/ 308 w 451"/>
                  <a:gd name="T13" fmla="*/ 98 h 772"/>
                  <a:gd name="T14" fmla="*/ 297 w 451"/>
                  <a:gd name="T15" fmla="*/ 78 h 772"/>
                  <a:gd name="T16" fmla="*/ 273 w 451"/>
                  <a:gd name="T17" fmla="*/ 65 h 772"/>
                  <a:gd name="T18" fmla="*/ 229 w 451"/>
                  <a:gd name="T19" fmla="*/ 59 h 772"/>
                  <a:gd name="T20" fmla="*/ 184 w 451"/>
                  <a:gd name="T21" fmla="*/ 65 h 772"/>
                  <a:gd name="T22" fmla="*/ 159 w 451"/>
                  <a:gd name="T23" fmla="*/ 78 h 772"/>
                  <a:gd name="T24" fmla="*/ 149 w 451"/>
                  <a:gd name="T25" fmla="*/ 98 h 772"/>
                  <a:gd name="T26" fmla="*/ 148 w 451"/>
                  <a:gd name="T27" fmla="*/ 191 h 772"/>
                  <a:gd name="T28" fmla="*/ 155 w 451"/>
                  <a:gd name="T29" fmla="*/ 227 h 772"/>
                  <a:gd name="T30" fmla="*/ 180 w 451"/>
                  <a:gd name="T31" fmla="*/ 259 h 772"/>
                  <a:gd name="T32" fmla="*/ 422 w 451"/>
                  <a:gd name="T33" fmla="*/ 469 h 772"/>
                  <a:gd name="T34" fmla="*/ 449 w 451"/>
                  <a:gd name="T35" fmla="*/ 516 h 772"/>
                  <a:gd name="T36" fmla="*/ 451 w 451"/>
                  <a:gd name="T37" fmla="*/ 660 h 772"/>
                  <a:gd name="T38" fmla="*/ 439 w 451"/>
                  <a:gd name="T39" fmla="*/ 703 h 772"/>
                  <a:gd name="T40" fmla="*/ 404 w 451"/>
                  <a:gd name="T41" fmla="*/ 737 h 772"/>
                  <a:gd name="T42" fmla="*/ 348 w 451"/>
                  <a:gd name="T43" fmla="*/ 760 h 772"/>
                  <a:gd name="T44" fmla="*/ 273 w 451"/>
                  <a:gd name="T45" fmla="*/ 770 h 772"/>
                  <a:gd name="T46" fmla="*/ 180 w 451"/>
                  <a:gd name="T47" fmla="*/ 770 h 772"/>
                  <a:gd name="T48" fmla="*/ 101 w 451"/>
                  <a:gd name="T49" fmla="*/ 760 h 772"/>
                  <a:gd name="T50" fmla="*/ 45 w 451"/>
                  <a:gd name="T51" fmla="*/ 738 h 772"/>
                  <a:gd name="T52" fmla="*/ 11 w 451"/>
                  <a:gd name="T53" fmla="*/ 706 h 772"/>
                  <a:gd name="T54" fmla="*/ 0 w 451"/>
                  <a:gd name="T55" fmla="*/ 660 h 772"/>
                  <a:gd name="T56" fmla="*/ 140 w 451"/>
                  <a:gd name="T57" fmla="*/ 556 h 772"/>
                  <a:gd name="T58" fmla="*/ 143 w 451"/>
                  <a:gd name="T59" fmla="*/ 672 h 772"/>
                  <a:gd name="T60" fmla="*/ 161 w 451"/>
                  <a:gd name="T61" fmla="*/ 698 h 772"/>
                  <a:gd name="T62" fmla="*/ 200 w 451"/>
                  <a:gd name="T63" fmla="*/ 711 h 772"/>
                  <a:gd name="T64" fmla="*/ 254 w 451"/>
                  <a:gd name="T65" fmla="*/ 711 h 772"/>
                  <a:gd name="T66" fmla="*/ 292 w 451"/>
                  <a:gd name="T67" fmla="*/ 698 h 772"/>
                  <a:gd name="T68" fmla="*/ 310 w 451"/>
                  <a:gd name="T69" fmla="*/ 672 h 772"/>
                  <a:gd name="T70" fmla="*/ 313 w 451"/>
                  <a:gd name="T71" fmla="*/ 551 h 772"/>
                  <a:gd name="T72" fmla="*/ 304 w 451"/>
                  <a:gd name="T73" fmla="*/ 513 h 772"/>
                  <a:gd name="T74" fmla="*/ 273 w 451"/>
                  <a:gd name="T75" fmla="*/ 477 h 772"/>
                  <a:gd name="T76" fmla="*/ 47 w 451"/>
                  <a:gd name="T77" fmla="*/ 282 h 772"/>
                  <a:gd name="T78" fmla="*/ 19 w 451"/>
                  <a:gd name="T79" fmla="*/ 244 h 772"/>
                  <a:gd name="T80" fmla="*/ 10 w 451"/>
                  <a:gd name="T81" fmla="*/ 204 h 772"/>
                  <a:gd name="T82" fmla="*/ 13 w 451"/>
                  <a:gd name="T83" fmla="*/ 89 h 772"/>
                  <a:gd name="T84" fmla="*/ 35 w 451"/>
                  <a:gd name="T85" fmla="*/ 50 h 772"/>
                  <a:gd name="T86" fmla="*/ 78 w 451"/>
                  <a:gd name="T87" fmla="*/ 22 h 772"/>
                  <a:gd name="T88" fmla="*/ 144 w 451"/>
                  <a:gd name="T89" fmla="*/ 6 h 772"/>
                  <a:gd name="T90" fmla="*/ 229 w 451"/>
                  <a:gd name="T9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2">
                    <a:moveTo>
                      <a:pt x="229" y="0"/>
                    </a:moveTo>
                    <a:lnTo>
                      <a:pt x="277" y="2"/>
                    </a:lnTo>
                    <a:lnTo>
                      <a:pt x="318" y="6"/>
                    </a:lnTo>
                    <a:lnTo>
                      <a:pt x="355" y="12"/>
                    </a:lnTo>
                    <a:lnTo>
                      <a:pt x="384" y="22"/>
                    </a:lnTo>
                    <a:lnTo>
                      <a:pt x="407" y="34"/>
                    </a:lnTo>
                    <a:lnTo>
                      <a:pt x="426" y="49"/>
                    </a:lnTo>
                    <a:lnTo>
                      <a:pt x="438" y="65"/>
                    </a:lnTo>
                    <a:lnTo>
                      <a:pt x="445" y="85"/>
                    </a:lnTo>
                    <a:lnTo>
                      <a:pt x="447" y="106"/>
                    </a:lnTo>
                    <a:lnTo>
                      <a:pt x="447" y="204"/>
                    </a:lnTo>
                    <a:lnTo>
                      <a:pt x="309" y="204"/>
                    </a:lnTo>
                    <a:lnTo>
                      <a:pt x="309" y="110"/>
                    </a:lnTo>
                    <a:lnTo>
                      <a:pt x="308" y="98"/>
                    </a:lnTo>
                    <a:lnTo>
                      <a:pt x="304" y="87"/>
                    </a:lnTo>
                    <a:lnTo>
                      <a:pt x="297" y="78"/>
                    </a:lnTo>
                    <a:lnTo>
                      <a:pt x="288" y="70"/>
                    </a:lnTo>
                    <a:lnTo>
                      <a:pt x="273" y="65"/>
                    </a:lnTo>
                    <a:lnTo>
                      <a:pt x="254" y="61"/>
                    </a:lnTo>
                    <a:lnTo>
                      <a:pt x="229" y="59"/>
                    </a:lnTo>
                    <a:lnTo>
                      <a:pt x="203" y="61"/>
                    </a:lnTo>
                    <a:lnTo>
                      <a:pt x="184" y="65"/>
                    </a:lnTo>
                    <a:lnTo>
                      <a:pt x="170" y="70"/>
                    </a:lnTo>
                    <a:lnTo>
                      <a:pt x="159" y="78"/>
                    </a:lnTo>
                    <a:lnTo>
                      <a:pt x="152" y="87"/>
                    </a:lnTo>
                    <a:lnTo>
                      <a:pt x="149" y="98"/>
                    </a:lnTo>
                    <a:lnTo>
                      <a:pt x="148" y="110"/>
                    </a:lnTo>
                    <a:lnTo>
                      <a:pt x="148" y="191"/>
                    </a:lnTo>
                    <a:lnTo>
                      <a:pt x="149" y="209"/>
                    </a:lnTo>
                    <a:lnTo>
                      <a:pt x="155" y="227"/>
                    </a:lnTo>
                    <a:lnTo>
                      <a:pt x="165" y="243"/>
                    </a:lnTo>
                    <a:lnTo>
                      <a:pt x="180" y="259"/>
                    </a:lnTo>
                    <a:lnTo>
                      <a:pt x="402" y="448"/>
                    </a:lnTo>
                    <a:lnTo>
                      <a:pt x="422" y="469"/>
                    </a:lnTo>
                    <a:lnTo>
                      <a:pt x="438" y="492"/>
                    </a:lnTo>
                    <a:lnTo>
                      <a:pt x="449" y="516"/>
                    </a:lnTo>
                    <a:lnTo>
                      <a:pt x="451" y="541"/>
                    </a:lnTo>
                    <a:lnTo>
                      <a:pt x="451" y="660"/>
                    </a:lnTo>
                    <a:lnTo>
                      <a:pt x="449" y="683"/>
                    </a:lnTo>
                    <a:lnTo>
                      <a:pt x="439" y="703"/>
                    </a:lnTo>
                    <a:lnTo>
                      <a:pt x="424" y="721"/>
                    </a:lnTo>
                    <a:lnTo>
                      <a:pt x="404" y="737"/>
                    </a:lnTo>
                    <a:lnTo>
                      <a:pt x="379" y="749"/>
                    </a:lnTo>
                    <a:lnTo>
                      <a:pt x="348" y="760"/>
                    </a:lnTo>
                    <a:lnTo>
                      <a:pt x="313" y="766"/>
                    </a:lnTo>
                    <a:lnTo>
                      <a:pt x="273" y="770"/>
                    </a:lnTo>
                    <a:lnTo>
                      <a:pt x="229" y="772"/>
                    </a:lnTo>
                    <a:lnTo>
                      <a:pt x="180" y="770"/>
                    </a:lnTo>
                    <a:lnTo>
                      <a:pt x="137" y="766"/>
                    </a:lnTo>
                    <a:lnTo>
                      <a:pt x="101" y="760"/>
                    </a:lnTo>
                    <a:lnTo>
                      <a:pt x="70" y="750"/>
                    </a:lnTo>
                    <a:lnTo>
                      <a:pt x="45" y="738"/>
                    </a:lnTo>
                    <a:lnTo>
                      <a:pt x="26" y="723"/>
                    </a:lnTo>
                    <a:lnTo>
                      <a:pt x="11" y="706"/>
                    </a:lnTo>
                    <a:lnTo>
                      <a:pt x="3" y="685"/>
                    </a:lnTo>
                    <a:lnTo>
                      <a:pt x="0" y="660"/>
                    </a:lnTo>
                    <a:lnTo>
                      <a:pt x="0" y="556"/>
                    </a:lnTo>
                    <a:lnTo>
                      <a:pt x="140" y="556"/>
                    </a:lnTo>
                    <a:lnTo>
                      <a:pt x="140" y="656"/>
                    </a:lnTo>
                    <a:lnTo>
                      <a:pt x="143" y="672"/>
                    </a:lnTo>
                    <a:lnTo>
                      <a:pt x="149" y="687"/>
                    </a:lnTo>
                    <a:lnTo>
                      <a:pt x="161" y="698"/>
                    </a:lnTo>
                    <a:lnTo>
                      <a:pt x="179" y="706"/>
                    </a:lnTo>
                    <a:lnTo>
                      <a:pt x="200" y="711"/>
                    </a:lnTo>
                    <a:lnTo>
                      <a:pt x="229" y="713"/>
                    </a:lnTo>
                    <a:lnTo>
                      <a:pt x="254" y="711"/>
                    </a:lnTo>
                    <a:lnTo>
                      <a:pt x="276" y="706"/>
                    </a:lnTo>
                    <a:lnTo>
                      <a:pt x="292" y="698"/>
                    </a:lnTo>
                    <a:lnTo>
                      <a:pt x="304" y="687"/>
                    </a:lnTo>
                    <a:lnTo>
                      <a:pt x="310" y="672"/>
                    </a:lnTo>
                    <a:lnTo>
                      <a:pt x="313" y="656"/>
                    </a:lnTo>
                    <a:lnTo>
                      <a:pt x="313" y="551"/>
                    </a:lnTo>
                    <a:lnTo>
                      <a:pt x="310" y="532"/>
                    </a:lnTo>
                    <a:lnTo>
                      <a:pt x="304" y="513"/>
                    </a:lnTo>
                    <a:lnTo>
                      <a:pt x="292" y="496"/>
                    </a:lnTo>
                    <a:lnTo>
                      <a:pt x="273" y="477"/>
                    </a:lnTo>
                    <a:lnTo>
                      <a:pt x="69" y="300"/>
                    </a:lnTo>
                    <a:lnTo>
                      <a:pt x="47" y="282"/>
                    </a:lnTo>
                    <a:lnTo>
                      <a:pt x="31" y="263"/>
                    </a:lnTo>
                    <a:lnTo>
                      <a:pt x="19" y="244"/>
                    </a:lnTo>
                    <a:lnTo>
                      <a:pt x="11" y="225"/>
                    </a:lnTo>
                    <a:lnTo>
                      <a:pt x="10" y="204"/>
                    </a:lnTo>
                    <a:lnTo>
                      <a:pt x="10" y="112"/>
                    </a:lnTo>
                    <a:lnTo>
                      <a:pt x="13" y="89"/>
                    </a:lnTo>
                    <a:lnTo>
                      <a:pt x="21" y="67"/>
                    </a:lnTo>
                    <a:lnTo>
                      <a:pt x="35" y="50"/>
                    </a:lnTo>
                    <a:lnTo>
                      <a:pt x="54" y="35"/>
                    </a:lnTo>
                    <a:lnTo>
                      <a:pt x="78" y="22"/>
                    </a:lnTo>
                    <a:lnTo>
                      <a:pt x="109" y="12"/>
                    </a:lnTo>
                    <a:lnTo>
                      <a:pt x="144" y="6"/>
                    </a:lnTo>
                    <a:lnTo>
                      <a:pt x="184" y="2"/>
                    </a:lnTo>
                    <a:lnTo>
                      <a:pt x="22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 name="Freeform 10">
                <a:extLst>
                  <a:ext uri="{FF2B5EF4-FFF2-40B4-BE49-F238E27FC236}">
                    <a16:creationId xmlns:a16="http://schemas.microsoft.com/office/drawing/2014/main" id="{B9363D07-27BC-4F61-90A5-DF8C3FB43323}"/>
                  </a:ext>
                </a:extLst>
              </p:cNvPr>
              <p:cNvSpPr>
                <a:spLocks/>
              </p:cNvSpPr>
              <p:nvPr/>
            </p:nvSpPr>
            <p:spPr bwMode="auto">
              <a:xfrm>
                <a:off x="3935413" y="5000626"/>
                <a:ext cx="358775" cy="611188"/>
              </a:xfrm>
              <a:custGeom>
                <a:avLst/>
                <a:gdLst>
                  <a:gd name="T0" fmla="*/ 276 w 451"/>
                  <a:gd name="T1" fmla="*/ 2 h 772"/>
                  <a:gd name="T2" fmla="*/ 354 w 451"/>
                  <a:gd name="T3" fmla="*/ 12 h 772"/>
                  <a:gd name="T4" fmla="*/ 407 w 451"/>
                  <a:gd name="T5" fmla="*/ 34 h 772"/>
                  <a:gd name="T6" fmla="*/ 437 w 451"/>
                  <a:gd name="T7" fmla="*/ 65 h 772"/>
                  <a:gd name="T8" fmla="*/ 447 w 451"/>
                  <a:gd name="T9" fmla="*/ 106 h 772"/>
                  <a:gd name="T10" fmla="*/ 307 w 451"/>
                  <a:gd name="T11" fmla="*/ 204 h 772"/>
                  <a:gd name="T12" fmla="*/ 307 w 451"/>
                  <a:gd name="T13" fmla="*/ 98 h 772"/>
                  <a:gd name="T14" fmla="*/ 296 w 451"/>
                  <a:gd name="T15" fmla="*/ 78 h 772"/>
                  <a:gd name="T16" fmla="*/ 272 w 451"/>
                  <a:gd name="T17" fmla="*/ 65 h 772"/>
                  <a:gd name="T18" fmla="*/ 228 w 451"/>
                  <a:gd name="T19" fmla="*/ 59 h 772"/>
                  <a:gd name="T20" fmla="*/ 182 w 451"/>
                  <a:gd name="T21" fmla="*/ 65 h 772"/>
                  <a:gd name="T22" fmla="*/ 158 w 451"/>
                  <a:gd name="T23" fmla="*/ 78 h 772"/>
                  <a:gd name="T24" fmla="*/ 149 w 451"/>
                  <a:gd name="T25" fmla="*/ 98 h 772"/>
                  <a:gd name="T26" fmla="*/ 148 w 451"/>
                  <a:gd name="T27" fmla="*/ 191 h 772"/>
                  <a:gd name="T28" fmla="*/ 154 w 451"/>
                  <a:gd name="T29" fmla="*/ 227 h 772"/>
                  <a:gd name="T30" fmla="*/ 178 w 451"/>
                  <a:gd name="T31" fmla="*/ 259 h 772"/>
                  <a:gd name="T32" fmla="*/ 421 w 451"/>
                  <a:gd name="T33" fmla="*/ 469 h 772"/>
                  <a:gd name="T34" fmla="*/ 447 w 451"/>
                  <a:gd name="T35" fmla="*/ 516 h 772"/>
                  <a:gd name="T36" fmla="*/ 451 w 451"/>
                  <a:gd name="T37" fmla="*/ 660 h 772"/>
                  <a:gd name="T38" fmla="*/ 439 w 451"/>
                  <a:gd name="T39" fmla="*/ 703 h 772"/>
                  <a:gd name="T40" fmla="*/ 404 w 451"/>
                  <a:gd name="T41" fmla="*/ 737 h 772"/>
                  <a:gd name="T42" fmla="*/ 347 w 451"/>
                  <a:gd name="T43" fmla="*/ 760 h 772"/>
                  <a:gd name="T44" fmla="*/ 272 w 451"/>
                  <a:gd name="T45" fmla="*/ 770 h 772"/>
                  <a:gd name="T46" fmla="*/ 180 w 451"/>
                  <a:gd name="T47" fmla="*/ 770 h 772"/>
                  <a:gd name="T48" fmla="*/ 101 w 451"/>
                  <a:gd name="T49" fmla="*/ 760 h 772"/>
                  <a:gd name="T50" fmla="*/ 44 w 451"/>
                  <a:gd name="T51" fmla="*/ 738 h 772"/>
                  <a:gd name="T52" fmla="*/ 11 w 451"/>
                  <a:gd name="T53" fmla="*/ 706 h 772"/>
                  <a:gd name="T54" fmla="*/ 0 w 451"/>
                  <a:gd name="T55" fmla="*/ 660 h 772"/>
                  <a:gd name="T56" fmla="*/ 139 w 451"/>
                  <a:gd name="T57" fmla="*/ 556 h 772"/>
                  <a:gd name="T58" fmla="*/ 141 w 451"/>
                  <a:gd name="T59" fmla="*/ 672 h 772"/>
                  <a:gd name="T60" fmla="*/ 160 w 451"/>
                  <a:gd name="T61" fmla="*/ 698 h 772"/>
                  <a:gd name="T62" fmla="*/ 200 w 451"/>
                  <a:gd name="T63" fmla="*/ 711 h 772"/>
                  <a:gd name="T64" fmla="*/ 254 w 451"/>
                  <a:gd name="T65" fmla="*/ 711 h 772"/>
                  <a:gd name="T66" fmla="*/ 291 w 451"/>
                  <a:gd name="T67" fmla="*/ 698 h 772"/>
                  <a:gd name="T68" fmla="*/ 310 w 451"/>
                  <a:gd name="T69" fmla="*/ 672 h 772"/>
                  <a:gd name="T70" fmla="*/ 311 w 451"/>
                  <a:gd name="T71" fmla="*/ 551 h 772"/>
                  <a:gd name="T72" fmla="*/ 303 w 451"/>
                  <a:gd name="T73" fmla="*/ 515 h 772"/>
                  <a:gd name="T74" fmla="*/ 271 w 451"/>
                  <a:gd name="T75" fmla="*/ 477 h 772"/>
                  <a:gd name="T76" fmla="*/ 47 w 451"/>
                  <a:gd name="T77" fmla="*/ 282 h 772"/>
                  <a:gd name="T78" fmla="*/ 19 w 451"/>
                  <a:gd name="T79" fmla="*/ 244 h 772"/>
                  <a:gd name="T80" fmla="*/ 8 w 451"/>
                  <a:gd name="T81" fmla="*/ 204 h 772"/>
                  <a:gd name="T82" fmla="*/ 11 w 451"/>
                  <a:gd name="T83" fmla="*/ 89 h 772"/>
                  <a:gd name="T84" fmla="*/ 33 w 451"/>
                  <a:gd name="T85" fmla="*/ 50 h 772"/>
                  <a:gd name="T86" fmla="*/ 78 w 451"/>
                  <a:gd name="T87" fmla="*/ 22 h 772"/>
                  <a:gd name="T88" fmla="*/ 144 w 451"/>
                  <a:gd name="T89" fmla="*/ 6 h 772"/>
                  <a:gd name="T90" fmla="*/ 228 w 451"/>
                  <a:gd name="T9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2">
                    <a:moveTo>
                      <a:pt x="228" y="0"/>
                    </a:moveTo>
                    <a:lnTo>
                      <a:pt x="276" y="2"/>
                    </a:lnTo>
                    <a:lnTo>
                      <a:pt x="318" y="6"/>
                    </a:lnTo>
                    <a:lnTo>
                      <a:pt x="354" y="12"/>
                    </a:lnTo>
                    <a:lnTo>
                      <a:pt x="382" y="22"/>
                    </a:lnTo>
                    <a:lnTo>
                      <a:pt x="407" y="34"/>
                    </a:lnTo>
                    <a:lnTo>
                      <a:pt x="424" y="49"/>
                    </a:lnTo>
                    <a:lnTo>
                      <a:pt x="437" y="65"/>
                    </a:lnTo>
                    <a:lnTo>
                      <a:pt x="444" y="85"/>
                    </a:lnTo>
                    <a:lnTo>
                      <a:pt x="447" y="106"/>
                    </a:lnTo>
                    <a:lnTo>
                      <a:pt x="447" y="204"/>
                    </a:lnTo>
                    <a:lnTo>
                      <a:pt x="307" y="204"/>
                    </a:lnTo>
                    <a:lnTo>
                      <a:pt x="307" y="110"/>
                    </a:lnTo>
                    <a:lnTo>
                      <a:pt x="307" y="98"/>
                    </a:lnTo>
                    <a:lnTo>
                      <a:pt x="303" y="87"/>
                    </a:lnTo>
                    <a:lnTo>
                      <a:pt x="296" y="78"/>
                    </a:lnTo>
                    <a:lnTo>
                      <a:pt x="286" y="70"/>
                    </a:lnTo>
                    <a:lnTo>
                      <a:pt x="272" y="65"/>
                    </a:lnTo>
                    <a:lnTo>
                      <a:pt x="252" y="61"/>
                    </a:lnTo>
                    <a:lnTo>
                      <a:pt x="228" y="59"/>
                    </a:lnTo>
                    <a:lnTo>
                      <a:pt x="203" y="61"/>
                    </a:lnTo>
                    <a:lnTo>
                      <a:pt x="182" y="65"/>
                    </a:lnTo>
                    <a:lnTo>
                      <a:pt x="169" y="70"/>
                    </a:lnTo>
                    <a:lnTo>
                      <a:pt x="158" y="78"/>
                    </a:lnTo>
                    <a:lnTo>
                      <a:pt x="152" y="87"/>
                    </a:lnTo>
                    <a:lnTo>
                      <a:pt x="149" y="98"/>
                    </a:lnTo>
                    <a:lnTo>
                      <a:pt x="148" y="110"/>
                    </a:lnTo>
                    <a:lnTo>
                      <a:pt x="148" y="191"/>
                    </a:lnTo>
                    <a:lnTo>
                      <a:pt x="149" y="209"/>
                    </a:lnTo>
                    <a:lnTo>
                      <a:pt x="154" y="227"/>
                    </a:lnTo>
                    <a:lnTo>
                      <a:pt x="164" y="243"/>
                    </a:lnTo>
                    <a:lnTo>
                      <a:pt x="178" y="259"/>
                    </a:lnTo>
                    <a:lnTo>
                      <a:pt x="400" y="448"/>
                    </a:lnTo>
                    <a:lnTo>
                      <a:pt x="421" y="469"/>
                    </a:lnTo>
                    <a:lnTo>
                      <a:pt x="437" y="492"/>
                    </a:lnTo>
                    <a:lnTo>
                      <a:pt x="447" y="516"/>
                    </a:lnTo>
                    <a:lnTo>
                      <a:pt x="451" y="541"/>
                    </a:lnTo>
                    <a:lnTo>
                      <a:pt x="451" y="660"/>
                    </a:lnTo>
                    <a:lnTo>
                      <a:pt x="448" y="683"/>
                    </a:lnTo>
                    <a:lnTo>
                      <a:pt x="439" y="703"/>
                    </a:lnTo>
                    <a:lnTo>
                      <a:pt x="424" y="721"/>
                    </a:lnTo>
                    <a:lnTo>
                      <a:pt x="404" y="737"/>
                    </a:lnTo>
                    <a:lnTo>
                      <a:pt x="378" y="749"/>
                    </a:lnTo>
                    <a:lnTo>
                      <a:pt x="347" y="760"/>
                    </a:lnTo>
                    <a:lnTo>
                      <a:pt x="311" y="766"/>
                    </a:lnTo>
                    <a:lnTo>
                      <a:pt x="272" y="770"/>
                    </a:lnTo>
                    <a:lnTo>
                      <a:pt x="228" y="772"/>
                    </a:lnTo>
                    <a:lnTo>
                      <a:pt x="180" y="770"/>
                    </a:lnTo>
                    <a:lnTo>
                      <a:pt x="137" y="766"/>
                    </a:lnTo>
                    <a:lnTo>
                      <a:pt x="101" y="760"/>
                    </a:lnTo>
                    <a:lnTo>
                      <a:pt x="70" y="750"/>
                    </a:lnTo>
                    <a:lnTo>
                      <a:pt x="44" y="738"/>
                    </a:lnTo>
                    <a:lnTo>
                      <a:pt x="24" y="723"/>
                    </a:lnTo>
                    <a:lnTo>
                      <a:pt x="11" y="706"/>
                    </a:lnTo>
                    <a:lnTo>
                      <a:pt x="3" y="685"/>
                    </a:lnTo>
                    <a:lnTo>
                      <a:pt x="0" y="660"/>
                    </a:lnTo>
                    <a:lnTo>
                      <a:pt x="0" y="556"/>
                    </a:lnTo>
                    <a:lnTo>
                      <a:pt x="139" y="556"/>
                    </a:lnTo>
                    <a:lnTo>
                      <a:pt x="139" y="656"/>
                    </a:lnTo>
                    <a:lnTo>
                      <a:pt x="141" y="672"/>
                    </a:lnTo>
                    <a:lnTo>
                      <a:pt x="149" y="687"/>
                    </a:lnTo>
                    <a:lnTo>
                      <a:pt x="160" y="698"/>
                    </a:lnTo>
                    <a:lnTo>
                      <a:pt x="177" y="706"/>
                    </a:lnTo>
                    <a:lnTo>
                      <a:pt x="200" y="711"/>
                    </a:lnTo>
                    <a:lnTo>
                      <a:pt x="228" y="713"/>
                    </a:lnTo>
                    <a:lnTo>
                      <a:pt x="254" y="711"/>
                    </a:lnTo>
                    <a:lnTo>
                      <a:pt x="275" y="706"/>
                    </a:lnTo>
                    <a:lnTo>
                      <a:pt x="291" y="698"/>
                    </a:lnTo>
                    <a:lnTo>
                      <a:pt x="302" y="687"/>
                    </a:lnTo>
                    <a:lnTo>
                      <a:pt x="310" y="672"/>
                    </a:lnTo>
                    <a:lnTo>
                      <a:pt x="311" y="656"/>
                    </a:lnTo>
                    <a:lnTo>
                      <a:pt x="311" y="551"/>
                    </a:lnTo>
                    <a:lnTo>
                      <a:pt x="310" y="532"/>
                    </a:lnTo>
                    <a:lnTo>
                      <a:pt x="303" y="515"/>
                    </a:lnTo>
                    <a:lnTo>
                      <a:pt x="290" y="496"/>
                    </a:lnTo>
                    <a:lnTo>
                      <a:pt x="271" y="477"/>
                    </a:lnTo>
                    <a:lnTo>
                      <a:pt x="67" y="300"/>
                    </a:lnTo>
                    <a:lnTo>
                      <a:pt x="47" y="282"/>
                    </a:lnTo>
                    <a:lnTo>
                      <a:pt x="31" y="263"/>
                    </a:lnTo>
                    <a:lnTo>
                      <a:pt x="19" y="244"/>
                    </a:lnTo>
                    <a:lnTo>
                      <a:pt x="11" y="225"/>
                    </a:lnTo>
                    <a:lnTo>
                      <a:pt x="8" y="204"/>
                    </a:lnTo>
                    <a:lnTo>
                      <a:pt x="8" y="112"/>
                    </a:lnTo>
                    <a:lnTo>
                      <a:pt x="11" y="89"/>
                    </a:lnTo>
                    <a:lnTo>
                      <a:pt x="20" y="67"/>
                    </a:lnTo>
                    <a:lnTo>
                      <a:pt x="33" y="50"/>
                    </a:lnTo>
                    <a:lnTo>
                      <a:pt x="54" y="35"/>
                    </a:lnTo>
                    <a:lnTo>
                      <a:pt x="78" y="22"/>
                    </a:lnTo>
                    <a:lnTo>
                      <a:pt x="107" y="12"/>
                    </a:lnTo>
                    <a:lnTo>
                      <a:pt x="144" y="6"/>
                    </a:lnTo>
                    <a:lnTo>
                      <a:pt x="182" y="2"/>
                    </a:lnTo>
                    <a:lnTo>
                      <a:pt x="22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 name="Freeform 11">
                <a:extLst>
                  <a:ext uri="{FF2B5EF4-FFF2-40B4-BE49-F238E27FC236}">
                    <a16:creationId xmlns:a16="http://schemas.microsoft.com/office/drawing/2014/main" id="{EE9DFF42-AE36-4CB3-AA29-2528A741DA5F}"/>
                  </a:ext>
                </a:extLst>
              </p:cNvPr>
              <p:cNvSpPr>
                <a:spLocks/>
              </p:cNvSpPr>
              <p:nvPr/>
            </p:nvSpPr>
            <p:spPr bwMode="auto">
              <a:xfrm>
                <a:off x="1430338" y="5005388"/>
                <a:ext cx="352425" cy="755650"/>
              </a:xfrm>
              <a:custGeom>
                <a:avLst/>
                <a:gdLst>
                  <a:gd name="T0" fmla="*/ 305 w 443"/>
                  <a:gd name="T1" fmla="*/ 0 h 952"/>
                  <a:gd name="T2" fmla="*/ 443 w 443"/>
                  <a:gd name="T3" fmla="*/ 0 h 952"/>
                  <a:gd name="T4" fmla="*/ 138 w 443"/>
                  <a:gd name="T5" fmla="*/ 952 h 952"/>
                  <a:gd name="T6" fmla="*/ 0 w 443"/>
                  <a:gd name="T7" fmla="*/ 952 h 952"/>
                  <a:gd name="T8" fmla="*/ 305 w 443"/>
                  <a:gd name="T9" fmla="*/ 0 h 952"/>
                </a:gdLst>
                <a:ahLst/>
                <a:cxnLst>
                  <a:cxn ang="0">
                    <a:pos x="T0" y="T1"/>
                  </a:cxn>
                  <a:cxn ang="0">
                    <a:pos x="T2" y="T3"/>
                  </a:cxn>
                  <a:cxn ang="0">
                    <a:pos x="T4" y="T5"/>
                  </a:cxn>
                  <a:cxn ang="0">
                    <a:pos x="T6" y="T7"/>
                  </a:cxn>
                  <a:cxn ang="0">
                    <a:pos x="T8" y="T9"/>
                  </a:cxn>
                </a:cxnLst>
                <a:rect l="0" t="0" r="r" b="b"/>
                <a:pathLst>
                  <a:path w="443" h="952">
                    <a:moveTo>
                      <a:pt x="305" y="0"/>
                    </a:moveTo>
                    <a:lnTo>
                      <a:pt x="443" y="0"/>
                    </a:lnTo>
                    <a:lnTo>
                      <a:pt x="138" y="952"/>
                    </a:lnTo>
                    <a:lnTo>
                      <a:pt x="0" y="952"/>
                    </a:lnTo>
                    <a:lnTo>
                      <a:pt x="30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 name="Freeform 12">
                <a:extLst>
                  <a:ext uri="{FF2B5EF4-FFF2-40B4-BE49-F238E27FC236}">
                    <a16:creationId xmlns:a16="http://schemas.microsoft.com/office/drawing/2014/main" id="{2DDF7598-C167-4733-90F9-E44E3AEF9F71}"/>
                  </a:ext>
                </a:extLst>
              </p:cNvPr>
              <p:cNvSpPr>
                <a:spLocks/>
              </p:cNvSpPr>
              <p:nvPr/>
            </p:nvSpPr>
            <p:spPr bwMode="auto">
              <a:xfrm>
                <a:off x="1349376" y="5006976"/>
                <a:ext cx="204788" cy="468313"/>
              </a:xfrm>
              <a:custGeom>
                <a:avLst/>
                <a:gdLst>
                  <a:gd name="T0" fmla="*/ 0 w 257"/>
                  <a:gd name="T1" fmla="*/ 0 h 591"/>
                  <a:gd name="T2" fmla="*/ 138 w 257"/>
                  <a:gd name="T3" fmla="*/ 0 h 591"/>
                  <a:gd name="T4" fmla="*/ 257 w 257"/>
                  <a:gd name="T5" fmla="*/ 373 h 591"/>
                  <a:gd name="T6" fmla="*/ 188 w 257"/>
                  <a:gd name="T7" fmla="*/ 591 h 591"/>
                  <a:gd name="T8" fmla="*/ 0 w 257"/>
                  <a:gd name="T9" fmla="*/ 0 h 591"/>
                </a:gdLst>
                <a:ahLst/>
                <a:cxnLst>
                  <a:cxn ang="0">
                    <a:pos x="T0" y="T1"/>
                  </a:cxn>
                  <a:cxn ang="0">
                    <a:pos x="T2" y="T3"/>
                  </a:cxn>
                  <a:cxn ang="0">
                    <a:pos x="T4" y="T5"/>
                  </a:cxn>
                  <a:cxn ang="0">
                    <a:pos x="T6" y="T7"/>
                  </a:cxn>
                  <a:cxn ang="0">
                    <a:pos x="T8" y="T9"/>
                  </a:cxn>
                </a:cxnLst>
                <a:rect l="0" t="0" r="r" b="b"/>
                <a:pathLst>
                  <a:path w="257" h="591">
                    <a:moveTo>
                      <a:pt x="0" y="0"/>
                    </a:moveTo>
                    <a:lnTo>
                      <a:pt x="138" y="0"/>
                    </a:lnTo>
                    <a:lnTo>
                      <a:pt x="257" y="373"/>
                    </a:lnTo>
                    <a:lnTo>
                      <a:pt x="188" y="591"/>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 name="Freeform 13">
                <a:extLst>
                  <a:ext uri="{FF2B5EF4-FFF2-40B4-BE49-F238E27FC236}">
                    <a16:creationId xmlns:a16="http://schemas.microsoft.com/office/drawing/2014/main" id="{17250C49-24A3-4E87-8762-0B40D1B72FB9}"/>
                  </a:ext>
                </a:extLst>
              </p:cNvPr>
              <p:cNvSpPr>
                <a:spLocks/>
              </p:cNvSpPr>
              <p:nvPr/>
            </p:nvSpPr>
            <p:spPr bwMode="auto">
              <a:xfrm>
                <a:off x="3578226" y="5005388"/>
                <a:ext cx="352425" cy="755650"/>
              </a:xfrm>
              <a:custGeom>
                <a:avLst/>
                <a:gdLst>
                  <a:gd name="T0" fmla="*/ 305 w 444"/>
                  <a:gd name="T1" fmla="*/ 0 h 952"/>
                  <a:gd name="T2" fmla="*/ 444 w 444"/>
                  <a:gd name="T3" fmla="*/ 0 h 952"/>
                  <a:gd name="T4" fmla="*/ 138 w 444"/>
                  <a:gd name="T5" fmla="*/ 952 h 952"/>
                  <a:gd name="T6" fmla="*/ 0 w 444"/>
                  <a:gd name="T7" fmla="*/ 952 h 952"/>
                  <a:gd name="T8" fmla="*/ 305 w 444"/>
                  <a:gd name="T9" fmla="*/ 0 h 952"/>
                </a:gdLst>
                <a:ahLst/>
                <a:cxnLst>
                  <a:cxn ang="0">
                    <a:pos x="T0" y="T1"/>
                  </a:cxn>
                  <a:cxn ang="0">
                    <a:pos x="T2" y="T3"/>
                  </a:cxn>
                  <a:cxn ang="0">
                    <a:pos x="T4" y="T5"/>
                  </a:cxn>
                  <a:cxn ang="0">
                    <a:pos x="T6" y="T7"/>
                  </a:cxn>
                  <a:cxn ang="0">
                    <a:pos x="T8" y="T9"/>
                  </a:cxn>
                </a:cxnLst>
                <a:rect l="0" t="0" r="r" b="b"/>
                <a:pathLst>
                  <a:path w="444" h="952">
                    <a:moveTo>
                      <a:pt x="305" y="0"/>
                    </a:moveTo>
                    <a:lnTo>
                      <a:pt x="444" y="0"/>
                    </a:lnTo>
                    <a:lnTo>
                      <a:pt x="138" y="952"/>
                    </a:lnTo>
                    <a:lnTo>
                      <a:pt x="0" y="952"/>
                    </a:lnTo>
                    <a:lnTo>
                      <a:pt x="30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 name="Freeform 14">
                <a:extLst>
                  <a:ext uri="{FF2B5EF4-FFF2-40B4-BE49-F238E27FC236}">
                    <a16:creationId xmlns:a16="http://schemas.microsoft.com/office/drawing/2014/main" id="{11BB33A0-C3E9-4248-B1C8-1F04CA0972AA}"/>
                  </a:ext>
                </a:extLst>
              </p:cNvPr>
              <p:cNvSpPr>
                <a:spLocks/>
              </p:cNvSpPr>
              <p:nvPr/>
            </p:nvSpPr>
            <p:spPr bwMode="auto">
              <a:xfrm>
                <a:off x="3495676" y="5005388"/>
                <a:ext cx="206375" cy="468313"/>
              </a:xfrm>
              <a:custGeom>
                <a:avLst/>
                <a:gdLst>
                  <a:gd name="T0" fmla="*/ 0 w 259"/>
                  <a:gd name="T1" fmla="*/ 0 h 589"/>
                  <a:gd name="T2" fmla="*/ 139 w 259"/>
                  <a:gd name="T3" fmla="*/ 0 h 589"/>
                  <a:gd name="T4" fmla="*/ 259 w 259"/>
                  <a:gd name="T5" fmla="*/ 372 h 589"/>
                  <a:gd name="T6" fmla="*/ 189 w 259"/>
                  <a:gd name="T7" fmla="*/ 589 h 589"/>
                  <a:gd name="T8" fmla="*/ 0 w 259"/>
                  <a:gd name="T9" fmla="*/ 0 h 589"/>
                </a:gdLst>
                <a:ahLst/>
                <a:cxnLst>
                  <a:cxn ang="0">
                    <a:pos x="T0" y="T1"/>
                  </a:cxn>
                  <a:cxn ang="0">
                    <a:pos x="T2" y="T3"/>
                  </a:cxn>
                  <a:cxn ang="0">
                    <a:pos x="T4" y="T5"/>
                  </a:cxn>
                  <a:cxn ang="0">
                    <a:pos x="T6" y="T7"/>
                  </a:cxn>
                  <a:cxn ang="0">
                    <a:pos x="T8" y="T9"/>
                  </a:cxn>
                </a:cxnLst>
                <a:rect l="0" t="0" r="r" b="b"/>
                <a:pathLst>
                  <a:path w="259" h="589">
                    <a:moveTo>
                      <a:pt x="0" y="0"/>
                    </a:moveTo>
                    <a:lnTo>
                      <a:pt x="139" y="0"/>
                    </a:lnTo>
                    <a:lnTo>
                      <a:pt x="259" y="372"/>
                    </a:lnTo>
                    <a:lnTo>
                      <a:pt x="189" y="58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 name="Freeform 15">
                <a:extLst>
                  <a:ext uri="{FF2B5EF4-FFF2-40B4-BE49-F238E27FC236}">
                    <a16:creationId xmlns:a16="http://schemas.microsoft.com/office/drawing/2014/main" id="{6F224309-A90E-4600-8714-4FF47A6FC856}"/>
                  </a:ext>
                </a:extLst>
              </p:cNvPr>
              <p:cNvSpPr>
                <a:spLocks/>
              </p:cNvSpPr>
              <p:nvPr/>
            </p:nvSpPr>
            <p:spPr bwMode="auto">
              <a:xfrm>
                <a:off x="1817688" y="5005388"/>
                <a:ext cx="396875" cy="603250"/>
              </a:xfrm>
              <a:custGeom>
                <a:avLst/>
                <a:gdLst>
                  <a:gd name="T0" fmla="*/ 0 w 499"/>
                  <a:gd name="T1" fmla="*/ 0 h 759"/>
                  <a:gd name="T2" fmla="*/ 268 w 499"/>
                  <a:gd name="T3" fmla="*/ 0 h 759"/>
                  <a:gd name="T4" fmla="*/ 318 w 499"/>
                  <a:gd name="T5" fmla="*/ 0 h 759"/>
                  <a:gd name="T6" fmla="*/ 361 w 499"/>
                  <a:gd name="T7" fmla="*/ 4 h 759"/>
                  <a:gd name="T8" fmla="*/ 397 w 499"/>
                  <a:gd name="T9" fmla="*/ 8 h 759"/>
                  <a:gd name="T10" fmla="*/ 427 w 499"/>
                  <a:gd name="T11" fmla="*/ 16 h 759"/>
                  <a:gd name="T12" fmla="*/ 451 w 499"/>
                  <a:gd name="T13" fmla="*/ 26 h 759"/>
                  <a:gd name="T14" fmla="*/ 470 w 499"/>
                  <a:gd name="T15" fmla="*/ 38 h 759"/>
                  <a:gd name="T16" fmla="*/ 483 w 499"/>
                  <a:gd name="T17" fmla="*/ 52 h 759"/>
                  <a:gd name="T18" fmla="*/ 493 w 499"/>
                  <a:gd name="T19" fmla="*/ 70 h 759"/>
                  <a:gd name="T20" fmla="*/ 498 w 499"/>
                  <a:gd name="T21" fmla="*/ 91 h 759"/>
                  <a:gd name="T22" fmla="*/ 499 w 499"/>
                  <a:gd name="T23" fmla="*/ 115 h 759"/>
                  <a:gd name="T24" fmla="*/ 499 w 499"/>
                  <a:gd name="T25" fmla="*/ 759 h 759"/>
                  <a:gd name="T26" fmla="*/ 361 w 499"/>
                  <a:gd name="T27" fmla="*/ 759 h 759"/>
                  <a:gd name="T28" fmla="*/ 361 w 499"/>
                  <a:gd name="T29" fmla="*/ 106 h 759"/>
                  <a:gd name="T30" fmla="*/ 358 w 499"/>
                  <a:gd name="T31" fmla="*/ 91 h 759"/>
                  <a:gd name="T32" fmla="*/ 350 w 499"/>
                  <a:gd name="T33" fmla="*/ 79 h 759"/>
                  <a:gd name="T34" fmla="*/ 338 w 499"/>
                  <a:gd name="T35" fmla="*/ 71 h 759"/>
                  <a:gd name="T36" fmla="*/ 322 w 499"/>
                  <a:gd name="T37" fmla="*/ 66 h 759"/>
                  <a:gd name="T38" fmla="*/ 302 w 499"/>
                  <a:gd name="T39" fmla="*/ 62 h 759"/>
                  <a:gd name="T40" fmla="*/ 279 w 499"/>
                  <a:gd name="T41" fmla="*/ 59 h 759"/>
                  <a:gd name="T42" fmla="*/ 254 w 499"/>
                  <a:gd name="T43" fmla="*/ 59 h 759"/>
                  <a:gd name="T44" fmla="*/ 138 w 499"/>
                  <a:gd name="T45" fmla="*/ 59 h 759"/>
                  <a:gd name="T46" fmla="*/ 138 w 499"/>
                  <a:gd name="T47" fmla="*/ 759 h 759"/>
                  <a:gd name="T48" fmla="*/ 138 w 499"/>
                  <a:gd name="T49" fmla="*/ 759 h 759"/>
                  <a:gd name="T50" fmla="*/ 0 w 499"/>
                  <a:gd name="T51" fmla="*/ 759 h 759"/>
                  <a:gd name="T52" fmla="*/ 0 w 499"/>
                  <a:gd name="T53" fmla="*/ 0 h 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99" h="759">
                    <a:moveTo>
                      <a:pt x="0" y="0"/>
                    </a:moveTo>
                    <a:lnTo>
                      <a:pt x="268" y="0"/>
                    </a:lnTo>
                    <a:lnTo>
                      <a:pt x="318" y="0"/>
                    </a:lnTo>
                    <a:lnTo>
                      <a:pt x="361" y="4"/>
                    </a:lnTo>
                    <a:lnTo>
                      <a:pt x="397" y="8"/>
                    </a:lnTo>
                    <a:lnTo>
                      <a:pt x="427" y="16"/>
                    </a:lnTo>
                    <a:lnTo>
                      <a:pt x="451" y="26"/>
                    </a:lnTo>
                    <a:lnTo>
                      <a:pt x="470" y="38"/>
                    </a:lnTo>
                    <a:lnTo>
                      <a:pt x="483" y="52"/>
                    </a:lnTo>
                    <a:lnTo>
                      <a:pt x="493" y="70"/>
                    </a:lnTo>
                    <a:lnTo>
                      <a:pt x="498" y="91"/>
                    </a:lnTo>
                    <a:lnTo>
                      <a:pt x="499" y="115"/>
                    </a:lnTo>
                    <a:lnTo>
                      <a:pt x="499" y="759"/>
                    </a:lnTo>
                    <a:lnTo>
                      <a:pt x="361" y="759"/>
                    </a:lnTo>
                    <a:lnTo>
                      <a:pt x="361" y="106"/>
                    </a:lnTo>
                    <a:lnTo>
                      <a:pt x="358" y="91"/>
                    </a:lnTo>
                    <a:lnTo>
                      <a:pt x="350" y="79"/>
                    </a:lnTo>
                    <a:lnTo>
                      <a:pt x="338" y="71"/>
                    </a:lnTo>
                    <a:lnTo>
                      <a:pt x="322" y="66"/>
                    </a:lnTo>
                    <a:lnTo>
                      <a:pt x="302" y="62"/>
                    </a:lnTo>
                    <a:lnTo>
                      <a:pt x="279" y="59"/>
                    </a:lnTo>
                    <a:lnTo>
                      <a:pt x="254" y="59"/>
                    </a:lnTo>
                    <a:lnTo>
                      <a:pt x="138" y="59"/>
                    </a:lnTo>
                    <a:lnTo>
                      <a:pt x="138" y="759"/>
                    </a:lnTo>
                    <a:lnTo>
                      <a:pt x="138" y="759"/>
                    </a:lnTo>
                    <a:lnTo>
                      <a:pt x="0" y="75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 name="Freeform 16">
                <a:extLst>
                  <a:ext uri="{FF2B5EF4-FFF2-40B4-BE49-F238E27FC236}">
                    <a16:creationId xmlns:a16="http://schemas.microsoft.com/office/drawing/2014/main" id="{538F60B4-8611-4079-A797-E62E8B431E6B}"/>
                  </a:ext>
                </a:extLst>
              </p:cNvPr>
              <p:cNvSpPr>
                <a:spLocks noEditPoints="1"/>
              </p:cNvSpPr>
              <p:nvPr/>
            </p:nvSpPr>
            <p:spPr bwMode="auto">
              <a:xfrm>
                <a:off x="4337051" y="5010151"/>
                <a:ext cx="142875" cy="139700"/>
              </a:xfrm>
              <a:custGeom>
                <a:avLst/>
                <a:gdLst>
                  <a:gd name="T0" fmla="*/ 72 w 180"/>
                  <a:gd name="T1" fmla="*/ 82 h 177"/>
                  <a:gd name="T2" fmla="*/ 100 w 180"/>
                  <a:gd name="T3" fmla="*/ 82 h 177"/>
                  <a:gd name="T4" fmla="*/ 113 w 180"/>
                  <a:gd name="T5" fmla="*/ 75 h 177"/>
                  <a:gd name="T6" fmla="*/ 113 w 180"/>
                  <a:gd name="T7" fmla="*/ 58 h 177"/>
                  <a:gd name="T8" fmla="*/ 101 w 180"/>
                  <a:gd name="T9" fmla="*/ 51 h 177"/>
                  <a:gd name="T10" fmla="*/ 72 w 180"/>
                  <a:gd name="T11" fmla="*/ 51 h 177"/>
                  <a:gd name="T12" fmla="*/ 96 w 180"/>
                  <a:gd name="T13" fmla="*/ 38 h 177"/>
                  <a:gd name="T14" fmla="*/ 123 w 180"/>
                  <a:gd name="T15" fmla="*/ 45 h 177"/>
                  <a:gd name="T16" fmla="*/ 132 w 180"/>
                  <a:gd name="T17" fmla="*/ 66 h 177"/>
                  <a:gd name="T18" fmla="*/ 124 w 180"/>
                  <a:gd name="T19" fmla="*/ 87 h 177"/>
                  <a:gd name="T20" fmla="*/ 105 w 180"/>
                  <a:gd name="T21" fmla="*/ 94 h 177"/>
                  <a:gd name="T22" fmla="*/ 117 w 180"/>
                  <a:gd name="T23" fmla="*/ 140 h 177"/>
                  <a:gd name="T24" fmla="*/ 72 w 180"/>
                  <a:gd name="T25" fmla="*/ 95 h 177"/>
                  <a:gd name="T26" fmla="*/ 57 w 180"/>
                  <a:gd name="T27" fmla="*/ 140 h 177"/>
                  <a:gd name="T28" fmla="*/ 90 w 180"/>
                  <a:gd name="T29" fmla="*/ 15 h 177"/>
                  <a:gd name="T30" fmla="*/ 47 w 180"/>
                  <a:gd name="T31" fmla="*/ 29 h 177"/>
                  <a:gd name="T32" fmla="*/ 22 w 180"/>
                  <a:gd name="T33" fmla="*/ 65 h 177"/>
                  <a:gd name="T34" fmla="*/ 22 w 180"/>
                  <a:gd name="T35" fmla="*/ 113 h 177"/>
                  <a:gd name="T36" fmla="*/ 47 w 180"/>
                  <a:gd name="T37" fmla="*/ 149 h 177"/>
                  <a:gd name="T38" fmla="*/ 90 w 180"/>
                  <a:gd name="T39" fmla="*/ 162 h 177"/>
                  <a:gd name="T40" fmla="*/ 133 w 180"/>
                  <a:gd name="T41" fmla="*/ 149 h 177"/>
                  <a:gd name="T42" fmla="*/ 159 w 180"/>
                  <a:gd name="T43" fmla="*/ 113 h 177"/>
                  <a:gd name="T44" fmla="*/ 159 w 180"/>
                  <a:gd name="T45" fmla="*/ 65 h 177"/>
                  <a:gd name="T46" fmla="*/ 133 w 180"/>
                  <a:gd name="T47" fmla="*/ 29 h 177"/>
                  <a:gd name="T48" fmla="*/ 90 w 180"/>
                  <a:gd name="T49" fmla="*/ 15 h 177"/>
                  <a:gd name="T50" fmla="*/ 115 w 180"/>
                  <a:gd name="T51" fmla="*/ 3 h 177"/>
                  <a:gd name="T52" fmla="*/ 153 w 180"/>
                  <a:gd name="T53" fmla="*/ 26 h 177"/>
                  <a:gd name="T54" fmla="*/ 176 w 180"/>
                  <a:gd name="T55" fmla="*/ 65 h 177"/>
                  <a:gd name="T56" fmla="*/ 176 w 180"/>
                  <a:gd name="T57" fmla="*/ 113 h 177"/>
                  <a:gd name="T58" fmla="*/ 153 w 180"/>
                  <a:gd name="T59" fmla="*/ 152 h 177"/>
                  <a:gd name="T60" fmla="*/ 115 w 180"/>
                  <a:gd name="T61" fmla="*/ 174 h 177"/>
                  <a:gd name="T62" fmla="*/ 68 w 180"/>
                  <a:gd name="T63" fmla="*/ 174 h 177"/>
                  <a:gd name="T64" fmla="*/ 27 w 180"/>
                  <a:gd name="T65" fmla="*/ 152 h 177"/>
                  <a:gd name="T66" fmla="*/ 4 w 180"/>
                  <a:gd name="T67" fmla="*/ 113 h 177"/>
                  <a:gd name="T68" fmla="*/ 4 w 180"/>
                  <a:gd name="T69" fmla="*/ 65 h 177"/>
                  <a:gd name="T70" fmla="*/ 27 w 180"/>
                  <a:gd name="T71" fmla="*/ 26 h 177"/>
                  <a:gd name="T72" fmla="*/ 68 w 180"/>
                  <a:gd name="T73" fmla="*/ 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80" h="177">
                    <a:moveTo>
                      <a:pt x="72" y="51"/>
                    </a:moveTo>
                    <a:lnTo>
                      <a:pt x="72" y="82"/>
                    </a:lnTo>
                    <a:lnTo>
                      <a:pt x="90" y="82"/>
                    </a:lnTo>
                    <a:lnTo>
                      <a:pt x="100" y="82"/>
                    </a:lnTo>
                    <a:lnTo>
                      <a:pt x="108" y="79"/>
                    </a:lnTo>
                    <a:lnTo>
                      <a:pt x="113" y="75"/>
                    </a:lnTo>
                    <a:lnTo>
                      <a:pt x="116" y="66"/>
                    </a:lnTo>
                    <a:lnTo>
                      <a:pt x="113" y="58"/>
                    </a:lnTo>
                    <a:lnTo>
                      <a:pt x="108" y="54"/>
                    </a:lnTo>
                    <a:lnTo>
                      <a:pt x="101" y="51"/>
                    </a:lnTo>
                    <a:lnTo>
                      <a:pt x="93" y="51"/>
                    </a:lnTo>
                    <a:lnTo>
                      <a:pt x="72" y="51"/>
                    </a:lnTo>
                    <a:close/>
                    <a:moveTo>
                      <a:pt x="57" y="38"/>
                    </a:moveTo>
                    <a:lnTo>
                      <a:pt x="96" y="38"/>
                    </a:lnTo>
                    <a:lnTo>
                      <a:pt x="112" y="39"/>
                    </a:lnTo>
                    <a:lnTo>
                      <a:pt x="123" y="45"/>
                    </a:lnTo>
                    <a:lnTo>
                      <a:pt x="129" y="54"/>
                    </a:lnTo>
                    <a:lnTo>
                      <a:pt x="132" y="66"/>
                    </a:lnTo>
                    <a:lnTo>
                      <a:pt x="129" y="78"/>
                    </a:lnTo>
                    <a:lnTo>
                      <a:pt x="124" y="87"/>
                    </a:lnTo>
                    <a:lnTo>
                      <a:pt x="116" y="91"/>
                    </a:lnTo>
                    <a:lnTo>
                      <a:pt x="105" y="94"/>
                    </a:lnTo>
                    <a:lnTo>
                      <a:pt x="135" y="140"/>
                    </a:lnTo>
                    <a:lnTo>
                      <a:pt x="117" y="140"/>
                    </a:lnTo>
                    <a:lnTo>
                      <a:pt x="90" y="95"/>
                    </a:lnTo>
                    <a:lnTo>
                      <a:pt x="72" y="95"/>
                    </a:lnTo>
                    <a:lnTo>
                      <a:pt x="72" y="140"/>
                    </a:lnTo>
                    <a:lnTo>
                      <a:pt x="57" y="140"/>
                    </a:lnTo>
                    <a:lnTo>
                      <a:pt x="57" y="38"/>
                    </a:lnTo>
                    <a:close/>
                    <a:moveTo>
                      <a:pt x="90" y="15"/>
                    </a:moveTo>
                    <a:lnTo>
                      <a:pt x="68" y="19"/>
                    </a:lnTo>
                    <a:lnTo>
                      <a:pt x="47" y="29"/>
                    </a:lnTo>
                    <a:lnTo>
                      <a:pt x="33" y="45"/>
                    </a:lnTo>
                    <a:lnTo>
                      <a:pt x="22" y="65"/>
                    </a:lnTo>
                    <a:lnTo>
                      <a:pt x="18" y="89"/>
                    </a:lnTo>
                    <a:lnTo>
                      <a:pt x="22" y="113"/>
                    </a:lnTo>
                    <a:lnTo>
                      <a:pt x="33" y="133"/>
                    </a:lnTo>
                    <a:lnTo>
                      <a:pt x="47" y="149"/>
                    </a:lnTo>
                    <a:lnTo>
                      <a:pt x="68" y="158"/>
                    </a:lnTo>
                    <a:lnTo>
                      <a:pt x="90" y="162"/>
                    </a:lnTo>
                    <a:lnTo>
                      <a:pt x="113" y="158"/>
                    </a:lnTo>
                    <a:lnTo>
                      <a:pt x="133" y="149"/>
                    </a:lnTo>
                    <a:lnTo>
                      <a:pt x="148" y="133"/>
                    </a:lnTo>
                    <a:lnTo>
                      <a:pt x="159" y="113"/>
                    </a:lnTo>
                    <a:lnTo>
                      <a:pt x="163" y="89"/>
                    </a:lnTo>
                    <a:lnTo>
                      <a:pt x="159" y="65"/>
                    </a:lnTo>
                    <a:lnTo>
                      <a:pt x="148" y="45"/>
                    </a:lnTo>
                    <a:lnTo>
                      <a:pt x="133" y="29"/>
                    </a:lnTo>
                    <a:lnTo>
                      <a:pt x="113" y="19"/>
                    </a:lnTo>
                    <a:lnTo>
                      <a:pt x="90" y="15"/>
                    </a:lnTo>
                    <a:close/>
                    <a:moveTo>
                      <a:pt x="90" y="0"/>
                    </a:moveTo>
                    <a:lnTo>
                      <a:pt x="115" y="3"/>
                    </a:lnTo>
                    <a:lnTo>
                      <a:pt x="136" y="12"/>
                    </a:lnTo>
                    <a:lnTo>
                      <a:pt x="153" y="26"/>
                    </a:lnTo>
                    <a:lnTo>
                      <a:pt x="168" y="43"/>
                    </a:lnTo>
                    <a:lnTo>
                      <a:pt x="176" y="65"/>
                    </a:lnTo>
                    <a:lnTo>
                      <a:pt x="180" y="89"/>
                    </a:lnTo>
                    <a:lnTo>
                      <a:pt x="176" y="113"/>
                    </a:lnTo>
                    <a:lnTo>
                      <a:pt x="168" y="134"/>
                    </a:lnTo>
                    <a:lnTo>
                      <a:pt x="153" y="152"/>
                    </a:lnTo>
                    <a:lnTo>
                      <a:pt x="136" y="165"/>
                    </a:lnTo>
                    <a:lnTo>
                      <a:pt x="115" y="174"/>
                    </a:lnTo>
                    <a:lnTo>
                      <a:pt x="90" y="177"/>
                    </a:lnTo>
                    <a:lnTo>
                      <a:pt x="68" y="174"/>
                    </a:lnTo>
                    <a:lnTo>
                      <a:pt x="46" y="165"/>
                    </a:lnTo>
                    <a:lnTo>
                      <a:pt x="27" y="152"/>
                    </a:lnTo>
                    <a:lnTo>
                      <a:pt x="14" y="134"/>
                    </a:lnTo>
                    <a:lnTo>
                      <a:pt x="4" y="113"/>
                    </a:lnTo>
                    <a:lnTo>
                      <a:pt x="0" y="89"/>
                    </a:lnTo>
                    <a:lnTo>
                      <a:pt x="4" y="65"/>
                    </a:lnTo>
                    <a:lnTo>
                      <a:pt x="14" y="43"/>
                    </a:lnTo>
                    <a:lnTo>
                      <a:pt x="27" y="26"/>
                    </a:lnTo>
                    <a:lnTo>
                      <a:pt x="46" y="12"/>
                    </a:lnTo>
                    <a:lnTo>
                      <a:pt x="68" y="3"/>
                    </a:lnTo>
                    <a:lnTo>
                      <a:pt x="9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grpSp>
      <p:sp>
        <p:nvSpPr>
          <p:cNvPr id="20" name="ConStatement"/>
          <p:cNvSpPr txBox="1"/>
          <p:nvPr userDrawn="1">
            <p:custDataLst>
              <p:tags r:id="rId6"/>
            </p:custDataLst>
          </p:nvPr>
        </p:nvSpPr>
        <p:spPr>
          <a:xfrm>
            <a:off x="126373" y="0"/>
            <a:ext cx="254000" cy="6858000"/>
          </a:xfrm>
          <a:prstGeom prst="rect">
            <a:avLst/>
          </a:prstGeom>
          <a:noFill/>
        </p:spPr>
        <p:txBody>
          <a:bodyPr vert="mongolianVert" wrap="none" lIns="91440" tIns="45720" rIns="91440" bIns="45720" rtlCol="0" anchor="ctr">
            <a:noAutofit/>
          </a:bodyPr>
          <a:lstStyle/>
          <a:p>
            <a:pPr algn="ctr"/>
            <a:r>
              <a:rPr lang="en-US" sz="900">
                <a:solidFill>
                  <a:srgbClr val="7F7F7F"/>
                </a:solidFill>
                <a:latin typeface="Arial"/>
              </a:rPr>
              <a:t>Synopsys Confidential Information</a:t>
            </a:r>
          </a:p>
        </p:txBody>
      </p:sp>
    </p:spTree>
    <p:extLst>
      <p:ext uri="{BB962C8B-B14F-4D97-AF65-F5344CB8AC3E}">
        <p14:creationId xmlns:p14="http://schemas.microsoft.com/office/powerpoint/2010/main" val="2269970331"/>
      </p:ext>
    </p:extLst>
  </p:cSld>
  <p:clrMapOvr>
    <a:masterClrMapping/>
  </p:clrMapOvr>
  <p:extLst>
    <p:ext uri="{DCECCB84-F9BA-43D5-87BE-67443E8EF086}">
      <p15:sldGuideLst xmlns:p15="http://schemas.microsoft.com/office/powerpoint/2012/main">
        <p15:guide id="1" pos="288">
          <p15:clr>
            <a:srgbClr val="5ACBF0"/>
          </p15:clr>
        </p15:guide>
        <p15:guide id="2" pos="6192">
          <p15:clr>
            <a:srgbClr val="5ACBF0"/>
          </p15:clr>
        </p15:guide>
        <p15:guide id="3" pos="6312">
          <p15:clr>
            <a:srgbClr val="5ACBF0"/>
          </p15:clr>
        </p15:guide>
        <p15:guide id="4" orient="horz" pos="288">
          <p15:clr>
            <a:srgbClr val="5ACBF0"/>
          </p15:clr>
        </p15:guide>
        <p15:guide id="5" orient="horz" pos="4032">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lternate Title Sli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D4E8F61E-8F8D-404F-9D1D-7C47EA2E81A2}"/>
              </a:ext>
            </a:extLst>
          </p:cNvPr>
          <p:cNvPicPr>
            <a:picLocks noChangeAspect="1"/>
          </p:cNvPicPr>
          <p:nvPr>
            <p:custDataLst>
              <p:tags r:id="rId1"/>
            </p:custDataLst>
          </p:nvPr>
        </p:nvPicPr>
        <p:blipFill>
          <a:blip r:embed="rId8" cstate="screen">
            <a:extLst>
              <a:ext uri="{28A0092B-C50C-407E-A947-70E740481C1C}">
                <a14:useLocalDpi xmlns:a14="http://schemas.microsoft.com/office/drawing/2010/main"/>
              </a:ext>
            </a:extLst>
          </a:blip>
          <a:stretch>
            <a:fillRect/>
          </a:stretch>
        </p:blipFill>
        <p:spPr>
          <a:xfrm>
            <a:off x="0" y="3909847"/>
            <a:ext cx="12192000" cy="2948153"/>
          </a:xfrm>
          <a:prstGeom prst="rect">
            <a:avLst/>
          </a:prstGeom>
        </p:spPr>
      </p:pic>
      <p:sp>
        <p:nvSpPr>
          <p:cNvPr id="8" name="Text Placeholder 15"/>
          <p:cNvSpPr>
            <a:spLocks noGrp="1"/>
          </p:cNvSpPr>
          <p:nvPr>
            <p:ph type="body" sz="quarter" idx="10" hasCustomPrompt="1"/>
            <p:custDataLst>
              <p:tags r:id="rId2"/>
            </p:custDataLst>
          </p:nvPr>
        </p:nvSpPr>
        <p:spPr>
          <a:xfrm>
            <a:off x="456698" y="3970142"/>
            <a:ext cx="5524972" cy="731520"/>
          </a:xfrm>
        </p:spPr>
        <p:txBody>
          <a:bodyPr anchor="b">
            <a:normAutofit/>
          </a:bodyPr>
          <a:lstStyle>
            <a:lvl1pPr marL="0" indent="0" algn="l">
              <a:buNone/>
              <a:defRPr sz="2400" baseline="0">
                <a:solidFill>
                  <a:schemeClr val="tx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t>Click to Add Name and Title</a:t>
            </a:r>
          </a:p>
        </p:txBody>
      </p:sp>
      <p:sp>
        <p:nvSpPr>
          <p:cNvPr id="9" name="Text Placeholder 18"/>
          <p:cNvSpPr>
            <a:spLocks noGrp="1"/>
          </p:cNvSpPr>
          <p:nvPr>
            <p:ph type="body" sz="quarter" idx="11" hasCustomPrompt="1"/>
            <p:custDataLst>
              <p:tags r:id="rId3"/>
            </p:custDataLst>
          </p:nvPr>
        </p:nvSpPr>
        <p:spPr>
          <a:xfrm>
            <a:off x="456555" y="4701662"/>
            <a:ext cx="5525117" cy="396815"/>
          </a:xfrm>
        </p:spPr>
        <p:txBody>
          <a:bodyPr anchor="b">
            <a:normAutofit/>
          </a:bodyPr>
          <a:lstStyle>
            <a:lvl1pPr algn="l">
              <a:buNone/>
              <a:defRPr sz="2000">
                <a:solidFill>
                  <a:schemeClr val="tx1"/>
                </a:solidFill>
                <a:effectLst/>
              </a:defRPr>
            </a:lvl1pPr>
          </a:lstStyle>
          <a:p>
            <a:pPr lvl="0"/>
            <a:r>
              <a:t>Click to Add Date</a:t>
            </a:r>
          </a:p>
        </p:txBody>
      </p:sp>
      <p:sp>
        <p:nvSpPr>
          <p:cNvPr id="21" name="Subtitle 2"/>
          <p:cNvSpPr>
            <a:spLocks noGrp="1"/>
          </p:cNvSpPr>
          <p:nvPr>
            <p:ph type="subTitle" idx="1" hasCustomPrompt="1"/>
            <p:custDataLst>
              <p:tags r:id="rId4"/>
            </p:custDataLst>
          </p:nvPr>
        </p:nvSpPr>
        <p:spPr>
          <a:xfrm>
            <a:off x="456556" y="2982484"/>
            <a:ext cx="11278565" cy="990600"/>
          </a:xfrm>
        </p:spPr>
        <p:txBody>
          <a:bodyPr/>
          <a:lstStyle>
            <a:lvl1pPr marL="0" indent="0" algn="l">
              <a:buNone/>
              <a:defRPr sz="2800" b="0">
                <a:solidFill>
                  <a:schemeClr val="tx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 Subtitle</a:t>
            </a:r>
          </a:p>
        </p:txBody>
      </p:sp>
      <p:sp>
        <p:nvSpPr>
          <p:cNvPr id="22" name="Title 1"/>
          <p:cNvSpPr>
            <a:spLocks noGrp="1"/>
          </p:cNvSpPr>
          <p:nvPr>
            <p:ph type="ctrTitle" hasCustomPrompt="1"/>
            <p:custDataLst>
              <p:tags r:id="rId5"/>
            </p:custDataLst>
          </p:nvPr>
        </p:nvSpPr>
        <p:spPr>
          <a:xfrm>
            <a:off x="456555" y="1147394"/>
            <a:ext cx="11278567" cy="1828800"/>
          </a:xfrm>
        </p:spPr>
        <p:txBody>
          <a:bodyPr anchor="b">
            <a:noAutofit/>
          </a:bodyPr>
          <a:lstStyle>
            <a:lvl1pPr algn="l">
              <a:defRPr sz="3600">
                <a:solidFill>
                  <a:schemeClr val="accent1"/>
                </a:solidFill>
                <a:effectLst/>
              </a:defRPr>
            </a:lvl1pPr>
          </a:lstStyle>
          <a:p>
            <a:r>
              <a:t>Click to Add a Title</a:t>
            </a: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6"/>
            </p:custDataLst>
          </p:nvPr>
        </p:nvPicPr>
        <p:blipFill>
          <a:blip r:embed="rId9">
            <a:extLst>
              <a:ext uri="{96DAC541-7B7A-43D3-8B79-37D633B846F1}">
                <asvg:svgBlip xmlns:asvg="http://schemas.microsoft.com/office/drawing/2016/SVG/main" r:embed="rId10"/>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1459426145"/>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586561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A7D297B-DE10-A84D-B636-3028F48863F8}"/>
              </a:ext>
            </a:extLst>
          </p:cNvPr>
          <p:cNvGrpSpPr/>
          <p:nvPr userDrawn="1"/>
        </p:nvGrpSpPr>
        <p:grpSpPr>
          <a:xfrm>
            <a:off x="1" y="1246636"/>
            <a:ext cx="11735122" cy="4754113"/>
            <a:chOff x="-3182145" y="-5169663"/>
            <a:chExt cx="11799257" cy="4780095"/>
          </a:xfrm>
        </p:grpSpPr>
        <p:sp>
          <p:nvSpPr>
            <p:cNvPr id="2" name="Rectangle 1">
              <a:extLst>
                <a:ext uri="{FF2B5EF4-FFF2-40B4-BE49-F238E27FC236}">
                  <a16:creationId xmlns:a16="http://schemas.microsoft.com/office/drawing/2014/main" id="{5BA3680E-48F9-C94E-8BA7-80D6E42CF04F}"/>
                </a:ext>
              </a:extLst>
            </p:cNvPr>
            <p:cNvSpPr/>
            <p:nvPr userDrawn="1"/>
          </p:nvSpPr>
          <p:spPr>
            <a:xfrm>
              <a:off x="-3182145" y="-5169662"/>
              <a:ext cx="11780199" cy="4780094"/>
            </a:xfrm>
            <a:custGeom>
              <a:avLst/>
              <a:gdLst>
                <a:gd name="connsiteX0" fmla="*/ 0 w 10554495"/>
                <a:gd name="connsiteY0" fmla="*/ 0 h 3897360"/>
                <a:gd name="connsiteX1" fmla="*/ 10554495 w 10554495"/>
                <a:gd name="connsiteY1" fmla="*/ 0 h 3897360"/>
                <a:gd name="connsiteX2" fmla="*/ 10554495 w 10554495"/>
                <a:gd name="connsiteY2" fmla="*/ 3897360 h 3897360"/>
                <a:gd name="connsiteX3" fmla="*/ 0 w 10554495"/>
                <a:gd name="connsiteY3" fmla="*/ 3897360 h 3897360"/>
                <a:gd name="connsiteX4" fmla="*/ 0 w 10554495"/>
                <a:gd name="connsiteY4" fmla="*/ 0 h 3897360"/>
                <a:gd name="connsiteX0" fmla="*/ 0 w 11735595"/>
                <a:gd name="connsiteY0" fmla="*/ 0 h 3897360"/>
                <a:gd name="connsiteX1" fmla="*/ 11735595 w 11735595"/>
                <a:gd name="connsiteY1" fmla="*/ 3810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376075 w 11735595"/>
                <a:gd name="connsiteY2" fmla="*/ 3860992 h 3897360"/>
                <a:gd name="connsiteX3" fmla="*/ 0 w 11735595"/>
                <a:gd name="connsiteY3" fmla="*/ 3897360 h 3897360"/>
                <a:gd name="connsiteX4" fmla="*/ 0 w 11735595"/>
                <a:gd name="connsiteY4" fmla="*/ 0 h 3897360"/>
                <a:gd name="connsiteX0" fmla="*/ 0 w 11735595"/>
                <a:gd name="connsiteY0" fmla="*/ 0 h 3924636"/>
                <a:gd name="connsiteX1" fmla="*/ 11735595 w 11735595"/>
                <a:gd name="connsiteY1" fmla="*/ 19050 h 3924636"/>
                <a:gd name="connsiteX2" fmla="*/ 10208807 w 11735595"/>
                <a:gd name="connsiteY2" fmla="*/ 3924636 h 3924636"/>
                <a:gd name="connsiteX3" fmla="*/ 0 w 11735595"/>
                <a:gd name="connsiteY3" fmla="*/ 3897360 h 3924636"/>
                <a:gd name="connsiteX4" fmla="*/ 0 w 11735595"/>
                <a:gd name="connsiteY4" fmla="*/ 0 h 3924636"/>
                <a:gd name="connsiteX0" fmla="*/ 0 w 11735595"/>
                <a:gd name="connsiteY0" fmla="*/ 0 h 3897360"/>
                <a:gd name="connsiteX1" fmla="*/ 11735595 w 11735595"/>
                <a:gd name="connsiteY1" fmla="*/ 19050 h 3897360"/>
                <a:gd name="connsiteX2" fmla="*/ 10041539 w 11735595"/>
                <a:gd name="connsiteY2" fmla="*/ 3697338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264563 w 11735595"/>
                <a:gd name="connsiteY2" fmla="*/ 3888268 h 3897360"/>
                <a:gd name="connsiteX3" fmla="*/ 0 w 11735595"/>
                <a:gd name="connsiteY3" fmla="*/ 3897360 h 3897360"/>
                <a:gd name="connsiteX4" fmla="*/ 0 w 11735595"/>
                <a:gd name="connsiteY4" fmla="*/ 0 h 3897360"/>
                <a:gd name="connsiteX0" fmla="*/ 0 w 11200336"/>
                <a:gd name="connsiteY0" fmla="*/ 0 h 3897360"/>
                <a:gd name="connsiteX1" fmla="*/ 11200336 w 11200336"/>
                <a:gd name="connsiteY1" fmla="*/ 82694 h 3897360"/>
                <a:gd name="connsiteX2" fmla="*/ 10264563 w 11200336"/>
                <a:gd name="connsiteY2" fmla="*/ 3888268 h 3897360"/>
                <a:gd name="connsiteX3" fmla="*/ 0 w 11200336"/>
                <a:gd name="connsiteY3" fmla="*/ 3897360 h 3897360"/>
                <a:gd name="connsiteX4" fmla="*/ 0 w 11200336"/>
                <a:gd name="connsiteY4" fmla="*/ 0 h 3897360"/>
                <a:gd name="connsiteX0" fmla="*/ 0 w 11780199"/>
                <a:gd name="connsiteY0" fmla="*/ 0 h 3897360"/>
                <a:gd name="connsiteX1" fmla="*/ 11780199 w 11780199"/>
                <a:gd name="connsiteY1" fmla="*/ 867 h 3897360"/>
                <a:gd name="connsiteX2" fmla="*/ 10264563 w 11780199"/>
                <a:gd name="connsiteY2" fmla="*/ 3888268 h 3897360"/>
                <a:gd name="connsiteX3" fmla="*/ 0 w 11780199"/>
                <a:gd name="connsiteY3" fmla="*/ 3897360 h 3897360"/>
                <a:gd name="connsiteX4" fmla="*/ 0 w 11780199"/>
                <a:gd name="connsiteY4" fmla="*/ 0 h 3897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0199" h="3897360">
                  <a:moveTo>
                    <a:pt x="0" y="0"/>
                  </a:moveTo>
                  <a:lnTo>
                    <a:pt x="11780199" y="867"/>
                  </a:lnTo>
                  <a:lnTo>
                    <a:pt x="10264563" y="3888268"/>
                  </a:lnTo>
                  <a:lnTo>
                    <a:pt x="0" y="3897360"/>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800"/>
            </a:p>
          </p:txBody>
        </p:sp>
        <p:pic>
          <p:nvPicPr>
            <p:cNvPr id="29" name="Picture 28">
              <a:extLst>
                <a:ext uri="{FF2B5EF4-FFF2-40B4-BE49-F238E27FC236}">
                  <a16:creationId xmlns:a16="http://schemas.microsoft.com/office/drawing/2014/main" id="{AC59BDFE-3580-F349-8D96-F5979F88E547}"/>
                </a:ext>
              </a:extLst>
            </p:cNvPr>
            <p:cNvPicPr>
              <a:picLocks noChangeAspect="1"/>
            </p:cNvPicPr>
            <p:nvPr userDrawn="1"/>
          </p:nvPicPr>
          <p:blipFill rotWithShape="1">
            <a:blip r:embed="rId6" cstate="hqprint">
              <a:extLst>
                <a:ext uri="{28A0092B-C50C-407E-A947-70E740481C1C}">
                  <a14:useLocalDpi xmlns:a14="http://schemas.microsoft.com/office/drawing/2010/main"/>
                </a:ext>
              </a:extLst>
            </a:blip>
            <a:srcRect/>
            <a:stretch/>
          </p:blipFill>
          <p:spPr>
            <a:xfrm>
              <a:off x="-3182145" y="-5169663"/>
              <a:ext cx="11799257" cy="4780095"/>
            </a:xfrm>
            <a:prstGeom prst="rect">
              <a:avLst/>
            </a:prstGeom>
          </p:spPr>
        </p:pic>
      </p:grpSp>
      <p:sp>
        <p:nvSpPr>
          <p:cNvPr id="8" name="Text Placeholder 15"/>
          <p:cNvSpPr>
            <a:spLocks noGrp="1"/>
          </p:cNvSpPr>
          <p:nvPr>
            <p:ph type="body" sz="quarter" idx="10" hasCustomPrompt="1"/>
            <p:custDataLst>
              <p:tags r:id="rId1"/>
            </p:custDataLst>
          </p:nvPr>
        </p:nvSpPr>
        <p:spPr>
          <a:xfrm>
            <a:off x="456698" y="4526198"/>
            <a:ext cx="8141202" cy="731520"/>
          </a:xfrm>
        </p:spPr>
        <p:txBody>
          <a:bodyPr anchor="b">
            <a:normAutofit/>
          </a:bodyPr>
          <a:lstStyle>
            <a:lvl1pPr marL="0" indent="0" algn="l">
              <a:buNone/>
              <a:defRPr sz="2400" baseline="0">
                <a:solidFill>
                  <a:schemeClr val="bg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rPr lang="en-US"/>
              <a:t>Synopsys Customer Education Services</a:t>
            </a:r>
            <a:endParaRPr/>
          </a:p>
        </p:txBody>
      </p:sp>
      <p:sp>
        <p:nvSpPr>
          <p:cNvPr id="21" name="Subtitle 2"/>
          <p:cNvSpPr>
            <a:spLocks noGrp="1"/>
          </p:cNvSpPr>
          <p:nvPr>
            <p:ph type="subTitle" idx="1" hasCustomPrompt="1"/>
            <p:custDataLst>
              <p:tags r:id="rId2"/>
            </p:custDataLst>
          </p:nvPr>
        </p:nvSpPr>
        <p:spPr>
          <a:xfrm>
            <a:off x="456557" y="3522681"/>
            <a:ext cx="10417770" cy="990600"/>
          </a:xfrm>
        </p:spPr>
        <p:txBody>
          <a:bodyPr>
            <a:normAutofit/>
          </a:bodyPr>
          <a:lstStyle>
            <a:lvl1pPr marL="0" indent="0" algn="l">
              <a:buNone/>
              <a:defRPr sz="3200" b="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t>
            </a:r>
            <a:r>
              <a:rPr lang="en-US"/>
              <a:t>Course Version</a:t>
            </a:r>
            <a:endParaRPr/>
          </a:p>
        </p:txBody>
      </p:sp>
      <p:sp>
        <p:nvSpPr>
          <p:cNvPr id="22" name="Title 1"/>
          <p:cNvSpPr>
            <a:spLocks noGrp="1"/>
          </p:cNvSpPr>
          <p:nvPr>
            <p:ph type="ctrTitle" hasCustomPrompt="1"/>
            <p:custDataLst>
              <p:tags r:id="rId3"/>
            </p:custDataLst>
          </p:nvPr>
        </p:nvSpPr>
        <p:spPr>
          <a:xfrm>
            <a:off x="456555" y="1687591"/>
            <a:ext cx="10763895" cy="1828800"/>
          </a:xfrm>
        </p:spPr>
        <p:txBody>
          <a:bodyPr anchor="b">
            <a:noAutofit/>
          </a:bodyPr>
          <a:lstStyle>
            <a:lvl1pPr algn="l">
              <a:defRPr sz="5000">
                <a:solidFill>
                  <a:schemeClr val="bg1"/>
                </a:solidFill>
                <a:effectLst/>
              </a:defRPr>
            </a:lvl1pPr>
          </a:lstStyle>
          <a:p>
            <a:r>
              <a:t>Click to Add </a:t>
            </a:r>
            <a:r>
              <a:rPr lang="en-US"/>
              <a:t>Course Name</a:t>
            </a:r>
            <a:endParaRP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4"/>
            </p:custDataLst>
          </p:nvPr>
        </p:nvPicPr>
        <p:blipFill>
          <a:blip r:embed="rId7">
            <a:extLst>
              <a:ext uri="{96DAC541-7B7A-43D3-8B79-37D633B846F1}">
                <asvg:svgBlip xmlns:asvg="http://schemas.microsoft.com/office/drawing/2016/SVG/main" r:embed="rId8"/>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1035110512"/>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Scop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10" name="Picture 9">
            <a:extLst>
              <a:ext uri="{FF2B5EF4-FFF2-40B4-BE49-F238E27FC236}">
                <a16:creationId xmlns:a16="http://schemas.microsoft.com/office/drawing/2014/main" id="{377B05DB-A977-4DFB-8026-0C01E80D3A1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sp>
        <p:nvSpPr>
          <p:cNvPr id="11" name="Title 4">
            <a:extLst>
              <a:ext uri="{FF2B5EF4-FFF2-40B4-BE49-F238E27FC236}">
                <a16:creationId xmlns:a16="http://schemas.microsoft.com/office/drawing/2014/main" id="{AA3CB389-48A5-49BB-A30B-013A5B53EFCD}"/>
              </a:ext>
            </a:extLst>
          </p:cNvPr>
          <p:cNvSpPr>
            <a:spLocks noGrp="1"/>
          </p:cNvSpPr>
          <p:nvPr>
            <p:ph type="title" hasCustomPrompt="1"/>
            <p:custDataLst>
              <p:tags r:id="rId1"/>
            </p:custDataLst>
          </p:nvPr>
        </p:nvSpPr>
        <p:spPr bwMode="gray">
          <a:xfrm>
            <a:off x="1498175" y="172006"/>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1678356663"/>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Scope with backgroun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E873832-813A-459B-8A37-2E752C411F0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pic>
        <p:nvPicPr>
          <p:cNvPr id="18" name="Picture 17">
            <a:extLst>
              <a:ext uri="{FF2B5EF4-FFF2-40B4-BE49-F238E27FC236}">
                <a16:creationId xmlns:a16="http://schemas.microsoft.com/office/drawing/2014/main" id="{F5F87E6C-9108-4445-AF14-EE92CFEB3452}"/>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0" y="1310092"/>
            <a:ext cx="12192000" cy="5217460"/>
          </a:xfrm>
          <a:prstGeom prst="rect">
            <a:avLst/>
          </a:prstGeom>
        </p:spPr>
      </p:pic>
      <p:sp>
        <p:nvSpPr>
          <p:cNvPr id="19" name="Text Placeholder 3">
            <a:extLst>
              <a:ext uri="{FF2B5EF4-FFF2-40B4-BE49-F238E27FC236}">
                <a16:creationId xmlns:a16="http://schemas.microsoft.com/office/drawing/2014/main" id="{F2E28495-B0B3-4070-BB83-3FB14AB729F0}"/>
              </a:ext>
            </a:extLst>
          </p:cNvPr>
          <p:cNvSpPr>
            <a:spLocks noGrp="1"/>
          </p:cNvSpPr>
          <p:nvPr>
            <p:ph type="body" sz="quarter" idx="10"/>
          </p:nvPr>
        </p:nvSpPr>
        <p:spPr>
          <a:xfrm>
            <a:off x="457200" y="1737755"/>
            <a:ext cx="11277922" cy="4430232"/>
          </a:xfrm>
          <a:solidFill>
            <a:schemeClr val="bg1">
              <a:alpha val="70000"/>
            </a:schemeClr>
          </a:solidFill>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20" name="Title 4">
            <a:extLst>
              <a:ext uri="{FF2B5EF4-FFF2-40B4-BE49-F238E27FC236}">
                <a16:creationId xmlns:a16="http://schemas.microsoft.com/office/drawing/2014/main" id="{BE7312B4-ABE7-4B7B-A96F-2CD31471F816}"/>
              </a:ext>
            </a:extLst>
          </p:cNvPr>
          <p:cNvSpPr>
            <a:spLocks noGrp="1"/>
          </p:cNvSpPr>
          <p:nvPr>
            <p:ph type="title" hasCustomPrompt="1"/>
            <p:custDataLst>
              <p:tags r:id="rId1"/>
            </p:custDataLst>
          </p:nvPr>
        </p:nvSpPr>
        <p:spPr bwMode="gray">
          <a:xfrm>
            <a:off x="1498175" y="178356"/>
            <a:ext cx="3279102" cy="1078992"/>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3972575490"/>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Quiz">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9ACD3E-DBDC-4D0E-A88F-26A04005602E}"/>
              </a:ext>
            </a:extLst>
          </p:cNvPr>
          <p:cNvPicPr>
            <a:picLocks noChangeAspect="1"/>
          </p:cNvPicPr>
          <p:nvPr userDrawn="1"/>
        </p:nvPicPr>
        <p:blipFill>
          <a:blip r:embed="rId3"/>
          <a:stretch>
            <a:fillRect/>
          </a:stretch>
        </p:blipFill>
        <p:spPr>
          <a:xfrm>
            <a:off x="0" y="182880"/>
            <a:ext cx="3748443" cy="1097280"/>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41" name="Title 4">
            <a:extLst>
              <a:ext uri="{FF2B5EF4-FFF2-40B4-BE49-F238E27FC236}">
                <a16:creationId xmlns:a16="http://schemas.microsoft.com/office/drawing/2014/main" id="{D1F73CD5-AFE0-49A0-80CB-BDF8A7D1A0DC}"/>
              </a:ext>
            </a:extLst>
          </p:cNvPr>
          <p:cNvSpPr txBox="1">
            <a:spLocks/>
          </p:cNvSpPr>
          <p:nvPr userDrawn="1">
            <p:custDataLst>
              <p:tags r:id="rId1"/>
            </p:custDataLst>
          </p:nvPr>
        </p:nvSpPr>
        <p:spPr>
          <a:xfrm>
            <a:off x="1655492" y="226637"/>
            <a:ext cx="1422825" cy="1005840"/>
          </a:xfrm>
          <a:prstGeom prst="rect">
            <a:avLst/>
          </a:prstGeom>
          <a:no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182880" tIns="45720" rIns="91440" bIns="45720" rtlCol="0" anchor="ctr">
            <a:normAutofit/>
          </a:bodyPr>
          <a:lstStyle>
            <a:lvl1pPr algn="l" defTabSz="914400" rtl="0" eaLnBrk="1" latinLnBrk="0" hangingPunct="1">
              <a:lnSpc>
                <a:spcPct val="100000"/>
              </a:lnSpc>
              <a:spcBef>
                <a:spcPct val="0"/>
              </a:spcBef>
              <a:buNone/>
              <a:defRPr sz="3200" b="0" kern="1200" dirty="0">
                <a:solidFill>
                  <a:schemeClr val="lt1"/>
                </a:solidFill>
                <a:latin typeface="+mj-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defTabSz="457200"/>
            <a:r>
              <a:rPr lang="en-US"/>
              <a:t>Quiz</a:t>
            </a:r>
          </a:p>
        </p:txBody>
      </p:sp>
      <p:pic>
        <p:nvPicPr>
          <p:cNvPr id="42" name="Picture 41" descr="Icon&#10;&#10;Description automatically generated">
            <a:extLst>
              <a:ext uri="{FF2B5EF4-FFF2-40B4-BE49-F238E27FC236}">
                <a16:creationId xmlns:a16="http://schemas.microsoft.com/office/drawing/2014/main" id="{DD38C84F-5193-4955-901F-6299B8236D9B}"/>
              </a:ext>
            </a:extLst>
          </p:cNvPr>
          <p:cNvPicPr>
            <a:picLocks noChangeAspect="1"/>
          </p:cNvPicPr>
          <p:nvPr userDrawn="1"/>
        </p:nvPicPr>
        <p:blipFill>
          <a:blip r:embed="rId4"/>
          <a:stretch>
            <a:fillRect/>
          </a:stretch>
        </p:blipFill>
        <p:spPr>
          <a:xfrm>
            <a:off x="553417" y="355597"/>
            <a:ext cx="896190" cy="816935"/>
          </a:xfrm>
          <a:prstGeom prst="rect">
            <a:avLst/>
          </a:prstGeom>
        </p:spPr>
      </p:pic>
    </p:spTree>
    <p:extLst>
      <p:ext uri="{BB962C8B-B14F-4D97-AF65-F5344CB8AC3E}">
        <p14:creationId xmlns:p14="http://schemas.microsoft.com/office/powerpoint/2010/main" val="1279930535"/>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Objectives en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144ACF8-D142-4EA6-904C-F3059944D16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bwMode="ltGray">
          <a:xfrm>
            <a:off x="0" y="178203"/>
            <a:ext cx="5258534" cy="1095528"/>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5638800"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7" name="Picture 6">
            <a:extLst>
              <a:ext uri="{FF2B5EF4-FFF2-40B4-BE49-F238E27FC236}">
                <a16:creationId xmlns:a16="http://schemas.microsoft.com/office/drawing/2014/main" id="{20EB06D5-E8E9-40AF-A2B8-743D9359C9C2}"/>
              </a:ext>
            </a:extLst>
          </p:cNvPr>
          <p:cNvPicPr>
            <a:picLocks noChangeAspect="1"/>
          </p:cNvPicPr>
          <p:nvPr userDrawn="1"/>
        </p:nvPicPr>
        <p:blipFill>
          <a:blip r:embed="rId5"/>
          <a:stretch>
            <a:fillRect/>
          </a:stretch>
        </p:blipFill>
        <p:spPr>
          <a:xfrm>
            <a:off x="362164" y="259001"/>
            <a:ext cx="926672" cy="926672"/>
          </a:xfrm>
          <a:prstGeom prst="rect">
            <a:avLst/>
          </a:prstGeom>
        </p:spPr>
      </p:pic>
      <p:sp>
        <p:nvSpPr>
          <p:cNvPr id="9" name="Title 4">
            <a:extLst>
              <a:ext uri="{FF2B5EF4-FFF2-40B4-BE49-F238E27FC236}">
                <a16:creationId xmlns:a16="http://schemas.microsoft.com/office/drawing/2014/main" id="{7B3316A4-5E32-46E9-B90B-EE77B07D3533}"/>
              </a:ext>
            </a:extLst>
          </p:cNvPr>
          <p:cNvSpPr>
            <a:spLocks noGrp="1"/>
          </p:cNvSpPr>
          <p:nvPr userDrawn="1">
            <p:ph type="title" hasCustomPrompt="1"/>
            <p:custDataLst>
              <p:tags r:id="rId1"/>
            </p:custDataLst>
          </p:nvPr>
        </p:nvSpPr>
        <p:spPr bwMode="gray">
          <a:xfrm>
            <a:off x="1498175" y="182880"/>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8" name="ConStatement">
            <a:extLst>
              <a:ext uri="{FF2B5EF4-FFF2-40B4-BE49-F238E27FC236}">
                <a16:creationId xmlns:a16="http://schemas.microsoft.com/office/drawing/2014/main" id="{DF604FF0-2DB9-449C-BFEA-2BBAB8E5CAFB}"/>
              </a:ext>
            </a:extLst>
          </p:cNvPr>
          <p:cNvSpPr txBox="1"/>
          <p:nvPr userDrawn="1">
            <p:custDataLst>
              <p:tags r:id="rId2"/>
            </p:custDataLst>
          </p:nvPr>
        </p:nvSpPr>
        <p:spPr>
          <a:xfrm>
            <a:off x="4200525" y="6605464"/>
            <a:ext cx="3790950" cy="245794"/>
          </a:xfrm>
          <a:prstGeom prst="rect">
            <a:avLst/>
          </a:prstGeom>
          <a:solidFill>
            <a:schemeClr val="bg1"/>
          </a:solidFill>
        </p:spPr>
        <p:txBody>
          <a:bodyPr vert="horz" wrap="none" lIns="91440" tIns="45720" rIns="91440" bIns="45720" rtlCol="0" anchor="ctr">
            <a:noAutofit/>
          </a:bodyPr>
          <a:lstStyle/>
          <a:p>
            <a:pPr algn="ctr"/>
            <a:endParaRPr sz="800">
              <a:solidFill>
                <a:srgbClr val="7F7F7F"/>
              </a:solidFill>
              <a:latin typeface="Arial"/>
            </a:endParaRPr>
          </a:p>
        </p:txBody>
      </p:sp>
    </p:spTree>
    <p:extLst>
      <p:ext uri="{BB962C8B-B14F-4D97-AF65-F5344CB8AC3E}">
        <p14:creationId xmlns:p14="http://schemas.microsoft.com/office/powerpoint/2010/main" val="1261447088"/>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C4FDD83-45EE-4570-BDB4-2BCC3000CD23}"/>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5" name="Title 4">
            <a:extLst>
              <a:ext uri="{FF2B5EF4-FFF2-40B4-BE49-F238E27FC236}">
                <a16:creationId xmlns:a16="http://schemas.microsoft.com/office/drawing/2014/main" id="{13AB35E0-AD47-4AD2-A594-DF7D8B2173E4}"/>
              </a:ext>
            </a:extLst>
          </p:cNvPr>
          <p:cNvSpPr>
            <a:spLocks noGrp="1"/>
          </p:cNvSpPr>
          <p:nvPr userDrawn="1">
            <p:ph type="title" hasCustomPrompt="1"/>
            <p:custDataLst>
              <p:tags r:id="rId1"/>
            </p:custDataLst>
          </p:nvPr>
        </p:nvSpPr>
        <p:spPr>
          <a:xfrm>
            <a:off x="-1" y="183402"/>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188720"/>
            <a:ext cx="11277922" cy="5185186"/>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516746064"/>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51924-A24A-489C-BBC3-DABEE7760686}"/>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2" name="Title 1"/>
          <p:cNvSpPr>
            <a:spLocks noGrp="1"/>
          </p:cNvSpPr>
          <p:nvPr>
            <p:ph type="title" hasCustomPrompt="1"/>
            <p:custDataLst>
              <p:tags r:id="rId1"/>
            </p:custDataLst>
          </p:nvPr>
        </p:nvSpPr>
        <p:spPr>
          <a:xfrm>
            <a:off x="0" y="183402"/>
            <a:ext cx="11615351"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solidFill>
                  <a:schemeClr val="lt1"/>
                </a:solidFill>
                <a:ea typeface="+mn-ea"/>
                <a:cs typeface="+mn-cs"/>
              </a:defRPr>
            </a:lvl1pPr>
          </a:lstStyle>
          <a:p>
            <a:pPr marL="0" lvl="0" defTabSz="457200"/>
            <a:r>
              <a:t>Click to Add a Title</a:t>
            </a:r>
          </a:p>
        </p:txBody>
      </p:sp>
      <p:sp>
        <p:nvSpPr>
          <p:cNvPr id="9" name="Text Placeholder 8">
            <a:extLst>
              <a:ext uri="{FF2B5EF4-FFF2-40B4-BE49-F238E27FC236}">
                <a16:creationId xmlns:a16="http://schemas.microsoft.com/office/drawing/2014/main" id="{E9214336-643F-45BB-8453-2539A84E7CFF}"/>
              </a:ext>
            </a:extLst>
          </p:cNvPr>
          <p:cNvSpPr>
            <a:spLocks noGrp="1"/>
          </p:cNvSpPr>
          <p:nvPr userDrawn="1">
            <p:ph type="body" sz="quarter" idx="13"/>
          </p:nvPr>
        </p:nvSpPr>
        <p:spPr>
          <a:xfrm>
            <a:off x="457200" y="1188720"/>
            <a:ext cx="5524500" cy="5238974"/>
          </a:xfrm>
        </p:spPr>
        <p:txBody>
          <a:bodyPr/>
          <a:lstStyle>
            <a:lvl1pPr>
              <a:spcBef>
                <a:spcPts val="600"/>
              </a:spcBef>
              <a:spcAft>
                <a:spcPts val="600"/>
              </a:spcAft>
              <a:defRPr/>
            </a:lvl1pPr>
          </a:lstStyle>
          <a:p>
            <a:pPr lvl="0"/>
            <a:r>
              <a:rPr lang="en-US"/>
              <a:t>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88639FF6-ED59-4B79-AD58-17FB714FC4D6}"/>
              </a:ext>
            </a:extLst>
          </p:cNvPr>
          <p:cNvSpPr>
            <a:spLocks noGrp="1"/>
          </p:cNvSpPr>
          <p:nvPr userDrawn="1">
            <p:ph type="body" sz="quarter" idx="14"/>
          </p:nvPr>
        </p:nvSpPr>
        <p:spPr>
          <a:xfrm>
            <a:off x="6210300" y="1188720"/>
            <a:ext cx="5524500" cy="5238974"/>
          </a:xfrm>
        </p:spPr>
        <p:txBody>
          <a:bodyPr/>
          <a:lstStyle>
            <a:lvl1pPr>
              <a:spcBef>
                <a:spcPts val="600"/>
              </a:spcBef>
              <a:spcAft>
                <a:spcPts val="600"/>
              </a:spcAft>
              <a:defRPr lang="en-US" sz="2400" kern="1200" baseline="0" smtClean="0">
                <a:solidFill>
                  <a:schemeClr val="tx1"/>
                </a:solidFill>
                <a:latin typeface="+mn-lt"/>
                <a:ea typeface="+mn-ea"/>
                <a:cs typeface="+mn-cs"/>
              </a:defRPr>
            </a:lvl1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84175187"/>
      </p:ext>
    </p:extLst>
  </p:cSld>
  <p:clrMapOvr>
    <a:masterClrMapping/>
  </p:clrMapOvr>
  <p:extLst>
    <p:ext uri="{DCECCB84-F9BA-43D5-87BE-67443E8EF086}">
      <p15:sldGuideLst xmlns:p15="http://schemas.microsoft.com/office/powerpoint/2012/main">
        <p15:guide id="3" orient="horz" pos="1152">
          <p15:clr>
            <a:srgbClr val="5ACBF0"/>
          </p15:clr>
        </p15:guide>
        <p15:guide id="4" orient="horz" pos="720">
          <p15:clr>
            <a:srgbClr val="5ACBF0"/>
          </p15:clr>
        </p15:guide>
        <p15:guide id="5" orient="horz" pos="3888">
          <p15:clr>
            <a:srgbClr val="5ACBF0"/>
          </p15:clr>
        </p15:guide>
        <p15:guide id="6" pos="7392">
          <p15:clr>
            <a:srgbClr val="5ACBF0"/>
          </p15:clr>
        </p15:guide>
        <p15:guide id="7" pos="288">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cSld name="2_Title Slide">
    <p:spTree>
      <p:nvGrpSpPr>
        <p:cNvPr id="1" name=""/>
        <p:cNvGrpSpPr/>
        <p:nvPr/>
      </p:nvGrpSpPr>
      <p:grpSpPr>
        <a:xfrm>
          <a:off x="0" y="0"/>
          <a:ext cx="0" cy="0"/>
          <a:chOff x="0" y="0"/>
          <a:chExt cx="0" cy="0"/>
        </a:xfrm>
      </p:grpSpPr>
      <p:sp>
        <p:nvSpPr>
          <p:cNvPr id="4" name="Freeform 7">
            <a:extLst>
              <a:ext uri="{FF2B5EF4-FFF2-40B4-BE49-F238E27FC236}">
                <a16:creationId xmlns:a16="http://schemas.microsoft.com/office/drawing/2014/main" id="{384A1CC3-95D3-4FEB-A962-6508F5208D7C}"/>
              </a:ext>
            </a:extLst>
          </p:cNvPr>
          <p:cNvSpPr>
            <a:spLocks noChangeArrowheads="1"/>
          </p:cNvSpPr>
          <p:nvPr userDrawn="1"/>
        </p:nvSpPr>
        <p:spPr bwMode="auto">
          <a:xfrm>
            <a:off x="812800" y="1219200"/>
            <a:ext cx="105664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rgbClr val="000099"/>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800"/>
          </a:p>
        </p:txBody>
      </p:sp>
      <p:sp>
        <p:nvSpPr>
          <p:cNvPr id="5" name="Line 8">
            <a:extLst>
              <a:ext uri="{FF2B5EF4-FFF2-40B4-BE49-F238E27FC236}">
                <a16:creationId xmlns:a16="http://schemas.microsoft.com/office/drawing/2014/main" id="{FAA244FE-70F8-4576-B76F-50AA3D69912D}"/>
              </a:ext>
            </a:extLst>
          </p:cNvPr>
          <p:cNvSpPr>
            <a:spLocks noChangeShapeType="1"/>
          </p:cNvSpPr>
          <p:nvPr userDrawn="1"/>
        </p:nvSpPr>
        <p:spPr bwMode="auto">
          <a:xfrm>
            <a:off x="2641601" y="3962400"/>
            <a:ext cx="8682567"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 name="TextBox 5">
            <a:extLst>
              <a:ext uri="{FF2B5EF4-FFF2-40B4-BE49-F238E27FC236}">
                <a16:creationId xmlns:a16="http://schemas.microsoft.com/office/drawing/2014/main" id="{EE7587D9-0DE4-4C69-A80A-301C646195FC}"/>
              </a:ext>
            </a:extLst>
          </p:cNvPr>
          <p:cNvSpPr txBox="1">
            <a:spLocks noChangeArrowheads="1"/>
          </p:cNvSpPr>
          <p:nvPr userDrawn="1"/>
        </p:nvSpPr>
        <p:spPr bwMode="auto">
          <a:xfrm>
            <a:off x="3048000" y="6521451"/>
            <a:ext cx="508000" cy="244475"/>
          </a:xfrm>
          <a:prstGeom prst="rect">
            <a:avLst/>
          </a:prstGeom>
          <a:noFill/>
          <a:ln>
            <a:noFill/>
          </a:ln>
        </p:spPr>
        <p:txBody>
          <a:bodyPr>
            <a:spAutoFit/>
          </a:bodyPr>
          <a:lstStyle>
            <a:lvl1pPr>
              <a:defRPr sz="1400">
                <a:solidFill>
                  <a:schemeClr val="tx1"/>
                </a:solidFill>
                <a:latin typeface="Times New Roman" panose="02020603050405020304" pitchFamily="18" charset="0"/>
                <a:cs typeface="Arial" panose="020B0604020202020204" pitchFamily="34" charset="0"/>
              </a:defRPr>
            </a:lvl1pPr>
            <a:lvl2pPr marL="742950" indent="-285750">
              <a:defRPr sz="1400">
                <a:solidFill>
                  <a:schemeClr val="tx1"/>
                </a:solidFill>
                <a:latin typeface="Times New Roman" panose="02020603050405020304" pitchFamily="18" charset="0"/>
                <a:cs typeface="Arial" panose="020B0604020202020204" pitchFamily="34" charset="0"/>
              </a:defRPr>
            </a:lvl2pPr>
            <a:lvl3pPr marL="1143000" indent="-228600">
              <a:defRPr sz="1400">
                <a:solidFill>
                  <a:schemeClr val="tx1"/>
                </a:solidFill>
                <a:latin typeface="Times New Roman" panose="02020603050405020304" pitchFamily="18" charset="0"/>
                <a:cs typeface="Arial" panose="020B0604020202020204" pitchFamily="34" charset="0"/>
              </a:defRPr>
            </a:lvl3pPr>
            <a:lvl4pPr marL="1600200" indent="-228600">
              <a:defRPr sz="1400">
                <a:solidFill>
                  <a:schemeClr val="tx1"/>
                </a:solidFill>
                <a:latin typeface="Times New Roman" panose="02020603050405020304" pitchFamily="18" charset="0"/>
                <a:cs typeface="Arial" panose="020B0604020202020204" pitchFamily="34" charset="0"/>
              </a:defRPr>
            </a:lvl4pPr>
            <a:lvl5pPr marL="2057400" indent="-228600">
              <a:defRPr sz="1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9pPr>
          </a:lstStyle>
          <a:p>
            <a:pPr algn="ctr" eaLnBrk="1" hangingPunct="1"/>
            <a:fld id="{1FC11AB6-A325-4092-8B78-EFDCDE2E0C77}" type="slidenum">
              <a:rPr lang="en-US" altLang="en-US" sz="1000">
                <a:solidFill>
                  <a:srgbClr val="595959"/>
                </a:solidFill>
                <a:latin typeface="Arial" panose="020B0604020202020204" pitchFamily="34" charset="0"/>
              </a:rPr>
              <a:pPr algn="ctr" eaLnBrk="1" hangingPunct="1"/>
              <a:t>‹#›</a:t>
            </a:fld>
            <a:endParaRPr lang="en-US" altLang="en-US" sz="1000">
              <a:solidFill>
                <a:srgbClr val="595959"/>
              </a:solidFill>
              <a:latin typeface="Arial" panose="020B0604020202020204" pitchFamily="34" charset="0"/>
            </a:endParaRPr>
          </a:p>
        </p:txBody>
      </p:sp>
      <p:sp>
        <p:nvSpPr>
          <p:cNvPr id="7" name="Rectangle 6">
            <a:extLst>
              <a:ext uri="{FF2B5EF4-FFF2-40B4-BE49-F238E27FC236}">
                <a16:creationId xmlns:a16="http://schemas.microsoft.com/office/drawing/2014/main" id="{E68267EF-0567-454E-8850-53A7734CC145}"/>
              </a:ext>
            </a:extLst>
          </p:cNvPr>
          <p:cNvSpPr>
            <a:spLocks noChangeArrowheads="1"/>
          </p:cNvSpPr>
          <p:nvPr userDrawn="1"/>
        </p:nvSpPr>
        <p:spPr bwMode="auto">
          <a:xfrm>
            <a:off x="3009900" y="5897564"/>
            <a:ext cx="6096000"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400">
                <a:solidFill>
                  <a:schemeClr val="tx1"/>
                </a:solidFill>
                <a:latin typeface="Times New Roman" panose="02020603050405020304" pitchFamily="18" charset="0"/>
                <a:cs typeface="Arial" panose="020B0604020202020204" pitchFamily="34" charset="0"/>
              </a:defRPr>
            </a:lvl1pPr>
            <a:lvl2pPr marL="742950" indent="-285750" eaLnBrk="0" hangingPunct="0">
              <a:defRPr sz="1400">
                <a:solidFill>
                  <a:schemeClr val="tx1"/>
                </a:solidFill>
                <a:latin typeface="Times New Roman" panose="02020603050405020304" pitchFamily="18" charset="0"/>
                <a:cs typeface="Arial" panose="020B0604020202020204" pitchFamily="34" charset="0"/>
              </a:defRPr>
            </a:lvl2pPr>
            <a:lvl3pPr marL="1143000" indent="-228600" eaLnBrk="0" hangingPunct="0">
              <a:defRPr sz="1400">
                <a:solidFill>
                  <a:schemeClr val="tx1"/>
                </a:solidFill>
                <a:latin typeface="Times New Roman" panose="02020603050405020304" pitchFamily="18" charset="0"/>
                <a:cs typeface="Arial" panose="020B0604020202020204" pitchFamily="34" charset="0"/>
              </a:defRPr>
            </a:lvl3pPr>
            <a:lvl4pPr marL="1600200" indent="-228600" eaLnBrk="0" hangingPunct="0">
              <a:defRPr sz="1400">
                <a:solidFill>
                  <a:schemeClr val="tx1"/>
                </a:solidFill>
                <a:latin typeface="Times New Roman" panose="02020603050405020304" pitchFamily="18" charset="0"/>
                <a:cs typeface="Arial" panose="020B0604020202020204" pitchFamily="34" charset="0"/>
              </a:defRPr>
            </a:lvl4pPr>
            <a:lvl5pPr marL="2057400" indent="-228600" eaLnBrk="0" hangingPunct="0">
              <a:defRPr sz="1400">
                <a:solidFill>
                  <a:schemeClr val="tx1"/>
                </a:solidFill>
                <a:latin typeface="Times New Roman" panose="02020603050405020304" pitchFamily="18" charset="0"/>
                <a:cs typeface="Arial" panose="020B0604020202020204" pitchFamily="34" charset="0"/>
              </a:defRPr>
            </a:lvl5pPr>
            <a:lvl6pPr marL="2514600" indent="-228600" algn="ctr"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6pPr>
            <a:lvl7pPr marL="2971800" indent="-228600" algn="ctr"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7pPr>
            <a:lvl8pPr marL="3429000" indent="-228600" algn="ctr"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8pPr>
            <a:lvl9pPr marL="3886200" indent="-228600" algn="ctr"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9pPr>
          </a:lstStyle>
          <a:p>
            <a:pPr algn="ctr" eaLnBrk="1" hangingPunct="1">
              <a:defRPr/>
            </a:pPr>
            <a:r>
              <a:rPr lang="en-US" altLang="en-US" sz="900" dirty="0">
                <a:latin typeface="Arial" panose="020B0604020202020204" pitchFamily="34" charset="0"/>
              </a:rPr>
              <a:t>Synopsys University Courseware </a:t>
            </a:r>
          </a:p>
          <a:p>
            <a:pPr algn="ctr" eaLnBrk="1" hangingPunct="1">
              <a:defRPr/>
            </a:pPr>
            <a:r>
              <a:rPr lang="en-US" altLang="en-US" sz="900" dirty="0">
                <a:latin typeface="Arial" panose="020B0604020202020204" pitchFamily="34" charset="0"/>
              </a:rPr>
              <a:t>Copyright © 2017 Synopsys, Inc. All rights reserved.</a:t>
            </a:r>
          </a:p>
          <a:p>
            <a:pPr algn="ctr" eaLnBrk="1" hangingPunct="1">
              <a:defRPr/>
            </a:pPr>
            <a:r>
              <a:rPr lang="en-US" altLang="en-US" sz="900" dirty="0">
                <a:latin typeface="Arial" panose="020B0604020202020204" pitchFamily="34" charset="0"/>
              </a:rPr>
              <a:t>Object-Oriented Programming</a:t>
            </a:r>
          </a:p>
          <a:p>
            <a:pPr algn="ctr" eaLnBrk="1" hangingPunct="1">
              <a:defRPr/>
            </a:pPr>
            <a:r>
              <a:rPr lang="en-US" altLang="en-US" sz="900" dirty="0">
                <a:latin typeface="Arial" panose="020B0604020202020204" pitchFamily="34" charset="0"/>
              </a:rPr>
              <a:t>Lecture - 1</a:t>
            </a:r>
          </a:p>
          <a:p>
            <a:pPr algn="ctr" eaLnBrk="1" hangingPunct="1">
              <a:defRPr/>
            </a:pPr>
            <a:r>
              <a:rPr lang="en-US" altLang="en-US" sz="900" dirty="0">
                <a:latin typeface="Arial" panose="020B0604020202020204" pitchFamily="34" charset="0"/>
              </a:rPr>
              <a:t>Developed By: Vazgen Melikyan</a:t>
            </a:r>
          </a:p>
        </p:txBody>
      </p:sp>
      <p:pic>
        <p:nvPicPr>
          <p:cNvPr id="8" name="Picture 11" descr="Synopsys_color">
            <a:extLst>
              <a:ext uri="{FF2B5EF4-FFF2-40B4-BE49-F238E27FC236}">
                <a16:creationId xmlns:a16="http://schemas.microsoft.com/office/drawing/2014/main" id="{FA7C1882-0B01-4AFB-B264-DE81F0D4763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67267" y="5932489"/>
            <a:ext cx="1856317"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6" descr="D:\Users\User\Desktop\My Documents\AcCouncil\Logo_NPUA\LogoPolytech_1.png">
            <a:extLst>
              <a:ext uri="{FF2B5EF4-FFF2-40B4-BE49-F238E27FC236}">
                <a16:creationId xmlns:a16="http://schemas.microsoft.com/office/drawing/2014/main" id="{4F0C6F6B-E20A-4231-B9BD-BA525FE1B174}"/>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398001" y="5932488"/>
            <a:ext cx="220556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69890" name="Rectangle 2"/>
          <p:cNvSpPr>
            <a:spLocks noGrp="1" noChangeArrowheads="1"/>
          </p:cNvSpPr>
          <p:nvPr>
            <p:ph type="ctrTitle"/>
          </p:nvPr>
        </p:nvSpPr>
        <p:spPr>
          <a:xfrm>
            <a:off x="1219201" y="1524000"/>
            <a:ext cx="10164233" cy="1752600"/>
          </a:xfrm>
        </p:spPr>
        <p:txBody>
          <a:bodyPr/>
          <a:lstStyle>
            <a:lvl1pPr>
              <a:defRPr sz="4000"/>
            </a:lvl1pPr>
          </a:lstStyle>
          <a:p>
            <a:endParaRPr lang="en-US" altLang="en-US"/>
          </a:p>
        </p:txBody>
      </p:sp>
      <p:sp>
        <p:nvSpPr>
          <p:cNvPr id="2469891" name="Rectangle 3"/>
          <p:cNvSpPr>
            <a:spLocks noGrp="1" noChangeArrowheads="1"/>
          </p:cNvSpPr>
          <p:nvPr>
            <p:ph type="subTitle" idx="1"/>
          </p:nvPr>
        </p:nvSpPr>
        <p:spPr>
          <a:xfrm>
            <a:off x="2641600" y="3962400"/>
            <a:ext cx="8737600" cy="1752600"/>
          </a:xfrm>
        </p:spPr>
        <p:txBody>
          <a:bodyPr/>
          <a:lstStyle>
            <a:lvl1pPr marL="0" indent="0">
              <a:buFont typeface="Wingdings" pitchFamily="2" charset="2"/>
              <a:buNone/>
              <a:defRPr sz="2800"/>
            </a:lvl1pPr>
          </a:lstStyle>
          <a:p>
            <a:endParaRPr lang="en-US" altLang="en-US"/>
          </a:p>
        </p:txBody>
      </p:sp>
    </p:spTree>
    <p:extLst>
      <p:ext uri="{BB962C8B-B14F-4D97-AF65-F5344CB8AC3E}">
        <p14:creationId xmlns:p14="http://schemas.microsoft.com/office/powerpoint/2010/main" val="8864740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p>
        </p:txBody>
      </p:sp>
      <p:sp>
        <p:nvSpPr>
          <p:cNvPr id="3" name="Table Placeholder 2"/>
          <p:cNvSpPr>
            <a:spLocks noGrp="1"/>
          </p:cNvSpPr>
          <p:nvPr>
            <p:ph type="tbl" idx="1"/>
          </p:nvPr>
        </p:nvSpPr>
        <p:spPr>
          <a:xfrm>
            <a:off x="609600" y="1600200"/>
            <a:ext cx="10972800" cy="4211638"/>
          </a:xfrm>
        </p:spPr>
        <p:txBody>
          <a:bodyPr/>
          <a:lstStyle/>
          <a:p>
            <a:pPr lvl="0"/>
            <a:endParaRPr lang="en-US" noProof="0"/>
          </a:p>
        </p:txBody>
      </p:sp>
    </p:spTree>
    <p:extLst>
      <p:ext uri="{BB962C8B-B14F-4D97-AF65-F5344CB8AC3E}">
        <p14:creationId xmlns:p14="http://schemas.microsoft.com/office/powerpoint/2010/main" val="306832199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cSld name="2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384800"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0"/>
            <a:ext cx="5384800"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460129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ags" Target="../tags/tag7.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ags" Target="../tags/tag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36"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ags" Target="../tags/tag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ags" Target="../tags/tag3.xml"/><Relationship Id="rId3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29"/>
            </p:custDataLst>
          </p:nvPr>
        </p:nvSpPr>
        <p:spPr>
          <a:xfrm>
            <a:off x="457200" y="0"/>
            <a:ext cx="11277922" cy="100584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custDataLst>
              <p:tags r:id="rId30"/>
            </p:custDataLst>
          </p:nvPr>
        </p:nvSpPr>
        <p:spPr>
          <a:xfrm>
            <a:off x="456555" y="1554480"/>
            <a:ext cx="11278244" cy="4846320"/>
          </a:xfrm>
          <a:prstGeom prst="rect">
            <a:avLst/>
          </a:prstGeom>
        </p:spPr>
        <p:txBody>
          <a:bodyPr vert="horz" lIns="91440" tIns="45720" rIns="91440" bIns="45720" rtlCol="0">
            <a:noAutofit/>
          </a:bodyPr>
          <a:lstStyle/>
          <a:p>
            <a:pPr marL="288925" lvl="0" indent="-288925">
              <a:spcBef>
                <a:spcPts val="0"/>
              </a:spcBef>
              <a:spcAft>
                <a:spcPts val="600"/>
              </a:spcAft>
              <a:tabLst/>
            </a:pPr>
            <a:r>
              <a:rPr dirty="0"/>
              <a:t>Edit Master text styles</a:t>
            </a:r>
            <a:endParaRPr lang="en-US" dirty="0"/>
          </a:p>
          <a:p>
            <a:pPr marL="690563" lvl="1" indent="-327025">
              <a:tabLst/>
            </a:pPr>
            <a:r>
              <a:rPr lang="en-US" dirty="0"/>
              <a:t>Second level</a:t>
            </a:r>
          </a:p>
          <a:p>
            <a:pPr marL="914400" lvl="2" indent="-223838">
              <a:tabLst>
                <a:tab pos="736600" algn="l"/>
              </a:tabLst>
            </a:pPr>
            <a:r>
              <a:rPr dirty="0"/>
              <a:t>Third level</a:t>
            </a:r>
          </a:p>
          <a:p>
            <a:pPr lvl="3"/>
            <a:r>
              <a:rPr dirty="0"/>
              <a:t>Fourth level</a:t>
            </a:r>
          </a:p>
        </p:txBody>
      </p:sp>
      <p:sp>
        <p:nvSpPr>
          <p:cNvPr id="26" name="TaggedShape" hidden="1"/>
          <p:cNvSpPr/>
          <p:nvPr>
            <p:custDataLst>
              <p:tags r:id="rId31"/>
            </p:custDataLst>
          </p:nvPr>
        </p:nvSpPr>
        <p:spPr>
          <a:xfrm>
            <a:off x="0" y="0"/>
            <a:ext cx="127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4" name="Freeform: Shape 23">
            <a:extLst>
              <a:ext uri="{FF2B5EF4-FFF2-40B4-BE49-F238E27FC236}">
                <a16:creationId xmlns:a16="http://schemas.microsoft.com/office/drawing/2014/main" id="{82E1CD3D-0785-471B-BAE5-08555AEDFFE1}"/>
              </a:ext>
            </a:extLst>
          </p:cNvPr>
          <p:cNvSpPr/>
          <p:nvPr>
            <p:custDataLst>
              <p:tags r:id="rId32"/>
            </p:custDataLst>
          </p:nvPr>
        </p:nvSpPr>
        <p:spPr>
          <a:xfrm>
            <a:off x="-1588" y="6629402"/>
            <a:ext cx="458788" cy="228599"/>
          </a:xfrm>
          <a:custGeom>
            <a:avLst/>
            <a:gdLst>
              <a:gd name="connsiteX0" fmla="*/ 0 w 458788"/>
              <a:gd name="connsiteY0" fmla="*/ 0 h 228599"/>
              <a:gd name="connsiteX1" fmla="*/ 458788 w 458788"/>
              <a:gd name="connsiteY1" fmla="*/ 0 h 228599"/>
              <a:gd name="connsiteX2" fmla="*/ 375500 w 458788"/>
              <a:gd name="connsiteY2" fmla="*/ 228599 h 228599"/>
              <a:gd name="connsiteX3" fmla="*/ 0 w 458788"/>
              <a:gd name="connsiteY3" fmla="*/ 228599 h 228599"/>
              <a:gd name="connsiteX4" fmla="*/ 0 w 458788"/>
              <a:gd name="connsiteY4" fmla="*/ 0 h 228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788" h="228599">
                <a:moveTo>
                  <a:pt x="0" y="0"/>
                </a:moveTo>
                <a:lnTo>
                  <a:pt x="458788" y="0"/>
                </a:lnTo>
                <a:lnTo>
                  <a:pt x="375500" y="228599"/>
                </a:lnTo>
                <a:lnTo>
                  <a:pt x="0" y="22859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5" name="TextBox 24">
            <a:extLst>
              <a:ext uri="{FF2B5EF4-FFF2-40B4-BE49-F238E27FC236}">
                <a16:creationId xmlns:a16="http://schemas.microsoft.com/office/drawing/2014/main" id="{B3A2F83E-0A95-4F8C-83F7-96DB28AE052D}"/>
              </a:ext>
            </a:extLst>
          </p:cNvPr>
          <p:cNvSpPr txBox="1"/>
          <p:nvPr userDrawn="1"/>
        </p:nvSpPr>
        <p:spPr>
          <a:xfrm>
            <a:off x="11734800" y="6546025"/>
            <a:ext cx="414739" cy="252862"/>
          </a:xfrm>
          <a:prstGeom prst="rect">
            <a:avLst/>
          </a:prstGeom>
          <a:noFill/>
        </p:spPr>
        <p:txBody>
          <a:bodyPr wrap="square" lIns="0" bIns="0" rtlCol="0" anchor="b"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fld id="{E25CA445-514E-4DFF-A2F5-DA1F4FE7C8A4}" type="slidenum">
              <a:rPr kumimoji="0" lang="en-US" sz="1600" b="1" i="0" u="none" strike="noStrike" kern="0" cap="none" spc="0" normalizeH="0" baseline="0" noProof="0" smtClean="0">
                <a:ln>
                  <a:noFill/>
                </a:ln>
                <a:solidFill>
                  <a:schemeClr val="tx1">
                    <a:lumMod val="50000"/>
                    <a:lumOff val="50000"/>
                  </a:schemeClr>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a:t>
            </a:fld>
            <a:endParaRPr kumimoji="0" lang="en-US" sz="1600" b="1" i="0" u="none" strike="noStrike" kern="0" cap="none" spc="0" normalizeH="0" baseline="0" noProof="0">
              <a:ln>
                <a:noFill/>
              </a:ln>
              <a:solidFill>
                <a:schemeClr val="tx1">
                  <a:lumMod val="50000"/>
                  <a:lumOff val="50000"/>
                </a:schemeClr>
              </a:solidFill>
              <a:effectLst/>
              <a:uLnTx/>
              <a:uFillTx/>
            </a:endParaRPr>
          </a:p>
        </p:txBody>
      </p:sp>
      <p:sp>
        <p:nvSpPr>
          <p:cNvPr id="27" name="unit_number">
            <a:extLst>
              <a:ext uri="{FF2B5EF4-FFF2-40B4-BE49-F238E27FC236}">
                <a16:creationId xmlns:a16="http://schemas.microsoft.com/office/drawing/2014/main" id="{8B6FE5BD-1FF4-4341-83E6-71D5015C748C}"/>
              </a:ext>
            </a:extLst>
          </p:cNvPr>
          <p:cNvSpPr txBox="1"/>
          <p:nvPr userDrawn="1"/>
        </p:nvSpPr>
        <p:spPr>
          <a:xfrm>
            <a:off x="11320060" y="6546025"/>
            <a:ext cx="414739" cy="252862"/>
          </a:xfrm>
          <a:prstGeom prst="rect">
            <a:avLst/>
          </a:prstGeom>
          <a:noFill/>
        </p:spPr>
        <p:txBody>
          <a:bodyPr wrap="square" rIns="45720" bIns="0" rtlCol="0" anchor="b" anchorCtr="0">
            <a:no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chemeClr val="tx1">
                    <a:lumMod val="50000"/>
                    <a:lumOff val="50000"/>
                  </a:schemeClr>
                </a:solidFill>
                <a:effectLst/>
                <a:uLnTx/>
                <a:uFillTx/>
              </a:rPr>
              <a:t>1-</a:t>
            </a:r>
          </a:p>
        </p:txBody>
      </p:sp>
      <p:pic>
        <p:nvPicPr>
          <p:cNvPr id="5" name="Picture 4">
            <a:extLst>
              <a:ext uri="{FF2B5EF4-FFF2-40B4-BE49-F238E27FC236}">
                <a16:creationId xmlns:a16="http://schemas.microsoft.com/office/drawing/2014/main" id="{0E06A84C-8E1E-43BB-9946-7D7858A92078}"/>
              </a:ext>
            </a:extLst>
          </p:cNvPr>
          <p:cNvPicPr>
            <a:picLocks noChangeAspect="1"/>
          </p:cNvPicPr>
          <p:nvPr userDrawn="1"/>
        </p:nvPicPr>
        <p:blipFill>
          <a:blip r:embed="rId35"/>
          <a:stretch>
            <a:fillRect/>
          </a:stretch>
        </p:blipFill>
        <p:spPr>
          <a:xfrm>
            <a:off x="521037" y="6689589"/>
            <a:ext cx="634039" cy="134124"/>
          </a:xfrm>
          <a:prstGeom prst="rect">
            <a:avLst/>
          </a:prstGeom>
        </p:spPr>
      </p:pic>
      <p:sp>
        <p:nvSpPr>
          <p:cNvPr id="9" name="ConStatement">
            <a:extLst>
              <a:ext uri="{FF2B5EF4-FFF2-40B4-BE49-F238E27FC236}">
                <a16:creationId xmlns:a16="http://schemas.microsoft.com/office/drawing/2014/main" id="{B9E42BCE-96A2-4259-9F28-FB818DA0D285}"/>
              </a:ext>
            </a:extLst>
          </p:cNvPr>
          <p:cNvSpPr txBox="1"/>
          <p:nvPr userDrawn="1">
            <p:custDataLst>
              <p:tags r:id="rId33"/>
            </p:custDataLst>
          </p:nvPr>
        </p:nvSpPr>
        <p:spPr>
          <a:xfrm>
            <a:off x="5086350" y="6605464"/>
            <a:ext cx="2019300" cy="245794"/>
          </a:xfrm>
          <a:prstGeom prst="rect">
            <a:avLst/>
          </a:prstGeom>
          <a:noFill/>
        </p:spPr>
        <p:txBody>
          <a:bodyPr vert="horz" wrap="none" lIns="91440" tIns="45720" rIns="91440" bIns="45720" rtlCol="0" anchor="ctr">
            <a:noAutofit/>
          </a:bodyPr>
          <a:lstStyle/>
          <a:p>
            <a:pPr algn="ctr"/>
            <a:r>
              <a:rPr sz="800" dirty="0">
                <a:solidFill>
                  <a:schemeClr val="bg1">
                    <a:lumMod val="65000"/>
                  </a:schemeClr>
                </a:solidFill>
                <a:latin typeface="Arial"/>
              </a:rPr>
              <a:t>Synopsys </a:t>
            </a:r>
            <a:r>
              <a:rPr lang="en-US" sz="800" dirty="0">
                <a:solidFill>
                  <a:schemeClr val="bg1">
                    <a:lumMod val="65000"/>
                  </a:schemeClr>
                </a:solidFill>
                <a:latin typeface="Arial"/>
              </a:rPr>
              <a:t>University Courseware</a:t>
            </a:r>
            <a:br>
              <a:rPr lang="en-US" sz="800" dirty="0">
                <a:solidFill>
                  <a:schemeClr val="bg1">
                    <a:lumMod val="65000"/>
                  </a:schemeClr>
                </a:solidFill>
                <a:latin typeface="Arial"/>
              </a:rPr>
            </a:br>
            <a:r>
              <a:rPr lang="en-US" sz="800" dirty="0">
                <a:solidFill>
                  <a:schemeClr val="bg1">
                    <a:lumMod val="65000"/>
                  </a:schemeClr>
                </a:solidFill>
                <a:latin typeface="Arial"/>
              </a:rPr>
              <a:t>Developed by: </a:t>
            </a:r>
            <a:r>
              <a:rPr lang="en-US" sz="800" dirty="0" err="1">
                <a:solidFill>
                  <a:schemeClr val="bg1">
                    <a:lumMod val="65000"/>
                  </a:schemeClr>
                </a:solidFill>
                <a:latin typeface="Arial"/>
              </a:rPr>
              <a:t>Vazgen</a:t>
            </a:r>
            <a:r>
              <a:rPr lang="en-US" sz="800" dirty="0">
                <a:solidFill>
                  <a:schemeClr val="bg1">
                    <a:lumMod val="65000"/>
                  </a:schemeClr>
                </a:solidFill>
                <a:latin typeface="Arial"/>
              </a:rPr>
              <a:t> </a:t>
            </a:r>
            <a:r>
              <a:rPr lang="en-US" sz="800" dirty="0" err="1">
                <a:solidFill>
                  <a:schemeClr val="bg1">
                    <a:lumMod val="65000"/>
                  </a:schemeClr>
                </a:solidFill>
                <a:latin typeface="Arial"/>
              </a:rPr>
              <a:t>Melikyan</a:t>
            </a:r>
            <a:endParaRPr sz="800" dirty="0">
              <a:solidFill>
                <a:schemeClr val="bg1">
                  <a:lumMod val="65000"/>
                </a:schemeClr>
              </a:solidFill>
              <a:latin typeface="Arial"/>
            </a:endParaRPr>
          </a:p>
        </p:txBody>
      </p:sp>
      <p:sp>
        <p:nvSpPr>
          <p:cNvPr id="10" name="ConStatement">
            <a:extLst>
              <a:ext uri="{FF2B5EF4-FFF2-40B4-BE49-F238E27FC236}">
                <a16:creationId xmlns:a16="http://schemas.microsoft.com/office/drawing/2014/main" id="{0E3FE523-B587-4715-8B86-1BEC0FA2C878}"/>
              </a:ext>
            </a:extLst>
          </p:cNvPr>
          <p:cNvSpPr txBox="1"/>
          <p:nvPr userDrawn="1">
            <p:custDataLst>
              <p:tags r:id="rId34"/>
            </p:custDataLst>
          </p:nvPr>
        </p:nvSpPr>
        <p:spPr>
          <a:xfrm>
            <a:off x="9852658" y="6605463"/>
            <a:ext cx="1386842" cy="245794"/>
          </a:xfrm>
          <a:prstGeom prst="rect">
            <a:avLst/>
          </a:prstGeom>
          <a:noFill/>
        </p:spPr>
        <p:txBody>
          <a:bodyPr vert="horz" wrap="none" lIns="91440" tIns="45720" rIns="91440" bIns="45720" rtlCol="0" anchor="ctr">
            <a:noAutofit/>
          </a:bodyPr>
          <a:lstStyle/>
          <a:p>
            <a:pPr algn="ctr"/>
            <a:r>
              <a:rPr lang="en-US" sz="800" dirty="0">
                <a:solidFill>
                  <a:schemeClr val="bg1">
                    <a:lumMod val="65000"/>
                  </a:schemeClr>
                </a:solidFill>
              </a:rPr>
              <a:t>© 2025 All rights reserved..</a:t>
            </a:r>
          </a:p>
        </p:txBody>
      </p:sp>
      <p:pic>
        <p:nvPicPr>
          <p:cNvPr id="11" name="Picture 10">
            <a:extLst>
              <a:ext uri="{FF2B5EF4-FFF2-40B4-BE49-F238E27FC236}">
                <a16:creationId xmlns:a16="http://schemas.microsoft.com/office/drawing/2014/main" id="{AB9DE700-3DB5-446B-B590-7D6007F7DD5B}"/>
              </a:ext>
            </a:extLst>
          </p:cNvPr>
          <p:cNvPicPr/>
          <p:nvPr userDrawn="1"/>
        </p:nvPicPr>
        <p:blipFill>
          <a:blip r:embed="rId36">
            <a:extLst>
              <a:ext uri="{28A0092B-C50C-407E-A947-70E740481C1C}">
                <a14:useLocalDpi xmlns:a14="http://schemas.microsoft.com/office/drawing/2010/main" val="0"/>
              </a:ext>
            </a:extLst>
          </a:blip>
          <a:srcRect/>
          <a:stretch>
            <a:fillRect/>
          </a:stretch>
        </p:blipFill>
        <p:spPr bwMode="auto">
          <a:xfrm>
            <a:off x="1322704" y="6605463"/>
            <a:ext cx="508000" cy="197485"/>
          </a:xfrm>
          <a:prstGeom prst="rect">
            <a:avLst/>
          </a:prstGeom>
          <a:noFill/>
          <a:ln>
            <a:noFill/>
          </a:ln>
        </p:spPr>
      </p:pic>
      <p:cxnSp>
        <p:nvCxnSpPr>
          <p:cNvPr id="6" name="Straight Connector 5">
            <a:extLst>
              <a:ext uri="{FF2B5EF4-FFF2-40B4-BE49-F238E27FC236}">
                <a16:creationId xmlns:a16="http://schemas.microsoft.com/office/drawing/2014/main" id="{FFD62681-087E-4747-9D5B-1C2EE9038396}"/>
              </a:ext>
            </a:extLst>
          </p:cNvPr>
          <p:cNvCxnSpPr>
            <a:cxnSpLocks/>
          </p:cNvCxnSpPr>
          <p:nvPr userDrawn="1"/>
        </p:nvCxnSpPr>
        <p:spPr>
          <a:xfrm>
            <a:off x="1245327" y="6546025"/>
            <a:ext cx="0" cy="252862"/>
          </a:xfrm>
          <a:prstGeom prst="line">
            <a:avLst/>
          </a:prstGeo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9936984"/>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40" r:id="rId12"/>
    <p:sldLayoutId id="2147483741" r:id="rId13"/>
    <p:sldLayoutId id="2147483742" r:id="rId14"/>
    <p:sldLayoutId id="2147483743" r:id="rId15"/>
    <p:sldLayoutId id="2147483744" r:id="rId16"/>
    <p:sldLayoutId id="2147483745" r:id="rId17"/>
    <p:sldLayoutId id="2147483746" r:id="rId18"/>
    <p:sldLayoutId id="2147483747" r:id="rId19"/>
    <p:sldLayoutId id="2147483748" r:id="rId20"/>
    <p:sldLayoutId id="2147483749" r:id="rId21"/>
    <p:sldLayoutId id="2147483750" r:id="rId22"/>
    <p:sldLayoutId id="2147483751" r:id="rId23"/>
    <p:sldLayoutId id="2147483752" r:id="rId24"/>
    <p:sldLayoutId id="2147483753" r:id="rId25"/>
    <p:sldLayoutId id="2147483754" r:id="rId26"/>
    <p:sldLayoutId id="2147483755" r:id="rId27"/>
  </p:sldLayoutIdLst>
  <p:txStyles>
    <p:titleStyle>
      <a:lvl1pPr algn="l" defTabSz="914400" rtl="0" eaLnBrk="1" latinLnBrk="0" hangingPunct="1">
        <a:lnSpc>
          <a:spcPct val="100000"/>
        </a:lnSpc>
        <a:spcBef>
          <a:spcPct val="0"/>
        </a:spcBef>
        <a:buNone/>
        <a:defRPr sz="3200" b="0" kern="1200">
          <a:solidFill>
            <a:schemeClr val="tx1"/>
          </a:solidFill>
          <a:latin typeface="+mj-lt"/>
          <a:ea typeface="+mj-ea"/>
          <a:cs typeface="+mj-cs"/>
        </a:defRPr>
      </a:lvl1pPr>
    </p:titleStyle>
    <p:bodyStyle>
      <a:lvl1pPr marL="365760" indent="-365760" algn="l" defTabSz="914400" rtl="0" eaLnBrk="1" latinLnBrk="0" hangingPunct="1">
        <a:lnSpc>
          <a:spcPct val="100000"/>
        </a:lnSpc>
        <a:spcBef>
          <a:spcPts val="600"/>
        </a:spcBef>
        <a:spcAft>
          <a:spcPts val="1200"/>
        </a:spcAft>
        <a:buClr>
          <a:schemeClr val="accent6"/>
        </a:buClr>
        <a:buSzPct val="75000"/>
        <a:buFont typeface="Wingdings" panose="05000000000000000000" pitchFamily="2" charset="2"/>
        <a:buChar char=""/>
        <a:defRPr sz="2400" kern="1200" baseline="0" dirty="0">
          <a:solidFill>
            <a:schemeClr val="tx1"/>
          </a:solidFill>
          <a:latin typeface="+mn-lt"/>
          <a:ea typeface="+mn-ea"/>
          <a:cs typeface="+mn-cs"/>
        </a:defRPr>
      </a:lvl1pPr>
      <a:lvl2pPr marL="706438" indent="-342900" algn="l" defTabSz="914400" rtl="0" eaLnBrk="1" latinLnBrk="0" hangingPunct="1">
        <a:lnSpc>
          <a:spcPct val="100000"/>
        </a:lnSpc>
        <a:spcBef>
          <a:spcPts val="0"/>
        </a:spcBef>
        <a:spcAft>
          <a:spcPts val="600"/>
        </a:spcAft>
        <a:buClr>
          <a:schemeClr val="tx1"/>
        </a:buClr>
        <a:buSzPct val="70000"/>
        <a:buFont typeface="Wingdings" panose="05000000000000000000" pitchFamily="2" charset="2"/>
        <a:buChar char=""/>
        <a:defRPr sz="2000" kern="1200" dirty="0">
          <a:solidFill>
            <a:schemeClr val="tx1"/>
          </a:solidFill>
          <a:latin typeface="+mn-lt"/>
          <a:ea typeface="+mn-ea"/>
          <a:cs typeface="+mn-cs"/>
        </a:defRPr>
      </a:lvl2pPr>
      <a:lvl3pPr marL="914400" indent="-274320" algn="l" defTabSz="914400" rtl="0" eaLnBrk="1" latinLnBrk="0" hangingPunct="1">
        <a:lnSpc>
          <a:spcPct val="100000"/>
        </a:lnSpc>
        <a:spcBef>
          <a:spcPts val="0"/>
        </a:spcBef>
        <a:spcAft>
          <a:spcPts val="600"/>
        </a:spcAft>
        <a:buClr>
          <a:schemeClr val="tx1"/>
        </a:buClr>
        <a:buSzPct val="60000"/>
        <a:buFont typeface="Wingdings" panose="05000000000000000000" pitchFamily="2" charset="2"/>
        <a:buChar char=""/>
        <a:defRPr sz="1800" kern="1200" dirty="0">
          <a:solidFill>
            <a:schemeClr val="tx1"/>
          </a:solidFill>
          <a:latin typeface="+mn-lt"/>
          <a:ea typeface="+mn-ea"/>
          <a:cs typeface="+mn-cs"/>
        </a:defRPr>
      </a:lvl3pPr>
      <a:lvl4pPr marL="1097280" indent="-274320" algn="l" defTabSz="914400" rtl="0" eaLnBrk="1" latinLnBrk="0" hangingPunct="1">
        <a:lnSpc>
          <a:spcPct val="100000"/>
        </a:lnSpc>
        <a:spcBef>
          <a:spcPts val="0"/>
        </a:spcBef>
        <a:spcAft>
          <a:spcPts val="600"/>
        </a:spcAft>
        <a:buClr>
          <a:schemeClr val="tx1"/>
        </a:buClr>
        <a:buFont typeface="Arial" panose="020B0604020202020204" pitchFamily="34" charset="0"/>
        <a:buChar char="–"/>
        <a:tabLst/>
        <a:defRPr sz="1600" kern="1200" dirty="0">
          <a:solidFill>
            <a:schemeClr val="tx1"/>
          </a:solidFill>
          <a:latin typeface="+mn-lt"/>
          <a:ea typeface="+mn-ea"/>
          <a:cs typeface="+mn-cs"/>
        </a:defRPr>
      </a:lvl4pPr>
      <a:lvl5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600" kern="1200" dirty="0">
          <a:solidFill>
            <a:schemeClr val="tx1"/>
          </a:solidFill>
          <a:latin typeface="+mn-lt"/>
          <a:ea typeface="+mn-ea"/>
          <a:cs typeface="+mn-cs"/>
        </a:defRPr>
      </a:lvl5pPr>
      <a:lvl6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6pPr>
      <a:lvl7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7pPr>
      <a:lvl8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8pPr>
      <a:lvl9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3" pos="3840">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hyperlink" Target="mailto:vazgenm@synopsys.com" TargetMode="External"/><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E57029A5-06D2-3C49-B4AC-21E19BD240D1}"/>
              </a:ext>
            </a:extLst>
          </p:cNvPr>
          <p:cNvSpPr>
            <a:spLocks noGrp="1"/>
          </p:cNvSpPr>
          <p:nvPr>
            <p:ph type="body" sz="quarter" idx="10"/>
          </p:nvPr>
        </p:nvSpPr>
        <p:spPr>
          <a:xfrm>
            <a:off x="456698" y="4526198"/>
            <a:ext cx="8141202" cy="731520"/>
          </a:xfrm>
        </p:spPr>
        <p:txBody>
          <a:bodyPr>
            <a:normAutofit/>
          </a:bodyPr>
          <a:lstStyle/>
          <a:p>
            <a:r>
              <a:rPr lang="en-US"/>
              <a:t>Synopsys Armenia Educational Department</a:t>
            </a:r>
          </a:p>
        </p:txBody>
      </p:sp>
      <p:sp>
        <p:nvSpPr>
          <p:cNvPr id="5" name="Subtitle 4">
            <a:extLst>
              <a:ext uri="{FF2B5EF4-FFF2-40B4-BE49-F238E27FC236}">
                <a16:creationId xmlns:a16="http://schemas.microsoft.com/office/drawing/2014/main" id="{488BA55B-F5DA-D946-B7EA-D63B6269A4F9}"/>
              </a:ext>
            </a:extLst>
          </p:cNvPr>
          <p:cNvSpPr>
            <a:spLocks noGrp="1"/>
          </p:cNvSpPr>
          <p:nvPr>
            <p:ph type="subTitle" idx="1"/>
          </p:nvPr>
        </p:nvSpPr>
        <p:spPr>
          <a:xfrm>
            <a:off x="456557" y="3522681"/>
            <a:ext cx="10417770" cy="990600"/>
          </a:xfrm>
        </p:spPr>
        <p:txBody>
          <a:bodyPr>
            <a:normAutofit/>
          </a:bodyPr>
          <a:lstStyle/>
          <a:p>
            <a:r>
              <a:rPr lang="en-US" altLang="en-US" err="1"/>
              <a:t>Sci.D.Professor</a:t>
            </a:r>
            <a:r>
              <a:rPr lang="en-US" altLang="en-US"/>
              <a:t> Vazgen Melikyan</a:t>
            </a:r>
            <a:endParaRPr lang="ru-RU" altLang="en-US"/>
          </a:p>
        </p:txBody>
      </p:sp>
      <p:sp>
        <p:nvSpPr>
          <p:cNvPr id="4" name="Title 3">
            <a:extLst>
              <a:ext uri="{FF2B5EF4-FFF2-40B4-BE49-F238E27FC236}">
                <a16:creationId xmlns:a16="http://schemas.microsoft.com/office/drawing/2014/main" id="{E4708717-478B-BB4E-8370-FD75D01999A2}"/>
              </a:ext>
            </a:extLst>
          </p:cNvPr>
          <p:cNvSpPr>
            <a:spLocks noGrp="1"/>
          </p:cNvSpPr>
          <p:nvPr>
            <p:ph type="ctrTitle"/>
          </p:nvPr>
        </p:nvSpPr>
        <p:spPr>
          <a:xfrm>
            <a:off x="456555" y="1687591"/>
            <a:ext cx="10763895" cy="1828800"/>
          </a:xfrm>
        </p:spPr>
        <p:txBody>
          <a:bodyPr/>
          <a:lstStyle/>
          <a:p>
            <a:r>
              <a:rPr lang="en-US" altLang="en-US" dirty="0"/>
              <a:t>Static Timing Analysis</a:t>
            </a:r>
            <a:endParaRPr lang="en-US" dirty="0"/>
          </a:p>
        </p:txBody>
      </p:sp>
    </p:spTree>
    <p:extLst>
      <p:ext uri="{BB962C8B-B14F-4D97-AF65-F5344CB8AC3E}">
        <p14:creationId xmlns:p14="http://schemas.microsoft.com/office/powerpoint/2010/main" val="41453019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581221D-E48E-4913-A5BD-72DF685EE9EA}"/>
              </a:ext>
            </a:extLst>
          </p:cNvPr>
          <p:cNvSpPr>
            <a:spLocks noGrp="1"/>
          </p:cNvSpPr>
          <p:nvPr>
            <p:ph sz="quarter" idx="4294967295"/>
          </p:nvPr>
        </p:nvSpPr>
        <p:spPr>
          <a:xfrm>
            <a:off x="660400" y="661988"/>
            <a:ext cx="11531600" cy="5534025"/>
          </a:xfrm>
        </p:spPr>
        <p:txBody>
          <a:bodyPr/>
          <a:lstStyle/>
          <a:p>
            <a:pPr marL="0" indent="0">
              <a:spcAft>
                <a:spcPts val="0"/>
              </a:spcAft>
              <a:buNone/>
            </a:pPr>
            <a:r>
              <a:rPr lang="en-US" sz="3200" b="1"/>
              <a:t>CONFIDENTIAL INFORMATION</a:t>
            </a:r>
          </a:p>
          <a:p>
            <a:pPr marL="0" indent="0">
              <a:buNone/>
            </a:pPr>
            <a:r>
              <a:rPr lang="en-US"/>
              <a:t>The information contained in this presentation is the confidential and proprietary information of Synopsys. You are not permitted to disseminate or use any of </a:t>
            </a:r>
            <a:br>
              <a:rPr lang="en-US"/>
            </a:br>
            <a:r>
              <a:rPr lang="en-US"/>
              <a:t>the information provided to you in this presentation outside of Synopsys without prior written authorization. </a:t>
            </a:r>
          </a:p>
          <a:p>
            <a:pPr marL="0" indent="0">
              <a:spcAft>
                <a:spcPts val="600"/>
              </a:spcAft>
              <a:buNone/>
            </a:pPr>
            <a:endParaRPr lang="en-US" sz="100"/>
          </a:p>
          <a:p>
            <a:pPr marL="0" indent="0">
              <a:spcAft>
                <a:spcPts val="0"/>
              </a:spcAft>
              <a:buNone/>
            </a:pPr>
            <a:r>
              <a:rPr lang="en-US" sz="3200" b="1"/>
              <a:t>IMPORTANT NOTICE</a:t>
            </a:r>
          </a:p>
          <a:p>
            <a:pPr marL="0" indent="0">
              <a:buNone/>
            </a:pPr>
            <a:r>
              <a:rPr lang="en-US"/>
              <a:t>In the event information in this presentation reflects Synopsys’ future plans, such plans are as of the date of this presentation and are subject to change. Synopsys is not obligated to update this presentation or develop the products with the features and functionality discussed in this presentation. Additionally, Synopsys’ services and products may only be offered and purchased pursuant to an authorized quote and purchase order or a mutually agreed upon written contract with Synopsys.</a:t>
            </a:r>
          </a:p>
        </p:txBody>
      </p:sp>
    </p:spTree>
    <p:extLst>
      <p:ext uri="{BB962C8B-B14F-4D97-AF65-F5344CB8AC3E}">
        <p14:creationId xmlns:p14="http://schemas.microsoft.com/office/powerpoint/2010/main" val="10860520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a:extLst>
              <a:ext uri="{FF2B5EF4-FFF2-40B4-BE49-F238E27FC236}">
                <a16:creationId xmlns:a16="http://schemas.microsoft.com/office/drawing/2014/main" id="{8B55976E-322F-44AB-9DB1-259CD0A743CF}"/>
              </a:ext>
            </a:extLst>
          </p:cNvPr>
          <p:cNvSpPr>
            <a:spLocks noGrp="1" noChangeArrowheads="1"/>
          </p:cNvSpPr>
          <p:nvPr>
            <p:ph type="title"/>
          </p:nvPr>
        </p:nvSpPr>
        <p:spPr/>
        <p:txBody>
          <a:bodyPr/>
          <a:lstStyle/>
          <a:p>
            <a:r>
              <a:rPr lang="en-US" altLang="en-US"/>
              <a:t>Administration</a:t>
            </a:r>
          </a:p>
        </p:txBody>
      </p:sp>
      <p:sp>
        <p:nvSpPr>
          <p:cNvPr id="9219" name="Rectangle 2">
            <a:extLst>
              <a:ext uri="{FF2B5EF4-FFF2-40B4-BE49-F238E27FC236}">
                <a16:creationId xmlns:a16="http://schemas.microsoft.com/office/drawing/2014/main" id="{6A16EBD1-F06A-4109-9896-049C07405D7C}"/>
              </a:ext>
            </a:extLst>
          </p:cNvPr>
          <p:cNvSpPr>
            <a:spLocks noGrp="1" noChangeArrowheads="1"/>
          </p:cNvSpPr>
          <p:nvPr>
            <p:ph type="body" sz="quarter" idx="10"/>
          </p:nvPr>
        </p:nvSpPr>
        <p:spPr/>
        <p:txBody>
          <a:bodyPr/>
          <a:lstStyle/>
          <a:p>
            <a:pPr marL="0" indent="0">
              <a:buNone/>
            </a:pPr>
            <a:r>
              <a:rPr lang="en-US" altLang="en-US" dirty="0"/>
              <a:t>Total 20H = 12H Lectures + 8H Laboratory works</a:t>
            </a:r>
          </a:p>
          <a:p>
            <a:pPr marL="0" indent="0">
              <a:buNone/>
            </a:pPr>
            <a:r>
              <a:rPr lang="en-US" altLang="en-US" dirty="0"/>
              <a:t>Course mailing list: send e-mail to  </a:t>
            </a:r>
            <a:r>
              <a:rPr lang="en-US" altLang="en-US" dirty="0" err="1">
                <a:hlinkClick r:id="rId3"/>
              </a:rPr>
              <a:t>vazgenm</a:t>
            </a:r>
            <a:r>
              <a:rPr lang="ru-RU" altLang="en-US" dirty="0">
                <a:hlinkClick r:id="rId3"/>
              </a:rPr>
              <a:t>@s</a:t>
            </a:r>
            <a:r>
              <a:rPr lang="en-US" altLang="en-US" dirty="0">
                <a:hlinkClick r:id="rId3"/>
              </a:rPr>
              <a:t>ynopsys.com</a:t>
            </a:r>
            <a:r>
              <a:rPr lang="en-US" altLang="en-US" dirty="0"/>
              <a:t> </a:t>
            </a:r>
            <a:r>
              <a:rPr lang="ru-RU" altLang="en-US" dirty="0"/>
              <a:t> </a:t>
            </a:r>
            <a:endParaRPr lang="en-US" altLang="en-US" dirty="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3">
            <a:extLst>
              <a:ext uri="{FF2B5EF4-FFF2-40B4-BE49-F238E27FC236}">
                <a16:creationId xmlns:a16="http://schemas.microsoft.com/office/drawing/2014/main" id="{83E71346-EED5-4B63-9844-3DD20A5969C7}"/>
              </a:ext>
            </a:extLst>
          </p:cNvPr>
          <p:cNvSpPr>
            <a:spLocks noGrp="1"/>
          </p:cNvSpPr>
          <p:nvPr>
            <p:ph type="title"/>
          </p:nvPr>
        </p:nvSpPr>
        <p:spPr/>
        <p:txBody>
          <a:bodyPr/>
          <a:lstStyle/>
          <a:p>
            <a:r>
              <a:rPr lang="en-US" altLang="en-US"/>
              <a:t>Grading</a:t>
            </a:r>
          </a:p>
        </p:txBody>
      </p:sp>
      <p:sp>
        <p:nvSpPr>
          <p:cNvPr id="5123" name="Rectangle 3">
            <a:extLst>
              <a:ext uri="{FF2B5EF4-FFF2-40B4-BE49-F238E27FC236}">
                <a16:creationId xmlns:a16="http://schemas.microsoft.com/office/drawing/2014/main" id="{12FBE1E3-2B64-45F1-8677-08403600C9DC}"/>
              </a:ext>
            </a:extLst>
          </p:cNvPr>
          <p:cNvSpPr>
            <a:spLocks noGrp="1" noChangeArrowheads="1"/>
          </p:cNvSpPr>
          <p:nvPr>
            <p:ph type="body" sz="quarter" idx="10"/>
          </p:nvPr>
        </p:nvSpPr>
        <p:spPr/>
        <p:txBody>
          <a:bodyPr/>
          <a:lstStyle/>
          <a:p>
            <a:pPr marL="0" indent="0">
              <a:buNone/>
              <a:defRPr/>
            </a:pPr>
            <a:r>
              <a:rPr lang="en-US" dirty="0"/>
              <a:t>Grading will be assigned on:</a:t>
            </a:r>
          </a:p>
          <a:p>
            <a:pPr marL="292608" lvl="1" indent="0">
              <a:buNone/>
              <a:defRPr/>
            </a:pPr>
            <a:r>
              <a:rPr lang="en-US" sz="2600" dirty="0"/>
              <a:t>Lectures (70 scores)</a:t>
            </a:r>
          </a:p>
          <a:p>
            <a:pPr marL="292608" lvl="1" indent="0">
              <a:buNone/>
              <a:defRPr/>
            </a:pPr>
            <a:r>
              <a:rPr lang="en-US" sz="2600" dirty="0"/>
              <a:t>Laboratory works (30 scores)</a:t>
            </a:r>
            <a:endParaRPr lang="en-US" sz="3800" dirty="0"/>
          </a:p>
          <a:p>
            <a:pPr marL="0" indent="0">
              <a:buNone/>
              <a:defRPr/>
            </a:pPr>
            <a:r>
              <a:rPr lang="en-US" sz="3200" dirty="0"/>
              <a:t>Final exam</a:t>
            </a:r>
            <a:endParaRPr lang="en-US" sz="4400" dirty="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30D35A79-8FCF-436C-BEB2-1F9B3CF68428}"/>
              </a:ext>
            </a:extLst>
          </p:cNvPr>
          <p:cNvSpPr>
            <a:spLocks noGrp="1"/>
          </p:cNvSpPr>
          <p:nvPr>
            <p:ph type="title"/>
          </p:nvPr>
        </p:nvSpPr>
        <p:spPr/>
        <p:txBody>
          <a:bodyPr/>
          <a:lstStyle/>
          <a:p>
            <a:r>
              <a:rPr lang="en-US" altLang="en-US"/>
              <a:t>Course Overview</a:t>
            </a:r>
          </a:p>
        </p:txBody>
      </p:sp>
      <p:sp>
        <p:nvSpPr>
          <p:cNvPr id="8195" name="Content Placeholder 2">
            <a:extLst>
              <a:ext uri="{FF2B5EF4-FFF2-40B4-BE49-F238E27FC236}">
                <a16:creationId xmlns:a16="http://schemas.microsoft.com/office/drawing/2014/main" id="{24593AA4-E0E8-467D-871B-C6D9B69BF5BE}"/>
              </a:ext>
            </a:extLst>
          </p:cNvPr>
          <p:cNvSpPr>
            <a:spLocks noGrp="1"/>
          </p:cNvSpPr>
          <p:nvPr>
            <p:ph type="body" sz="quarter" idx="10"/>
          </p:nvPr>
        </p:nvSpPr>
        <p:spPr/>
        <p:txBody>
          <a:bodyPr/>
          <a:lstStyle/>
          <a:p>
            <a:r>
              <a:rPr lang="en-US" altLang="en-US" sz="1400" dirty="0"/>
              <a:t>STA Concepts </a:t>
            </a:r>
          </a:p>
          <a:p>
            <a:pPr lvl="1"/>
            <a:r>
              <a:rPr lang="en-US" altLang="en-US" sz="1100" dirty="0"/>
              <a:t>2 lectures</a:t>
            </a:r>
          </a:p>
          <a:p>
            <a:r>
              <a:rPr lang="en-US" altLang="en-US" sz="1400" dirty="0"/>
              <a:t>Delay Modeling</a:t>
            </a:r>
          </a:p>
          <a:p>
            <a:pPr lvl="1"/>
            <a:r>
              <a:rPr lang="en-US" altLang="en-US" sz="1100" dirty="0"/>
              <a:t>2 lectures</a:t>
            </a:r>
          </a:p>
          <a:p>
            <a:r>
              <a:rPr lang="en-US" altLang="en-US" sz="1400" dirty="0"/>
              <a:t>Interconnect </a:t>
            </a:r>
            <a:r>
              <a:rPr lang="en-US" altLang="en-US" sz="1400" dirty="0" err="1"/>
              <a:t>Parasitics</a:t>
            </a:r>
            <a:endParaRPr lang="en-US" altLang="en-US" sz="1400" dirty="0"/>
          </a:p>
          <a:p>
            <a:pPr lvl="1"/>
            <a:r>
              <a:rPr lang="en-US" altLang="en-US" sz="1100" dirty="0"/>
              <a:t>2 lectures</a:t>
            </a:r>
          </a:p>
          <a:p>
            <a:r>
              <a:rPr lang="en-US" altLang="en-US" sz="1400" dirty="0"/>
              <a:t>Delay Calculation</a:t>
            </a:r>
          </a:p>
          <a:p>
            <a:pPr lvl="1"/>
            <a:r>
              <a:rPr lang="en-US" altLang="en-US" sz="1100" dirty="0"/>
              <a:t>2 lectures</a:t>
            </a:r>
          </a:p>
          <a:p>
            <a:r>
              <a:rPr lang="en-US" altLang="en-US" sz="1400" dirty="0"/>
              <a:t>Configuring the STA Environment</a:t>
            </a:r>
          </a:p>
          <a:p>
            <a:pPr lvl="1"/>
            <a:r>
              <a:rPr lang="en-US" altLang="en-US" sz="1100" dirty="0"/>
              <a:t>3 lectures</a:t>
            </a:r>
          </a:p>
          <a:p>
            <a:r>
              <a:rPr lang="en-US" altLang="en-US" sz="1400" dirty="0"/>
              <a:t>Timing Checks</a:t>
            </a:r>
          </a:p>
          <a:p>
            <a:pPr lvl="1"/>
            <a:r>
              <a:rPr lang="en-US" altLang="en-US" sz="1100" dirty="0"/>
              <a:t>1 lecture</a:t>
            </a:r>
          </a:p>
          <a:p>
            <a:r>
              <a:rPr lang="en-US" altLang="en-US" sz="1400" dirty="0"/>
              <a:t>Crosstalk and Noise</a:t>
            </a:r>
          </a:p>
          <a:p>
            <a:pPr lvl="1"/>
            <a:r>
              <a:rPr lang="en-US" altLang="en-US" sz="1100" dirty="0"/>
              <a:t>2 lectures</a:t>
            </a:r>
          </a:p>
          <a:p>
            <a:r>
              <a:rPr lang="en-US" altLang="en-US" sz="1400" dirty="0"/>
              <a:t>Statistical  Static Timing Analysis</a:t>
            </a:r>
          </a:p>
          <a:p>
            <a:pPr lvl="1"/>
            <a:r>
              <a:rPr lang="en-US" altLang="en-US" sz="1100" dirty="0"/>
              <a:t>2 lectures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4">
            <a:extLst>
              <a:ext uri="{FF2B5EF4-FFF2-40B4-BE49-F238E27FC236}">
                <a16:creationId xmlns:a16="http://schemas.microsoft.com/office/drawing/2014/main" id="{EA69EC36-B8AB-4377-8AC3-054DADC7DA76}"/>
              </a:ext>
            </a:extLst>
          </p:cNvPr>
          <p:cNvSpPr>
            <a:spLocks noGrp="1" noChangeArrowheads="1"/>
          </p:cNvSpPr>
          <p:nvPr>
            <p:ph type="title"/>
          </p:nvPr>
        </p:nvSpPr>
        <p:spPr/>
        <p:txBody>
          <a:bodyPr/>
          <a:lstStyle/>
          <a:p>
            <a:r>
              <a:rPr lang="en-US" altLang="en-US"/>
              <a:t>References</a:t>
            </a:r>
          </a:p>
        </p:txBody>
      </p:sp>
      <p:sp>
        <p:nvSpPr>
          <p:cNvPr id="14339" name="Rectangle 3">
            <a:extLst>
              <a:ext uri="{FF2B5EF4-FFF2-40B4-BE49-F238E27FC236}">
                <a16:creationId xmlns:a16="http://schemas.microsoft.com/office/drawing/2014/main" id="{8FA60737-703D-4048-AF34-F9AE7E8C9323}"/>
              </a:ext>
            </a:extLst>
          </p:cNvPr>
          <p:cNvSpPr>
            <a:spLocks noGrp="1" noChangeArrowheads="1"/>
          </p:cNvSpPr>
          <p:nvPr>
            <p:ph type="body" sz="quarter" idx="10"/>
          </p:nvPr>
        </p:nvSpPr>
        <p:spPr/>
        <p:txBody>
          <a:bodyPr/>
          <a:lstStyle/>
          <a:p>
            <a:pPr marL="342900" marR="0" lvl="0" indent="-342900" algn="just">
              <a:spcBef>
                <a:spcPts val="0"/>
              </a:spcBef>
              <a:spcAft>
                <a:spcPts val="0"/>
              </a:spcAft>
              <a:buFont typeface="+mj-lt"/>
              <a:buAutoNum type="arabicPeriod"/>
              <a:tabLst>
                <a:tab pos="457200" algn="l"/>
              </a:tabLst>
            </a:pPr>
            <a:r>
              <a:rPr lang="en-US" sz="2400" dirty="0">
                <a:effectLst/>
                <a:latin typeface="Arial" panose="020B0604020202020204" pitchFamily="34" charset="0"/>
                <a:ea typeface="Times New Roman" panose="02020603050405020304" pitchFamily="18" charset="0"/>
                <a:cs typeface="Times New Roman" panose="02020603050405020304" pitchFamily="18" charset="0"/>
              </a:rPr>
              <a:t>V. </a:t>
            </a:r>
            <a:r>
              <a:rPr lang="en-US" sz="2400" dirty="0" err="1">
                <a:effectLst/>
                <a:latin typeface="Arial" panose="020B0604020202020204" pitchFamily="34" charset="0"/>
                <a:ea typeface="Times New Roman" panose="02020603050405020304" pitchFamily="18" charset="0"/>
                <a:cs typeface="Times New Roman" panose="02020603050405020304" pitchFamily="18" charset="0"/>
              </a:rPr>
              <a:t>Taraate</a:t>
            </a:r>
            <a:r>
              <a:rPr lang="en-US" sz="2400" dirty="0">
                <a:effectLst/>
                <a:latin typeface="Arial" panose="020B0604020202020204" pitchFamily="34" charset="0"/>
                <a:ea typeface="Times New Roman" panose="02020603050405020304" pitchFamily="18" charset="0"/>
                <a:cs typeface="Times New Roman" panose="02020603050405020304" pitchFamily="18" charset="0"/>
              </a:rPr>
              <a:t>. Digital Design from the VLSI Perspective: Concepts for VLSI Beginners. Springer; 1st ed. 2025 edition ; 2025 </a:t>
            </a:r>
            <a:endParaRPr lang="en-US" sz="2400" dirty="0">
              <a:effectLst/>
              <a:latin typeface="Arial LatArm"/>
              <a:ea typeface="Times New Roman" panose="02020603050405020304" pitchFamily="18" charset="0"/>
              <a:cs typeface="Times New Roman" panose="02020603050405020304" pitchFamily="18" charset="0"/>
            </a:endParaRPr>
          </a:p>
          <a:p>
            <a:pPr marL="342900" marR="0" lvl="0" indent="-342900" algn="just">
              <a:spcBef>
                <a:spcPts val="0"/>
              </a:spcBef>
              <a:spcAft>
                <a:spcPts val="0"/>
              </a:spcAft>
              <a:buFont typeface="+mj-lt"/>
              <a:buAutoNum type="arabicPeriod"/>
              <a:tabLst>
                <a:tab pos="457200" algn="l"/>
              </a:tabLst>
            </a:pPr>
            <a:r>
              <a:rPr lang="en-US" sz="2400" dirty="0">
                <a:effectLst/>
                <a:latin typeface="Arial" panose="020B0604020202020204" pitchFamily="34" charset="0"/>
                <a:ea typeface="Times New Roman" panose="02020603050405020304" pitchFamily="18" charset="0"/>
                <a:cs typeface="Times New Roman" panose="02020603050405020304" pitchFamily="18" charset="0"/>
              </a:rPr>
              <a:t>R. Sharma. Characterization and Modeling of Digital Circuits. Independently published ;2018</a:t>
            </a:r>
            <a:endParaRPr lang="en-US" sz="2400" dirty="0">
              <a:effectLst/>
              <a:latin typeface="Arial LatArm"/>
              <a:ea typeface="Times New Roman" panose="02020603050405020304" pitchFamily="18" charset="0"/>
              <a:cs typeface="Times New Roman" panose="02020603050405020304" pitchFamily="18" charset="0"/>
            </a:endParaRPr>
          </a:p>
          <a:p>
            <a:pPr marL="342900" marR="0" lvl="0" indent="-342900" algn="just">
              <a:spcBef>
                <a:spcPts val="0"/>
              </a:spcBef>
              <a:spcAft>
                <a:spcPts val="0"/>
              </a:spcAft>
              <a:buFont typeface="+mj-lt"/>
              <a:buAutoNum type="arabicPeriod"/>
              <a:tabLst>
                <a:tab pos="457200" algn="l"/>
              </a:tabLst>
            </a:pPr>
            <a:r>
              <a:rPr lang="en-US" sz="2400" dirty="0">
                <a:effectLst/>
                <a:latin typeface="Arial" panose="020B0604020202020204" pitchFamily="34" charset="0"/>
                <a:ea typeface="Times New Roman" panose="02020603050405020304" pitchFamily="18" charset="0"/>
                <a:cs typeface="Times New Roman" panose="02020603050405020304" pitchFamily="18" charset="0"/>
              </a:rPr>
              <a:t>V. Champac, J. </a:t>
            </a:r>
            <a:r>
              <a:rPr lang="en-US" sz="2400" dirty="0" err="1">
                <a:effectLst/>
                <a:latin typeface="Arial" panose="020B0604020202020204" pitchFamily="34" charset="0"/>
                <a:ea typeface="Times New Roman" panose="02020603050405020304" pitchFamily="18" charset="0"/>
                <a:cs typeface="Times New Roman" panose="02020603050405020304" pitchFamily="18" charset="0"/>
              </a:rPr>
              <a:t>G.Gervacio</a:t>
            </a:r>
            <a:r>
              <a:rPr lang="en-US" sz="2400" dirty="0">
                <a:effectLst/>
                <a:latin typeface="Arial" panose="020B0604020202020204" pitchFamily="34" charset="0"/>
                <a:ea typeface="Times New Roman" panose="02020603050405020304" pitchFamily="18" charset="0"/>
                <a:cs typeface="Times New Roman" panose="02020603050405020304" pitchFamily="18" charset="0"/>
              </a:rPr>
              <a:t>. Timing Performance of Nanometer Digital Circuits Under Process Variations. </a:t>
            </a:r>
            <a:r>
              <a:rPr lang="en-US" sz="2400" dirty="0" err="1">
                <a:effectLst/>
                <a:latin typeface="Arial" panose="020B0604020202020204" pitchFamily="34" charset="0"/>
                <a:ea typeface="Times New Roman" panose="02020603050405020304" pitchFamily="18" charset="0"/>
                <a:cs typeface="Times New Roman" panose="02020603050405020304" pitchFamily="18" charset="0"/>
              </a:rPr>
              <a:t>pringer</a:t>
            </a:r>
            <a:r>
              <a:rPr lang="en-US" sz="2400" dirty="0">
                <a:effectLst/>
                <a:latin typeface="Arial" panose="020B0604020202020204" pitchFamily="34" charset="0"/>
                <a:ea typeface="Times New Roman" panose="02020603050405020304" pitchFamily="18" charset="0"/>
                <a:cs typeface="Times New Roman" panose="02020603050405020304" pitchFamily="18" charset="0"/>
              </a:rPr>
              <a:t>; 1st ed. 2018 edition; 2018</a:t>
            </a:r>
            <a:endParaRPr lang="en-US" sz="2400" dirty="0">
              <a:effectLst/>
              <a:latin typeface="Arial LatArm"/>
              <a:ea typeface="Times New Roman" panose="02020603050405020304" pitchFamily="18" charset="0"/>
              <a:cs typeface="Times New Roman" panose="02020603050405020304" pitchFamily="18" charset="0"/>
            </a:endParaRPr>
          </a:p>
          <a:p>
            <a:pPr marL="342900" marR="0" lvl="0" indent="-342900" algn="just">
              <a:spcBef>
                <a:spcPts val="0"/>
              </a:spcBef>
              <a:spcAft>
                <a:spcPts val="0"/>
              </a:spcAft>
              <a:buFont typeface="+mj-lt"/>
              <a:buAutoNum type="arabicPeriod"/>
              <a:tabLst>
                <a:tab pos="457200" algn="l"/>
              </a:tabLst>
            </a:pPr>
            <a:r>
              <a:rPr lang="en-US" sz="2400" dirty="0">
                <a:effectLst/>
                <a:latin typeface="Arial" panose="020B0604020202020204" pitchFamily="34" charset="0"/>
                <a:ea typeface="Times New Roman" panose="02020603050405020304" pitchFamily="18" charset="0"/>
                <a:cs typeface="Times New Roman" panose="02020603050405020304" pitchFamily="18" charset="0"/>
              </a:rPr>
              <a:t>S. </a:t>
            </a:r>
            <a:r>
              <a:rPr lang="en-US" sz="2400" dirty="0" err="1">
                <a:effectLst/>
                <a:latin typeface="Arial" panose="020B0604020202020204" pitchFamily="34" charset="0"/>
                <a:ea typeface="Times New Roman" panose="02020603050405020304" pitchFamily="18" charset="0"/>
                <a:cs typeface="Times New Roman" panose="02020603050405020304" pitchFamily="18" charset="0"/>
              </a:rPr>
              <a:t>Gangadharan</a:t>
            </a:r>
            <a:r>
              <a:rPr lang="en-US" sz="2400" dirty="0">
                <a:effectLst/>
                <a:latin typeface="Arial" panose="020B0604020202020204" pitchFamily="34" charset="0"/>
                <a:ea typeface="Times New Roman" panose="02020603050405020304" pitchFamily="18" charset="0"/>
                <a:cs typeface="Times New Roman" panose="02020603050405020304" pitchFamily="18" charset="0"/>
              </a:rPr>
              <a:t>., S. </a:t>
            </a:r>
            <a:r>
              <a:rPr lang="en-US" sz="2400" dirty="0" err="1">
                <a:effectLst/>
                <a:latin typeface="Arial" panose="020B0604020202020204" pitchFamily="34" charset="0"/>
                <a:ea typeface="Times New Roman" panose="02020603050405020304" pitchFamily="18" charset="0"/>
                <a:cs typeface="Times New Roman" panose="02020603050405020304" pitchFamily="18" charset="0"/>
              </a:rPr>
              <a:t>Churiwala</a:t>
            </a:r>
            <a:r>
              <a:rPr lang="en-US" sz="2400" dirty="0">
                <a:effectLst/>
                <a:latin typeface="Arial" panose="020B0604020202020204" pitchFamily="34" charset="0"/>
                <a:ea typeface="Times New Roman" panose="02020603050405020304" pitchFamily="18" charset="0"/>
                <a:cs typeface="Times New Roman" panose="02020603050405020304" pitchFamily="18" charset="0"/>
              </a:rPr>
              <a:t>. Constraining Designs for Synthesis and Timing Analysis: A Practical Guide to Synopsys Design Constraints (SDC). Springer;  2015</a:t>
            </a:r>
            <a:endParaRPr lang="en-US" sz="2400" dirty="0">
              <a:effectLst/>
              <a:latin typeface="Arial LatArm"/>
              <a:ea typeface="Times New Roman" panose="02020603050405020304" pitchFamily="18" charset="0"/>
              <a:cs typeface="Times New Roman" panose="02020603050405020304" pitchFamily="18" charset="0"/>
            </a:endParaRPr>
          </a:p>
          <a:p>
            <a:endParaRPr lang="en-US" altLang="en-US" sz="3600" dirty="0"/>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281355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YNOPSYS:STMTNUMBER" val="1"/>
  <p:tag name="SYNOPSYS:CONSTMT" val="1"/>
</p:tagLst>
</file>

<file path=ppt/tags/tag2.xml><?xml version="1.0" encoding="utf-8"?>
<p:tagLst xmlns:a="http://schemas.openxmlformats.org/drawingml/2006/main" xmlns:r="http://schemas.openxmlformats.org/officeDocument/2006/relationships" xmlns:p="http://schemas.openxmlformats.org/presentationml/2006/main">
  <p:tag name="SYNOPSYS-SHAPE" val="Y"/>
</p:tagLst>
</file>

<file path=ppt/tags/tag3.xml><?xml version="1.0" encoding="utf-8"?>
<p:tagLst xmlns:a="http://schemas.openxmlformats.org/drawingml/2006/main" xmlns:r="http://schemas.openxmlformats.org/officeDocument/2006/relationships" xmlns:p="http://schemas.openxmlformats.org/presentationml/2006/main">
  <p:tag name="SYNOPSYS-SHAPE" val="Y"/>
</p:tagLst>
</file>

<file path=ppt/tags/tag4.xml><?xml version="1.0" encoding="utf-8"?>
<p:tagLst xmlns:a="http://schemas.openxmlformats.org/drawingml/2006/main" xmlns:r="http://schemas.openxmlformats.org/officeDocument/2006/relationships" xmlns:p="http://schemas.openxmlformats.org/presentationml/2006/main">
  <p:tag name="SYNOPSYS-TEMPLATE-001" val="9/10/2018 5:47:52 PM"/>
  <p:tag name="SYNOPSYS-SHAPE" val="Y"/>
</p:tagLst>
</file>

<file path=ppt/tags/tag5.xml><?xml version="1.0" encoding="utf-8"?>
<p:tagLst xmlns:a="http://schemas.openxmlformats.org/drawingml/2006/main" xmlns:r="http://schemas.openxmlformats.org/officeDocument/2006/relationships" xmlns:p="http://schemas.openxmlformats.org/presentationml/2006/main">
  <p:tag name="SYNOPSYS-SHAPE" val="Y"/>
</p:tagLst>
</file>

<file path=ppt/tags/tag6.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7.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8.xml><?xml version="1.0" encoding="utf-8"?>
<p:tagLst xmlns:a="http://schemas.openxmlformats.org/drawingml/2006/main" xmlns:r="http://schemas.openxmlformats.org/officeDocument/2006/relationships" xmlns:p="http://schemas.openxmlformats.org/presentationml/2006/main">
  <p:tag name="SYNOPSYS-SHAPE" val="Y"/>
</p:tagLst>
</file>

<file path=ppt/tags/tag9.xml><?xml version="1.0" encoding="utf-8"?>
<p:tagLst xmlns:a="http://schemas.openxmlformats.org/drawingml/2006/main" xmlns:r="http://schemas.openxmlformats.org/officeDocument/2006/relationships" xmlns:p="http://schemas.openxmlformats.org/presentationml/2006/main">
  <p:tag name="SYNOPSYS-SHAPE" val="Y"/>
</p:tagLst>
</file>

<file path=ppt/tags/tag10.xml><?xml version="1.0" encoding="utf-8"?>
<p:tagLst xmlns:a="http://schemas.openxmlformats.org/drawingml/2006/main" xmlns:r="http://schemas.openxmlformats.org/officeDocument/2006/relationships" xmlns:p="http://schemas.openxmlformats.org/presentationml/2006/main">
  <p:tag name="SYNOPSYS-SHAPE" val="Y"/>
</p:tagLst>
</file>

<file path=ppt/tags/tag11.xml><?xml version="1.0" encoding="utf-8"?>
<p:tagLst xmlns:a="http://schemas.openxmlformats.org/drawingml/2006/main" xmlns:r="http://schemas.openxmlformats.org/officeDocument/2006/relationships" xmlns:p="http://schemas.openxmlformats.org/presentationml/2006/main">
  <p:tag name="SYNOPSYS-SHAPE" val="Y"/>
</p:tagLst>
</file>

<file path=ppt/tags/tag12.xml><?xml version="1.0" encoding="utf-8"?>
<p:tagLst xmlns:a="http://schemas.openxmlformats.org/drawingml/2006/main" xmlns:r="http://schemas.openxmlformats.org/officeDocument/2006/relationships" xmlns:p="http://schemas.openxmlformats.org/presentationml/2006/main">
  <p:tag name="SYNOPSYS-SHAPE" val="Y"/>
</p:tagLst>
</file>

<file path=ppt/tags/tag13.xml><?xml version="1.0" encoding="utf-8"?>
<p:tagLst xmlns:a="http://schemas.openxmlformats.org/drawingml/2006/main" xmlns:r="http://schemas.openxmlformats.org/officeDocument/2006/relationships" xmlns:p="http://schemas.openxmlformats.org/presentationml/2006/main">
  <p:tag name="SYNOPSYS-SHAPE" val="Y"/>
</p:tagLst>
</file>

<file path=ppt/tags/tag14.xml><?xml version="1.0" encoding="utf-8"?>
<p:tagLst xmlns:a="http://schemas.openxmlformats.org/drawingml/2006/main" xmlns:r="http://schemas.openxmlformats.org/officeDocument/2006/relationships" xmlns:p="http://schemas.openxmlformats.org/presentationml/2006/main">
  <p:tag name="SYNOPSYS-SHAPE" val="Y"/>
</p:tagLst>
</file>

<file path=ppt/tags/tag15.xml><?xml version="1.0" encoding="utf-8"?>
<p:tagLst xmlns:a="http://schemas.openxmlformats.org/drawingml/2006/main" xmlns:r="http://schemas.openxmlformats.org/officeDocument/2006/relationships" xmlns:p="http://schemas.openxmlformats.org/presentationml/2006/main">
  <p:tag name="SYNOPSYS-SHAPE" val="Y"/>
</p:tagLst>
</file>

<file path=ppt/tags/tag16.xml><?xml version="1.0" encoding="utf-8"?>
<p:tagLst xmlns:a="http://schemas.openxmlformats.org/drawingml/2006/main" xmlns:r="http://schemas.openxmlformats.org/officeDocument/2006/relationships" xmlns:p="http://schemas.openxmlformats.org/presentationml/2006/main">
  <p:tag name="SYNOPSYS-SHAPE" val="Y"/>
</p:tagLst>
</file>

<file path=ppt/tags/tag17.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18.xml><?xml version="1.0" encoding="utf-8"?>
<p:tagLst xmlns:a="http://schemas.openxmlformats.org/drawingml/2006/main" xmlns:r="http://schemas.openxmlformats.org/officeDocument/2006/relationships" xmlns:p="http://schemas.openxmlformats.org/presentationml/2006/main">
  <p:tag name="SYNOPSYS-SHAPE" val="Y"/>
</p:tagLst>
</file>

<file path=ppt/tags/tag19.xml><?xml version="1.0" encoding="utf-8"?>
<p:tagLst xmlns:a="http://schemas.openxmlformats.org/drawingml/2006/main" xmlns:r="http://schemas.openxmlformats.org/officeDocument/2006/relationships" xmlns:p="http://schemas.openxmlformats.org/presentationml/2006/main">
  <p:tag name="SYNOPSYS-SHAPE" val="Y"/>
</p:tagLst>
</file>

<file path=ppt/tags/tag20.xml><?xml version="1.0" encoding="utf-8"?>
<p:tagLst xmlns:a="http://schemas.openxmlformats.org/drawingml/2006/main" xmlns:r="http://schemas.openxmlformats.org/officeDocument/2006/relationships" xmlns:p="http://schemas.openxmlformats.org/presentationml/2006/main">
  <p:tag name="SYNOPSYS-SHAPE" val="Y"/>
</p:tagLst>
</file>

<file path=ppt/tags/tag21.xml><?xml version="1.0" encoding="utf-8"?>
<p:tagLst xmlns:a="http://schemas.openxmlformats.org/drawingml/2006/main" xmlns:r="http://schemas.openxmlformats.org/officeDocument/2006/relationships" xmlns:p="http://schemas.openxmlformats.org/presentationml/2006/main">
  <p:tag name="SYNOPSYS-SHAPE" val="Y"/>
</p:tagLst>
</file>

<file path=ppt/tags/tag22.xml><?xml version="1.0" encoding="utf-8"?>
<p:tagLst xmlns:a="http://schemas.openxmlformats.org/drawingml/2006/main" xmlns:r="http://schemas.openxmlformats.org/officeDocument/2006/relationships" xmlns:p="http://schemas.openxmlformats.org/presentationml/2006/main">
  <p:tag name="SYNOPSYS-SHAPE" val="Y"/>
</p:tagLst>
</file>

<file path=ppt/tags/tag23.xml><?xml version="1.0" encoding="utf-8"?>
<p:tagLst xmlns:a="http://schemas.openxmlformats.org/drawingml/2006/main" xmlns:r="http://schemas.openxmlformats.org/officeDocument/2006/relationships" xmlns:p="http://schemas.openxmlformats.org/presentationml/2006/main">
  <p:tag name="SYNOPSYS-SHAPE" val="Y"/>
</p:tagLst>
</file>

<file path=ppt/tags/tag24.xml><?xml version="1.0" encoding="utf-8"?>
<p:tagLst xmlns:a="http://schemas.openxmlformats.org/drawingml/2006/main" xmlns:r="http://schemas.openxmlformats.org/officeDocument/2006/relationships" xmlns:p="http://schemas.openxmlformats.org/presentationml/2006/main">
  <p:tag name="SYNOPSYS-SHAPE" val="Y"/>
</p:tagLst>
</file>

<file path=ppt/tags/tag25.xml><?xml version="1.0" encoding="utf-8"?>
<p:tagLst xmlns:a="http://schemas.openxmlformats.org/drawingml/2006/main" xmlns:r="http://schemas.openxmlformats.org/officeDocument/2006/relationships" xmlns:p="http://schemas.openxmlformats.org/presentationml/2006/main">
  <p:tag name="SYNOPSYS-SHAPE" val="Y"/>
</p:tagLst>
</file>

<file path=ppt/tags/tag26.xml><?xml version="1.0" encoding="utf-8"?>
<p:tagLst xmlns:a="http://schemas.openxmlformats.org/drawingml/2006/main" xmlns:r="http://schemas.openxmlformats.org/officeDocument/2006/relationships" xmlns:p="http://schemas.openxmlformats.org/presentationml/2006/main">
  <p:tag name="SYNOPSYS-SHAPE" val="Y"/>
</p:tagLst>
</file>

<file path=ppt/tags/tag27.xml><?xml version="1.0" encoding="utf-8"?>
<p:tagLst xmlns:a="http://schemas.openxmlformats.org/drawingml/2006/main" xmlns:r="http://schemas.openxmlformats.org/officeDocument/2006/relationships" xmlns:p="http://schemas.openxmlformats.org/presentationml/2006/main">
  <p:tag name="SYNOPSYS-SHAPE" val="Y"/>
</p:tagLst>
</file>

<file path=ppt/tags/tag28.xml><?xml version="1.0" encoding="utf-8"?>
<p:tagLst xmlns:a="http://schemas.openxmlformats.org/drawingml/2006/main" xmlns:r="http://schemas.openxmlformats.org/officeDocument/2006/relationships" xmlns:p="http://schemas.openxmlformats.org/presentationml/2006/main">
  <p:tag name="SYNOPSYS-SHAPE" val="Y"/>
</p:tagLst>
</file>

<file path=ppt/tags/tag29.xml><?xml version="1.0" encoding="utf-8"?>
<p:tagLst xmlns:a="http://schemas.openxmlformats.org/drawingml/2006/main" xmlns:r="http://schemas.openxmlformats.org/officeDocument/2006/relationships" xmlns:p="http://schemas.openxmlformats.org/presentationml/2006/main">
  <p:tag name="SYNOPSYS-SHAPE" val="Y"/>
</p:tagLst>
</file>

<file path=ppt/tags/tag30.xml><?xml version="1.0" encoding="utf-8"?>
<p:tagLst xmlns:a="http://schemas.openxmlformats.org/drawingml/2006/main" xmlns:r="http://schemas.openxmlformats.org/officeDocument/2006/relationships" xmlns:p="http://schemas.openxmlformats.org/presentationml/2006/main">
  <p:tag name="SYNOPSYS-SHAPE" val="Y"/>
</p:tagLst>
</file>

<file path=ppt/tags/tag31.xml><?xml version="1.0" encoding="utf-8"?>
<p:tagLst xmlns:a="http://schemas.openxmlformats.org/drawingml/2006/main" xmlns:r="http://schemas.openxmlformats.org/officeDocument/2006/relationships" xmlns:p="http://schemas.openxmlformats.org/presentationml/2006/main">
  <p:tag name="SYNOPSYS-SHAPE" val="Y"/>
</p:tagLst>
</file>

<file path=ppt/tags/tag32.xml><?xml version="1.0" encoding="utf-8"?>
<p:tagLst xmlns:a="http://schemas.openxmlformats.org/drawingml/2006/main" xmlns:r="http://schemas.openxmlformats.org/officeDocument/2006/relationships" xmlns:p="http://schemas.openxmlformats.org/presentationml/2006/main">
  <p:tag name="SYNOPSYS-SHAPE" val="Y"/>
</p:tagLst>
</file>

<file path=ppt/tags/tag33.xml><?xml version="1.0" encoding="utf-8"?>
<p:tagLst xmlns:a="http://schemas.openxmlformats.org/drawingml/2006/main" xmlns:r="http://schemas.openxmlformats.org/officeDocument/2006/relationships" xmlns:p="http://schemas.openxmlformats.org/presentationml/2006/main">
  <p:tag name="SYNOPSYS-SHAPE" val="Y"/>
</p:tagLst>
</file>

<file path=ppt/tags/tag34.xml><?xml version="1.0" encoding="utf-8"?>
<p:tagLst xmlns:a="http://schemas.openxmlformats.org/drawingml/2006/main" xmlns:r="http://schemas.openxmlformats.org/officeDocument/2006/relationships" xmlns:p="http://schemas.openxmlformats.org/presentationml/2006/main">
  <p:tag name="SYNOPSYS-SHAPE" val="Y"/>
</p:tagLst>
</file>

<file path=ppt/tags/tag35.xml><?xml version="1.0" encoding="utf-8"?>
<p:tagLst xmlns:a="http://schemas.openxmlformats.org/drawingml/2006/main" xmlns:r="http://schemas.openxmlformats.org/officeDocument/2006/relationships" xmlns:p="http://schemas.openxmlformats.org/presentationml/2006/main">
  <p:tag name="SYNOPSYS-SHAPE" val="Y"/>
</p:tagLst>
</file>

<file path=ppt/tags/tag36.xml><?xml version="1.0" encoding="utf-8"?>
<p:tagLst xmlns:a="http://schemas.openxmlformats.org/drawingml/2006/main" xmlns:r="http://schemas.openxmlformats.org/officeDocument/2006/relationships" xmlns:p="http://schemas.openxmlformats.org/presentationml/2006/main">
  <p:tag name="SYNOPSYS-SHAPE" val="Y"/>
</p:tagLst>
</file>

<file path=ppt/tags/tag37.xml><?xml version="1.0" encoding="utf-8"?>
<p:tagLst xmlns:a="http://schemas.openxmlformats.org/drawingml/2006/main" xmlns:r="http://schemas.openxmlformats.org/officeDocument/2006/relationships" xmlns:p="http://schemas.openxmlformats.org/presentationml/2006/main">
  <p:tag name="SYNOPSYS-SHAPE" val="Y"/>
</p:tagLst>
</file>

<file path=ppt/tags/tag38.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39.xml><?xml version="1.0" encoding="utf-8"?>
<p:tagLst xmlns:a="http://schemas.openxmlformats.org/drawingml/2006/main" xmlns:r="http://schemas.openxmlformats.org/officeDocument/2006/relationships" xmlns:p="http://schemas.openxmlformats.org/presentationml/2006/main">
  <p:tag name="SYNOPSYS-SHAPE" val="Y"/>
</p:tagLst>
</file>

<file path=ppt/tags/tag40.xml><?xml version="1.0" encoding="utf-8"?>
<p:tagLst xmlns:a="http://schemas.openxmlformats.org/drawingml/2006/main" xmlns:r="http://schemas.openxmlformats.org/officeDocument/2006/relationships" xmlns:p="http://schemas.openxmlformats.org/presentationml/2006/main">
  <p:tag name="SYNOPSYS-SHAPE" val="Y"/>
</p:tagLst>
</file>

<file path=ppt/tags/tag41.xml><?xml version="1.0" encoding="utf-8"?>
<p:tagLst xmlns:a="http://schemas.openxmlformats.org/drawingml/2006/main" xmlns:r="http://schemas.openxmlformats.org/officeDocument/2006/relationships" xmlns:p="http://schemas.openxmlformats.org/presentationml/2006/main">
  <p:tag name="SYNOPSYS-SHAPE" val="Y"/>
</p:tagLst>
</file>

<file path=ppt/tags/tag42.xml><?xml version="1.0" encoding="utf-8"?>
<p:tagLst xmlns:a="http://schemas.openxmlformats.org/drawingml/2006/main" xmlns:r="http://schemas.openxmlformats.org/officeDocument/2006/relationships" xmlns:p="http://schemas.openxmlformats.org/presentationml/2006/main">
  <p:tag name="SYNOPSYS-SHAPE" val="Y"/>
</p:tagLst>
</file>

<file path=ppt/tags/tag43.xml><?xml version="1.0" encoding="utf-8"?>
<p:tagLst xmlns:a="http://schemas.openxmlformats.org/drawingml/2006/main" xmlns:r="http://schemas.openxmlformats.org/officeDocument/2006/relationships" xmlns:p="http://schemas.openxmlformats.org/presentationml/2006/main">
  <p:tag name="SYNOPSYS-SHAPE" val="Y"/>
</p:tagLst>
</file>

<file path=ppt/tags/tag44.xml><?xml version="1.0" encoding="utf-8"?>
<p:tagLst xmlns:a="http://schemas.openxmlformats.org/drawingml/2006/main" xmlns:r="http://schemas.openxmlformats.org/officeDocument/2006/relationships" xmlns:p="http://schemas.openxmlformats.org/presentationml/2006/main">
  <p:tag name="SYNOPSYS-SHAPE" val="Y"/>
</p:tagLst>
</file>

<file path=ppt/tags/tag45.xml><?xml version="1.0" encoding="utf-8"?>
<p:tagLst xmlns:a="http://schemas.openxmlformats.org/drawingml/2006/main" xmlns:r="http://schemas.openxmlformats.org/officeDocument/2006/relationships" xmlns:p="http://schemas.openxmlformats.org/presentationml/2006/main">
  <p:tag name="SYNOPSYS-SHAPE" val="Y"/>
</p:tagLst>
</file>

<file path=ppt/tags/tag46.xml><?xml version="1.0" encoding="utf-8"?>
<p:tagLst xmlns:a="http://schemas.openxmlformats.org/drawingml/2006/main" xmlns:r="http://schemas.openxmlformats.org/officeDocument/2006/relationships" xmlns:p="http://schemas.openxmlformats.org/presentationml/2006/main">
  <p:tag name="SYNOPSYS-SHAPE" val="Y"/>
</p:tagLst>
</file>

<file path=ppt/tags/tag47.xml><?xml version="1.0" encoding="utf-8"?>
<p:tagLst xmlns:a="http://schemas.openxmlformats.org/drawingml/2006/main" xmlns:r="http://schemas.openxmlformats.org/officeDocument/2006/relationships" xmlns:p="http://schemas.openxmlformats.org/presentationml/2006/main">
  <p:tag name="SYNOPSYS-SHAPE" val="Y"/>
</p:tagLst>
</file>

<file path=ppt/tags/tag48.xml><?xml version="1.0" encoding="utf-8"?>
<p:tagLst xmlns:a="http://schemas.openxmlformats.org/drawingml/2006/main" xmlns:r="http://schemas.openxmlformats.org/officeDocument/2006/relationships" xmlns:p="http://schemas.openxmlformats.org/presentationml/2006/main">
  <p:tag name="SYNOPSYS-SHAPE" val="Y"/>
</p:tagLst>
</file>

<file path=ppt/tags/tag49.xml><?xml version="1.0" encoding="utf-8"?>
<p:tagLst xmlns:a="http://schemas.openxmlformats.org/drawingml/2006/main" xmlns:r="http://schemas.openxmlformats.org/officeDocument/2006/relationships" xmlns:p="http://schemas.openxmlformats.org/presentationml/2006/main">
  <p:tag name="SYNOPSYS-SHAPE" val="Y"/>
</p:tagLst>
</file>

<file path=ppt/tags/tag50.xml><?xml version="1.0" encoding="utf-8"?>
<p:tagLst xmlns:a="http://schemas.openxmlformats.org/drawingml/2006/main" xmlns:r="http://schemas.openxmlformats.org/officeDocument/2006/relationships" xmlns:p="http://schemas.openxmlformats.org/presentationml/2006/main">
  <p:tag name="SYNOPSYS-SHAPE" val="Y"/>
</p:tagLst>
</file>

<file path=ppt/tags/tag51.xml><?xml version="1.0" encoding="utf-8"?>
<p:tagLst xmlns:a="http://schemas.openxmlformats.org/drawingml/2006/main" xmlns:r="http://schemas.openxmlformats.org/officeDocument/2006/relationships" xmlns:p="http://schemas.openxmlformats.org/presentationml/2006/main">
  <p:tag name="SYNOPSYS-SHAPE" val="Y"/>
</p:tagLst>
</file>

<file path=ppt/tags/tag52.xml><?xml version="1.0" encoding="utf-8"?>
<p:tagLst xmlns:a="http://schemas.openxmlformats.org/drawingml/2006/main" xmlns:r="http://schemas.openxmlformats.org/officeDocument/2006/relationships" xmlns:p="http://schemas.openxmlformats.org/presentationml/2006/main">
  <p:tag name="SYNOPSYS-SHAPE" val="Y"/>
</p:tagLst>
</file>

<file path=ppt/tags/tag53.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54.xml><?xml version="1.0" encoding="utf-8"?>
<p:tagLst xmlns:a="http://schemas.openxmlformats.org/drawingml/2006/main" xmlns:r="http://schemas.openxmlformats.org/officeDocument/2006/relationships" xmlns:p="http://schemas.openxmlformats.org/presentationml/2006/main">
  <p:tag name="SYNOPSYS-SHAPE" val="Y"/>
</p:tagLst>
</file>

<file path=ppt/tags/tag55.xml><?xml version="1.0" encoding="utf-8"?>
<p:tagLst xmlns:a="http://schemas.openxmlformats.org/drawingml/2006/main" xmlns:r="http://schemas.openxmlformats.org/officeDocument/2006/relationships" xmlns:p="http://schemas.openxmlformats.org/presentationml/2006/main">
  <p:tag name="SYNOPSYS-SHAPE" val="Y"/>
</p:tagLst>
</file>

<file path=ppt/theme/theme1.xml><?xml version="1.0" encoding="utf-8"?>
<a:theme xmlns:a="http://schemas.openxmlformats.org/drawingml/2006/main" name="2_Synopsys_2019">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Presentation1" id="{46C17DE6-006F-4567-BE63-62228A6CCE2A}" vid="{73649181-4B6E-471C-A753-F50E138648EC}"/>
    </a:ext>
  </a:extLst>
</a:theme>
</file>

<file path=ppt/theme/theme2.xml><?xml version="1.0" encoding="utf-8"?>
<a:theme xmlns:a="http://schemas.openxmlformats.org/drawingml/2006/main" name="Office Theme">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98D47170EF3FA4EB3A4AC90251FDBB6" ma:contentTypeVersion="14" ma:contentTypeDescription="Create a new document." ma:contentTypeScope="" ma:versionID="8420c87bf64ff4dfc04fd3ce2101f073">
  <xsd:schema xmlns:xsd="http://www.w3.org/2001/XMLSchema" xmlns:xs="http://www.w3.org/2001/XMLSchema" xmlns:p="http://schemas.microsoft.com/office/2006/metadata/properties" xmlns:ns3="c4e338ac-e2c9-4a09-90bc-aa78cddd6f1f" xmlns:ns4="9d6f540b-f5ab-4529-997d-b1c359473666" targetNamespace="http://schemas.microsoft.com/office/2006/metadata/properties" ma:root="true" ma:fieldsID="9fb6f1b73bc330e6855601ecd1a486a5" ns3:_="" ns4:_="">
    <xsd:import namespace="c4e338ac-e2c9-4a09-90bc-aa78cddd6f1f"/>
    <xsd:import namespace="9d6f540b-f5ab-4529-997d-b1c359473666"/>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LengthInSeconds"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e338ac-e2c9-4a09-90bc-aa78cddd6f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AutoTags" ma:index="17" nillable="true" ma:displayName="Tags" ma:internalName="MediaServiceAutoTags"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d6f540b-f5ab-4529-997d-b1c359473666"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B5A6964-B842-4343-98F0-22A6DEF09411}">
  <ds:schemaRefs>
    <ds:schemaRef ds:uri="http://schemas.microsoft.com/sharepoint/v3/contenttype/forms"/>
  </ds:schemaRefs>
</ds:datastoreItem>
</file>

<file path=customXml/itemProps2.xml><?xml version="1.0" encoding="utf-8"?>
<ds:datastoreItem xmlns:ds="http://schemas.openxmlformats.org/officeDocument/2006/customXml" ds:itemID="{911BE162-346D-48E0-9B29-CB08309D4C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4e338ac-e2c9-4a09-90bc-aa78cddd6f1f"/>
    <ds:schemaRef ds:uri="9d6f540b-f5ab-4529-997d-b1c35947366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B2DC2BB-B596-4C3A-A9DC-0B51540F8820}">
  <ds:schemaRefs>
    <ds:schemaRef ds:uri="http://schemas.microsoft.com/office/2006/metadata/properties"/>
    <ds:schemaRef ds:uri="c4e338ac-e2c9-4a09-90bc-aa78cddd6f1f"/>
    <ds:schemaRef ds:uri="http://purl.org/dc/terms/"/>
    <ds:schemaRef ds:uri="http://schemas.openxmlformats.org/package/2006/metadata/core-properties"/>
    <ds:schemaRef ds:uri="http://schemas.microsoft.com/office/infopath/2007/PartnerControls"/>
    <ds:schemaRef ds:uri="http://schemas.microsoft.com/office/2006/documentManagement/types"/>
    <ds:schemaRef ds:uri="http://purl.org/dc/elements/1.1/"/>
    <ds:schemaRef ds:uri="9d6f540b-f5ab-4529-997d-b1c359473666"/>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3349</TotalTime>
  <Words>326</Words>
  <Application>Microsoft Office PowerPoint</Application>
  <PresentationFormat>Widescreen</PresentationFormat>
  <Paragraphs>41</Paragraphs>
  <Slides>7</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.Lucida Grande UI Regular</vt:lpstr>
      <vt:lpstr>Arial</vt:lpstr>
      <vt:lpstr>Arial LatArm</vt:lpstr>
      <vt:lpstr>System Font Regular</vt:lpstr>
      <vt:lpstr>Wingdings</vt:lpstr>
      <vt:lpstr>2_Synopsys_2019</vt:lpstr>
      <vt:lpstr>Static Timing Analysis</vt:lpstr>
      <vt:lpstr>PowerPoint Presentation</vt:lpstr>
      <vt:lpstr>Administration</vt:lpstr>
      <vt:lpstr>Grading</vt:lpstr>
      <vt:lpstr>Course Overview</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CES Template Unit 1</dc:title>
  <dc:creator>abgaryan@synopsys.com</dc:creator>
  <cp:lastModifiedBy>Nane Lazaryan</cp:lastModifiedBy>
  <cp:revision>334</cp:revision>
  <dcterms:created xsi:type="dcterms:W3CDTF">2020-07-20T16:18:49Z</dcterms:created>
  <dcterms:modified xsi:type="dcterms:W3CDTF">2025-05-23T10:19:49Z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0x010100F98D47170EF3FA4EB3A4AC90251FDBB6</vt:lpwstr>
  </property>
</Properties>
</file>
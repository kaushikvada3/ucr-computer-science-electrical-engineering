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Battery Management and Communication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10s1p Li-ion instrumentation &amp; control BQ76930 monitoring &amp; STM32 firmware Operator dashboard NVIDIA Jetson AI expansion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and Application of the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Split-domain architecture for safety Power Domain: Battery, sensing, cooling, protection Host Domain: STM32 control and desktop UI</a:t>
            </a:r>
          </a:p>
          <a:p>
            <a:pPr lvl="1"/>
            <a:r>
              <a:t>Split-domain architecture for safety</a:t>
            </a:r>
          </a:p>
          <a:p>
            <a:pPr lvl="1"/>
            <a:r>
              <a:t>Power Domain: Battery, sensing, cooling, protection</a:t>
            </a:r>
          </a:p>
          <a:p>
            <a:pPr lvl="1"/>
            <a:r>
              <a:t>Host Domain: STM32 control and desktop UI</a:t>
            </a:r>
          </a:p>
          <a:p>
            <a:pPr/>
            <a:r>
              <a:t>What We Designed</a:t>
            </a:r>
          </a:p>
          <a:p>
            <a:pPr lvl="1"/>
            <a:r>
              <a:t>10s1p Li-ion monitoring Current &amp; thermal sensing Active cooling &amp; balancing Operator dashboard</a:t>
            </a:r>
          </a:p>
          <a:p>
            <a:pPr/>
            <a:r>
              <a:t>Technical Principles</a:t>
            </a:r>
          </a:p>
          <a:p>
            <a:pPr lvl="1"/>
            <a:r>
              <a:t>BQ76930 cell supervision 20mΩ shunt &amp; 10K NTC sensing PWM fan control USB CDC telemetry</a:t>
            </a:r>
          </a:p>
          <a:p>
            <a:pPr/>
            <a:r>
              <a:t>Intended Applications</a:t>
            </a:r>
          </a:p>
          <a:p>
            <a:pPr lvl="1"/>
            <a:r>
              <a:t>Lab battery characterization</a:t>
            </a:r>
          </a:p>
          <a:p>
            <a:pPr lvl="1"/>
            <a:r>
              <a:t>Embedded controls experiments</a:t>
            </a:r>
          </a:p>
          <a:p>
            <a:pPr lvl="1"/>
            <a:r>
              <a:t>AI battery health estimation on Jetson</a:t>
            </a:r>
          </a:p>
          <a:p>
            <a:pPr/>
            <a:r>
              <a:t>Relevant EE Subjects</a:t>
            </a:r>
          </a:p>
          <a:p>
            <a:pPr lvl="1"/>
            <a:r>
              <a:t>Power electronics &amp; embedded systems</a:t>
            </a:r>
          </a:p>
          <a:p>
            <a:pPr lvl="1"/>
            <a:r>
              <a:t>PCB design &amp; controls</a:t>
            </a:r>
          </a:p>
          <a:p>
            <a:pPr lvl="1"/>
            <a:r>
              <a:t>Hardware-software co-design</a:t>
            </a:r>
          </a:p>
          <a:p>
            <a:pPr/>
            <a:r>
              <a:t>Why the Architecture Matters</a:t>
            </a:r>
          </a:p>
          <a:p>
            <a:pPr lvl="1"/>
            <a:r>
              <a:t>Improves observability</a:t>
            </a:r>
          </a:p>
          <a:p>
            <a:pPr lvl="1"/>
            <a:r>
              <a:t>Reduces fault propagation risk</a:t>
            </a:r>
          </a:p>
          <a:p>
            <a:pPr lvl="1"/>
            <a:r>
              <a:t>Enables independent testing during bring-up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Design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Translating project requirements into explicit numerical targets from the design report and firmware code.</a:t>
            </a:r>
          </a:p>
          <a:p>
            <a:pPr/>
            <a:r>
              <a:t>Battery Coverage</a:t>
            </a:r>
          </a:p>
          <a:p>
            <a:pPr lvl="1"/>
            <a:r>
              <a:t>Monitor 10 cell voltages, 10 NTCs, pack current, and fan telemetry.</a:t>
            </a:r>
          </a:p>
          <a:p>
            <a:pPr lvl="1"/>
            <a:r>
              <a:t>Implemented coverage</a:t>
            </a:r>
          </a:p>
          <a:p>
            <a:pPr/>
            <a:r>
              <a:t>Pack Electrical Target</a:t>
            </a:r>
          </a:p>
          <a:p>
            <a:pPr lvl="1"/>
            <a:r>
              <a:t>Support Molicel P42A pack (151.2 Wh nominal) with cell-level visibility.</a:t>
            </a:r>
          </a:p>
          <a:p>
            <a:pPr lvl="1"/>
            <a:r>
              <a:t>Pack specification</a:t>
            </a:r>
          </a:p>
          <a:p>
            <a:pPr/>
            <a:r>
              <a:t>Current Resolution</a:t>
            </a:r>
          </a:p>
          <a:p>
            <a:pPr lvl="1"/>
            <a:r>
              <a:t>BQ76930 coulomb-counter + 20mΩ shunt for pack current estimation.</a:t>
            </a:r>
          </a:p>
          <a:p>
            <a:pPr lvl="1"/>
            <a:r>
              <a:t>Implemented conversion</a:t>
            </a:r>
          </a:p>
          <a:p>
            <a:pPr/>
            <a:r>
              <a:t>Safety Response Window</a:t>
            </a:r>
          </a:p>
          <a:p>
            <a:pPr lvl="1"/>
            <a:r>
              <a:t>Fast thermal/overcurrent monitoring; slower 1-10s balancing.</a:t>
            </a:r>
          </a:p>
          <a:p>
            <a:pPr lvl="1"/>
            <a:r>
              <a:t>Firmware architecture target</a:t>
            </a:r>
          </a:p>
          <a:p>
            <a:pPr/>
            <a:r>
              <a:t>Cooling Control</a:t>
            </a:r>
          </a:p>
          <a:p>
            <a:pPr lvl="1"/>
            <a:r>
              <a:t>0-100% duty, 2°C hysteresis, 4-sample RPM avg, 2s stall detection.</a:t>
            </a:r>
          </a:p>
          <a:p>
            <a:pPr lvl="1"/>
            <a:r>
              <a:t>Bench-implemented</a:t>
            </a:r>
          </a:p>
          <a:p>
            <a:pPr/>
            <a:r>
              <a:t>Host Interface</a:t>
            </a:r>
          </a:p>
          <a:p>
            <a:pPr lvl="1"/>
            <a:r>
              <a:t>USB CDC telemetry, QWebChannel command delivery, 50ms polling.</a:t>
            </a:r>
          </a:p>
          <a:p>
            <a:pPr lvl="1"/>
            <a:r>
              <a:t>Integrated path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High-Level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System partitioned into battery unit, control electronics, and operator station Isolates high-energy pack from USB host interface</a:t>
            </a:r>
          </a:p>
          <a:p>
            <a:pPr lvl="1"/>
            <a:r>
              <a:t>System partitioned into battery unit, control electronics, and operator station</a:t>
            </a:r>
          </a:p>
          <a:p>
            <a:pPr lvl="1"/>
            <a:r>
              <a:t>Isolates high-energy pack from USB host interface</a:t>
            </a:r>
          </a:p>
          <a:p>
            <a:pPr/>
            <a:r>
              <a:t>Battery Domain</a:t>
            </a:r>
          </a:p>
          <a:p>
            <a:pPr/>
            <a:r>
              <a:t>Control Domain</a:t>
            </a:r>
          </a:p>
          <a:p>
            <a:pPr/>
            <a:r>
              <a:t>Host Domain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Low-Level Design: Electrical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Core low-level implementation across three main schematic pages.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Low-Level Design: Program Flow-Charts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Implementation flow logic synthesized directly from firmware and dashboard operations.</a:t>
            </a:r>
          </a:p>
          <a:p>
            <a:pPr/>
            <a:r>
              <a:t>Firmware Runtime Flow</a:t>
            </a:r>
          </a:p>
          <a:p>
            <a:pPr/>
            <a:r>
              <a:t>1. Boot and bring-up</a:t>
            </a:r>
          </a:p>
          <a:p>
            <a:pPr/>
            <a:r>
              <a:t>2. BMS interface detection</a:t>
            </a:r>
          </a:p>
          <a:p>
            <a:pPr/>
            <a:r>
              <a:t>3. Sensor acquisition</a:t>
            </a:r>
          </a:p>
          <a:p>
            <a:pPr/>
            <a:r>
              <a:t>4. Control, protection, and telemetry</a:t>
            </a:r>
          </a:p>
          <a:p>
            <a:pPr/>
            <a:r>
              <a:t>Desktop Dashboard Flow</a:t>
            </a:r>
          </a:p>
          <a:p>
            <a:pPr/>
            <a:r>
              <a:t>1. Launcher startup</a:t>
            </a:r>
          </a:p>
          <a:p>
            <a:pPr/>
            <a:r>
              <a:t>2. Serial connection layer</a:t>
            </a:r>
          </a:p>
          <a:p>
            <a:pPr/>
            <a:r>
              <a:t>3. Parsing and frame assembly</a:t>
            </a:r>
          </a:p>
          <a:p>
            <a:pPr/>
            <a:r>
              <a:t>4. State normalization and GUI update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Key integration challenges across sensing, firmware, comms, and packaging.</a:t>
            </a:r>
          </a:p>
          <a:p>
            <a:pPr/>
            <a:r>
              <a:t>High-impedance thermistor readings were noisy</a:t>
            </a:r>
          </a:p>
          <a:p>
            <a:pPr lvl="1"/>
            <a:r>
              <a:t>Problem: Noisy high-impedance NTC values at fast ADCs.</a:t>
            </a:r>
          </a:p>
          <a:p>
            <a:pPr/>
            <a:r>
              <a:t>Problem:</a:t>
            </a:r>
          </a:p>
          <a:p>
            <a:pPr lvl="1"/>
            <a:r>
              <a:t>Solution: Increased sampling time, used Beta-model math.</a:t>
            </a:r>
          </a:p>
          <a:p>
            <a:pPr/>
            <a:r>
              <a:t>Solution:</a:t>
            </a:r>
          </a:p>
          <a:p>
            <a:pPr lvl="1"/>
            <a:r>
              <a:t>Workaround: Next Step: Full reference thermometer calibration.</a:t>
            </a:r>
          </a:p>
          <a:p>
            <a:pPr/>
            <a:r>
              <a:t>Workaround:</a:t>
            </a:r>
          </a:p>
          <a:p>
            <a:pPr/>
            <a:r>
              <a:t>PWM fan control required missing HAL timer pieces</a:t>
            </a:r>
          </a:p>
          <a:p>
            <a:pPr lvl="1"/>
            <a:r>
              <a:t>Problem: Missing HAL TIM drivers for PWM.</a:t>
            </a:r>
          </a:p>
          <a:p>
            <a:pPr/>
            <a:r>
              <a:t>Problem:</a:t>
            </a:r>
          </a:p>
          <a:p>
            <a:pPr lvl="1"/>
            <a:r>
              <a:t>Solution: Added TIM drivers, tuned to 1 kHz PWM &amp; 2°C hysteresis.</a:t>
            </a:r>
          </a:p>
          <a:p>
            <a:pPr/>
            <a:r>
              <a:t>Solution:</a:t>
            </a:r>
          </a:p>
          <a:p>
            <a:pPr lvl="1"/>
            <a:r>
              <a:t>Workaround: RPM falls back to duty cycle on timeout.</a:t>
            </a:r>
          </a:p>
          <a:p>
            <a:pPr/>
            <a:r>
              <a:t>Workaround:</a:t>
            </a:r>
          </a:p>
          <a:p>
            <a:pPr/>
            <a:r>
              <a:t>Mixed serial formats broke clean frame reconstruction</a:t>
            </a:r>
          </a:p>
          <a:p>
            <a:pPr lvl="1"/>
            <a:r>
              <a:t>Problem: Mixed serial formats caused incomplete reads.</a:t>
            </a:r>
          </a:p>
          <a:p>
            <a:pPr/>
            <a:r>
              <a:t>Problem:</a:t>
            </a:r>
          </a:p>
          <a:p>
            <a:pPr lvl="1"/>
            <a:r>
              <a:t>Solution: Regex parser, frame assembly, 0.3s timeout.</a:t>
            </a:r>
          </a:p>
          <a:p>
            <a:pPr/>
            <a:r>
              <a:t>Solution:</a:t>
            </a:r>
          </a:p>
          <a:p>
            <a:pPr lvl="1"/>
            <a:r>
              <a:t>Workaround: Fallback: GUI simulation mode.</a:t>
            </a:r>
          </a:p>
          <a:p>
            <a:pPr/>
            <a:r>
              <a:t>Workaround:</a:t>
            </a:r>
          </a:p>
          <a:p>
            <a:pPr/>
            <a:r>
              <a:t>Compact enclosure packaging fought airflow and fit</a:t>
            </a:r>
          </a:p>
          <a:p>
            <a:pPr lvl="1"/>
            <a:r>
              <a:t>Problem: Compact footprint impacted tolerances &amp; airflow.</a:t>
            </a:r>
          </a:p>
          <a:p>
            <a:pPr/>
            <a:r>
              <a:t>Problem:</a:t>
            </a:r>
          </a:p>
          <a:p>
            <a:pPr lvl="1"/>
            <a:r>
              <a:t>Solution: Iterative CAD revisions for fit &amp; airflow.</a:t>
            </a:r>
          </a:p>
          <a:p>
            <a:pPr/>
            <a:r>
              <a:t>Solution:</a:t>
            </a:r>
          </a:p>
          <a:p>
            <a:pPr lvl="1"/>
            <a:r>
              <a:t>Workaround: Next Step: Production-ready harness &amp; enclosure refinement.</a:t>
            </a:r>
          </a:p>
          <a:p>
            <a:pPr/>
            <a:r>
              <a:t>Workaround: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Components of the Design and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Primary implementation ownership per subsystem.</a:t>
            </a:r>
          </a:p>
          <a:p>
            <a:pPr/>
            <a:r>
              <a:t>Battery Pack and Harness</a:t>
            </a:r>
          </a:p>
          <a:p>
            <a:pPr lvl="1"/>
            <a:r>
              <a:t>10s1p cell holder Enclosure fit-up Harness routing</a:t>
            </a:r>
          </a:p>
          <a:p>
            <a:pPr/>
            <a:r>
              <a:t>BMS Hardware Stack</a:t>
            </a:r>
          </a:p>
          <a:p>
            <a:pPr lvl="1"/>
            <a:r>
              <a:t>BMS schematic/layout BQ76930 monitoring Protection interfaces</a:t>
            </a:r>
          </a:p>
          <a:p>
            <a:pPr/>
            <a:r>
              <a:t>Embedded Control Firmware</a:t>
            </a:r>
          </a:p>
          <a:p>
            <a:pPr lvl="1"/>
            <a:r>
              <a:t>STM32F303RC bring-up ADC &amp; sensing integration Fan &amp; USB CDC control</a:t>
            </a:r>
          </a:p>
          <a:p>
            <a:pPr/>
            <a:r>
              <a:t>Operator Dashboard</a:t>
            </a:r>
          </a:p>
          <a:p>
            <a:pPr lvl="1"/>
            <a:r>
              <a:t>PyQt6 launcher &amp; bridge Command-surface GUI Jetson data path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Contributed to What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Subsystem leadership across the team.</a:t>
            </a:r>
          </a:p>
          <a:p>
            <a:pPr/>
            <a:r>
              <a:t>Dashboard and System Integration</a:t>
            </a:r>
          </a:p>
          <a:p>
            <a:pPr lvl="1"/>
            <a:r>
              <a:t>Dashboard and GUI design/implementation</a:t>
            </a:r>
          </a:p>
          <a:p>
            <a:pPr lvl="1"/>
            <a:r>
              <a:t>CAD and enclosure refinement</a:t>
            </a:r>
          </a:p>
          <a:p>
            <a:pPr lvl="1"/>
            <a:r>
              <a:t>Firmware integration and telemetry path work</a:t>
            </a:r>
          </a:p>
          <a:p>
            <a:pPr lvl="1"/>
            <a:r>
              <a:t>NVIDIA Jetson AI model pipeline direction</a:t>
            </a:r>
          </a:p>
          <a:p>
            <a:pPr/>
            <a:r>
              <a:t>E-Load and Bench Validation</a:t>
            </a:r>
          </a:p>
          <a:p>
            <a:pPr lvl="1"/>
            <a:r>
              <a:t>E-Load development</a:t>
            </a:r>
          </a:p>
          <a:p>
            <a:pPr lvl="1"/>
            <a:r>
              <a:t>Testing and debugging support</a:t>
            </a:r>
          </a:p>
          <a:p>
            <a:pPr lvl="1"/>
            <a:r>
              <a:t>NVIDIA Jetson AI model contribution</a:t>
            </a:r>
          </a:p>
          <a:p>
            <a:pPr lvl="1"/>
            <a:r>
              <a:t>Battery charger and pack/enclosure harness setup</a:t>
            </a:r>
          </a:p>
          <a:p>
            <a:pPr/>
            <a:r>
              <a:t>PCB and Validation Hardware</a:t>
            </a:r>
          </a:p>
          <a:p>
            <a:pPr lvl="1"/>
            <a:r>
              <a:t>BMS layout and PCB design</a:t>
            </a:r>
          </a:p>
          <a:p>
            <a:pPr lvl="1"/>
            <a:r>
              <a:t>E-Load validation</a:t>
            </a:r>
          </a:p>
          <a:p>
            <a:pPr lvl="1"/>
            <a:r>
              <a:t>BMS validation</a:t>
            </a:r>
          </a:p>
          <a:p>
            <a:pPr lvl="1"/>
            <a:r>
              <a:t>Battery charger and battery-cell harness engineering</a:t>
            </a:r>
          </a:p>
          <a:p>
            <a:pPr/>
            <a:r>
              <a:t>Architecture and Schematic Direction</a:t>
            </a:r>
          </a:p>
          <a:p>
            <a:pPr lvl="1"/>
            <a:r>
              <a:t>Overall planning and system planning</a:t>
            </a:r>
          </a:p>
          <a:p>
            <a:pPr lvl="1"/>
            <a:r>
              <a:t>BMS schematic development</a:t>
            </a:r>
          </a:p>
          <a:p>
            <a:pPr lvl="1"/>
            <a:r>
              <a:t>Emulation board design</a:t>
            </a:r>
          </a:p>
          <a:p>
            <a:pPr lvl="1"/>
            <a:r>
              <a:t>Firmware assistance and architecture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System shaped by schedule, thermal, packaging limits Uses robust, reliable communication standards</a:t>
            </a:r>
          </a:p>
          <a:p>
            <a:pPr lvl="1"/>
            <a:r>
              <a:t>System shaped by schedule, thermal, packaging limits</a:t>
            </a:r>
          </a:p>
          <a:p>
            <a:pPr lvl="1"/>
            <a:r>
              <a:t>Uses robust, reliable communication standards</a:t>
            </a:r>
          </a:p>
          <a:p>
            <a:pPr/>
            <a:r>
              <a:t>Time and Integration Risk</a:t>
            </a:r>
          </a:p>
          <a:p>
            <a:pPr lvl="1"/>
            <a:r>
              <a:t>Tolerant serial framing Simulation mode Staged bring-up</a:t>
            </a:r>
          </a:p>
          <a:p>
            <a:pPr/>
            <a:r>
              <a:t>Power, Thermal, and Safety Tradeoffs</a:t>
            </a:r>
          </a:p>
          <a:p>
            <a:pPr lvl="1"/>
            <a:r>
              <a:t>1 kHz PWM fan path Breakpoint auto-curve 2°C hysteresis Clear fault observability</a:t>
            </a:r>
          </a:p>
          <a:p>
            <a:pPr/>
            <a:r>
              <a:t>Size, Weight, and Cost</a:t>
            </a:r>
          </a:p>
          <a:p>
            <a:pPr lvl="1"/>
            <a:r>
              <a:t>Compact enclosure with optimized airflow Reused STM32Cube/HAL &amp; USB CDC Iterative 3D-printed revisions</a:t>
            </a:r>
          </a:p>
          <a:p>
            <a:pPr/>
            <a:r>
              <a:t>Industry Standards and Interfaces Used</a:t>
            </a:r>
          </a:p>
          <a:p>
            <a:pPr/>
            <a:r>
              <a:t>USB 2.0 CDC</a:t>
            </a:r>
          </a:p>
          <a:p>
            <a:pPr/>
            <a:r>
              <a:t>I2C</a:t>
            </a:r>
          </a:p>
          <a:p>
            <a:pPr/>
            <a:r>
              <a:t>ADC + NTC sensing</a:t>
            </a:r>
          </a:p>
          <a:p>
            <a:pPr/>
            <a:r>
              <a:t>PWM + Tach capture</a:t>
            </a:r>
          </a:p>
          <a:p>
            <a:pPr/>
            <a:r>
              <a:t>JSON / tokenized telemetry</a:t>
            </a:r>
          </a:p>
          <a:p>
            <a:pPr/>
            <a:r>
              <a:t>QWebChannel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Validated behaviors based directly on repo documentation and implementation.</a:t>
            </a:r>
          </a:p>
          <a:p>
            <a:pPr/>
            <a:r>
              <a:t>Test Item</a:t>
            </a:r>
          </a:p>
          <a:p>
            <a:pPr/>
            <a:r>
              <a:t>Original Objective</a:t>
            </a:r>
          </a:p>
          <a:p>
            <a:pPr/>
            <a:r>
              <a:t>Observed / Implemented Result</a:t>
            </a:r>
          </a:p>
          <a:p>
            <a:pPr/>
            <a:r>
              <a:t>Status</a:t>
            </a:r>
          </a:p>
          <a:p>
            <a:pPr lvl="1"/>
            <a:r>
              <a:t>Cell and thermal visibility</a:t>
            </a:r>
          </a:p>
          <a:p>
            <a:pPr lvl="1"/>
            <a:r>
              <a:t>Show all 10 cells and 10 thermistor channels</a:t>
            </a:r>
          </a:p>
          <a:p>
            <a:pPr lvl="1"/>
            <a:r>
              <a:t>10 cell voltages plus thermistor mapping to the GUI are implemented</a:t>
            </a:r>
          </a:p>
          <a:p>
            <a:pPr lvl="1"/>
            <a:r>
              <a:t>Met</a:t>
            </a:r>
          </a:p>
          <a:p>
            <a:pPr lvl="1"/>
            <a:r>
              <a:t>USB host link</a:t>
            </a:r>
          </a:p>
          <a:p>
            <a:pPr lvl="1"/>
            <a:r>
              <a:t>Reliable host communication at 115200 baud</a:t>
            </a:r>
          </a:p>
          <a:p>
            <a:pPr lvl="1"/>
            <a:r>
              <a:t>USB CDC plus GUI serial connect flow defaults to 115200</a:t>
            </a:r>
          </a:p>
          <a:p>
            <a:pPr lvl="1"/>
            <a:r>
              <a:t>Met</a:t>
            </a:r>
          </a:p>
          <a:p>
            <a:pPr lvl="1"/>
            <a:r>
              <a:t>Fan control loop</a:t>
            </a:r>
          </a:p>
          <a:p>
            <a:pPr lvl="1"/>
            <a:r>
              <a:t>Auto/manual cooling with measurable RPM</a:t>
            </a:r>
          </a:p>
          <a:p>
            <a:pPr lvl="1"/>
            <a:r>
              <a:t>1 kHz PWM, 0-100% duty, 2 deg C hysteresis, 2 s RPM timeout, 4-sample average</a:t>
            </a:r>
          </a:p>
          <a:p>
            <a:pPr lvl="1"/>
            <a:r>
              <a:t>Met</a:t>
            </a:r>
          </a:p>
          <a:p>
            <a:pPr lvl="1"/>
            <a:r>
              <a:t>Current sensing</a:t>
            </a:r>
          </a:p>
          <a:p>
            <a:pPr lvl="1"/>
            <a:r>
              <a:t>Convert BQ current registers into pack current</a:t>
            </a:r>
          </a:p>
          <a:p>
            <a:pPr lvl="1"/>
            <a:r>
              <a:t>20 mOhm shunt conversion implemented at 0.422 mA/LSB</a:t>
            </a:r>
          </a:p>
          <a:p>
            <a:pPr lvl="1"/>
            <a:r>
              <a:t>Met</a:t>
            </a:r>
          </a:p>
          <a:p>
            <a:pPr lvl="1"/>
            <a:r>
              <a:t>Parser resilience</a:t>
            </a:r>
          </a:p>
          <a:p>
            <a:pPr lvl="1"/>
            <a:r>
              <a:t>Handle mixed telemetry formats without dropping frames</a:t>
            </a:r>
          </a:p>
          <a:p>
            <a:pPr lvl="1"/>
            <a:r>
              <a:t>Regex/token parser, JSON handling, and 0.30 s multiline finalize path are implemented</a:t>
            </a:r>
          </a:p>
          <a:p>
            <a:pPr lvl="1"/>
            <a:r>
              <a:t>Met</a:t>
            </a:r>
          </a:p>
          <a:p>
            <a:pPr lvl="1"/>
            <a:r>
              <a:t>Calibration completeness</a:t>
            </a:r>
          </a:p>
          <a:p>
            <a:pPr lvl="1"/>
            <a:r>
              <a:t>Close the loop with calibrated live hardware data</a:t>
            </a:r>
          </a:p>
          <a:p>
            <a:pPr lvl="1"/>
            <a:r>
              <a:t>Integration and calibration are identified next steps in the repo</a:t>
            </a:r>
          </a:p>
          <a:p>
            <a:pPr lvl="1"/>
            <a:r>
              <a:t>Partial</a:t>
            </a:r>
          </a:p>
          <a:p>
            <a:pPr/>
            <a:r>
              <a:t>Validation Strategy</a:t>
            </a:r>
          </a:p>
          <a:p>
            <a:pPr lvl="1"/>
            <a:r>
              <a:t>Firmware checks Serial reconstruction tests GUI verification Staged bench testing</a:t>
            </a:r>
          </a:p>
          <a:p>
            <a:pPr/>
            <a:r>
              <a:t>How Close to Spec?</a:t>
            </a:r>
          </a:p>
          <a:p>
            <a:pPr lvl="1"/>
            <a:r>
              <a:t>Implemented: Comms, telemetry, fan control, monitoring. Remaining gap: Calibration &amp; live scale testing.</a:t>
            </a:r>
          </a:p>
          <a:p>
            <a:pPr/>
            <a:r>
              <a:t>Key Quantitative Anchors</a:t>
            </a:r>
          </a:p>
          <a:p>
            <a:pPr lvl="1"/>
            <a:r>
              <a:t>10 cells, 10 NTCs 115200 baud, 1 kHz PWM 2°C hysteresis, 0.422 mA/LSB 2s CMD timeout, 50ms fallback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Video Placeholder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Reserved space for the recorded demo clip.</a:t>
            </a:r>
          </a:p>
          <a:p>
            <a:pPr/>
            <a:r>
              <a:t>Insert final demo video here</a:t>
            </a:r>
          </a:p>
          <a:p>
            <a:pPr lvl="1"/>
            <a:r>
              <a:t>Sequence: Connect USB, stream telemetry, toggle fan, show status, demo interaction.</a:t>
            </a:r>
          </a:p>
          <a:p>
            <a:pPr/>
            <a:r>
              <a:t>Scene 1</a:t>
            </a:r>
          </a:p>
          <a:p>
            <a:pPr/>
            <a:r>
              <a:t>Scene 2</a:t>
            </a:r>
          </a:p>
          <a:p>
            <a:pPr/>
            <a:r>
              <a:t>Scene 3</a:t>
            </a:r>
          </a:p>
          <a:p>
            <a:pPr/>
            <a:r>
              <a:t>Scene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Delivered cross-domain engineering system with a path toward AI analytics.</a:t>
            </a:r>
          </a:p>
          <a:p>
            <a:pPr/>
            <a:r>
              <a:t>What Was Achieved</a:t>
            </a:r>
          </a:p>
          <a:p>
            <a:pPr lvl="1"/>
            <a:r>
              <a:t>BQ76930 sensing &amp; STM32 control USB telemetry &amp; premium dashboard Validated architecture</a:t>
            </a:r>
          </a:p>
          <a:p>
            <a:pPr/>
            <a:r>
              <a:t>What Is Strongest</a:t>
            </a:r>
          </a:p>
          <a:p>
            <a:pPr lvl="1"/>
            <a:r>
              <a:t>Cell visibility &amp; current measurement Thermal control Parser robustness &amp; GUI usability</a:t>
            </a:r>
          </a:p>
          <a:p>
            <a:pPr/>
            <a:r>
              <a:t>What Comes Next</a:t>
            </a:r>
          </a:p>
          <a:p>
            <a:pPr lvl="1"/>
            <a:r>
              <a:t>Final calibration &amp; closer charger validation Fault handling &amp; trending Jetson-based state estimation</a:t>
            </a:r>
          </a:p>
          <a:p>
            <a:pPr/>
            <a:r>
              <a:t>Closing Takeaway</a:t>
            </a:r>
          </a:p>
          <a:p>
            <a:pPr lvl="1"/>
            <a:r>
              <a:t>A modular, safe, expandable battery platform ready for analytics and validation.</a:t>
            </a:r>
          </a:p>
          <a:p>
            <a:pPr lvl="1"/>
            <a:r>
              <a:t>Sources used in this deck: final report, weekly</a:t>
            </a:r>
            <a:br/>
            <a:r>
              <a:t>                            reports, firmware plans, dashboard source, schematic PDFs, and project assets from the EE175</a:t>
            </a:r>
            <a:br/>
            <a:r>
              <a:t>                            workspace.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
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27"/>
  </p:notesMasterIdLst>
  <p:handoutMasterIdLst>
    <p:handoutMasterId r:id="rId28"/>
  </p:handoutMasterIdLst>
  <p:sldIdLst>
    <p:sldId id="4743" r:id="rId5"/>
    <p:sldId id="4785" r:id="rId6"/>
    <p:sldId id="384" r:id="rId7"/>
    <p:sldId id="334" r:id="rId8"/>
    <p:sldId id="333" r:id="rId9"/>
    <p:sldId id="346" r:id="rId10"/>
    <p:sldId id="377" r:id="rId11"/>
    <p:sldId id="347" r:id="rId12"/>
    <p:sldId id="348" r:id="rId13"/>
    <p:sldId id="349" r:id="rId14"/>
    <p:sldId id="4789" r:id="rId15"/>
    <p:sldId id="378" r:id="rId16"/>
    <p:sldId id="379" r:id="rId17"/>
    <p:sldId id="369" r:id="rId18"/>
    <p:sldId id="370" r:id="rId19"/>
    <p:sldId id="372" r:id="rId20"/>
    <p:sldId id="371" r:id="rId21"/>
    <p:sldId id="373" r:id="rId22"/>
    <p:sldId id="380" r:id="rId23"/>
    <p:sldId id="356" r:id="rId24"/>
    <p:sldId id="357" r:id="rId25"/>
    <p:sldId id="4788" r:id="rId26"/>
  </p:sldIdLst>
  <p:sldSz cx="12192000" cy="6858000"/>
  <p:notesSz cx="7315200" cy="96012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84"/>
            <p14:sldId id="334"/>
            <p14:sldId id="333"/>
            <p14:sldId id="346"/>
            <p14:sldId id="377"/>
            <p14:sldId id="347"/>
            <p14:sldId id="348"/>
            <p14:sldId id="349"/>
            <p14:sldId id="4789"/>
            <p14:sldId id="378"/>
            <p14:sldId id="379"/>
            <p14:sldId id="369"/>
            <p14:sldId id="370"/>
            <p14:sldId id="372"/>
            <p14:sldId id="371"/>
            <p14:sldId id="373"/>
            <p14:sldId id="380"/>
            <p14:sldId id="356"/>
            <p14:sldId id="357"/>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75959-D9E0-4769-85DD-306B212FF446}" v="1" dt="2025-07-31T12:28:31.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2009" autoAdjust="0"/>
  </p:normalViewPr>
  <p:slideViewPr>
    <p:cSldViewPr snapToGrid="0">
      <p:cViewPr varScale="1">
        <p:scale>
          <a:sx n="98" d="100"/>
          <a:sy n="98" d="100"/>
        </p:scale>
        <p:origin x="852"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CC140A47-4A81-47E7-8223-4B07D652071C}"/>
    <pc:docChg chg="modMainMaster modNotesMaster">
      <pc:chgData name="Nane Lazaryan" userId="edf0a458-438d-4fc2-9f33-24202edc9cc9" providerId="ADAL" clId="{CC140A47-4A81-47E7-8223-4B07D652071C}" dt="2025-05-23T10:14:11.930" v="0"/>
      <pc:docMkLst>
        <pc:docMk/>
      </pc:docMkLst>
      <pc:sldMasterChg chg="modSp">
        <pc:chgData name="Nane Lazaryan" userId="edf0a458-438d-4fc2-9f33-24202edc9cc9" providerId="ADAL" clId="{CC140A47-4A81-47E7-8223-4B07D652071C}" dt="2025-05-23T10:14:11.930" v="0"/>
        <pc:sldMasterMkLst>
          <pc:docMk/>
          <pc:sldMasterMk cId="1599936984" sldId="2147483728"/>
        </pc:sldMasterMkLst>
        <pc:spChg chg="mod">
          <ac:chgData name="Nane Lazaryan" userId="edf0a458-438d-4fc2-9f33-24202edc9cc9" providerId="ADAL" clId="{CC140A47-4A81-47E7-8223-4B07D652071C}" dt="2025-05-23T10:14:11.930" v="0"/>
          <ac:spMkLst>
            <pc:docMk/>
            <pc:sldMasterMk cId="1599936984" sldId="2147483728"/>
            <ac:spMk id="10" creationId="{0E3FE523-B587-4715-8B86-1BEC0FA2C878}"/>
          </ac:spMkLst>
        </pc:spChg>
      </pc:sldMasterChg>
    </pc:docChg>
  </pc:docChgLst>
  <pc:docChgLst>
    <pc:chgData name="Nane Lazaryan" userId="edf0a458-438d-4fc2-9f33-24202edc9cc9" providerId="ADAL" clId="{95F75959-D9E0-4769-85DD-306B212FF446}"/>
    <pc:docChg chg="modSld">
      <pc:chgData name="Nane Lazaryan" userId="edf0a458-438d-4fc2-9f33-24202edc9cc9" providerId="ADAL" clId="{95F75959-D9E0-4769-85DD-306B212FF446}" dt="2025-07-31T12:28:31.867" v="2" actId="1076"/>
      <pc:docMkLst>
        <pc:docMk/>
      </pc:docMkLst>
      <pc:sldChg chg="modSp mod">
        <pc:chgData name="Nane Lazaryan" userId="edf0a458-438d-4fc2-9f33-24202edc9cc9" providerId="ADAL" clId="{95F75959-D9E0-4769-85DD-306B212FF446}" dt="2025-07-31T12:28:23.804" v="1" actId="20577"/>
        <pc:sldMkLst>
          <pc:docMk/>
          <pc:sldMk cId="0" sldId="348"/>
        </pc:sldMkLst>
        <pc:spChg chg="mod">
          <ac:chgData name="Nane Lazaryan" userId="edf0a458-438d-4fc2-9f33-24202edc9cc9" providerId="ADAL" clId="{95F75959-D9E0-4769-85DD-306B212FF446}" dt="2025-07-31T12:28:23.804" v="1" actId="20577"/>
          <ac:spMkLst>
            <pc:docMk/>
            <pc:sldMk cId="0" sldId="348"/>
            <ac:spMk id="15363" creationId="{57C744C5-70BD-4D3E-96B4-D6B10E68B84D}"/>
          </ac:spMkLst>
        </pc:spChg>
      </pc:sldChg>
      <pc:sldChg chg="modSp">
        <pc:chgData name="Nane Lazaryan" userId="edf0a458-438d-4fc2-9f33-24202edc9cc9" providerId="ADAL" clId="{95F75959-D9E0-4769-85DD-306B212FF446}" dt="2025-07-31T12:28:31.867" v="2" actId="1076"/>
        <pc:sldMkLst>
          <pc:docMk/>
          <pc:sldMk cId="0" sldId="349"/>
        </pc:sldMkLst>
        <pc:spChg chg="mod">
          <ac:chgData name="Nane Lazaryan" userId="edf0a458-438d-4fc2-9f33-24202edc9cc9" providerId="ADAL" clId="{95F75959-D9E0-4769-85DD-306B212FF446}" dt="2025-07-31T12:28:31.867" v="2" actId="1076"/>
          <ac:spMkLst>
            <pc:docMk/>
            <pc:sldMk cId="0" sldId="349"/>
            <ac:spMk id="4" creationId="{F2C3803D-1EB0-440E-89F8-7F7BBC5BEA6A}"/>
          </ac:spMkLst>
        </pc:spChg>
        <pc:spChg chg="mod">
          <ac:chgData name="Nane Lazaryan" userId="edf0a458-438d-4fc2-9f33-24202edc9cc9" providerId="ADAL" clId="{95F75959-D9E0-4769-85DD-306B212FF446}" dt="2025-07-31T12:28:31.867" v="2" actId="1076"/>
          <ac:spMkLst>
            <pc:docMk/>
            <pc:sldMk cId="0" sldId="349"/>
            <ac:spMk id="18" creationId="{A2DEFA99-2057-4F2C-A459-39E6C17785D8}"/>
          </ac:spMkLst>
        </pc:spChg>
        <pc:spChg chg="mod">
          <ac:chgData name="Nane Lazaryan" userId="edf0a458-438d-4fc2-9f33-24202edc9cc9" providerId="ADAL" clId="{95F75959-D9E0-4769-85DD-306B212FF446}" dt="2025-07-31T12:28:31.867" v="2" actId="1076"/>
          <ac:spMkLst>
            <pc:docMk/>
            <pc:sldMk cId="0" sldId="349"/>
            <ac:spMk id="31" creationId="{149E8031-2ADC-49D5-8121-4253047C0755}"/>
          </ac:spMkLst>
        </pc:spChg>
        <pc:spChg chg="mod">
          <ac:chgData name="Nane Lazaryan" userId="edf0a458-438d-4fc2-9f33-24202edc9cc9" providerId="ADAL" clId="{95F75959-D9E0-4769-85DD-306B212FF446}" dt="2025-07-31T12:28:31.867" v="2" actId="1076"/>
          <ac:spMkLst>
            <pc:docMk/>
            <pc:sldMk cId="0" sldId="349"/>
            <ac:spMk id="36" creationId="{88207933-BB23-4D45-BDA1-82F2DC842E2C}"/>
          </ac:spMkLst>
        </pc:spChg>
        <pc:spChg chg="mod">
          <ac:chgData name="Nane Lazaryan" userId="edf0a458-438d-4fc2-9f33-24202edc9cc9" providerId="ADAL" clId="{95F75959-D9E0-4769-85DD-306B212FF446}" dt="2025-07-31T12:28:31.867" v="2" actId="1076"/>
          <ac:spMkLst>
            <pc:docMk/>
            <pc:sldMk cId="0" sldId="349"/>
            <ac:spMk id="16395" creationId="{DCDDE311-7512-4A70-8A0A-92D73A548785}"/>
          </ac:spMkLst>
        </pc:spChg>
        <pc:spChg chg="mod">
          <ac:chgData name="Nane Lazaryan" userId="edf0a458-438d-4fc2-9f33-24202edc9cc9" providerId="ADAL" clId="{95F75959-D9E0-4769-85DD-306B212FF446}" dt="2025-07-31T12:28:31.867" v="2" actId="1076"/>
          <ac:spMkLst>
            <pc:docMk/>
            <pc:sldMk cId="0" sldId="349"/>
            <ac:spMk id="16396" creationId="{31C1D84B-3CFB-4906-B110-D252732E8FDB}"/>
          </ac:spMkLst>
        </pc:spChg>
        <pc:spChg chg="mod">
          <ac:chgData name="Nane Lazaryan" userId="edf0a458-438d-4fc2-9f33-24202edc9cc9" providerId="ADAL" clId="{95F75959-D9E0-4769-85DD-306B212FF446}" dt="2025-07-31T12:28:31.867" v="2" actId="1076"/>
          <ac:spMkLst>
            <pc:docMk/>
            <pc:sldMk cId="0" sldId="349"/>
            <ac:spMk id="16399" creationId="{FCB45904-949F-4194-9BAA-41F737229B3C}"/>
          </ac:spMkLst>
        </pc:spChg>
        <pc:spChg chg="mod">
          <ac:chgData name="Nane Lazaryan" userId="edf0a458-438d-4fc2-9f33-24202edc9cc9" providerId="ADAL" clId="{95F75959-D9E0-4769-85DD-306B212FF446}" dt="2025-07-31T12:28:31.867" v="2" actId="1076"/>
          <ac:spMkLst>
            <pc:docMk/>
            <pc:sldMk cId="0" sldId="349"/>
            <ac:spMk id="16402" creationId="{45E14E60-04C1-42D6-ACB7-0F4D200D602F}"/>
          </ac:spMkLst>
        </pc:spChg>
        <pc:grpChg chg="mod">
          <ac:chgData name="Nane Lazaryan" userId="edf0a458-438d-4fc2-9f33-24202edc9cc9" providerId="ADAL" clId="{95F75959-D9E0-4769-85DD-306B212FF446}" dt="2025-07-31T12:28:31.867" v="2" actId="1076"/>
          <ac:grpSpMkLst>
            <pc:docMk/>
            <pc:sldMk cId="0" sldId="349"/>
            <ac:grpSpMk id="16388" creationId="{684529AE-65E3-4385-8898-3FE656DF46FE}"/>
          </ac:grpSpMkLst>
        </pc:grpChg>
        <pc:grpChg chg="mod">
          <ac:chgData name="Nane Lazaryan" userId="edf0a458-438d-4fc2-9f33-24202edc9cc9" providerId="ADAL" clId="{95F75959-D9E0-4769-85DD-306B212FF446}" dt="2025-07-31T12:28:31.867" v="2" actId="1076"/>
          <ac:grpSpMkLst>
            <pc:docMk/>
            <pc:sldMk cId="0" sldId="349"/>
            <ac:grpSpMk id="16390" creationId="{25093D63-8F06-40F7-9094-A0CA330F9E75}"/>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04E01887-1EA0-4956-975E-54238E816E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76E21273-BD0B-4179-AB3A-D8EEFA30CEEA}" type="slidenum">
              <a:rPr lang="en-US" altLang="en-US" sz="1200"/>
              <a:pPr/>
              <a:t>4</a:t>
            </a:fld>
            <a:endParaRPr lang="en-US" altLang="en-US" sz="1200"/>
          </a:p>
        </p:txBody>
      </p:sp>
      <p:sp>
        <p:nvSpPr>
          <p:cNvPr id="10243" name="Rectangle 2">
            <a:extLst>
              <a:ext uri="{FF2B5EF4-FFF2-40B4-BE49-F238E27FC236}">
                <a16:creationId xmlns:a16="http://schemas.microsoft.com/office/drawing/2014/main" id="{AE879EDF-781F-44A8-8F04-CA9211B81C36}"/>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BBB5A005-2CE6-4294-98B9-E1AA362DDE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299B24B2-8929-414E-85BD-2DD215CD5ABF}"/>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C22BF755-4A99-4D1A-BC8A-666212EDA9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If you define a wire_load_selection group in the library group, Design Compiler automatically selects a wire_load group for wire load estimation, based on the total cell area of the design.</a:t>
            </a:r>
          </a:p>
          <a:p>
            <a:endParaRPr lang="en-US" altLang="en-US">
              <a:latin typeface="Arial" panose="020B0604020202020204" pitchFamily="34" charset="0"/>
              <a:cs typeface="Arial" panose="020B0604020202020204" pitchFamily="34" charset="0"/>
            </a:endParaRPr>
          </a:p>
        </p:txBody>
      </p:sp>
      <p:sp>
        <p:nvSpPr>
          <p:cNvPr id="23556" name="Slide Number Placeholder 3">
            <a:extLst>
              <a:ext uri="{FF2B5EF4-FFF2-40B4-BE49-F238E27FC236}">
                <a16:creationId xmlns:a16="http://schemas.microsoft.com/office/drawing/2014/main" id="{AB09EB0D-8DE5-47A5-8349-C3753783A2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BABB1A04-7E8B-4627-9024-AC63C184193D}" type="slidenum">
              <a:rPr lang="en-US" altLang="en-US" sz="1200"/>
              <a:pPr/>
              <a:t>16</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0D36B7B9-D7CA-4DFB-A4A9-FEE9A5354461}"/>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35905C6F-A96A-4982-A0E4-58091EEECED5}"/>
              </a:ext>
            </a:extLst>
          </p:cNvPr>
          <p:cNvSpPr>
            <a:spLocks noGrp="1"/>
          </p:cNvSpPr>
          <p:nvPr>
            <p:ph type="body" idx="1"/>
          </p:nvPr>
        </p:nvSpPr>
        <p:spPr/>
        <p:txBody>
          <a:bodyPr/>
          <a:lstStyle/>
          <a:p>
            <a:pPr>
              <a:defRPr/>
            </a:pPr>
            <a:r>
              <a:rPr lang="en-US" dirty="0">
                <a:latin typeface="+mn-lt"/>
                <a:cs typeface="+mn-cs"/>
              </a:rPr>
              <a:t>It is practical to set the </a:t>
            </a:r>
            <a:r>
              <a:rPr lang="en-US" dirty="0" err="1">
                <a:latin typeface="+mn-lt"/>
                <a:cs typeface="+mn-cs"/>
              </a:rPr>
              <a:t>default_wire_load_mode</a:t>
            </a:r>
            <a:r>
              <a:rPr lang="en-US" dirty="0">
                <a:latin typeface="+mn-lt"/>
                <a:cs typeface="+mn-cs"/>
              </a:rPr>
              <a:t> to enclosed or segmented instead of top.</a:t>
            </a:r>
          </a:p>
          <a:p>
            <a:pPr>
              <a:defRPr/>
            </a:pPr>
            <a:r>
              <a:rPr lang="en-US" dirty="0">
                <a:latin typeface="+mn-lt"/>
                <a:cs typeface="+mn-cs"/>
              </a:rPr>
              <a:t>If the </a:t>
            </a:r>
            <a:r>
              <a:rPr lang="en-US" dirty="0" err="1">
                <a:latin typeface="+mn-lt"/>
                <a:cs typeface="+mn-cs"/>
              </a:rPr>
              <a:t>default_wire_load_mode</a:t>
            </a:r>
            <a:r>
              <a:rPr lang="en-US" dirty="0">
                <a:latin typeface="+mn-lt"/>
                <a:cs typeface="+mn-cs"/>
              </a:rPr>
              <a:t> is set to top, all nets in both the top design and </a:t>
            </a:r>
            <a:r>
              <a:rPr lang="en-US" dirty="0" err="1">
                <a:latin typeface="+mn-lt"/>
                <a:cs typeface="+mn-cs"/>
              </a:rPr>
              <a:t>subblocks</a:t>
            </a:r>
            <a:endParaRPr lang="en-US" dirty="0">
              <a:latin typeface="+mn-lt"/>
              <a:cs typeface="+mn-cs"/>
            </a:endParaRPr>
          </a:p>
          <a:p>
            <a:pPr>
              <a:defRPr/>
            </a:pPr>
            <a:r>
              <a:rPr lang="en-US" dirty="0">
                <a:latin typeface="+mn-lt"/>
                <a:cs typeface="+mn-cs"/>
              </a:rPr>
              <a:t>use the wire load model selected from the area of the top design. If the</a:t>
            </a:r>
          </a:p>
          <a:p>
            <a:pPr>
              <a:defRPr/>
            </a:pPr>
            <a:r>
              <a:rPr lang="en-US" dirty="0" err="1">
                <a:latin typeface="+mn-lt"/>
                <a:cs typeface="+mn-cs"/>
              </a:rPr>
              <a:t>default_wire_load_mode</a:t>
            </a:r>
            <a:r>
              <a:rPr lang="en-US" dirty="0">
                <a:latin typeface="+mn-lt"/>
                <a:cs typeface="+mn-cs"/>
              </a:rPr>
              <a:t> is set to enclosed, the nets fully enclosed within a design use</a:t>
            </a:r>
          </a:p>
          <a:p>
            <a:pPr>
              <a:defRPr/>
            </a:pPr>
            <a:r>
              <a:rPr lang="en-US" dirty="0">
                <a:latin typeface="+mn-lt"/>
                <a:cs typeface="+mn-cs"/>
              </a:rPr>
              <a:t>the wire load model selected from the area of that </a:t>
            </a:r>
            <a:r>
              <a:rPr lang="en-US" dirty="0" err="1">
                <a:latin typeface="+mn-lt"/>
                <a:cs typeface="+mn-cs"/>
              </a:rPr>
              <a:t>subdesign</a:t>
            </a:r>
            <a:r>
              <a:rPr lang="en-US" dirty="0">
                <a:latin typeface="+mn-lt"/>
                <a:cs typeface="+mn-cs"/>
              </a:rPr>
              <a:t>. If the</a:t>
            </a:r>
          </a:p>
          <a:p>
            <a:pPr>
              <a:defRPr/>
            </a:pPr>
            <a:r>
              <a:rPr lang="en-US" dirty="0" err="1">
                <a:latin typeface="+mn-lt"/>
                <a:cs typeface="+mn-cs"/>
              </a:rPr>
              <a:t>default_wire_load_mode</a:t>
            </a:r>
            <a:r>
              <a:rPr lang="en-US" dirty="0">
                <a:latin typeface="+mn-lt"/>
                <a:cs typeface="+mn-cs"/>
              </a:rPr>
              <a:t> is set to segmented, the nets partially enclosed within a design</a:t>
            </a:r>
          </a:p>
          <a:p>
            <a:pPr>
              <a:defRPr/>
            </a:pPr>
            <a:r>
              <a:rPr lang="en-US" dirty="0">
                <a:latin typeface="+mn-lt"/>
                <a:cs typeface="+mn-cs"/>
              </a:rPr>
              <a:t>use the wire load model selected from the area of that </a:t>
            </a:r>
            <a:r>
              <a:rPr lang="en-US" dirty="0" err="1">
                <a:latin typeface="+mn-lt"/>
                <a:cs typeface="+mn-cs"/>
              </a:rPr>
              <a:t>subdesign</a:t>
            </a:r>
            <a:r>
              <a:rPr lang="en-US" dirty="0">
                <a:latin typeface="+mn-lt"/>
                <a:cs typeface="+mn-cs"/>
              </a:rPr>
              <a:t>.</a:t>
            </a:r>
            <a:endParaRPr lang="en-US" dirty="0"/>
          </a:p>
        </p:txBody>
      </p:sp>
      <p:sp>
        <p:nvSpPr>
          <p:cNvPr id="26628" name="Slide Number Placeholder 3">
            <a:extLst>
              <a:ext uri="{FF2B5EF4-FFF2-40B4-BE49-F238E27FC236}">
                <a16:creationId xmlns:a16="http://schemas.microsoft.com/office/drawing/2014/main" id="{B07A12A3-6577-4CFC-A8D9-6C62431729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02115EA5-B6E6-4FDB-BB88-CCEE14711339}" type="slidenum">
              <a:rPr lang="en-US" altLang="en-US" sz="1200"/>
              <a:pPr/>
              <a:t>18</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90.png"/><Relationship Id="rId3" Type="http://schemas.openxmlformats.org/officeDocument/2006/relationships/image" Target="../media/image90.png"/><Relationship Id="rId7" Type="http://schemas.openxmlformats.org/officeDocument/2006/relationships/image" Target="../media/image130.png"/><Relationship Id="rId12" Type="http://schemas.openxmlformats.org/officeDocument/2006/relationships/image" Target="../media/image180.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png"/><Relationship Id="rId4" Type="http://schemas.openxmlformats.org/officeDocument/2006/relationships/image" Target="../media/image100.png"/><Relationship Id="rId9" Type="http://schemas.openxmlformats.org/officeDocument/2006/relationships/image" Target="../media/image1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3.png"/><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C843FEA-0D2B-48CA-BA05-01F3A4D50A5C}"/>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48E40EDC-3B10-44FA-AA3F-BA4D7099AF66}"/>
              </a:ext>
            </a:extLst>
          </p:cNvPr>
          <p:cNvSpPr>
            <a:spLocks noGrp="1"/>
          </p:cNvSpPr>
          <p:nvPr>
            <p:ph type="body" sz="quarter" idx="10"/>
          </p:nvPr>
        </p:nvSpPr>
        <p:spPr/>
        <p:txBody>
          <a:bodyPr/>
          <a:lstStyle/>
          <a:p>
            <a:r>
              <a:rPr lang="en-US" altLang="en-US" sz="1600" dirty="0"/>
              <a:t>STA Concepts </a:t>
            </a:r>
          </a:p>
          <a:p>
            <a:pPr lvl="1"/>
            <a:r>
              <a:rPr lang="en-US" altLang="en-US" sz="1200" dirty="0"/>
              <a:t>1 lecture</a:t>
            </a:r>
          </a:p>
          <a:p>
            <a:r>
              <a:rPr lang="en-US" altLang="en-US" sz="1600" dirty="0"/>
              <a:t>Delay Modeling</a:t>
            </a:r>
          </a:p>
          <a:p>
            <a:pPr lvl="1"/>
            <a:r>
              <a:rPr lang="en-US" altLang="en-US" sz="1200" dirty="0"/>
              <a:t>1 lecture</a:t>
            </a:r>
          </a:p>
          <a:p>
            <a:r>
              <a:rPr lang="en-US" altLang="en-US" sz="1600" dirty="0">
                <a:solidFill>
                  <a:srgbClr val="0000FF"/>
                </a:solidFill>
              </a:rPr>
              <a:t>Interconnect </a:t>
            </a:r>
            <a:r>
              <a:rPr lang="en-US" altLang="en-US" sz="1600" dirty="0" err="1">
                <a:solidFill>
                  <a:srgbClr val="0000FF"/>
                </a:solidFill>
              </a:rPr>
              <a:t>Parasitics</a:t>
            </a:r>
            <a:endParaRPr lang="en-US" altLang="en-US" sz="1600" dirty="0">
              <a:solidFill>
                <a:srgbClr val="0000FF"/>
              </a:solidFill>
            </a:endParaRPr>
          </a:p>
          <a:p>
            <a:pPr lvl="1"/>
            <a:r>
              <a:rPr lang="en-US" altLang="en-US" sz="1200" dirty="0">
                <a:solidFill>
                  <a:srgbClr val="0000FF"/>
                </a:solidFill>
              </a:rPr>
              <a:t>1 lecture</a:t>
            </a:r>
          </a:p>
          <a:p>
            <a:r>
              <a:rPr lang="en-US" altLang="en-US" sz="1600" dirty="0"/>
              <a:t>Delay Calculation</a:t>
            </a:r>
          </a:p>
          <a:p>
            <a:pPr lvl="1"/>
            <a:r>
              <a:rPr lang="en-US" altLang="en-US" sz="1200" dirty="0"/>
              <a:t>1 lecture</a:t>
            </a:r>
          </a:p>
          <a:p>
            <a:r>
              <a:rPr lang="en-US" altLang="en-US" sz="1600" dirty="0"/>
              <a:t>Configuring the STA Environment</a:t>
            </a:r>
          </a:p>
          <a:p>
            <a:pPr lvl="1"/>
            <a:r>
              <a:rPr lang="en-US" altLang="en-US" sz="1200" dirty="0"/>
              <a:t>1 lecture</a:t>
            </a:r>
          </a:p>
          <a:p>
            <a:r>
              <a:rPr lang="en-US" altLang="en-US" sz="1600" dirty="0"/>
              <a:t>Timing Checks</a:t>
            </a:r>
          </a:p>
          <a:p>
            <a:pPr lvl="1"/>
            <a:r>
              <a:rPr lang="en-US" altLang="en-US" sz="1200" dirty="0"/>
              <a:t>1 lecture</a:t>
            </a:r>
          </a:p>
          <a:p>
            <a:r>
              <a:rPr lang="en-US" altLang="en-US" sz="1600" dirty="0"/>
              <a:t>Crosstalk and Noise</a:t>
            </a:r>
          </a:p>
          <a:p>
            <a:pPr lvl="1"/>
            <a:r>
              <a:rPr lang="en-US" altLang="en-US" sz="1200" dirty="0"/>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402066ED-1ADB-4526-8BFF-96A03A22D737}"/>
              </a:ext>
            </a:extLst>
          </p:cNvPr>
          <p:cNvSpPr>
            <a:spLocks noGrp="1"/>
          </p:cNvSpPr>
          <p:nvPr>
            <p:ph type="title"/>
          </p:nvPr>
        </p:nvSpPr>
        <p:spPr/>
        <p:txBody>
          <a:bodyPr/>
          <a:lstStyle/>
          <a:p>
            <a:endParaRPr lang="en-US" altLang="en-US" dirty="0"/>
          </a:p>
        </p:txBody>
      </p:sp>
      <p:sp>
        <p:nvSpPr>
          <p:cNvPr id="3" name="Text Placeholder 2">
            <a:extLst>
              <a:ext uri="{FF2B5EF4-FFF2-40B4-BE49-F238E27FC236}">
                <a16:creationId xmlns:a16="http://schemas.microsoft.com/office/drawing/2014/main" id="{FD616195-F26F-4BE4-9D11-68EC59EA3490}"/>
              </a:ext>
            </a:extLst>
          </p:cNvPr>
          <p:cNvSpPr>
            <a:spLocks noGrp="1"/>
          </p:cNvSpPr>
          <p:nvPr>
            <p:ph type="body" sz="quarter" idx="10"/>
          </p:nvPr>
        </p:nvSpPr>
        <p:spPr/>
        <p:txBody>
          <a:bodyPr/>
          <a:lstStyle/>
          <a:p>
            <a:pPr>
              <a:buFont typeface="+mj-lt"/>
              <a:buAutoNum type="arabicPeriod" startAt="3"/>
            </a:pPr>
            <a:r>
              <a:rPr lang="en-US" altLang="en-US" dirty="0"/>
              <a:t>Interconnect </a:t>
            </a:r>
            <a:r>
              <a:rPr lang="en-US" altLang="en-US" dirty="0" err="1"/>
              <a:t>Parasitics</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AC696731-52A4-4433-B48F-C8291912C0F9}"/>
              </a:ext>
            </a:extLst>
          </p:cNvPr>
          <p:cNvSpPr>
            <a:spLocks noGrp="1"/>
          </p:cNvSpPr>
          <p:nvPr>
            <p:ph type="title"/>
          </p:nvPr>
        </p:nvSpPr>
        <p:spPr/>
        <p:txBody>
          <a:bodyPr/>
          <a:lstStyle/>
          <a:p>
            <a:r>
              <a:rPr lang="en-US" altLang="en-US"/>
              <a:t>Net</a:t>
            </a:r>
          </a:p>
        </p:txBody>
      </p:sp>
      <p:sp>
        <p:nvSpPr>
          <p:cNvPr id="11267" name="Content Placeholder 2">
            <a:extLst>
              <a:ext uri="{FF2B5EF4-FFF2-40B4-BE49-F238E27FC236}">
                <a16:creationId xmlns:a16="http://schemas.microsoft.com/office/drawing/2014/main" id="{9A915F14-B112-45F6-ADC5-5B59B9D8771F}"/>
              </a:ext>
            </a:extLst>
          </p:cNvPr>
          <p:cNvSpPr>
            <a:spLocks noGrp="1"/>
          </p:cNvSpPr>
          <p:nvPr>
            <p:ph type="body" sz="quarter" idx="10"/>
          </p:nvPr>
        </p:nvSpPr>
        <p:spPr/>
        <p:txBody>
          <a:bodyPr/>
          <a:lstStyle/>
          <a:p>
            <a:r>
              <a:rPr lang="en-US" altLang="en-US">
                <a:solidFill>
                  <a:srgbClr val="0000FF"/>
                </a:solidFill>
              </a:rPr>
              <a:t>Net</a:t>
            </a:r>
            <a:r>
              <a:rPr lang="en-US" altLang="en-US"/>
              <a:t> is a wire connecting pins of standard cells and blocks. It:</a:t>
            </a:r>
          </a:p>
          <a:p>
            <a:pPr lvl="1"/>
            <a:r>
              <a:rPr lang="en-US" altLang="en-US"/>
              <a:t>Has only one driver</a:t>
            </a:r>
          </a:p>
          <a:p>
            <a:pPr lvl="1"/>
            <a:r>
              <a:rPr lang="en-US" altLang="en-US"/>
              <a:t>Can drive a number of fanout cells or blocks</a:t>
            </a:r>
          </a:p>
          <a:p>
            <a:pPr lvl="1"/>
            <a:r>
              <a:rPr lang="en-US" altLang="en-US"/>
              <a:t>Can travel on multiple metal layers of the chip</a:t>
            </a:r>
          </a:p>
          <a:p>
            <a:pPr lvl="1"/>
            <a:r>
              <a:rPr lang="en-US" altLang="en-US"/>
              <a:t>Can be broken up into segments for equivalent electrical representation </a:t>
            </a:r>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FEAB067-04AC-4D67-A5F9-A2EE48CD3C41}"/>
              </a:ext>
            </a:extLst>
          </p:cNvPr>
          <p:cNvSpPr>
            <a:spLocks noGrp="1"/>
          </p:cNvSpPr>
          <p:nvPr>
            <p:ph type="title"/>
          </p:nvPr>
        </p:nvSpPr>
        <p:spPr/>
        <p:txBody>
          <a:bodyPr/>
          <a:lstStyle/>
          <a:p>
            <a:r>
              <a:rPr lang="en-US" altLang="en-US"/>
              <a:t>Interconnect Parasitics</a:t>
            </a:r>
          </a:p>
        </p:txBody>
      </p:sp>
      <p:sp>
        <p:nvSpPr>
          <p:cNvPr id="12291" name="Content Placeholder 2">
            <a:extLst>
              <a:ext uri="{FF2B5EF4-FFF2-40B4-BE49-F238E27FC236}">
                <a16:creationId xmlns:a16="http://schemas.microsoft.com/office/drawing/2014/main" id="{BA0A557C-3182-45A6-9C5D-94E6E9B00BDB}"/>
              </a:ext>
            </a:extLst>
          </p:cNvPr>
          <p:cNvSpPr>
            <a:spLocks noGrp="1"/>
          </p:cNvSpPr>
          <p:nvPr>
            <p:ph type="body" sz="quarter" idx="10"/>
          </p:nvPr>
        </p:nvSpPr>
        <p:spPr/>
        <p:txBody>
          <a:bodyPr/>
          <a:lstStyle/>
          <a:p>
            <a:r>
              <a:rPr lang="en-US" altLang="en-US" sz="2800">
                <a:solidFill>
                  <a:srgbClr val="0000FF"/>
                </a:solidFill>
              </a:rPr>
              <a:t>Interconnect resistance </a:t>
            </a:r>
            <a:r>
              <a:rPr lang="en-US" altLang="en-US" sz="2800"/>
              <a:t>- resistance between the output pin of a cell and the input pins of the fanout cells</a:t>
            </a:r>
          </a:p>
          <a:p>
            <a:r>
              <a:rPr lang="en-US" altLang="en-US" sz="2800">
                <a:solidFill>
                  <a:srgbClr val="0000FF"/>
                </a:solidFill>
              </a:rPr>
              <a:t>Interconnect capacitance </a:t>
            </a:r>
            <a:r>
              <a:rPr lang="en-US" altLang="en-US" sz="2800"/>
              <a:t>- is comprised of grounded and between neighboring signal routes</a:t>
            </a:r>
          </a:p>
          <a:p>
            <a:r>
              <a:rPr lang="en-US" altLang="en-US" sz="2800">
                <a:solidFill>
                  <a:srgbClr val="0000FF"/>
                </a:solidFill>
              </a:rPr>
              <a:t>Interconnect inductance </a:t>
            </a:r>
            <a:r>
              <a:rPr lang="en-US" altLang="en-US" sz="2800"/>
              <a:t>- arises due to current loops; effect of inductance can be ignored for low frequencies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5F4F49B-3DA3-42F0-97DC-441B4E5B2E18}"/>
              </a:ext>
            </a:extLst>
          </p:cNvPr>
          <p:cNvSpPr>
            <a:spLocks noGrp="1"/>
          </p:cNvSpPr>
          <p:nvPr>
            <p:ph type="title"/>
          </p:nvPr>
        </p:nvSpPr>
        <p:spPr/>
        <p:txBody>
          <a:bodyPr/>
          <a:lstStyle/>
          <a:p>
            <a:r>
              <a:rPr lang="en-US" altLang="en-US"/>
              <a:t>Overview</a:t>
            </a:r>
          </a:p>
        </p:txBody>
      </p:sp>
      <p:sp>
        <p:nvSpPr>
          <p:cNvPr id="13315" name="TextBox 7">
            <a:extLst>
              <a:ext uri="{FF2B5EF4-FFF2-40B4-BE49-F238E27FC236}">
                <a16:creationId xmlns:a16="http://schemas.microsoft.com/office/drawing/2014/main" id="{BF896059-D92B-4F0D-B30D-2FC0B787419F}"/>
              </a:ext>
            </a:extLst>
          </p:cNvPr>
          <p:cNvSpPr txBox="1">
            <a:spLocks noChangeArrowheads="1"/>
          </p:cNvSpPr>
          <p:nvPr/>
        </p:nvSpPr>
        <p:spPr bwMode="auto">
          <a:xfrm>
            <a:off x="2366964" y="1581150"/>
            <a:ext cx="757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t>Cells</a:t>
            </a:r>
          </a:p>
        </p:txBody>
      </p:sp>
      <p:sp>
        <p:nvSpPr>
          <p:cNvPr id="13316" name="TextBox 274">
            <a:extLst>
              <a:ext uri="{FF2B5EF4-FFF2-40B4-BE49-F238E27FC236}">
                <a16:creationId xmlns:a16="http://schemas.microsoft.com/office/drawing/2014/main" id="{69256A30-4CCD-4431-A5F8-825838823797}"/>
              </a:ext>
            </a:extLst>
          </p:cNvPr>
          <p:cNvSpPr txBox="1">
            <a:spLocks noChangeArrowheads="1"/>
          </p:cNvSpPr>
          <p:nvPr/>
        </p:nvSpPr>
        <p:spPr bwMode="auto">
          <a:xfrm>
            <a:off x="2219326" y="2968625"/>
            <a:ext cx="2322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t>Input capacitances</a:t>
            </a:r>
          </a:p>
        </p:txBody>
      </p:sp>
      <p:sp>
        <p:nvSpPr>
          <p:cNvPr id="13317" name="TextBox 275">
            <a:extLst>
              <a:ext uri="{FF2B5EF4-FFF2-40B4-BE49-F238E27FC236}">
                <a16:creationId xmlns:a16="http://schemas.microsoft.com/office/drawing/2014/main" id="{AA0EE001-6C1C-463E-AFE0-3956F2F03318}"/>
              </a:ext>
            </a:extLst>
          </p:cNvPr>
          <p:cNvSpPr txBox="1">
            <a:spLocks noChangeArrowheads="1"/>
          </p:cNvSpPr>
          <p:nvPr/>
        </p:nvSpPr>
        <p:spPr bwMode="auto">
          <a:xfrm>
            <a:off x="2219326" y="4629150"/>
            <a:ext cx="1738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t>Net parasitics</a:t>
            </a:r>
          </a:p>
        </p:txBody>
      </p:sp>
      <p:grpSp>
        <p:nvGrpSpPr>
          <p:cNvPr id="13318" name="Group 2">
            <a:extLst>
              <a:ext uri="{FF2B5EF4-FFF2-40B4-BE49-F238E27FC236}">
                <a16:creationId xmlns:a16="http://schemas.microsoft.com/office/drawing/2014/main" id="{495F5921-51D3-453B-BC3A-DFCEB175A2CF}"/>
              </a:ext>
            </a:extLst>
          </p:cNvPr>
          <p:cNvGrpSpPr>
            <a:grpSpLocks/>
          </p:cNvGrpSpPr>
          <p:nvPr/>
        </p:nvGrpSpPr>
        <p:grpSpPr bwMode="auto">
          <a:xfrm>
            <a:off x="5410201" y="1333500"/>
            <a:ext cx="3992563" cy="4197350"/>
            <a:chOff x="2117280" y="1334286"/>
            <a:chExt cx="3992516" cy="4196792"/>
          </a:xfrm>
        </p:grpSpPr>
        <p:sp>
          <p:nvSpPr>
            <p:cNvPr id="20" name="Flowchart: Delay 19">
              <a:extLst>
                <a:ext uri="{FF2B5EF4-FFF2-40B4-BE49-F238E27FC236}">
                  <a16:creationId xmlns:a16="http://schemas.microsoft.com/office/drawing/2014/main" id="{5A241C22-1472-4F17-84F2-7D53F0D86C6C}"/>
                </a:ext>
              </a:extLst>
            </p:cNvPr>
            <p:cNvSpPr/>
            <p:nvPr/>
          </p:nvSpPr>
          <p:spPr bwMode="auto">
            <a:xfrm>
              <a:off x="3614275" y="1381905"/>
              <a:ext cx="333371" cy="255554"/>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sp>
          <p:nvSpPr>
            <p:cNvPr id="21" name="Isosceles Triangle 20">
              <a:extLst>
                <a:ext uri="{FF2B5EF4-FFF2-40B4-BE49-F238E27FC236}">
                  <a16:creationId xmlns:a16="http://schemas.microsoft.com/office/drawing/2014/main" id="{97E9F0CB-ED3C-41F5-A05C-AC37EBB97A14}"/>
                </a:ext>
              </a:extLst>
            </p:cNvPr>
            <p:cNvSpPr/>
            <p:nvPr/>
          </p:nvSpPr>
          <p:spPr bwMode="auto">
            <a:xfrm rot="5400000">
              <a:off x="2820550" y="1948551"/>
              <a:ext cx="253966" cy="266697"/>
            </a:xfrm>
            <a:prstGeom prst="triangle">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sp>
          <p:nvSpPr>
            <p:cNvPr id="13321" name="Oval 21">
              <a:extLst>
                <a:ext uri="{FF2B5EF4-FFF2-40B4-BE49-F238E27FC236}">
                  <a16:creationId xmlns:a16="http://schemas.microsoft.com/office/drawing/2014/main" id="{83061647-C167-4AF7-931A-413A018D518C}"/>
                </a:ext>
              </a:extLst>
            </p:cNvPr>
            <p:cNvSpPr>
              <a:spLocks noChangeArrowheads="1"/>
            </p:cNvSpPr>
            <p:nvPr/>
          </p:nvSpPr>
          <p:spPr bwMode="auto">
            <a:xfrm>
              <a:off x="3076057" y="2050555"/>
              <a:ext cx="66576" cy="63637"/>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3" name="Moon 22">
              <a:extLst>
                <a:ext uri="{FF2B5EF4-FFF2-40B4-BE49-F238E27FC236}">
                  <a16:creationId xmlns:a16="http://schemas.microsoft.com/office/drawing/2014/main" id="{16BC3C27-B4A0-4E53-8DB0-9BC214836ECE}"/>
                </a:ext>
              </a:extLst>
            </p:cNvPr>
            <p:cNvSpPr/>
            <p:nvPr/>
          </p:nvSpPr>
          <p:spPr bwMode="auto">
            <a:xfrm rot="10800000">
              <a:off x="4517552" y="1891425"/>
              <a:ext cx="331784" cy="253966"/>
            </a:xfrm>
            <a:prstGeom prst="moon">
              <a:avLst>
                <a:gd name="adj" fmla="val 87500"/>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sp>
          <p:nvSpPr>
            <p:cNvPr id="13323" name="Oval 23">
              <a:extLst>
                <a:ext uri="{FF2B5EF4-FFF2-40B4-BE49-F238E27FC236}">
                  <a16:creationId xmlns:a16="http://schemas.microsoft.com/office/drawing/2014/main" id="{01B20EA3-24B1-45FD-AF15-5CD46AF6BBF4}"/>
                </a:ext>
              </a:extLst>
            </p:cNvPr>
            <p:cNvSpPr>
              <a:spLocks noChangeArrowheads="1"/>
            </p:cNvSpPr>
            <p:nvPr/>
          </p:nvSpPr>
          <p:spPr bwMode="auto">
            <a:xfrm>
              <a:off x="4850022" y="1993279"/>
              <a:ext cx="66576" cy="63637"/>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24" name="Pentagon 24">
              <a:extLst>
                <a:ext uri="{FF2B5EF4-FFF2-40B4-BE49-F238E27FC236}">
                  <a16:creationId xmlns:a16="http://schemas.microsoft.com/office/drawing/2014/main" id="{1C88D3CA-C588-42A6-B6B1-55DB8D9C4F98}"/>
                </a:ext>
              </a:extLst>
            </p:cNvPr>
            <p:cNvSpPr>
              <a:spLocks noChangeArrowheads="1"/>
            </p:cNvSpPr>
            <p:nvPr/>
          </p:nvSpPr>
          <p:spPr bwMode="auto">
            <a:xfrm>
              <a:off x="2414460" y="1382366"/>
              <a:ext cx="133151" cy="127274"/>
            </a:xfrm>
            <a:prstGeom prst="homePlate">
              <a:avLst>
                <a:gd name="adj" fmla="val 49998"/>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25" name="Pentagon 25">
              <a:extLst>
                <a:ext uri="{FF2B5EF4-FFF2-40B4-BE49-F238E27FC236}">
                  <a16:creationId xmlns:a16="http://schemas.microsoft.com/office/drawing/2014/main" id="{8AB2F284-C42A-4B6D-B353-89C68B563F15}"/>
                </a:ext>
              </a:extLst>
            </p:cNvPr>
            <p:cNvSpPr>
              <a:spLocks noChangeArrowheads="1"/>
            </p:cNvSpPr>
            <p:nvPr/>
          </p:nvSpPr>
          <p:spPr bwMode="auto">
            <a:xfrm>
              <a:off x="2414460" y="2018734"/>
              <a:ext cx="133151" cy="127274"/>
            </a:xfrm>
            <a:prstGeom prst="homePlate">
              <a:avLst>
                <a:gd name="adj" fmla="val 49998"/>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26" name="Pentagon 26">
              <a:extLst>
                <a:ext uri="{FF2B5EF4-FFF2-40B4-BE49-F238E27FC236}">
                  <a16:creationId xmlns:a16="http://schemas.microsoft.com/office/drawing/2014/main" id="{A8DEDB02-341E-4EEB-AFD5-5B85A1E59FEE}"/>
                </a:ext>
              </a:extLst>
            </p:cNvPr>
            <p:cNvSpPr>
              <a:spLocks noChangeArrowheads="1"/>
            </p:cNvSpPr>
            <p:nvPr/>
          </p:nvSpPr>
          <p:spPr bwMode="auto">
            <a:xfrm>
              <a:off x="5314663" y="1446009"/>
              <a:ext cx="133151" cy="127274"/>
            </a:xfrm>
            <a:prstGeom prst="homePlate">
              <a:avLst>
                <a:gd name="adj" fmla="val 49998"/>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27" name="Pentagon 27">
              <a:extLst>
                <a:ext uri="{FF2B5EF4-FFF2-40B4-BE49-F238E27FC236}">
                  <a16:creationId xmlns:a16="http://schemas.microsoft.com/office/drawing/2014/main" id="{43C8153C-9769-4B47-BBE9-F2E57DB86865}"/>
                </a:ext>
              </a:extLst>
            </p:cNvPr>
            <p:cNvSpPr>
              <a:spLocks noChangeArrowheads="1"/>
            </p:cNvSpPr>
            <p:nvPr/>
          </p:nvSpPr>
          <p:spPr bwMode="auto">
            <a:xfrm>
              <a:off x="5310505" y="1963052"/>
              <a:ext cx="133151" cy="127274"/>
            </a:xfrm>
            <a:prstGeom prst="homePlate">
              <a:avLst>
                <a:gd name="adj" fmla="val 49998"/>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28" name="Straight Connector 28">
              <a:extLst>
                <a:ext uri="{FF2B5EF4-FFF2-40B4-BE49-F238E27FC236}">
                  <a16:creationId xmlns:a16="http://schemas.microsoft.com/office/drawing/2014/main" id="{CEE27CC3-DD5D-431E-9FE3-F8E29EF3C6B9}"/>
                </a:ext>
              </a:extLst>
            </p:cNvPr>
            <p:cNvCxnSpPr>
              <a:cxnSpLocks noChangeShapeType="1"/>
              <a:stCxn id="13324" idx="3"/>
            </p:cNvCxnSpPr>
            <p:nvPr/>
          </p:nvCxnSpPr>
          <p:spPr bwMode="auto">
            <a:xfrm>
              <a:off x="2547611" y="1446003"/>
              <a:ext cx="10652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29" name="Straight Connector 29">
              <a:extLst>
                <a:ext uri="{FF2B5EF4-FFF2-40B4-BE49-F238E27FC236}">
                  <a16:creationId xmlns:a16="http://schemas.microsoft.com/office/drawing/2014/main" id="{44DA88E9-F759-45A9-BE26-2B3467110B1D}"/>
                </a:ext>
              </a:extLst>
            </p:cNvPr>
            <p:cNvCxnSpPr>
              <a:cxnSpLocks noChangeShapeType="1"/>
              <a:stCxn id="13325" idx="3"/>
              <a:endCxn id="21" idx="3"/>
            </p:cNvCxnSpPr>
            <p:nvPr/>
          </p:nvCxnSpPr>
          <p:spPr bwMode="auto">
            <a:xfrm>
              <a:off x="2547611" y="2082370"/>
              <a:ext cx="26630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0" name="Straight Connector 30">
              <a:extLst>
                <a:ext uri="{FF2B5EF4-FFF2-40B4-BE49-F238E27FC236}">
                  <a16:creationId xmlns:a16="http://schemas.microsoft.com/office/drawing/2014/main" id="{DD2C97A5-8DDD-4670-97A7-A2611C823380}"/>
                </a:ext>
              </a:extLst>
            </p:cNvPr>
            <p:cNvCxnSpPr>
              <a:cxnSpLocks noChangeShapeType="1"/>
              <a:stCxn id="13321" idx="6"/>
            </p:cNvCxnSpPr>
            <p:nvPr/>
          </p:nvCxnSpPr>
          <p:spPr bwMode="auto">
            <a:xfrm flipV="1">
              <a:off x="3142633" y="2082370"/>
              <a:ext cx="1402251" cy="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1" name="Straight Connector 31">
              <a:extLst>
                <a:ext uri="{FF2B5EF4-FFF2-40B4-BE49-F238E27FC236}">
                  <a16:creationId xmlns:a16="http://schemas.microsoft.com/office/drawing/2014/main" id="{739F2694-FD49-4D3E-81E4-CBEA05100528}"/>
                </a:ext>
              </a:extLst>
            </p:cNvPr>
            <p:cNvCxnSpPr>
              <a:cxnSpLocks noChangeShapeType="1"/>
            </p:cNvCxnSpPr>
            <p:nvPr/>
          </p:nvCxnSpPr>
          <p:spPr bwMode="auto">
            <a:xfrm>
              <a:off x="4913824" y="2024037"/>
              <a:ext cx="39945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2" name="Shape 31">
              <a:extLst>
                <a:ext uri="{FF2B5EF4-FFF2-40B4-BE49-F238E27FC236}">
                  <a16:creationId xmlns:a16="http://schemas.microsoft.com/office/drawing/2014/main" id="{0C4AD547-0FA6-4B0A-B61E-5D687977E666}"/>
                </a:ext>
              </a:extLst>
            </p:cNvPr>
            <p:cNvCxnSpPr>
              <a:cxnSpLocks noChangeShapeType="1"/>
            </p:cNvCxnSpPr>
            <p:nvPr/>
          </p:nvCxnSpPr>
          <p:spPr bwMode="auto">
            <a:xfrm rot="5400000">
              <a:off x="3326098" y="1793426"/>
              <a:ext cx="509094" cy="68795"/>
            </a:xfrm>
            <a:prstGeom prst="bentConnector3">
              <a:avLst>
                <a:gd name="adj1" fmla="val -259"/>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3" name="Straight Connector 33">
              <a:extLst>
                <a:ext uri="{FF2B5EF4-FFF2-40B4-BE49-F238E27FC236}">
                  <a16:creationId xmlns:a16="http://schemas.microsoft.com/office/drawing/2014/main" id="{F04C4FED-D0B8-4C7C-B69F-5DF6E020E039}"/>
                </a:ext>
              </a:extLst>
            </p:cNvPr>
            <p:cNvCxnSpPr>
              <a:cxnSpLocks noChangeShapeType="1"/>
              <a:stCxn id="13326" idx="1"/>
              <a:endCxn id="20" idx="3"/>
            </p:cNvCxnSpPr>
            <p:nvPr/>
          </p:nvCxnSpPr>
          <p:spPr bwMode="auto">
            <a:xfrm rot="10800000">
              <a:off x="3947922" y="1509640"/>
              <a:ext cx="1366741" cy="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4" name="Shape 39">
              <a:extLst>
                <a:ext uri="{FF2B5EF4-FFF2-40B4-BE49-F238E27FC236}">
                  <a16:creationId xmlns:a16="http://schemas.microsoft.com/office/drawing/2014/main" id="{092EA32C-B964-4B83-90A7-D027E917004E}"/>
                </a:ext>
              </a:extLst>
            </p:cNvPr>
            <p:cNvCxnSpPr>
              <a:cxnSpLocks noChangeShapeType="1"/>
            </p:cNvCxnSpPr>
            <p:nvPr/>
          </p:nvCxnSpPr>
          <p:spPr bwMode="auto">
            <a:xfrm rot="16200000" flipV="1">
              <a:off x="4156409" y="1561075"/>
              <a:ext cx="445457" cy="342587"/>
            </a:xfrm>
            <a:prstGeom prst="bentConnector3">
              <a:avLst>
                <a:gd name="adj1" fmla="val -449"/>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A07FE639-10B9-475D-AA1D-6F367B3AC12F}"/>
                </a:ext>
              </a:extLst>
            </p:cNvPr>
            <p:cNvSpPr txBox="1"/>
            <p:nvPr/>
          </p:nvSpPr>
          <p:spPr>
            <a:xfrm>
              <a:off x="2117280" y="1334286"/>
              <a:ext cx="296860" cy="253966"/>
            </a:xfrm>
            <a:prstGeom prst="rect">
              <a:avLst/>
            </a:prstGeom>
            <a:noFill/>
          </p:spPr>
          <p:txBody>
            <a:bodyPr wrap="none">
              <a:spAutoFit/>
            </a:bodyPr>
            <a:lstStyle/>
            <a:p>
              <a:pPr eaLnBrk="1" hangingPunct="1">
                <a:defRPr/>
              </a:pPr>
              <a:r>
                <a:rPr lang="en-US" sz="1050" dirty="0">
                  <a:latin typeface="Arial" charset="0"/>
                  <a:cs typeface="Arial" charset="0"/>
                </a:rPr>
                <a:t>I1</a:t>
              </a:r>
            </a:p>
          </p:txBody>
        </p:sp>
        <p:sp>
          <p:nvSpPr>
            <p:cNvPr id="13" name="TextBox 12">
              <a:extLst>
                <a:ext uri="{FF2B5EF4-FFF2-40B4-BE49-F238E27FC236}">
                  <a16:creationId xmlns:a16="http://schemas.microsoft.com/office/drawing/2014/main" id="{E99477DA-0EEA-48E5-A668-679F89D2DDD4}"/>
                </a:ext>
              </a:extLst>
            </p:cNvPr>
            <p:cNvSpPr txBox="1"/>
            <p:nvPr/>
          </p:nvSpPr>
          <p:spPr>
            <a:xfrm>
              <a:off x="2117280" y="1964440"/>
              <a:ext cx="296860" cy="253966"/>
            </a:xfrm>
            <a:prstGeom prst="rect">
              <a:avLst/>
            </a:prstGeom>
            <a:noFill/>
          </p:spPr>
          <p:txBody>
            <a:bodyPr wrap="none">
              <a:spAutoFit/>
            </a:bodyPr>
            <a:lstStyle/>
            <a:p>
              <a:pPr eaLnBrk="1" hangingPunct="1">
                <a:defRPr/>
              </a:pPr>
              <a:r>
                <a:rPr lang="en-US" sz="1050" dirty="0">
                  <a:latin typeface="Arial" charset="0"/>
                  <a:cs typeface="Arial" charset="0"/>
                </a:rPr>
                <a:t>I2</a:t>
              </a:r>
            </a:p>
          </p:txBody>
        </p:sp>
        <p:sp>
          <p:nvSpPr>
            <p:cNvPr id="18" name="TextBox 17">
              <a:extLst>
                <a:ext uri="{FF2B5EF4-FFF2-40B4-BE49-F238E27FC236}">
                  <a16:creationId xmlns:a16="http://schemas.microsoft.com/office/drawing/2014/main" id="{BC6453AD-C425-42F3-93B2-B03249E21303}"/>
                </a:ext>
              </a:extLst>
            </p:cNvPr>
            <p:cNvSpPr txBox="1"/>
            <p:nvPr/>
          </p:nvSpPr>
          <p:spPr>
            <a:xfrm>
              <a:off x="5406541" y="1927932"/>
              <a:ext cx="363534" cy="253966"/>
            </a:xfrm>
            <a:prstGeom prst="rect">
              <a:avLst/>
            </a:prstGeom>
            <a:noFill/>
          </p:spPr>
          <p:txBody>
            <a:bodyPr wrap="none">
              <a:spAutoFit/>
            </a:bodyPr>
            <a:lstStyle/>
            <a:p>
              <a:pPr eaLnBrk="1" hangingPunct="1">
                <a:defRPr/>
              </a:pPr>
              <a:r>
                <a:rPr lang="en-US" sz="1050" dirty="0">
                  <a:latin typeface="Arial" charset="0"/>
                  <a:cs typeface="Arial" charset="0"/>
                </a:rPr>
                <a:t>O2</a:t>
              </a:r>
            </a:p>
          </p:txBody>
        </p:sp>
        <p:sp>
          <p:nvSpPr>
            <p:cNvPr id="19" name="TextBox 18">
              <a:extLst>
                <a:ext uri="{FF2B5EF4-FFF2-40B4-BE49-F238E27FC236}">
                  <a16:creationId xmlns:a16="http://schemas.microsoft.com/office/drawing/2014/main" id="{BDB2E15C-3CEE-4B03-9D2E-04BFEA35146F}"/>
                </a:ext>
              </a:extLst>
            </p:cNvPr>
            <p:cNvSpPr txBox="1"/>
            <p:nvPr/>
          </p:nvSpPr>
          <p:spPr>
            <a:xfrm>
              <a:off x="5417654" y="1394603"/>
              <a:ext cx="365121" cy="253966"/>
            </a:xfrm>
            <a:prstGeom prst="rect">
              <a:avLst/>
            </a:prstGeom>
            <a:noFill/>
          </p:spPr>
          <p:txBody>
            <a:bodyPr wrap="none">
              <a:spAutoFit/>
            </a:bodyPr>
            <a:lstStyle/>
            <a:p>
              <a:pPr eaLnBrk="1" hangingPunct="1">
                <a:defRPr/>
              </a:pPr>
              <a:r>
                <a:rPr lang="en-US" sz="1050" dirty="0">
                  <a:latin typeface="Arial" charset="0"/>
                  <a:cs typeface="Arial" charset="0"/>
                </a:rPr>
                <a:t>O1</a:t>
              </a:r>
            </a:p>
          </p:txBody>
        </p:sp>
        <p:sp>
          <p:nvSpPr>
            <p:cNvPr id="78" name="Flowchart: Delay 77">
              <a:extLst>
                <a:ext uri="{FF2B5EF4-FFF2-40B4-BE49-F238E27FC236}">
                  <a16:creationId xmlns:a16="http://schemas.microsoft.com/office/drawing/2014/main" id="{D2ECE59D-2419-419A-AF95-1EA07E5D9C5E}"/>
                </a:ext>
              </a:extLst>
            </p:cNvPr>
            <p:cNvSpPr/>
            <p:nvPr/>
          </p:nvSpPr>
          <p:spPr bwMode="auto">
            <a:xfrm>
              <a:off x="3603163" y="2739037"/>
              <a:ext cx="314321" cy="241268"/>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sp>
          <p:nvSpPr>
            <p:cNvPr id="79" name="Isosceles Triangle 78">
              <a:extLst>
                <a:ext uri="{FF2B5EF4-FFF2-40B4-BE49-F238E27FC236}">
                  <a16:creationId xmlns:a16="http://schemas.microsoft.com/office/drawing/2014/main" id="{0E9A72DE-B0D7-454B-A684-4223A5F7BF09}"/>
                </a:ext>
              </a:extLst>
            </p:cNvPr>
            <p:cNvSpPr/>
            <p:nvPr/>
          </p:nvSpPr>
          <p:spPr bwMode="auto">
            <a:xfrm rot="5400000">
              <a:off x="2851505" y="3274732"/>
              <a:ext cx="241268" cy="252409"/>
            </a:xfrm>
            <a:prstGeom prst="triangle">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sp>
          <p:nvSpPr>
            <p:cNvPr id="13341" name="Oval 79">
              <a:extLst>
                <a:ext uri="{FF2B5EF4-FFF2-40B4-BE49-F238E27FC236}">
                  <a16:creationId xmlns:a16="http://schemas.microsoft.com/office/drawing/2014/main" id="{DC4E0E44-5975-4A0D-8DE0-E57DFE227B30}"/>
                </a:ext>
              </a:extLst>
            </p:cNvPr>
            <p:cNvSpPr>
              <a:spLocks noChangeArrowheads="1"/>
            </p:cNvSpPr>
            <p:nvPr/>
          </p:nvSpPr>
          <p:spPr bwMode="auto">
            <a:xfrm>
              <a:off x="3093811" y="3371017"/>
              <a:ext cx="62929" cy="6015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2" name="Oval 81">
              <a:extLst>
                <a:ext uri="{FF2B5EF4-FFF2-40B4-BE49-F238E27FC236}">
                  <a16:creationId xmlns:a16="http://schemas.microsoft.com/office/drawing/2014/main" id="{5A7D92CC-D2E9-4831-976F-B0D7C8025367}"/>
                </a:ext>
              </a:extLst>
            </p:cNvPr>
            <p:cNvSpPr>
              <a:spLocks noChangeArrowheads="1"/>
            </p:cNvSpPr>
            <p:nvPr/>
          </p:nvSpPr>
          <p:spPr bwMode="auto">
            <a:xfrm>
              <a:off x="4770597" y="3316878"/>
              <a:ext cx="62929" cy="6015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3" name="Pentagon 82">
              <a:extLst>
                <a:ext uri="{FF2B5EF4-FFF2-40B4-BE49-F238E27FC236}">
                  <a16:creationId xmlns:a16="http://schemas.microsoft.com/office/drawing/2014/main" id="{A0EA8771-88FC-4750-B207-39AB2DDC7B72}"/>
                </a:ext>
              </a:extLst>
            </p:cNvPr>
            <p:cNvSpPr>
              <a:spLocks noChangeArrowheads="1"/>
            </p:cNvSpPr>
            <p:nvPr/>
          </p:nvSpPr>
          <p:spPr bwMode="auto">
            <a:xfrm>
              <a:off x="2468457" y="2739432"/>
              <a:ext cx="125857" cy="120301"/>
            </a:xfrm>
            <a:prstGeom prst="homePlate">
              <a:avLst>
                <a:gd name="adj" fmla="val 49999"/>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4" name="Pentagon 83">
              <a:extLst>
                <a:ext uri="{FF2B5EF4-FFF2-40B4-BE49-F238E27FC236}">
                  <a16:creationId xmlns:a16="http://schemas.microsoft.com/office/drawing/2014/main" id="{E9D37876-555D-4683-BDB8-68F609FB886B}"/>
                </a:ext>
              </a:extLst>
            </p:cNvPr>
            <p:cNvSpPr>
              <a:spLocks noChangeArrowheads="1"/>
            </p:cNvSpPr>
            <p:nvPr/>
          </p:nvSpPr>
          <p:spPr bwMode="auto">
            <a:xfrm>
              <a:off x="2468457" y="3340938"/>
              <a:ext cx="125857" cy="120301"/>
            </a:xfrm>
            <a:prstGeom prst="homePlate">
              <a:avLst>
                <a:gd name="adj" fmla="val 49999"/>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5" name="Pentagon 84">
              <a:extLst>
                <a:ext uri="{FF2B5EF4-FFF2-40B4-BE49-F238E27FC236}">
                  <a16:creationId xmlns:a16="http://schemas.microsoft.com/office/drawing/2014/main" id="{8E5FDE07-5F47-4713-9517-7FDE2E6220F6}"/>
                </a:ext>
              </a:extLst>
            </p:cNvPr>
            <p:cNvSpPr>
              <a:spLocks noChangeArrowheads="1"/>
            </p:cNvSpPr>
            <p:nvPr/>
          </p:nvSpPr>
          <p:spPr bwMode="auto">
            <a:xfrm>
              <a:off x="5209784" y="2799589"/>
              <a:ext cx="125857" cy="120301"/>
            </a:xfrm>
            <a:prstGeom prst="homePlate">
              <a:avLst>
                <a:gd name="adj" fmla="val 49999"/>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46" name="Pentagon 85">
              <a:extLst>
                <a:ext uri="{FF2B5EF4-FFF2-40B4-BE49-F238E27FC236}">
                  <a16:creationId xmlns:a16="http://schemas.microsoft.com/office/drawing/2014/main" id="{4BE8F187-C15A-4125-9FF8-470E74EC4B91}"/>
                </a:ext>
              </a:extLst>
            </p:cNvPr>
            <p:cNvSpPr>
              <a:spLocks noChangeArrowheads="1"/>
            </p:cNvSpPr>
            <p:nvPr/>
          </p:nvSpPr>
          <p:spPr bwMode="auto">
            <a:xfrm>
              <a:off x="5205854" y="3288306"/>
              <a:ext cx="125857" cy="120301"/>
            </a:xfrm>
            <a:prstGeom prst="homePlate">
              <a:avLst>
                <a:gd name="adj" fmla="val 49999"/>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47" name="Straight Connector 86">
              <a:extLst>
                <a:ext uri="{FF2B5EF4-FFF2-40B4-BE49-F238E27FC236}">
                  <a16:creationId xmlns:a16="http://schemas.microsoft.com/office/drawing/2014/main" id="{703131B8-7025-436B-B681-24BE1A2EA495}"/>
                </a:ext>
              </a:extLst>
            </p:cNvPr>
            <p:cNvCxnSpPr>
              <a:cxnSpLocks noChangeShapeType="1"/>
              <a:stCxn id="13343" idx="3"/>
            </p:cNvCxnSpPr>
            <p:nvPr/>
          </p:nvCxnSpPr>
          <p:spPr bwMode="auto">
            <a:xfrm>
              <a:off x="2594314" y="2799583"/>
              <a:ext cx="1006858" cy="0"/>
            </a:xfrm>
            <a:prstGeom prst="line">
              <a:avLst/>
            </a:prstGeom>
            <a:noFill/>
            <a:ln w="9525" algn="ctr">
              <a:solidFill>
                <a:schemeClr val="tx1"/>
              </a:solidFill>
              <a:round/>
              <a:headEnd/>
              <a:tailEnd/>
            </a:ln>
          </p:spPr>
        </p:cxnSp>
        <p:cxnSp>
          <p:nvCxnSpPr>
            <p:cNvPr id="13348" name="Straight Connector 87">
              <a:extLst>
                <a:ext uri="{FF2B5EF4-FFF2-40B4-BE49-F238E27FC236}">
                  <a16:creationId xmlns:a16="http://schemas.microsoft.com/office/drawing/2014/main" id="{6F5183F2-8296-42E0-A6EC-596C6AFA859B}"/>
                </a:ext>
              </a:extLst>
            </p:cNvPr>
            <p:cNvCxnSpPr>
              <a:cxnSpLocks noChangeShapeType="1"/>
              <a:stCxn id="13344" idx="3"/>
              <a:endCxn id="79" idx="3"/>
            </p:cNvCxnSpPr>
            <p:nvPr/>
          </p:nvCxnSpPr>
          <p:spPr bwMode="auto">
            <a:xfrm>
              <a:off x="2594314" y="3401089"/>
              <a:ext cx="251715" cy="0"/>
            </a:xfrm>
            <a:prstGeom prst="line">
              <a:avLst/>
            </a:prstGeom>
            <a:noFill/>
            <a:ln w="9525" algn="ctr">
              <a:solidFill>
                <a:schemeClr val="tx1"/>
              </a:solidFill>
              <a:round/>
              <a:headEnd/>
              <a:tailEnd/>
            </a:ln>
          </p:spPr>
        </p:cxnSp>
        <p:cxnSp>
          <p:nvCxnSpPr>
            <p:cNvPr id="13349" name="Straight Connector 88">
              <a:extLst>
                <a:ext uri="{FF2B5EF4-FFF2-40B4-BE49-F238E27FC236}">
                  <a16:creationId xmlns:a16="http://schemas.microsoft.com/office/drawing/2014/main" id="{3DB2F280-A9C6-4C26-843D-D0DC7976D4B9}"/>
                </a:ext>
              </a:extLst>
            </p:cNvPr>
            <p:cNvCxnSpPr>
              <a:cxnSpLocks noChangeShapeType="1"/>
              <a:stCxn id="13341" idx="6"/>
            </p:cNvCxnSpPr>
            <p:nvPr/>
          </p:nvCxnSpPr>
          <p:spPr bwMode="auto">
            <a:xfrm flipV="1">
              <a:off x="3156740" y="3401089"/>
              <a:ext cx="1325434" cy="3"/>
            </a:xfrm>
            <a:prstGeom prst="line">
              <a:avLst/>
            </a:prstGeom>
            <a:noFill/>
            <a:ln w="9525" algn="ctr">
              <a:solidFill>
                <a:schemeClr val="tx1"/>
              </a:solidFill>
              <a:round/>
              <a:headEnd/>
              <a:tailEnd/>
            </a:ln>
          </p:spPr>
        </p:cxnSp>
        <p:cxnSp>
          <p:nvCxnSpPr>
            <p:cNvPr id="13350" name="Straight Connector 89">
              <a:extLst>
                <a:ext uri="{FF2B5EF4-FFF2-40B4-BE49-F238E27FC236}">
                  <a16:creationId xmlns:a16="http://schemas.microsoft.com/office/drawing/2014/main" id="{C4E72B46-52A9-4729-B35C-7EE2DEFD6A34}"/>
                </a:ext>
              </a:extLst>
            </p:cNvPr>
            <p:cNvCxnSpPr>
              <a:cxnSpLocks noChangeShapeType="1"/>
            </p:cNvCxnSpPr>
            <p:nvPr/>
          </p:nvCxnSpPr>
          <p:spPr bwMode="auto">
            <a:xfrm>
              <a:off x="4830904" y="3345951"/>
              <a:ext cx="377572" cy="0"/>
            </a:xfrm>
            <a:prstGeom prst="line">
              <a:avLst/>
            </a:prstGeom>
            <a:noFill/>
            <a:ln w="9525" algn="ctr">
              <a:solidFill>
                <a:schemeClr val="tx1"/>
              </a:solidFill>
              <a:round/>
              <a:headEnd/>
              <a:tailEnd/>
            </a:ln>
          </p:spPr>
        </p:cxnSp>
        <p:cxnSp>
          <p:nvCxnSpPr>
            <p:cNvPr id="13351" name="Shape 31">
              <a:extLst>
                <a:ext uri="{FF2B5EF4-FFF2-40B4-BE49-F238E27FC236}">
                  <a16:creationId xmlns:a16="http://schemas.microsoft.com/office/drawing/2014/main" id="{434222CE-E0C8-4472-A408-B86DC1CD1CB6}"/>
                </a:ext>
              </a:extLst>
            </p:cNvPr>
            <p:cNvCxnSpPr>
              <a:cxnSpLocks noChangeShapeType="1"/>
            </p:cNvCxnSpPr>
            <p:nvPr/>
          </p:nvCxnSpPr>
          <p:spPr bwMode="auto">
            <a:xfrm rot="5400000">
              <a:off x="3330155" y="3127973"/>
              <a:ext cx="481205" cy="65026"/>
            </a:xfrm>
            <a:prstGeom prst="bentConnector3">
              <a:avLst>
                <a:gd name="adj1" fmla="val -259"/>
              </a:avLst>
            </a:prstGeom>
            <a:noFill/>
            <a:ln w="9525" algn="ctr">
              <a:solidFill>
                <a:schemeClr val="tx1"/>
              </a:solidFill>
              <a:round/>
              <a:headEnd/>
              <a:tailEnd/>
            </a:ln>
          </p:spPr>
        </p:cxnSp>
        <p:cxnSp>
          <p:nvCxnSpPr>
            <p:cNvPr id="13352" name="Straight Connector 91">
              <a:extLst>
                <a:ext uri="{FF2B5EF4-FFF2-40B4-BE49-F238E27FC236}">
                  <a16:creationId xmlns:a16="http://schemas.microsoft.com/office/drawing/2014/main" id="{125D43B0-D528-43D2-9C0A-8FA58527CF7C}"/>
                </a:ext>
              </a:extLst>
            </p:cNvPr>
            <p:cNvCxnSpPr>
              <a:cxnSpLocks noChangeShapeType="1"/>
              <a:stCxn id="13345" idx="1"/>
              <a:endCxn id="78" idx="3"/>
            </p:cNvCxnSpPr>
            <p:nvPr/>
          </p:nvCxnSpPr>
          <p:spPr bwMode="auto">
            <a:xfrm rot="10800000">
              <a:off x="3917915" y="2859733"/>
              <a:ext cx="1291870" cy="6"/>
            </a:xfrm>
            <a:prstGeom prst="line">
              <a:avLst/>
            </a:prstGeom>
            <a:noFill/>
            <a:ln w="9525" algn="ctr">
              <a:solidFill>
                <a:schemeClr val="tx1"/>
              </a:solidFill>
              <a:round/>
              <a:headEnd/>
              <a:tailEnd/>
            </a:ln>
          </p:spPr>
        </p:cxnSp>
        <p:cxnSp>
          <p:nvCxnSpPr>
            <p:cNvPr id="13353" name="Shape 39">
              <a:extLst>
                <a:ext uri="{FF2B5EF4-FFF2-40B4-BE49-F238E27FC236}">
                  <a16:creationId xmlns:a16="http://schemas.microsoft.com/office/drawing/2014/main" id="{13A0F141-0C92-4205-BD4A-977EE2432F0F}"/>
                </a:ext>
              </a:extLst>
            </p:cNvPr>
            <p:cNvCxnSpPr>
              <a:cxnSpLocks noChangeShapeType="1"/>
            </p:cNvCxnSpPr>
            <p:nvPr/>
          </p:nvCxnSpPr>
          <p:spPr bwMode="auto">
            <a:xfrm rot="16200000" flipV="1">
              <a:off x="4114981" y="2908350"/>
              <a:ext cx="421054" cy="323820"/>
            </a:xfrm>
            <a:prstGeom prst="bentConnector3">
              <a:avLst>
                <a:gd name="adj1" fmla="val -449"/>
              </a:avLst>
            </a:prstGeom>
            <a:noFill/>
            <a:ln w="9525" algn="ctr">
              <a:solidFill>
                <a:schemeClr val="tx1"/>
              </a:solidFill>
              <a:round/>
              <a:headEnd/>
              <a:tailEnd/>
            </a:ln>
          </p:spPr>
        </p:cxnSp>
        <p:sp>
          <p:nvSpPr>
            <p:cNvPr id="38" name="TextBox 37">
              <a:extLst>
                <a:ext uri="{FF2B5EF4-FFF2-40B4-BE49-F238E27FC236}">
                  <a16:creationId xmlns:a16="http://schemas.microsoft.com/office/drawing/2014/main" id="{03D2F0FC-CA1B-4F97-8020-88BD975F5412}"/>
                </a:ext>
              </a:extLst>
            </p:cNvPr>
            <p:cNvSpPr txBox="1"/>
            <p:nvPr/>
          </p:nvSpPr>
          <p:spPr>
            <a:xfrm>
              <a:off x="2209354" y="2694593"/>
              <a:ext cx="296860" cy="252378"/>
            </a:xfrm>
            <a:prstGeom prst="rect">
              <a:avLst/>
            </a:prstGeom>
            <a:noFill/>
          </p:spPr>
          <p:txBody>
            <a:bodyPr wrap="none">
              <a:spAutoFit/>
            </a:bodyPr>
            <a:lstStyle/>
            <a:p>
              <a:pPr eaLnBrk="1" hangingPunct="1">
                <a:defRPr/>
              </a:pPr>
              <a:r>
                <a:rPr lang="en-US" sz="1050" dirty="0">
                  <a:latin typeface="Arial" charset="0"/>
                  <a:cs typeface="Arial" charset="0"/>
                </a:rPr>
                <a:t>I1</a:t>
              </a:r>
            </a:p>
          </p:txBody>
        </p:sp>
        <p:sp>
          <p:nvSpPr>
            <p:cNvPr id="39" name="TextBox 38">
              <a:extLst>
                <a:ext uri="{FF2B5EF4-FFF2-40B4-BE49-F238E27FC236}">
                  <a16:creationId xmlns:a16="http://schemas.microsoft.com/office/drawing/2014/main" id="{1C153DB4-F9D9-47CB-B5BF-309823EF5026}"/>
                </a:ext>
              </a:extLst>
            </p:cNvPr>
            <p:cNvSpPr txBox="1"/>
            <p:nvPr/>
          </p:nvSpPr>
          <p:spPr>
            <a:xfrm>
              <a:off x="2190304" y="3293001"/>
              <a:ext cx="296860" cy="253966"/>
            </a:xfrm>
            <a:prstGeom prst="rect">
              <a:avLst/>
            </a:prstGeom>
            <a:noFill/>
          </p:spPr>
          <p:txBody>
            <a:bodyPr wrap="none">
              <a:spAutoFit/>
            </a:bodyPr>
            <a:lstStyle/>
            <a:p>
              <a:pPr eaLnBrk="1" hangingPunct="1">
                <a:defRPr/>
              </a:pPr>
              <a:r>
                <a:rPr lang="en-US" sz="1050" dirty="0">
                  <a:latin typeface="Arial" charset="0"/>
                  <a:cs typeface="Arial" charset="0"/>
                </a:rPr>
                <a:t>I2</a:t>
              </a:r>
            </a:p>
          </p:txBody>
        </p:sp>
        <p:sp>
          <p:nvSpPr>
            <p:cNvPr id="43" name="TextBox 42">
              <a:extLst>
                <a:ext uri="{FF2B5EF4-FFF2-40B4-BE49-F238E27FC236}">
                  <a16:creationId xmlns:a16="http://schemas.microsoft.com/office/drawing/2014/main" id="{C630B61D-DEBB-4DBB-8B02-BBFE446D6326}"/>
                </a:ext>
              </a:extLst>
            </p:cNvPr>
            <p:cNvSpPr txBox="1"/>
            <p:nvPr/>
          </p:nvSpPr>
          <p:spPr>
            <a:xfrm>
              <a:off x="5260493" y="3223160"/>
              <a:ext cx="365121" cy="253966"/>
            </a:xfrm>
            <a:prstGeom prst="rect">
              <a:avLst/>
            </a:prstGeom>
            <a:noFill/>
          </p:spPr>
          <p:txBody>
            <a:bodyPr wrap="none">
              <a:spAutoFit/>
            </a:bodyPr>
            <a:lstStyle/>
            <a:p>
              <a:pPr eaLnBrk="1" hangingPunct="1">
                <a:defRPr/>
              </a:pPr>
              <a:r>
                <a:rPr lang="en-US" sz="1050" dirty="0">
                  <a:latin typeface="Arial" charset="0"/>
                  <a:cs typeface="Arial" charset="0"/>
                </a:rPr>
                <a:t>O2</a:t>
              </a:r>
            </a:p>
          </p:txBody>
        </p:sp>
        <p:sp>
          <p:nvSpPr>
            <p:cNvPr id="44" name="TextBox 43">
              <a:extLst>
                <a:ext uri="{FF2B5EF4-FFF2-40B4-BE49-F238E27FC236}">
                  <a16:creationId xmlns:a16="http://schemas.microsoft.com/office/drawing/2014/main" id="{4D2F4A05-EA69-4EF2-817C-B9947BD9CFF8}"/>
                </a:ext>
              </a:extLst>
            </p:cNvPr>
            <p:cNvSpPr txBox="1"/>
            <p:nvPr/>
          </p:nvSpPr>
          <p:spPr>
            <a:xfrm>
              <a:off x="5262081" y="2735863"/>
              <a:ext cx="363533" cy="253966"/>
            </a:xfrm>
            <a:prstGeom prst="rect">
              <a:avLst/>
            </a:prstGeom>
            <a:noFill/>
          </p:spPr>
          <p:txBody>
            <a:bodyPr wrap="none">
              <a:spAutoFit/>
            </a:bodyPr>
            <a:lstStyle/>
            <a:p>
              <a:pPr eaLnBrk="1" hangingPunct="1">
                <a:defRPr/>
              </a:pPr>
              <a:r>
                <a:rPr lang="en-US" sz="1050" dirty="0">
                  <a:latin typeface="Arial" charset="0"/>
                  <a:cs typeface="Arial" charset="0"/>
                </a:rPr>
                <a:t>O1</a:t>
              </a:r>
            </a:p>
          </p:txBody>
        </p:sp>
        <p:grpSp>
          <p:nvGrpSpPr>
            <p:cNvPr id="13358" name="Group 121">
              <a:extLst>
                <a:ext uri="{FF2B5EF4-FFF2-40B4-BE49-F238E27FC236}">
                  <a16:creationId xmlns:a16="http://schemas.microsoft.com/office/drawing/2014/main" id="{3324CBDF-4F33-4EE1-8A54-5DED4FC240FD}"/>
                </a:ext>
              </a:extLst>
            </p:cNvPr>
            <p:cNvGrpSpPr>
              <a:grpSpLocks/>
            </p:cNvGrpSpPr>
            <p:nvPr/>
          </p:nvGrpSpPr>
          <p:grpSpPr bwMode="auto">
            <a:xfrm>
              <a:off x="3190681" y="2799291"/>
              <a:ext cx="130326" cy="329207"/>
              <a:chOff x="5645149" y="2205832"/>
              <a:chExt cx="152400" cy="384966"/>
            </a:xfrm>
          </p:grpSpPr>
          <p:sp>
            <p:nvSpPr>
              <p:cNvPr id="13446" name="Isosceles Triangle 72">
                <a:extLst>
                  <a:ext uri="{FF2B5EF4-FFF2-40B4-BE49-F238E27FC236}">
                    <a16:creationId xmlns:a16="http://schemas.microsoft.com/office/drawing/2014/main" id="{E0D0FF44-A29A-455E-936D-26E83A9EFE5A}"/>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447" name="Straight Connector 73">
                <a:extLst>
                  <a:ext uri="{FF2B5EF4-FFF2-40B4-BE49-F238E27FC236}">
                    <a16:creationId xmlns:a16="http://schemas.microsoft.com/office/drawing/2014/main" id="{0865E39E-1735-49BD-A9D1-CA8BAB6939FF}"/>
                  </a:ext>
                </a:extLst>
              </p:cNvPr>
              <p:cNvCxnSpPr>
                <a:cxnSpLocks noChangeShapeType="1"/>
              </p:cNvCxnSpPr>
              <p:nvPr/>
            </p:nvCxnSpPr>
            <p:spPr bwMode="auto">
              <a:xfrm>
                <a:off x="5645149" y="2326484"/>
                <a:ext cx="152400" cy="1588"/>
              </a:xfrm>
              <a:prstGeom prst="line">
                <a:avLst/>
              </a:prstGeom>
              <a:noFill/>
              <a:ln w="9525" algn="ctr">
                <a:solidFill>
                  <a:schemeClr val="tx1"/>
                </a:solidFill>
                <a:round/>
                <a:headEnd/>
                <a:tailEnd/>
              </a:ln>
            </p:spPr>
          </p:cxnSp>
          <p:cxnSp>
            <p:nvCxnSpPr>
              <p:cNvPr id="13448" name="Straight Connector 74">
                <a:extLst>
                  <a:ext uri="{FF2B5EF4-FFF2-40B4-BE49-F238E27FC236}">
                    <a16:creationId xmlns:a16="http://schemas.microsoft.com/office/drawing/2014/main" id="{4ED57051-D96A-4198-8239-3C5CD063EBE0}"/>
                  </a:ext>
                </a:extLst>
              </p:cNvPr>
              <p:cNvCxnSpPr>
                <a:cxnSpLocks noChangeShapeType="1"/>
              </p:cNvCxnSpPr>
              <p:nvPr/>
            </p:nvCxnSpPr>
            <p:spPr bwMode="auto">
              <a:xfrm>
                <a:off x="5645149" y="2364584"/>
                <a:ext cx="152400" cy="1588"/>
              </a:xfrm>
              <a:prstGeom prst="line">
                <a:avLst/>
              </a:prstGeom>
              <a:noFill/>
              <a:ln w="9525" algn="ctr">
                <a:solidFill>
                  <a:schemeClr val="tx1"/>
                </a:solidFill>
                <a:round/>
                <a:headEnd/>
                <a:tailEnd/>
              </a:ln>
            </p:spPr>
          </p:cxnSp>
          <p:cxnSp>
            <p:nvCxnSpPr>
              <p:cNvPr id="13449" name="Straight Connector 75">
                <a:extLst>
                  <a:ext uri="{FF2B5EF4-FFF2-40B4-BE49-F238E27FC236}">
                    <a16:creationId xmlns:a16="http://schemas.microsoft.com/office/drawing/2014/main" id="{A9CDF0A0-FEF8-40E2-B760-E985F96B9F50}"/>
                  </a:ext>
                </a:extLst>
              </p:cNvPr>
              <p:cNvCxnSpPr>
                <a:cxnSpLocks noChangeShapeType="1"/>
              </p:cNvCxnSpPr>
              <p:nvPr/>
            </p:nvCxnSpPr>
            <p:spPr bwMode="auto">
              <a:xfrm rot="5400000">
                <a:off x="5641974" y="2435226"/>
                <a:ext cx="152402" cy="6350"/>
              </a:xfrm>
              <a:prstGeom prst="line">
                <a:avLst/>
              </a:prstGeom>
              <a:noFill/>
              <a:ln w="9525" algn="ctr">
                <a:solidFill>
                  <a:schemeClr val="tx1"/>
                </a:solidFill>
                <a:round/>
                <a:headEnd/>
                <a:tailEnd/>
              </a:ln>
            </p:spPr>
          </p:cxnSp>
          <p:cxnSp>
            <p:nvCxnSpPr>
              <p:cNvPr id="13450" name="Straight Connector 76">
                <a:extLst>
                  <a:ext uri="{FF2B5EF4-FFF2-40B4-BE49-F238E27FC236}">
                    <a16:creationId xmlns:a16="http://schemas.microsoft.com/office/drawing/2014/main" id="{898CDB1B-2B5D-4A18-A139-C5086C0179C9}"/>
                  </a:ext>
                </a:extLst>
              </p:cNvPr>
              <p:cNvCxnSpPr>
                <a:cxnSpLocks noChangeShapeType="1"/>
              </p:cNvCxnSpPr>
              <p:nvPr/>
            </p:nvCxnSpPr>
            <p:spPr bwMode="auto">
              <a:xfrm rot="5400000">
                <a:off x="5659438" y="2266950"/>
                <a:ext cx="123823" cy="1588"/>
              </a:xfrm>
              <a:prstGeom prst="line">
                <a:avLst/>
              </a:prstGeom>
              <a:noFill/>
              <a:ln w="9525" algn="ctr">
                <a:solidFill>
                  <a:schemeClr val="tx1"/>
                </a:solidFill>
                <a:round/>
                <a:headEnd/>
                <a:tailEnd/>
              </a:ln>
            </p:spPr>
          </p:cxnSp>
        </p:grpSp>
        <p:grpSp>
          <p:nvGrpSpPr>
            <p:cNvPr id="46" name="Group 122">
              <a:extLst>
                <a:ext uri="{FF2B5EF4-FFF2-40B4-BE49-F238E27FC236}">
                  <a16:creationId xmlns:a16="http://schemas.microsoft.com/office/drawing/2014/main" id="{306F5F0A-9588-4EAF-A1A6-7EEAAFB76384}"/>
                </a:ext>
              </a:extLst>
            </p:cNvPr>
            <p:cNvGrpSpPr/>
            <p:nvPr/>
          </p:nvGrpSpPr>
          <p:grpSpPr>
            <a:xfrm>
              <a:off x="3185251" y="3400013"/>
              <a:ext cx="130326" cy="329207"/>
              <a:chOff x="5645149" y="2205832"/>
              <a:chExt cx="152400" cy="384966"/>
            </a:xfrm>
            <a:solidFill>
              <a:schemeClr val="accent1"/>
            </a:solidFill>
          </p:grpSpPr>
          <p:sp>
            <p:nvSpPr>
              <p:cNvPr id="68" name="Isosceles Triangle 67">
                <a:extLst>
                  <a:ext uri="{FF2B5EF4-FFF2-40B4-BE49-F238E27FC236}">
                    <a16:creationId xmlns:a16="http://schemas.microsoft.com/office/drawing/2014/main" id="{6C4A8F98-EF6E-40BA-A902-05D94A62A0A5}"/>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69" name="Straight Connector 68">
                <a:extLst>
                  <a:ext uri="{FF2B5EF4-FFF2-40B4-BE49-F238E27FC236}">
                    <a16:creationId xmlns:a16="http://schemas.microsoft.com/office/drawing/2014/main" id="{7D7B4EFD-0A5F-4DB1-B2D0-E75AF75D6D17}"/>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BEF8932F-4A03-48AC-B7C3-3491C1554C53}"/>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71" name="Straight Connector 70">
                <a:extLst>
                  <a:ext uri="{FF2B5EF4-FFF2-40B4-BE49-F238E27FC236}">
                    <a16:creationId xmlns:a16="http://schemas.microsoft.com/office/drawing/2014/main" id="{BB1A479E-5F8F-4FBB-81EE-F335541DAD0B}"/>
                  </a:ext>
                </a:extLst>
              </p:cNvPr>
              <p:cNvCxnSpPr/>
              <p:nvPr/>
            </p:nvCxnSpPr>
            <p:spPr bwMode="auto">
              <a:xfrm rot="5400000">
                <a:off x="5645149"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72" name="Straight Connector 71">
                <a:extLst>
                  <a:ext uri="{FF2B5EF4-FFF2-40B4-BE49-F238E27FC236}">
                    <a16:creationId xmlns:a16="http://schemas.microsoft.com/office/drawing/2014/main" id="{37549D03-CB3A-4A89-A305-2D6B1C614FBE}"/>
                  </a:ext>
                </a:extLst>
              </p:cNvPr>
              <p:cNvCxnSpPr/>
              <p:nvPr/>
            </p:nvCxnSpPr>
            <p:spPr bwMode="auto">
              <a:xfrm rot="5400000">
                <a:off x="5659438" y="2266950"/>
                <a:ext cx="123823" cy="1588"/>
              </a:xfrm>
              <a:prstGeom prst="line">
                <a:avLst/>
              </a:prstGeom>
              <a:grpFill/>
              <a:ln w="9525" cap="flat" cmpd="sng" algn="ctr">
                <a:solidFill>
                  <a:schemeClr val="tx1"/>
                </a:solidFill>
                <a:prstDash val="solid"/>
                <a:round/>
                <a:headEnd type="none" w="med" len="med"/>
                <a:tailEnd type="none" w="med" len="med"/>
              </a:ln>
              <a:effectLst/>
            </p:spPr>
          </p:cxnSp>
        </p:grpSp>
        <p:grpSp>
          <p:nvGrpSpPr>
            <p:cNvPr id="13360" name="Group 128">
              <a:extLst>
                <a:ext uri="{FF2B5EF4-FFF2-40B4-BE49-F238E27FC236}">
                  <a16:creationId xmlns:a16="http://schemas.microsoft.com/office/drawing/2014/main" id="{244E43AA-A611-41AF-BDA3-C0B9E9996280}"/>
                </a:ext>
              </a:extLst>
            </p:cNvPr>
            <p:cNvGrpSpPr>
              <a:grpSpLocks/>
            </p:cNvGrpSpPr>
            <p:nvPr/>
          </p:nvGrpSpPr>
          <p:grpSpPr bwMode="auto">
            <a:xfrm>
              <a:off x="2598783" y="3396622"/>
              <a:ext cx="130326" cy="329207"/>
              <a:chOff x="5645149" y="2205832"/>
              <a:chExt cx="152400" cy="384966"/>
            </a:xfrm>
          </p:grpSpPr>
          <p:sp>
            <p:nvSpPr>
              <p:cNvPr id="13441" name="Isosceles Triangle 62">
                <a:extLst>
                  <a:ext uri="{FF2B5EF4-FFF2-40B4-BE49-F238E27FC236}">
                    <a16:creationId xmlns:a16="http://schemas.microsoft.com/office/drawing/2014/main" id="{35F54F9D-0AD5-4C85-AE47-43F33AC452AF}"/>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442" name="Straight Connector 63">
                <a:extLst>
                  <a:ext uri="{FF2B5EF4-FFF2-40B4-BE49-F238E27FC236}">
                    <a16:creationId xmlns:a16="http://schemas.microsoft.com/office/drawing/2014/main" id="{B5C2EB98-111E-4BFA-BD36-2E882DD2219D}"/>
                  </a:ext>
                </a:extLst>
              </p:cNvPr>
              <p:cNvCxnSpPr>
                <a:cxnSpLocks noChangeShapeType="1"/>
              </p:cNvCxnSpPr>
              <p:nvPr/>
            </p:nvCxnSpPr>
            <p:spPr bwMode="auto">
              <a:xfrm>
                <a:off x="5645149" y="2326484"/>
                <a:ext cx="152400" cy="1588"/>
              </a:xfrm>
              <a:prstGeom prst="line">
                <a:avLst/>
              </a:prstGeom>
              <a:noFill/>
              <a:ln w="9525" algn="ctr">
                <a:solidFill>
                  <a:schemeClr val="tx1"/>
                </a:solidFill>
                <a:round/>
                <a:headEnd/>
                <a:tailEnd/>
              </a:ln>
            </p:spPr>
          </p:cxnSp>
          <p:cxnSp>
            <p:nvCxnSpPr>
              <p:cNvPr id="13443" name="Straight Connector 64">
                <a:extLst>
                  <a:ext uri="{FF2B5EF4-FFF2-40B4-BE49-F238E27FC236}">
                    <a16:creationId xmlns:a16="http://schemas.microsoft.com/office/drawing/2014/main" id="{F5CD23E1-B108-4327-83DE-CAAA761F5B7C}"/>
                  </a:ext>
                </a:extLst>
              </p:cNvPr>
              <p:cNvCxnSpPr>
                <a:cxnSpLocks noChangeShapeType="1"/>
              </p:cNvCxnSpPr>
              <p:nvPr/>
            </p:nvCxnSpPr>
            <p:spPr bwMode="auto">
              <a:xfrm>
                <a:off x="5645149" y="2364584"/>
                <a:ext cx="152400" cy="1588"/>
              </a:xfrm>
              <a:prstGeom prst="line">
                <a:avLst/>
              </a:prstGeom>
              <a:noFill/>
              <a:ln w="9525" algn="ctr">
                <a:solidFill>
                  <a:schemeClr val="tx1"/>
                </a:solidFill>
                <a:round/>
                <a:headEnd/>
                <a:tailEnd/>
              </a:ln>
            </p:spPr>
          </p:cxnSp>
          <p:cxnSp>
            <p:nvCxnSpPr>
              <p:cNvPr id="13444" name="Straight Connector 65">
                <a:extLst>
                  <a:ext uri="{FF2B5EF4-FFF2-40B4-BE49-F238E27FC236}">
                    <a16:creationId xmlns:a16="http://schemas.microsoft.com/office/drawing/2014/main" id="{63393BD5-B621-468A-B989-78DFCC5C6760}"/>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3445" name="Straight Connector 66">
                <a:extLst>
                  <a:ext uri="{FF2B5EF4-FFF2-40B4-BE49-F238E27FC236}">
                    <a16:creationId xmlns:a16="http://schemas.microsoft.com/office/drawing/2014/main" id="{35439E5F-1A47-4A26-BE5F-617A5EAF0FB1}"/>
                  </a:ext>
                </a:extLst>
              </p:cNvPr>
              <p:cNvCxnSpPr>
                <a:cxnSpLocks noChangeShapeType="1"/>
              </p:cNvCxnSpPr>
              <p:nvPr/>
            </p:nvCxnSpPr>
            <p:spPr bwMode="auto">
              <a:xfrm rot="5400000">
                <a:off x="5659438" y="2266950"/>
                <a:ext cx="123823" cy="1588"/>
              </a:xfrm>
              <a:prstGeom prst="line">
                <a:avLst/>
              </a:prstGeom>
              <a:noFill/>
              <a:ln w="9525" algn="ctr">
                <a:solidFill>
                  <a:schemeClr val="tx1"/>
                </a:solidFill>
                <a:round/>
                <a:headEnd/>
                <a:tailEnd/>
              </a:ln>
            </p:spPr>
          </p:cxnSp>
        </p:grpSp>
        <p:sp>
          <p:nvSpPr>
            <p:cNvPr id="13361" name="Isosceles Triangle 47">
              <a:extLst>
                <a:ext uri="{FF2B5EF4-FFF2-40B4-BE49-F238E27FC236}">
                  <a16:creationId xmlns:a16="http://schemas.microsoft.com/office/drawing/2014/main" id="{991485B7-1854-4993-9C33-64793FD2D17C}"/>
                </a:ext>
              </a:extLst>
            </p:cNvPr>
            <p:cNvSpPr>
              <a:spLocks noChangeArrowheads="1"/>
            </p:cNvSpPr>
            <p:nvPr/>
          </p:nvSpPr>
          <p:spPr bwMode="auto">
            <a:xfrm rot="10800000">
              <a:off x="4255014" y="3744835"/>
              <a:ext cx="65163" cy="65163"/>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62" name="Straight Connector 48">
              <a:extLst>
                <a:ext uri="{FF2B5EF4-FFF2-40B4-BE49-F238E27FC236}">
                  <a16:creationId xmlns:a16="http://schemas.microsoft.com/office/drawing/2014/main" id="{420F285F-F6ED-4D30-8719-66DA74D1E167}"/>
                </a:ext>
              </a:extLst>
            </p:cNvPr>
            <p:cNvCxnSpPr>
              <a:cxnSpLocks noChangeShapeType="1"/>
            </p:cNvCxnSpPr>
            <p:nvPr/>
          </p:nvCxnSpPr>
          <p:spPr bwMode="auto">
            <a:xfrm>
              <a:off x="4227862" y="3583967"/>
              <a:ext cx="130326" cy="1358"/>
            </a:xfrm>
            <a:prstGeom prst="line">
              <a:avLst/>
            </a:prstGeom>
            <a:noFill/>
            <a:ln w="9525" algn="ctr">
              <a:solidFill>
                <a:schemeClr val="tx1"/>
              </a:solidFill>
              <a:round/>
              <a:headEnd/>
              <a:tailEnd/>
            </a:ln>
          </p:spPr>
        </p:cxnSp>
        <p:cxnSp>
          <p:nvCxnSpPr>
            <p:cNvPr id="13363" name="Straight Connector 49">
              <a:extLst>
                <a:ext uri="{FF2B5EF4-FFF2-40B4-BE49-F238E27FC236}">
                  <a16:creationId xmlns:a16="http://schemas.microsoft.com/office/drawing/2014/main" id="{12A44546-0A26-4FA7-94FB-16C85AFDCBE5}"/>
                </a:ext>
              </a:extLst>
            </p:cNvPr>
            <p:cNvCxnSpPr>
              <a:cxnSpLocks noChangeShapeType="1"/>
            </p:cNvCxnSpPr>
            <p:nvPr/>
          </p:nvCxnSpPr>
          <p:spPr bwMode="auto">
            <a:xfrm>
              <a:off x="4227862" y="3616549"/>
              <a:ext cx="130326" cy="1358"/>
            </a:xfrm>
            <a:prstGeom prst="line">
              <a:avLst/>
            </a:prstGeom>
            <a:noFill/>
            <a:ln w="9525" algn="ctr">
              <a:solidFill>
                <a:schemeClr val="tx1"/>
              </a:solidFill>
              <a:round/>
              <a:headEnd/>
              <a:tailEnd/>
            </a:ln>
          </p:spPr>
        </p:cxnSp>
        <p:cxnSp>
          <p:nvCxnSpPr>
            <p:cNvPr id="13364" name="Straight Connector 50">
              <a:extLst>
                <a:ext uri="{FF2B5EF4-FFF2-40B4-BE49-F238E27FC236}">
                  <a16:creationId xmlns:a16="http://schemas.microsoft.com/office/drawing/2014/main" id="{A852F11C-73A7-4F6C-8422-5F4F7AAF1225}"/>
                </a:ext>
              </a:extLst>
            </p:cNvPr>
            <p:cNvCxnSpPr>
              <a:cxnSpLocks noChangeShapeType="1"/>
            </p:cNvCxnSpPr>
            <p:nvPr/>
          </p:nvCxnSpPr>
          <p:spPr bwMode="auto">
            <a:xfrm rot="5400000">
              <a:off x="4227862" y="3679674"/>
              <a:ext cx="130328" cy="0"/>
            </a:xfrm>
            <a:prstGeom prst="line">
              <a:avLst/>
            </a:prstGeom>
            <a:noFill/>
            <a:ln w="9525" algn="ctr">
              <a:solidFill>
                <a:schemeClr val="tx1"/>
              </a:solidFill>
              <a:round/>
              <a:headEnd/>
              <a:tailEnd/>
            </a:ln>
          </p:spPr>
        </p:cxnSp>
        <p:cxnSp>
          <p:nvCxnSpPr>
            <p:cNvPr id="13365" name="Straight Connector 51">
              <a:extLst>
                <a:ext uri="{FF2B5EF4-FFF2-40B4-BE49-F238E27FC236}">
                  <a16:creationId xmlns:a16="http://schemas.microsoft.com/office/drawing/2014/main" id="{E7A7D1DD-CBA4-406D-8587-7A8A9A33D7A8}"/>
                </a:ext>
              </a:extLst>
            </p:cNvPr>
            <p:cNvCxnSpPr>
              <a:cxnSpLocks noChangeShapeType="1"/>
            </p:cNvCxnSpPr>
            <p:nvPr/>
          </p:nvCxnSpPr>
          <p:spPr bwMode="auto">
            <a:xfrm rot="5400000">
              <a:off x="4144034" y="3437687"/>
              <a:ext cx="297984" cy="0"/>
            </a:xfrm>
            <a:prstGeom prst="line">
              <a:avLst/>
            </a:prstGeom>
            <a:noFill/>
            <a:ln w="9525" algn="ctr">
              <a:solidFill>
                <a:schemeClr val="tx1"/>
              </a:solidFill>
              <a:round/>
              <a:headEnd/>
              <a:tailEnd/>
            </a:ln>
          </p:spPr>
        </p:cxnSp>
        <p:sp>
          <p:nvSpPr>
            <p:cNvPr id="13366" name="Isosceles Triangle 52">
              <a:extLst>
                <a:ext uri="{FF2B5EF4-FFF2-40B4-BE49-F238E27FC236}">
                  <a16:creationId xmlns:a16="http://schemas.microsoft.com/office/drawing/2014/main" id="{463A288E-C4B2-4A37-A9C3-A5BAFC7D0AB8}"/>
                </a:ext>
              </a:extLst>
            </p:cNvPr>
            <p:cNvSpPr>
              <a:spLocks noChangeArrowheads="1"/>
            </p:cNvSpPr>
            <p:nvPr/>
          </p:nvSpPr>
          <p:spPr bwMode="auto">
            <a:xfrm rot="10800000">
              <a:off x="5634978" y="3095917"/>
              <a:ext cx="65163" cy="65163"/>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67" name="Straight Connector 53">
              <a:extLst>
                <a:ext uri="{FF2B5EF4-FFF2-40B4-BE49-F238E27FC236}">
                  <a16:creationId xmlns:a16="http://schemas.microsoft.com/office/drawing/2014/main" id="{D8EDF56A-B524-4A07-9DE5-3C150FBF929E}"/>
                </a:ext>
              </a:extLst>
            </p:cNvPr>
            <p:cNvCxnSpPr>
              <a:cxnSpLocks noChangeShapeType="1"/>
            </p:cNvCxnSpPr>
            <p:nvPr/>
          </p:nvCxnSpPr>
          <p:spPr bwMode="auto">
            <a:xfrm>
              <a:off x="5607827" y="2935050"/>
              <a:ext cx="130326" cy="1358"/>
            </a:xfrm>
            <a:prstGeom prst="line">
              <a:avLst/>
            </a:prstGeom>
            <a:noFill/>
            <a:ln w="9525" algn="ctr">
              <a:solidFill>
                <a:schemeClr val="tx1"/>
              </a:solidFill>
              <a:round/>
              <a:headEnd/>
              <a:tailEnd/>
            </a:ln>
          </p:spPr>
        </p:cxnSp>
        <p:cxnSp>
          <p:nvCxnSpPr>
            <p:cNvPr id="13368" name="Straight Connector 54">
              <a:extLst>
                <a:ext uri="{FF2B5EF4-FFF2-40B4-BE49-F238E27FC236}">
                  <a16:creationId xmlns:a16="http://schemas.microsoft.com/office/drawing/2014/main" id="{7C272D8C-8062-444E-AD27-C5AF7EAB5D1C}"/>
                </a:ext>
              </a:extLst>
            </p:cNvPr>
            <p:cNvCxnSpPr>
              <a:cxnSpLocks noChangeShapeType="1"/>
            </p:cNvCxnSpPr>
            <p:nvPr/>
          </p:nvCxnSpPr>
          <p:spPr bwMode="auto">
            <a:xfrm>
              <a:off x="5607827" y="2967631"/>
              <a:ext cx="130326" cy="1358"/>
            </a:xfrm>
            <a:prstGeom prst="line">
              <a:avLst/>
            </a:prstGeom>
            <a:noFill/>
            <a:ln w="9525" algn="ctr">
              <a:solidFill>
                <a:schemeClr val="tx1"/>
              </a:solidFill>
              <a:round/>
              <a:headEnd/>
              <a:tailEnd/>
            </a:ln>
          </p:spPr>
        </p:cxnSp>
        <p:cxnSp>
          <p:nvCxnSpPr>
            <p:cNvPr id="13369" name="Straight Connector 55">
              <a:extLst>
                <a:ext uri="{FF2B5EF4-FFF2-40B4-BE49-F238E27FC236}">
                  <a16:creationId xmlns:a16="http://schemas.microsoft.com/office/drawing/2014/main" id="{08C6392C-4B3E-475B-AED3-C454CF14A228}"/>
                </a:ext>
              </a:extLst>
            </p:cNvPr>
            <p:cNvCxnSpPr>
              <a:cxnSpLocks noChangeShapeType="1"/>
            </p:cNvCxnSpPr>
            <p:nvPr/>
          </p:nvCxnSpPr>
          <p:spPr bwMode="auto">
            <a:xfrm rot="5400000">
              <a:off x="5607827" y="3030756"/>
              <a:ext cx="130328" cy="0"/>
            </a:xfrm>
            <a:prstGeom prst="line">
              <a:avLst/>
            </a:prstGeom>
            <a:noFill/>
            <a:ln w="9525" algn="ctr">
              <a:solidFill>
                <a:schemeClr val="tx1"/>
              </a:solidFill>
              <a:round/>
              <a:headEnd/>
              <a:tailEnd/>
            </a:ln>
          </p:spPr>
        </p:cxnSp>
        <p:cxnSp>
          <p:nvCxnSpPr>
            <p:cNvPr id="13370" name="Elbow Connector 56">
              <a:extLst>
                <a:ext uri="{FF2B5EF4-FFF2-40B4-BE49-F238E27FC236}">
                  <a16:creationId xmlns:a16="http://schemas.microsoft.com/office/drawing/2014/main" id="{13D2AA43-0339-4B1B-8F26-3E2E60778DB6}"/>
                </a:ext>
              </a:extLst>
            </p:cNvPr>
            <p:cNvCxnSpPr>
              <a:cxnSpLocks noChangeShapeType="1"/>
            </p:cNvCxnSpPr>
            <p:nvPr/>
          </p:nvCxnSpPr>
          <p:spPr bwMode="auto">
            <a:xfrm rot="10800000">
              <a:off x="5512205" y="2854963"/>
              <a:ext cx="160108" cy="75333"/>
            </a:xfrm>
            <a:prstGeom prst="bentConnector3">
              <a:avLst>
                <a:gd name="adj1" fmla="val 2519"/>
              </a:avLst>
            </a:prstGeom>
            <a:noFill/>
            <a:ln w="9525" algn="ctr">
              <a:solidFill>
                <a:schemeClr val="tx1"/>
              </a:solidFill>
              <a:round/>
              <a:headEnd/>
              <a:tailEnd/>
            </a:ln>
          </p:spPr>
        </p:cxnSp>
        <p:sp>
          <p:nvSpPr>
            <p:cNvPr id="13371" name="Isosceles Triangle 57">
              <a:extLst>
                <a:ext uri="{FF2B5EF4-FFF2-40B4-BE49-F238E27FC236}">
                  <a16:creationId xmlns:a16="http://schemas.microsoft.com/office/drawing/2014/main" id="{02938F9A-7E3D-4B36-9065-7DCFBFD96753}"/>
                </a:ext>
              </a:extLst>
            </p:cNvPr>
            <p:cNvSpPr>
              <a:spLocks noChangeArrowheads="1"/>
            </p:cNvSpPr>
            <p:nvPr/>
          </p:nvSpPr>
          <p:spPr bwMode="auto">
            <a:xfrm rot="10800000">
              <a:off x="5643039" y="3584642"/>
              <a:ext cx="65163" cy="65163"/>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72" name="Straight Connector 58">
              <a:extLst>
                <a:ext uri="{FF2B5EF4-FFF2-40B4-BE49-F238E27FC236}">
                  <a16:creationId xmlns:a16="http://schemas.microsoft.com/office/drawing/2014/main" id="{F00A0C28-8A36-45EE-8860-04F95C3E703E}"/>
                </a:ext>
              </a:extLst>
            </p:cNvPr>
            <p:cNvCxnSpPr>
              <a:cxnSpLocks noChangeShapeType="1"/>
            </p:cNvCxnSpPr>
            <p:nvPr/>
          </p:nvCxnSpPr>
          <p:spPr bwMode="auto">
            <a:xfrm>
              <a:off x="5615888" y="3423775"/>
              <a:ext cx="130326" cy="1358"/>
            </a:xfrm>
            <a:prstGeom prst="line">
              <a:avLst/>
            </a:prstGeom>
            <a:noFill/>
            <a:ln w="9525" algn="ctr">
              <a:solidFill>
                <a:schemeClr val="tx1"/>
              </a:solidFill>
              <a:round/>
              <a:headEnd/>
              <a:tailEnd/>
            </a:ln>
          </p:spPr>
        </p:cxnSp>
        <p:cxnSp>
          <p:nvCxnSpPr>
            <p:cNvPr id="13373" name="Straight Connector 59">
              <a:extLst>
                <a:ext uri="{FF2B5EF4-FFF2-40B4-BE49-F238E27FC236}">
                  <a16:creationId xmlns:a16="http://schemas.microsoft.com/office/drawing/2014/main" id="{53A99730-6F3A-48FF-B662-B85B0042C89F}"/>
                </a:ext>
              </a:extLst>
            </p:cNvPr>
            <p:cNvCxnSpPr>
              <a:cxnSpLocks noChangeShapeType="1"/>
            </p:cNvCxnSpPr>
            <p:nvPr/>
          </p:nvCxnSpPr>
          <p:spPr bwMode="auto">
            <a:xfrm>
              <a:off x="5615888" y="3456356"/>
              <a:ext cx="130326" cy="1358"/>
            </a:xfrm>
            <a:prstGeom prst="line">
              <a:avLst/>
            </a:prstGeom>
            <a:noFill/>
            <a:ln w="9525" algn="ctr">
              <a:solidFill>
                <a:schemeClr val="tx1"/>
              </a:solidFill>
              <a:round/>
              <a:headEnd/>
              <a:tailEnd/>
            </a:ln>
          </p:spPr>
        </p:cxnSp>
        <p:cxnSp>
          <p:nvCxnSpPr>
            <p:cNvPr id="13374" name="Straight Connector 60">
              <a:extLst>
                <a:ext uri="{FF2B5EF4-FFF2-40B4-BE49-F238E27FC236}">
                  <a16:creationId xmlns:a16="http://schemas.microsoft.com/office/drawing/2014/main" id="{70923681-62F8-4295-B102-FB64409AEF5C}"/>
                </a:ext>
              </a:extLst>
            </p:cNvPr>
            <p:cNvCxnSpPr>
              <a:cxnSpLocks noChangeShapeType="1"/>
            </p:cNvCxnSpPr>
            <p:nvPr/>
          </p:nvCxnSpPr>
          <p:spPr bwMode="auto">
            <a:xfrm rot="5400000">
              <a:off x="5615888" y="3519481"/>
              <a:ext cx="130328" cy="0"/>
            </a:xfrm>
            <a:prstGeom prst="line">
              <a:avLst/>
            </a:prstGeom>
            <a:noFill/>
            <a:ln w="9525" algn="ctr">
              <a:solidFill>
                <a:schemeClr val="tx1"/>
              </a:solidFill>
              <a:round/>
              <a:headEnd/>
              <a:tailEnd/>
            </a:ln>
          </p:spPr>
        </p:cxnSp>
        <p:cxnSp>
          <p:nvCxnSpPr>
            <p:cNvPr id="13375" name="Elbow Connector 61">
              <a:extLst>
                <a:ext uri="{FF2B5EF4-FFF2-40B4-BE49-F238E27FC236}">
                  <a16:creationId xmlns:a16="http://schemas.microsoft.com/office/drawing/2014/main" id="{A86F457D-F222-415E-88FE-38EF07330A5A}"/>
                </a:ext>
              </a:extLst>
            </p:cNvPr>
            <p:cNvCxnSpPr>
              <a:cxnSpLocks noChangeShapeType="1"/>
            </p:cNvCxnSpPr>
            <p:nvPr/>
          </p:nvCxnSpPr>
          <p:spPr bwMode="auto">
            <a:xfrm rot="10800000">
              <a:off x="5520265" y="3343688"/>
              <a:ext cx="160108" cy="75333"/>
            </a:xfrm>
            <a:prstGeom prst="bentConnector3">
              <a:avLst>
                <a:gd name="adj1" fmla="val 2519"/>
              </a:avLst>
            </a:prstGeom>
            <a:noFill/>
            <a:ln w="9525" algn="ctr">
              <a:solidFill>
                <a:schemeClr val="tx1"/>
              </a:solidFill>
              <a:round/>
              <a:headEnd/>
              <a:tailEnd/>
            </a:ln>
          </p:spPr>
        </p:cxnSp>
        <p:sp>
          <p:nvSpPr>
            <p:cNvPr id="96" name="TextBox 95">
              <a:extLst>
                <a:ext uri="{FF2B5EF4-FFF2-40B4-BE49-F238E27FC236}">
                  <a16:creationId xmlns:a16="http://schemas.microsoft.com/office/drawing/2014/main" id="{4A146AFF-6A11-4936-B145-EA8DD92276E4}"/>
                </a:ext>
              </a:extLst>
            </p:cNvPr>
            <p:cNvSpPr txBox="1"/>
            <p:nvPr/>
          </p:nvSpPr>
          <p:spPr>
            <a:xfrm>
              <a:off x="2218879" y="4324738"/>
              <a:ext cx="296860" cy="253966"/>
            </a:xfrm>
            <a:prstGeom prst="rect">
              <a:avLst/>
            </a:prstGeom>
            <a:noFill/>
          </p:spPr>
          <p:txBody>
            <a:bodyPr wrap="none">
              <a:spAutoFit/>
            </a:bodyPr>
            <a:lstStyle/>
            <a:p>
              <a:pPr eaLnBrk="1" hangingPunct="1">
                <a:defRPr/>
              </a:pPr>
              <a:r>
                <a:rPr lang="en-US" sz="1050" dirty="0">
                  <a:latin typeface="Arial" charset="0"/>
                  <a:cs typeface="Arial" charset="0"/>
                </a:rPr>
                <a:t>I1</a:t>
              </a:r>
            </a:p>
          </p:txBody>
        </p:sp>
        <p:sp>
          <p:nvSpPr>
            <p:cNvPr id="97" name="TextBox 96">
              <a:extLst>
                <a:ext uri="{FF2B5EF4-FFF2-40B4-BE49-F238E27FC236}">
                  <a16:creationId xmlns:a16="http://schemas.microsoft.com/office/drawing/2014/main" id="{94D20AE2-4C71-4547-9978-365C61013981}"/>
                </a:ext>
              </a:extLst>
            </p:cNvPr>
            <p:cNvSpPr txBox="1"/>
            <p:nvPr/>
          </p:nvSpPr>
          <p:spPr>
            <a:xfrm>
              <a:off x="2223642" y="4980289"/>
              <a:ext cx="296859" cy="253966"/>
            </a:xfrm>
            <a:prstGeom prst="rect">
              <a:avLst/>
            </a:prstGeom>
            <a:noFill/>
            <a:ln w="9525">
              <a:noFill/>
            </a:ln>
          </p:spPr>
          <p:txBody>
            <a:bodyPr wrap="none">
              <a:spAutoFit/>
            </a:bodyPr>
            <a:lstStyle/>
            <a:p>
              <a:pPr eaLnBrk="1" hangingPunct="1">
                <a:defRPr/>
              </a:pPr>
              <a:r>
                <a:rPr lang="en-US" sz="1050" dirty="0">
                  <a:latin typeface="Arial" charset="0"/>
                  <a:cs typeface="Arial" charset="0"/>
                </a:rPr>
                <a:t>I2</a:t>
              </a:r>
            </a:p>
          </p:txBody>
        </p:sp>
        <p:sp>
          <p:nvSpPr>
            <p:cNvPr id="13378" name="Flowchart: Delay 98">
              <a:extLst>
                <a:ext uri="{FF2B5EF4-FFF2-40B4-BE49-F238E27FC236}">
                  <a16:creationId xmlns:a16="http://schemas.microsoft.com/office/drawing/2014/main" id="{6FD0DCBE-1FD1-4CC5-82F2-9C4D0D599ACA}"/>
                </a:ext>
              </a:extLst>
            </p:cNvPr>
            <p:cNvSpPr>
              <a:spLocks noChangeArrowheads="1"/>
            </p:cNvSpPr>
            <p:nvPr/>
          </p:nvSpPr>
          <p:spPr bwMode="auto">
            <a:xfrm>
              <a:off x="3849696" y="4381433"/>
              <a:ext cx="347704" cy="26042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13379" name="Isosceles Triangle 99">
              <a:extLst>
                <a:ext uri="{FF2B5EF4-FFF2-40B4-BE49-F238E27FC236}">
                  <a16:creationId xmlns:a16="http://schemas.microsoft.com/office/drawing/2014/main" id="{76655D21-08F4-44F1-9EA1-FC8E5849E8DD}"/>
                </a:ext>
              </a:extLst>
            </p:cNvPr>
            <p:cNvSpPr>
              <a:spLocks noChangeArrowheads="1"/>
            </p:cNvSpPr>
            <p:nvPr/>
          </p:nvSpPr>
          <p:spPr bwMode="auto">
            <a:xfrm rot="5400000">
              <a:off x="2913745" y="4958506"/>
              <a:ext cx="260420" cy="278163"/>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0" name="Oval 100">
              <a:extLst>
                <a:ext uri="{FF2B5EF4-FFF2-40B4-BE49-F238E27FC236}">
                  <a16:creationId xmlns:a16="http://schemas.microsoft.com/office/drawing/2014/main" id="{7B5B0A4C-C12C-4C74-8ADA-1367D3D91503}"/>
                </a:ext>
              </a:extLst>
            </p:cNvPr>
            <p:cNvSpPr>
              <a:spLocks noChangeArrowheads="1"/>
            </p:cNvSpPr>
            <p:nvPr/>
          </p:nvSpPr>
          <p:spPr bwMode="auto">
            <a:xfrm>
              <a:off x="3178690" y="5065039"/>
              <a:ext cx="69541" cy="6510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1" name="Moon 101">
              <a:extLst>
                <a:ext uri="{FF2B5EF4-FFF2-40B4-BE49-F238E27FC236}">
                  <a16:creationId xmlns:a16="http://schemas.microsoft.com/office/drawing/2014/main" id="{A9C3B0C8-D86D-4A9D-9EAE-3E52D780A48A}"/>
                </a:ext>
              </a:extLst>
            </p:cNvPr>
            <p:cNvSpPr>
              <a:spLocks noChangeArrowheads="1"/>
            </p:cNvSpPr>
            <p:nvPr/>
          </p:nvSpPr>
          <p:spPr bwMode="auto">
            <a:xfrm rot="10800000">
              <a:off x="4683958" y="4902273"/>
              <a:ext cx="347704" cy="260420"/>
            </a:xfrm>
            <a:prstGeom prst="moon">
              <a:avLst>
                <a:gd name="adj" fmla="val 875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2" name="Oval 102">
              <a:extLst>
                <a:ext uri="{FF2B5EF4-FFF2-40B4-BE49-F238E27FC236}">
                  <a16:creationId xmlns:a16="http://schemas.microsoft.com/office/drawing/2014/main" id="{F605A0EA-D267-4B23-8A66-194DB7FDD652}"/>
                </a:ext>
              </a:extLst>
            </p:cNvPr>
            <p:cNvSpPr>
              <a:spLocks noChangeArrowheads="1"/>
            </p:cNvSpPr>
            <p:nvPr/>
          </p:nvSpPr>
          <p:spPr bwMode="auto">
            <a:xfrm>
              <a:off x="5031662" y="5006440"/>
              <a:ext cx="69541" cy="6510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3" name="Pentagon 103">
              <a:extLst>
                <a:ext uri="{FF2B5EF4-FFF2-40B4-BE49-F238E27FC236}">
                  <a16:creationId xmlns:a16="http://schemas.microsoft.com/office/drawing/2014/main" id="{B0D4CFF4-0796-41EE-ABE1-72E0509D5577}"/>
                </a:ext>
              </a:extLst>
            </p:cNvPr>
            <p:cNvSpPr>
              <a:spLocks noChangeArrowheads="1"/>
            </p:cNvSpPr>
            <p:nvPr/>
          </p:nvSpPr>
          <p:spPr bwMode="auto">
            <a:xfrm>
              <a:off x="2487629" y="4381433"/>
              <a:ext cx="139082" cy="130210"/>
            </a:xfrm>
            <a:prstGeom prst="homePlat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4" name="Pentagon 104">
              <a:extLst>
                <a:ext uri="{FF2B5EF4-FFF2-40B4-BE49-F238E27FC236}">
                  <a16:creationId xmlns:a16="http://schemas.microsoft.com/office/drawing/2014/main" id="{3A81A5CC-939B-422B-84B3-80DA0464E7BD}"/>
                </a:ext>
              </a:extLst>
            </p:cNvPr>
            <p:cNvSpPr>
              <a:spLocks noChangeArrowheads="1"/>
            </p:cNvSpPr>
            <p:nvPr/>
          </p:nvSpPr>
          <p:spPr bwMode="auto">
            <a:xfrm>
              <a:off x="2487629" y="5032483"/>
              <a:ext cx="139082" cy="130210"/>
            </a:xfrm>
            <a:prstGeom prst="homePlat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5" name="Pentagon 105">
              <a:extLst>
                <a:ext uri="{FF2B5EF4-FFF2-40B4-BE49-F238E27FC236}">
                  <a16:creationId xmlns:a16="http://schemas.microsoft.com/office/drawing/2014/main" id="{CF7A5662-4601-474F-9443-AF8038C0E9CE}"/>
                </a:ext>
              </a:extLst>
            </p:cNvPr>
            <p:cNvSpPr>
              <a:spLocks noChangeArrowheads="1"/>
            </p:cNvSpPr>
            <p:nvPr/>
          </p:nvSpPr>
          <p:spPr bwMode="auto">
            <a:xfrm>
              <a:off x="5516995" y="4446545"/>
              <a:ext cx="139082" cy="130210"/>
            </a:xfrm>
            <a:prstGeom prst="homePlat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386" name="Pentagon 106">
              <a:extLst>
                <a:ext uri="{FF2B5EF4-FFF2-40B4-BE49-F238E27FC236}">
                  <a16:creationId xmlns:a16="http://schemas.microsoft.com/office/drawing/2014/main" id="{27755CBA-354C-4ED2-B5C2-6DABFB8456BD}"/>
                </a:ext>
              </a:extLst>
            </p:cNvPr>
            <p:cNvSpPr>
              <a:spLocks noChangeArrowheads="1"/>
            </p:cNvSpPr>
            <p:nvPr/>
          </p:nvSpPr>
          <p:spPr bwMode="auto">
            <a:xfrm>
              <a:off x="5518653" y="4975515"/>
              <a:ext cx="139082" cy="130210"/>
            </a:xfrm>
            <a:prstGeom prst="homePlat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1" name="TextBox 110">
              <a:extLst>
                <a:ext uri="{FF2B5EF4-FFF2-40B4-BE49-F238E27FC236}">
                  <a16:creationId xmlns:a16="http://schemas.microsoft.com/office/drawing/2014/main" id="{974AAA40-853B-4492-9C1A-0BEAF7475C28}"/>
                </a:ext>
              </a:extLst>
            </p:cNvPr>
            <p:cNvSpPr txBox="1"/>
            <p:nvPr/>
          </p:nvSpPr>
          <p:spPr>
            <a:xfrm>
              <a:off x="5598627" y="4929496"/>
              <a:ext cx="365121" cy="253966"/>
            </a:xfrm>
            <a:prstGeom prst="rect">
              <a:avLst/>
            </a:prstGeom>
            <a:noFill/>
          </p:spPr>
          <p:txBody>
            <a:bodyPr wrap="none">
              <a:spAutoFit/>
            </a:bodyPr>
            <a:lstStyle/>
            <a:p>
              <a:pPr eaLnBrk="1" hangingPunct="1">
                <a:defRPr/>
              </a:pPr>
              <a:r>
                <a:rPr lang="en-US" sz="1050" dirty="0">
                  <a:latin typeface="Arial" charset="0"/>
                  <a:cs typeface="Arial" charset="0"/>
                </a:rPr>
                <a:t>O2</a:t>
              </a:r>
            </a:p>
          </p:txBody>
        </p:sp>
        <p:sp>
          <p:nvSpPr>
            <p:cNvPr id="112" name="TextBox 111">
              <a:extLst>
                <a:ext uri="{FF2B5EF4-FFF2-40B4-BE49-F238E27FC236}">
                  <a16:creationId xmlns:a16="http://schemas.microsoft.com/office/drawing/2014/main" id="{F62533B8-7930-4A28-AA67-A62B24A85F0F}"/>
                </a:ext>
              </a:extLst>
            </p:cNvPr>
            <p:cNvSpPr txBox="1"/>
            <p:nvPr/>
          </p:nvSpPr>
          <p:spPr>
            <a:xfrm>
              <a:off x="5590689" y="4402516"/>
              <a:ext cx="365121" cy="253966"/>
            </a:xfrm>
            <a:prstGeom prst="rect">
              <a:avLst/>
            </a:prstGeom>
            <a:noFill/>
          </p:spPr>
          <p:txBody>
            <a:bodyPr wrap="none">
              <a:spAutoFit/>
            </a:bodyPr>
            <a:lstStyle/>
            <a:p>
              <a:pPr eaLnBrk="1" hangingPunct="1">
                <a:defRPr/>
              </a:pPr>
              <a:r>
                <a:rPr lang="en-US" sz="1050" dirty="0">
                  <a:latin typeface="Arial" charset="0"/>
                  <a:cs typeface="Arial" charset="0"/>
                </a:rPr>
                <a:t>O1</a:t>
              </a:r>
            </a:p>
          </p:txBody>
        </p:sp>
        <p:grpSp>
          <p:nvGrpSpPr>
            <p:cNvPr id="113" name="Group 121">
              <a:extLst>
                <a:ext uri="{FF2B5EF4-FFF2-40B4-BE49-F238E27FC236}">
                  <a16:creationId xmlns:a16="http://schemas.microsoft.com/office/drawing/2014/main" id="{6BE55294-9D48-45AA-B47A-E4691A28A90A}"/>
                </a:ext>
              </a:extLst>
            </p:cNvPr>
            <p:cNvGrpSpPr/>
            <p:nvPr/>
          </p:nvGrpSpPr>
          <p:grpSpPr>
            <a:xfrm>
              <a:off x="3285741" y="4446224"/>
              <a:ext cx="144020" cy="356323"/>
              <a:chOff x="5645149" y="2205832"/>
              <a:chExt cx="152400" cy="384966"/>
            </a:xfrm>
            <a:solidFill>
              <a:schemeClr val="accent1"/>
            </a:solidFill>
          </p:grpSpPr>
          <p:sp>
            <p:nvSpPr>
              <p:cNvPr id="270" name="Isosceles Triangle 269">
                <a:extLst>
                  <a:ext uri="{FF2B5EF4-FFF2-40B4-BE49-F238E27FC236}">
                    <a16:creationId xmlns:a16="http://schemas.microsoft.com/office/drawing/2014/main" id="{3633E8D6-0CC7-44A3-89CF-EC09C019803C}"/>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271" name="Straight Connector 270">
                <a:extLst>
                  <a:ext uri="{FF2B5EF4-FFF2-40B4-BE49-F238E27FC236}">
                    <a16:creationId xmlns:a16="http://schemas.microsoft.com/office/drawing/2014/main" id="{4A74C909-C804-443E-8A67-EACAE43C26C3}"/>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72" name="Straight Connector 271">
                <a:extLst>
                  <a:ext uri="{FF2B5EF4-FFF2-40B4-BE49-F238E27FC236}">
                    <a16:creationId xmlns:a16="http://schemas.microsoft.com/office/drawing/2014/main" id="{C86BB5B0-C7D1-49F2-AB98-D758756C594D}"/>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73" name="Straight Connector 272">
                <a:extLst>
                  <a:ext uri="{FF2B5EF4-FFF2-40B4-BE49-F238E27FC236}">
                    <a16:creationId xmlns:a16="http://schemas.microsoft.com/office/drawing/2014/main" id="{87B32BED-F4A8-42B8-8602-72DE496B596E}"/>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274" name="Straight Connector 273">
                <a:extLst>
                  <a:ext uri="{FF2B5EF4-FFF2-40B4-BE49-F238E27FC236}">
                    <a16:creationId xmlns:a16="http://schemas.microsoft.com/office/drawing/2014/main" id="{5B65C058-A75F-4460-82D0-D5850A427A02}"/>
                  </a:ext>
                </a:extLst>
              </p:cNvPr>
              <p:cNvCxnSpPr/>
              <p:nvPr/>
            </p:nvCxnSpPr>
            <p:spPr bwMode="auto">
              <a:xfrm rot="5400000">
                <a:off x="5659438" y="2266950"/>
                <a:ext cx="123823" cy="1588"/>
              </a:xfrm>
              <a:prstGeom prst="line">
                <a:avLst/>
              </a:prstGeom>
              <a:grpFill/>
              <a:ln w="9525" cap="flat" cmpd="sng" algn="ctr">
                <a:solidFill>
                  <a:schemeClr val="tx1"/>
                </a:solidFill>
                <a:prstDash val="solid"/>
                <a:round/>
                <a:headEnd type="none" w="med" len="med"/>
                <a:tailEnd type="none" w="med" len="med"/>
              </a:ln>
              <a:effectLst/>
            </p:spPr>
          </p:cxnSp>
        </p:grpSp>
        <p:grpSp>
          <p:nvGrpSpPr>
            <p:cNvPr id="114" name="Group 122">
              <a:extLst>
                <a:ext uri="{FF2B5EF4-FFF2-40B4-BE49-F238E27FC236}">
                  <a16:creationId xmlns:a16="http://schemas.microsoft.com/office/drawing/2014/main" id="{045899F7-9BA7-4426-9FFD-344511BF72BB}"/>
                </a:ext>
              </a:extLst>
            </p:cNvPr>
            <p:cNvGrpSpPr/>
            <p:nvPr/>
          </p:nvGrpSpPr>
          <p:grpSpPr>
            <a:xfrm>
              <a:off x="3279741" y="5096426"/>
              <a:ext cx="144020" cy="356323"/>
              <a:chOff x="5645149" y="2205832"/>
              <a:chExt cx="152400" cy="384966"/>
            </a:xfrm>
            <a:solidFill>
              <a:schemeClr val="accent1"/>
            </a:solidFill>
          </p:grpSpPr>
          <p:sp>
            <p:nvSpPr>
              <p:cNvPr id="265" name="Isosceles Triangle 264">
                <a:extLst>
                  <a:ext uri="{FF2B5EF4-FFF2-40B4-BE49-F238E27FC236}">
                    <a16:creationId xmlns:a16="http://schemas.microsoft.com/office/drawing/2014/main" id="{FA19D0E1-DA85-4A4D-BD9B-F1285F589D3C}"/>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266" name="Straight Connector 265">
                <a:extLst>
                  <a:ext uri="{FF2B5EF4-FFF2-40B4-BE49-F238E27FC236}">
                    <a16:creationId xmlns:a16="http://schemas.microsoft.com/office/drawing/2014/main" id="{D03486A3-47A2-4D97-9F07-ACE7BE87F80C}"/>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67" name="Straight Connector 266">
                <a:extLst>
                  <a:ext uri="{FF2B5EF4-FFF2-40B4-BE49-F238E27FC236}">
                    <a16:creationId xmlns:a16="http://schemas.microsoft.com/office/drawing/2014/main" id="{E970353F-D54D-4A6F-9E42-B15916979866}"/>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68" name="Straight Connector 267">
                <a:extLst>
                  <a:ext uri="{FF2B5EF4-FFF2-40B4-BE49-F238E27FC236}">
                    <a16:creationId xmlns:a16="http://schemas.microsoft.com/office/drawing/2014/main" id="{F52250C8-FFB6-40F6-99E0-095FCAE28A70}"/>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269" name="Straight Connector 268">
                <a:extLst>
                  <a:ext uri="{FF2B5EF4-FFF2-40B4-BE49-F238E27FC236}">
                    <a16:creationId xmlns:a16="http://schemas.microsoft.com/office/drawing/2014/main" id="{060E4255-3461-44D8-9893-C23515DD78E8}"/>
                  </a:ext>
                </a:extLst>
              </p:cNvPr>
              <p:cNvCxnSpPr/>
              <p:nvPr/>
            </p:nvCxnSpPr>
            <p:spPr bwMode="auto">
              <a:xfrm rot="5400000">
                <a:off x="5659438" y="2266950"/>
                <a:ext cx="123823" cy="1588"/>
              </a:xfrm>
              <a:prstGeom prst="line">
                <a:avLst/>
              </a:prstGeom>
              <a:grpFill/>
              <a:ln w="9525" cap="flat" cmpd="sng" algn="ctr">
                <a:solidFill>
                  <a:schemeClr val="tx1"/>
                </a:solidFill>
                <a:prstDash val="solid"/>
                <a:round/>
                <a:headEnd type="none" w="med" len="med"/>
                <a:tailEnd type="none" w="med" len="med"/>
              </a:ln>
              <a:effectLst/>
            </p:spPr>
          </p:cxnSp>
        </p:grpSp>
        <p:grpSp>
          <p:nvGrpSpPr>
            <p:cNvPr id="115" name="Group 298">
              <a:extLst>
                <a:ext uri="{FF2B5EF4-FFF2-40B4-BE49-F238E27FC236}">
                  <a16:creationId xmlns:a16="http://schemas.microsoft.com/office/drawing/2014/main" id="{B46F9112-1276-4A1A-8183-8E060C076D4B}"/>
                </a:ext>
              </a:extLst>
            </p:cNvPr>
            <p:cNvGrpSpPr/>
            <p:nvPr/>
          </p:nvGrpSpPr>
          <p:grpSpPr>
            <a:xfrm>
              <a:off x="2790072" y="5104226"/>
              <a:ext cx="144020" cy="426852"/>
              <a:chOff x="609600" y="3689349"/>
              <a:chExt cx="152400" cy="461165"/>
            </a:xfrm>
            <a:solidFill>
              <a:schemeClr val="accent1"/>
            </a:solidFill>
          </p:grpSpPr>
          <p:sp>
            <p:nvSpPr>
              <p:cNvPr id="260" name="Isosceles Triangle 259">
                <a:extLst>
                  <a:ext uri="{FF2B5EF4-FFF2-40B4-BE49-F238E27FC236}">
                    <a16:creationId xmlns:a16="http://schemas.microsoft.com/office/drawing/2014/main" id="{ECDB25AD-0EB4-4888-937B-557557BC3040}"/>
                  </a:ext>
                </a:extLst>
              </p:cNvPr>
              <p:cNvSpPr/>
              <p:nvPr/>
            </p:nvSpPr>
            <p:spPr bwMode="auto">
              <a:xfrm rot="10800000">
                <a:off x="641350" y="4074314"/>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261" name="Straight Connector 260">
                <a:extLst>
                  <a:ext uri="{FF2B5EF4-FFF2-40B4-BE49-F238E27FC236}">
                    <a16:creationId xmlns:a16="http://schemas.microsoft.com/office/drawing/2014/main" id="{C2087838-1DEF-4EE6-86C8-10D900192E02}"/>
                  </a:ext>
                </a:extLst>
              </p:cNvPr>
              <p:cNvCxnSpPr/>
              <p:nvPr/>
            </p:nvCxnSpPr>
            <p:spPr bwMode="auto">
              <a:xfrm>
                <a:off x="609600" y="3886200"/>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62" name="Straight Connector 261">
                <a:extLst>
                  <a:ext uri="{FF2B5EF4-FFF2-40B4-BE49-F238E27FC236}">
                    <a16:creationId xmlns:a16="http://schemas.microsoft.com/office/drawing/2014/main" id="{DF37AB1B-F79B-407F-99D8-56B940B96C3B}"/>
                  </a:ext>
                </a:extLst>
              </p:cNvPr>
              <p:cNvCxnSpPr/>
              <p:nvPr/>
            </p:nvCxnSpPr>
            <p:spPr bwMode="auto">
              <a:xfrm>
                <a:off x="609600" y="3924300"/>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63" name="Straight Connector 262">
                <a:extLst>
                  <a:ext uri="{FF2B5EF4-FFF2-40B4-BE49-F238E27FC236}">
                    <a16:creationId xmlns:a16="http://schemas.microsoft.com/office/drawing/2014/main" id="{C64C1F5A-02BA-4E60-98DD-CB6E2A799A39}"/>
                  </a:ext>
                </a:extLst>
              </p:cNvPr>
              <p:cNvCxnSpPr/>
              <p:nvPr/>
            </p:nvCxnSpPr>
            <p:spPr bwMode="auto">
              <a:xfrm rot="5400000">
                <a:off x="609599" y="3998117"/>
                <a:ext cx="152403" cy="0"/>
              </a:xfrm>
              <a:prstGeom prst="line">
                <a:avLst/>
              </a:prstGeom>
              <a:grpFill/>
              <a:ln w="9525" cap="flat" cmpd="sng" algn="ctr">
                <a:solidFill>
                  <a:schemeClr val="tx1"/>
                </a:solidFill>
                <a:prstDash val="solid"/>
                <a:round/>
                <a:headEnd type="none" w="med" len="med"/>
                <a:tailEnd type="none" w="med" len="med"/>
              </a:ln>
              <a:effectLst/>
            </p:spPr>
          </p:cxnSp>
          <p:cxnSp>
            <p:nvCxnSpPr>
              <p:cNvPr id="264" name="Straight Connector 263">
                <a:extLst>
                  <a:ext uri="{FF2B5EF4-FFF2-40B4-BE49-F238E27FC236}">
                    <a16:creationId xmlns:a16="http://schemas.microsoft.com/office/drawing/2014/main" id="{493951B9-CDD9-4AFB-A220-E716545BA639}"/>
                  </a:ext>
                </a:extLst>
              </p:cNvPr>
              <p:cNvCxnSpPr/>
              <p:nvPr/>
            </p:nvCxnSpPr>
            <p:spPr bwMode="auto">
              <a:xfrm rot="5400000">
                <a:off x="585790" y="3789360"/>
                <a:ext cx="200021" cy="0"/>
              </a:xfrm>
              <a:prstGeom prst="line">
                <a:avLst/>
              </a:prstGeom>
              <a:grpFill/>
              <a:ln w="9525" cap="flat" cmpd="sng" algn="ctr">
                <a:solidFill>
                  <a:schemeClr val="tx1"/>
                </a:solidFill>
                <a:prstDash val="solid"/>
                <a:round/>
                <a:headEnd type="none" w="med" len="med"/>
                <a:tailEnd type="none" w="med" len="med"/>
              </a:ln>
              <a:effectLst/>
            </p:spPr>
          </p:cxnSp>
        </p:grpSp>
        <p:sp>
          <p:nvSpPr>
            <p:cNvPr id="13392" name="Isosceles Triangle 115">
              <a:extLst>
                <a:ext uri="{FF2B5EF4-FFF2-40B4-BE49-F238E27FC236}">
                  <a16:creationId xmlns:a16="http://schemas.microsoft.com/office/drawing/2014/main" id="{5F95B92F-C049-43F1-8E67-EFDB143C8BA2}"/>
                </a:ext>
              </a:extLst>
            </p:cNvPr>
            <p:cNvSpPr>
              <a:spLocks noChangeArrowheads="1"/>
            </p:cNvSpPr>
            <p:nvPr/>
          </p:nvSpPr>
          <p:spPr bwMode="auto">
            <a:xfrm rot="10800000">
              <a:off x="4596941" y="5425567"/>
              <a:ext cx="72010" cy="7053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93" name="Straight Connector 116">
              <a:extLst>
                <a:ext uri="{FF2B5EF4-FFF2-40B4-BE49-F238E27FC236}">
                  <a16:creationId xmlns:a16="http://schemas.microsoft.com/office/drawing/2014/main" id="{EB55F11B-3D9C-47E7-B620-54D2CA95E21A}"/>
                </a:ext>
              </a:extLst>
            </p:cNvPr>
            <p:cNvCxnSpPr>
              <a:cxnSpLocks noChangeShapeType="1"/>
            </p:cNvCxnSpPr>
            <p:nvPr/>
          </p:nvCxnSpPr>
          <p:spPr bwMode="auto">
            <a:xfrm>
              <a:off x="4566937" y="5251450"/>
              <a:ext cx="144020" cy="1470"/>
            </a:xfrm>
            <a:prstGeom prst="line">
              <a:avLst/>
            </a:prstGeom>
            <a:noFill/>
            <a:ln w="9525" algn="ctr">
              <a:solidFill>
                <a:schemeClr val="tx1"/>
              </a:solidFill>
              <a:round/>
              <a:headEnd/>
              <a:tailEnd/>
            </a:ln>
          </p:spPr>
        </p:cxnSp>
        <p:cxnSp>
          <p:nvCxnSpPr>
            <p:cNvPr id="13394" name="Straight Connector 117">
              <a:extLst>
                <a:ext uri="{FF2B5EF4-FFF2-40B4-BE49-F238E27FC236}">
                  <a16:creationId xmlns:a16="http://schemas.microsoft.com/office/drawing/2014/main" id="{00591017-2227-40D2-9E47-6E836116A337}"/>
                </a:ext>
              </a:extLst>
            </p:cNvPr>
            <p:cNvCxnSpPr>
              <a:cxnSpLocks noChangeShapeType="1"/>
            </p:cNvCxnSpPr>
            <p:nvPr/>
          </p:nvCxnSpPr>
          <p:spPr bwMode="auto">
            <a:xfrm>
              <a:off x="4566937" y="5286715"/>
              <a:ext cx="144020" cy="1470"/>
            </a:xfrm>
            <a:prstGeom prst="line">
              <a:avLst/>
            </a:prstGeom>
            <a:noFill/>
            <a:ln w="9525" algn="ctr">
              <a:solidFill>
                <a:schemeClr val="tx1"/>
              </a:solidFill>
              <a:round/>
              <a:headEnd/>
              <a:tailEnd/>
            </a:ln>
          </p:spPr>
        </p:cxnSp>
        <p:cxnSp>
          <p:nvCxnSpPr>
            <p:cNvPr id="13395" name="Straight Connector 118">
              <a:extLst>
                <a:ext uri="{FF2B5EF4-FFF2-40B4-BE49-F238E27FC236}">
                  <a16:creationId xmlns:a16="http://schemas.microsoft.com/office/drawing/2014/main" id="{2E500CA5-6907-4EB7-8B15-A57CEAE1AECD}"/>
                </a:ext>
              </a:extLst>
            </p:cNvPr>
            <p:cNvCxnSpPr>
              <a:cxnSpLocks noChangeShapeType="1"/>
            </p:cNvCxnSpPr>
            <p:nvPr/>
          </p:nvCxnSpPr>
          <p:spPr bwMode="auto">
            <a:xfrm rot="5400000">
              <a:off x="4568417" y="5355039"/>
              <a:ext cx="141063" cy="0"/>
            </a:xfrm>
            <a:prstGeom prst="line">
              <a:avLst/>
            </a:prstGeom>
            <a:noFill/>
            <a:ln w="9525" algn="ctr">
              <a:solidFill>
                <a:schemeClr val="tx1"/>
              </a:solidFill>
              <a:round/>
              <a:headEnd/>
              <a:tailEnd/>
            </a:ln>
          </p:spPr>
        </p:cxnSp>
        <p:cxnSp>
          <p:nvCxnSpPr>
            <p:cNvPr id="13396" name="Straight Connector 119">
              <a:extLst>
                <a:ext uri="{FF2B5EF4-FFF2-40B4-BE49-F238E27FC236}">
                  <a16:creationId xmlns:a16="http://schemas.microsoft.com/office/drawing/2014/main" id="{0C347258-5767-4E5F-AB9F-1817DE82FAE1}"/>
                </a:ext>
              </a:extLst>
            </p:cNvPr>
            <p:cNvCxnSpPr>
              <a:cxnSpLocks noChangeShapeType="1"/>
            </p:cNvCxnSpPr>
            <p:nvPr/>
          </p:nvCxnSpPr>
          <p:spPr bwMode="auto">
            <a:xfrm rot="5400000">
              <a:off x="4492022" y="5107895"/>
              <a:ext cx="282122" cy="0"/>
            </a:xfrm>
            <a:prstGeom prst="line">
              <a:avLst/>
            </a:prstGeom>
            <a:noFill/>
            <a:ln w="9525" algn="ctr">
              <a:solidFill>
                <a:schemeClr val="tx1"/>
              </a:solidFill>
              <a:round/>
              <a:headEnd/>
              <a:tailEnd/>
            </a:ln>
          </p:spPr>
        </p:cxnSp>
        <p:sp>
          <p:nvSpPr>
            <p:cNvPr id="13397" name="Isosceles Triangle 120">
              <a:extLst>
                <a:ext uri="{FF2B5EF4-FFF2-40B4-BE49-F238E27FC236}">
                  <a16:creationId xmlns:a16="http://schemas.microsoft.com/office/drawing/2014/main" id="{94F6E6E5-929F-4AF6-964C-E11972540E8E}"/>
                </a:ext>
              </a:extLst>
            </p:cNvPr>
            <p:cNvSpPr>
              <a:spLocks noChangeArrowheads="1"/>
            </p:cNvSpPr>
            <p:nvPr/>
          </p:nvSpPr>
          <p:spPr bwMode="auto">
            <a:xfrm rot="10800000">
              <a:off x="5986872" y="4767282"/>
              <a:ext cx="72010" cy="7053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398" name="Straight Connector 121">
              <a:extLst>
                <a:ext uri="{FF2B5EF4-FFF2-40B4-BE49-F238E27FC236}">
                  <a16:creationId xmlns:a16="http://schemas.microsoft.com/office/drawing/2014/main" id="{33485358-F22D-43C4-AEAE-0E43DA1C964E}"/>
                </a:ext>
              </a:extLst>
            </p:cNvPr>
            <p:cNvCxnSpPr>
              <a:cxnSpLocks noChangeShapeType="1"/>
            </p:cNvCxnSpPr>
            <p:nvPr/>
          </p:nvCxnSpPr>
          <p:spPr bwMode="auto">
            <a:xfrm>
              <a:off x="5956868" y="4593165"/>
              <a:ext cx="144020" cy="1470"/>
            </a:xfrm>
            <a:prstGeom prst="line">
              <a:avLst/>
            </a:prstGeom>
            <a:noFill/>
            <a:ln w="9525" algn="ctr">
              <a:solidFill>
                <a:schemeClr val="tx1"/>
              </a:solidFill>
              <a:round/>
              <a:headEnd/>
              <a:tailEnd/>
            </a:ln>
          </p:spPr>
        </p:cxnSp>
        <p:cxnSp>
          <p:nvCxnSpPr>
            <p:cNvPr id="13399" name="Straight Connector 122">
              <a:extLst>
                <a:ext uri="{FF2B5EF4-FFF2-40B4-BE49-F238E27FC236}">
                  <a16:creationId xmlns:a16="http://schemas.microsoft.com/office/drawing/2014/main" id="{677CAD9E-86A7-4B2C-A606-84A803BB26C1}"/>
                </a:ext>
              </a:extLst>
            </p:cNvPr>
            <p:cNvCxnSpPr>
              <a:cxnSpLocks noChangeShapeType="1"/>
            </p:cNvCxnSpPr>
            <p:nvPr/>
          </p:nvCxnSpPr>
          <p:spPr bwMode="auto">
            <a:xfrm>
              <a:off x="5956868" y="4628430"/>
              <a:ext cx="144020" cy="1470"/>
            </a:xfrm>
            <a:prstGeom prst="line">
              <a:avLst/>
            </a:prstGeom>
            <a:noFill/>
            <a:ln w="9525" algn="ctr">
              <a:solidFill>
                <a:schemeClr val="tx1"/>
              </a:solidFill>
              <a:round/>
              <a:headEnd/>
              <a:tailEnd/>
            </a:ln>
          </p:spPr>
        </p:cxnSp>
        <p:cxnSp>
          <p:nvCxnSpPr>
            <p:cNvPr id="13400" name="Straight Connector 123">
              <a:extLst>
                <a:ext uri="{FF2B5EF4-FFF2-40B4-BE49-F238E27FC236}">
                  <a16:creationId xmlns:a16="http://schemas.microsoft.com/office/drawing/2014/main" id="{DE7D8A2D-FF52-4B86-AB54-B4E17BE51ABB}"/>
                </a:ext>
              </a:extLst>
            </p:cNvPr>
            <p:cNvCxnSpPr>
              <a:cxnSpLocks noChangeShapeType="1"/>
            </p:cNvCxnSpPr>
            <p:nvPr/>
          </p:nvCxnSpPr>
          <p:spPr bwMode="auto">
            <a:xfrm rot="5400000">
              <a:off x="5958347" y="4696754"/>
              <a:ext cx="141063" cy="0"/>
            </a:xfrm>
            <a:prstGeom prst="line">
              <a:avLst/>
            </a:prstGeom>
            <a:noFill/>
            <a:ln w="9525" algn="ctr">
              <a:solidFill>
                <a:schemeClr val="tx1"/>
              </a:solidFill>
              <a:round/>
              <a:headEnd/>
              <a:tailEnd/>
            </a:ln>
          </p:spPr>
        </p:cxnSp>
        <p:cxnSp>
          <p:nvCxnSpPr>
            <p:cNvPr id="13401" name="Elbow Connector 124">
              <a:extLst>
                <a:ext uri="{FF2B5EF4-FFF2-40B4-BE49-F238E27FC236}">
                  <a16:creationId xmlns:a16="http://schemas.microsoft.com/office/drawing/2014/main" id="{1158C35D-2585-4D83-954D-4C4AFBEFAC86}"/>
                </a:ext>
              </a:extLst>
            </p:cNvPr>
            <p:cNvCxnSpPr>
              <a:cxnSpLocks noChangeShapeType="1"/>
            </p:cNvCxnSpPr>
            <p:nvPr/>
          </p:nvCxnSpPr>
          <p:spPr bwMode="auto">
            <a:xfrm rot="10800000">
              <a:off x="5851198" y="4506482"/>
              <a:ext cx="176931" cy="81538"/>
            </a:xfrm>
            <a:prstGeom prst="bentConnector3">
              <a:avLst>
                <a:gd name="adj1" fmla="val 2519"/>
              </a:avLst>
            </a:prstGeom>
            <a:noFill/>
            <a:ln w="9525" algn="ctr">
              <a:solidFill>
                <a:schemeClr val="tx1"/>
              </a:solidFill>
              <a:round/>
              <a:headEnd/>
              <a:tailEnd/>
            </a:ln>
          </p:spPr>
        </p:cxnSp>
        <p:sp>
          <p:nvSpPr>
            <p:cNvPr id="13402" name="Isosceles Triangle 125">
              <a:extLst>
                <a:ext uri="{FF2B5EF4-FFF2-40B4-BE49-F238E27FC236}">
                  <a16:creationId xmlns:a16="http://schemas.microsoft.com/office/drawing/2014/main" id="{68A05625-ADAC-4A8F-A4E2-9ED208366EAC}"/>
                </a:ext>
              </a:extLst>
            </p:cNvPr>
            <p:cNvSpPr>
              <a:spLocks noChangeArrowheads="1"/>
            </p:cNvSpPr>
            <p:nvPr/>
          </p:nvSpPr>
          <p:spPr bwMode="auto">
            <a:xfrm rot="10800000">
              <a:off x="5995780" y="5296262"/>
              <a:ext cx="72010" cy="7053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3403" name="Straight Connector 126">
              <a:extLst>
                <a:ext uri="{FF2B5EF4-FFF2-40B4-BE49-F238E27FC236}">
                  <a16:creationId xmlns:a16="http://schemas.microsoft.com/office/drawing/2014/main" id="{A3AB404D-0BAE-4998-96E8-E5EB51A77683}"/>
                </a:ext>
              </a:extLst>
            </p:cNvPr>
            <p:cNvCxnSpPr>
              <a:cxnSpLocks noChangeShapeType="1"/>
            </p:cNvCxnSpPr>
            <p:nvPr/>
          </p:nvCxnSpPr>
          <p:spPr bwMode="auto">
            <a:xfrm>
              <a:off x="5965776" y="5122144"/>
              <a:ext cx="144020" cy="1470"/>
            </a:xfrm>
            <a:prstGeom prst="line">
              <a:avLst/>
            </a:prstGeom>
            <a:noFill/>
            <a:ln w="9525" algn="ctr">
              <a:solidFill>
                <a:schemeClr val="tx1"/>
              </a:solidFill>
              <a:round/>
              <a:headEnd/>
              <a:tailEnd/>
            </a:ln>
          </p:spPr>
        </p:cxnSp>
        <p:cxnSp>
          <p:nvCxnSpPr>
            <p:cNvPr id="13404" name="Straight Connector 127">
              <a:extLst>
                <a:ext uri="{FF2B5EF4-FFF2-40B4-BE49-F238E27FC236}">
                  <a16:creationId xmlns:a16="http://schemas.microsoft.com/office/drawing/2014/main" id="{5757B984-CDAB-4B0F-9F7F-E1FDBC7127D1}"/>
                </a:ext>
              </a:extLst>
            </p:cNvPr>
            <p:cNvCxnSpPr>
              <a:cxnSpLocks noChangeShapeType="1"/>
            </p:cNvCxnSpPr>
            <p:nvPr/>
          </p:nvCxnSpPr>
          <p:spPr bwMode="auto">
            <a:xfrm>
              <a:off x="5965776" y="5157409"/>
              <a:ext cx="144020" cy="1470"/>
            </a:xfrm>
            <a:prstGeom prst="line">
              <a:avLst/>
            </a:prstGeom>
            <a:noFill/>
            <a:ln w="9525" algn="ctr">
              <a:solidFill>
                <a:schemeClr val="tx1"/>
              </a:solidFill>
              <a:round/>
              <a:headEnd/>
              <a:tailEnd/>
            </a:ln>
          </p:spPr>
        </p:cxnSp>
        <p:cxnSp>
          <p:nvCxnSpPr>
            <p:cNvPr id="13405" name="Straight Connector 128">
              <a:extLst>
                <a:ext uri="{FF2B5EF4-FFF2-40B4-BE49-F238E27FC236}">
                  <a16:creationId xmlns:a16="http://schemas.microsoft.com/office/drawing/2014/main" id="{01BB02A2-FDAF-4A2A-84C7-5931856FE382}"/>
                </a:ext>
              </a:extLst>
            </p:cNvPr>
            <p:cNvCxnSpPr>
              <a:cxnSpLocks noChangeShapeType="1"/>
            </p:cNvCxnSpPr>
            <p:nvPr/>
          </p:nvCxnSpPr>
          <p:spPr bwMode="auto">
            <a:xfrm rot="5400000">
              <a:off x="5967255" y="5225734"/>
              <a:ext cx="141063" cy="0"/>
            </a:xfrm>
            <a:prstGeom prst="line">
              <a:avLst/>
            </a:prstGeom>
            <a:noFill/>
            <a:ln w="9525" algn="ctr">
              <a:solidFill>
                <a:schemeClr val="tx1"/>
              </a:solidFill>
              <a:round/>
              <a:headEnd/>
              <a:tailEnd/>
            </a:ln>
          </p:spPr>
        </p:cxnSp>
        <p:cxnSp>
          <p:nvCxnSpPr>
            <p:cNvPr id="13406" name="Elbow Connector 129">
              <a:extLst>
                <a:ext uri="{FF2B5EF4-FFF2-40B4-BE49-F238E27FC236}">
                  <a16:creationId xmlns:a16="http://schemas.microsoft.com/office/drawing/2014/main" id="{3AA29F00-CC51-43D9-AA4C-086C64A94D83}"/>
                </a:ext>
              </a:extLst>
            </p:cNvPr>
            <p:cNvCxnSpPr>
              <a:cxnSpLocks noChangeShapeType="1"/>
            </p:cNvCxnSpPr>
            <p:nvPr/>
          </p:nvCxnSpPr>
          <p:spPr bwMode="auto">
            <a:xfrm rot="10800000">
              <a:off x="5860106" y="5035461"/>
              <a:ext cx="176931" cy="81538"/>
            </a:xfrm>
            <a:prstGeom prst="bentConnector3">
              <a:avLst>
                <a:gd name="adj1" fmla="val 2519"/>
              </a:avLst>
            </a:prstGeom>
            <a:noFill/>
            <a:ln w="9525" algn="ctr">
              <a:solidFill>
                <a:schemeClr val="tx1"/>
              </a:solidFill>
              <a:round/>
              <a:headEnd/>
              <a:tailEnd/>
            </a:ln>
          </p:spPr>
        </p:cxnSp>
        <p:cxnSp>
          <p:nvCxnSpPr>
            <p:cNvPr id="13407" name="Straight Connector 132">
              <a:extLst>
                <a:ext uri="{FF2B5EF4-FFF2-40B4-BE49-F238E27FC236}">
                  <a16:creationId xmlns:a16="http://schemas.microsoft.com/office/drawing/2014/main" id="{6977143D-7B47-4B68-B574-C3240EF89FFB}"/>
                </a:ext>
              </a:extLst>
            </p:cNvPr>
            <p:cNvCxnSpPr>
              <a:cxnSpLocks noChangeShapeType="1"/>
            </p:cNvCxnSpPr>
            <p:nvPr/>
          </p:nvCxnSpPr>
          <p:spPr bwMode="auto">
            <a:xfrm>
              <a:off x="2628049" y="4443735"/>
              <a:ext cx="144020" cy="1470"/>
            </a:xfrm>
            <a:prstGeom prst="line">
              <a:avLst/>
            </a:prstGeom>
            <a:noFill/>
            <a:ln w="9525" algn="ctr">
              <a:solidFill>
                <a:schemeClr val="tx1"/>
              </a:solidFill>
              <a:round/>
              <a:headEnd/>
              <a:tailEnd/>
            </a:ln>
          </p:spPr>
        </p:cxnSp>
        <p:cxnSp>
          <p:nvCxnSpPr>
            <p:cNvPr id="13408" name="Straight Connector 133">
              <a:extLst>
                <a:ext uri="{FF2B5EF4-FFF2-40B4-BE49-F238E27FC236}">
                  <a16:creationId xmlns:a16="http://schemas.microsoft.com/office/drawing/2014/main" id="{4D48CA81-6D6A-4CF5-A15E-84627719140B}"/>
                </a:ext>
              </a:extLst>
            </p:cNvPr>
            <p:cNvCxnSpPr>
              <a:cxnSpLocks noChangeShapeType="1"/>
            </p:cNvCxnSpPr>
            <p:nvPr/>
          </p:nvCxnSpPr>
          <p:spPr bwMode="auto">
            <a:xfrm>
              <a:off x="2916090" y="4443735"/>
              <a:ext cx="936132" cy="0"/>
            </a:xfrm>
            <a:prstGeom prst="line">
              <a:avLst/>
            </a:prstGeom>
            <a:noFill/>
            <a:ln w="9525" algn="ctr">
              <a:solidFill>
                <a:schemeClr val="tx1"/>
              </a:solidFill>
              <a:round/>
              <a:headEnd/>
              <a:tailEnd/>
            </a:ln>
          </p:spPr>
        </p:cxnSp>
        <p:cxnSp>
          <p:nvCxnSpPr>
            <p:cNvPr id="13409" name="Straight Connector 135">
              <a:extLst>
                <a:ext uri="{FF2B5EF4-FFF2-40B4-BE49-F238E27FC236}">
                  <a16:creationId xmlns:a16="http://schemas.microsoft.com/office/drawing/2014/main" id="{5AEA3C98-206B-4ABE-A439-00FEA746B4C0}"/>
                </a:ext>
              </a:extLst>
            </p:cNvPr>
            <p:cNvCxnSpPr>
              <a:cxnSpLocks noChangeShapeType="1"/>
            </p:cNvCxnSpPr>
            <p:nvPr/>
          </p:nvCxnSpPr>
          <p:spPr bwMode="auto">
            <a:xfrm>
              <a:off x="2621301" y="5099814"/>
              <a:ext cx="72010" cy="1470"/>
            </a:xfrm>
            <a:prstGeom prst="line">
              <a:avLst/>
            </a:prstGeom>
            <a:noFill/>
            <a:ln w="9525" algn="ctr">
              <a:solidFill>
                <a:schemeClr val="tx1"/>
              </a:solidFill>
              <a:round/>
              <a:headEnd/>
              <a:tailEnd/>
            </a:ln>
          </p:spPr>
        </p:cxnSp>
        <p:cxnSp>
          <p:nvCxnSpPr>
            <p:cNvPr id="13410" name="Straight Connector 136">
              <a:extLst>
                <a:ext uri="{FF2B5EF4-FFF2-40B4-BE49-F238E27FC236}">
                  <a16:creationId xmlns:a16="http://schemas.microsoft.com/office/drawing/2014/main" id="{AE166432-B7A8-496A-8F4D-3455FCBAA426}"/>
                </a:ext>
              </a:extLst>
            </p:cNvPr>
            <p:cNvCxnSpPr>
              <a:cxnSpLocks noChangeShapeType="1"/>
            </p:cNvCxnSpPr>
            <p:nvPr/>
          </p:nvCxnSpPr>
          <p:spPr bwMode="auto">
            <a:xfrm>
              <a:off x="2837331" y="5101284"/>
              <a:ext cx="72010" cy="1470"/>
            </a:xfrm>
            <a:prstGeom prst="line">
              <a:avLst/>
            </a:prstGeom>
            <a:noFill/>
            <a:ln w="9525" algn="ctr">
              <a:solidFill>
                <a:schemeClr val="tx1"/>
              </a:solidFill>
              <a:round/>
              <a:headEnd/>
              <a:tailEnd/>
            </a:ln>
          </p:spPr>
        </p:cxnSp>
        <p:cxnSp>
          <p:nvCxnSpPr>
            <p:cNvPr id="13411" name="Straight Connector 139">
              <a:extLst>
                <a:ext uri="{FF2B5EF4-FFF2-40B4-BE49-F238E27FC236}">
                  <a16:creationId xmlns:a16="http://schemas.microsoft.com/office/drawing/2014/main" id="{594D8DFC-7666-4B63-8CDE-C562D88A7868}"/>
                </a:ext>
              </a:extLst>
            </p:cNvPr>
            <p:cNvCxnSpPr>
              <a:cxnSpLocks noChangeShapeType="1"/>
            </p:cNvCxnSpPr>
            <p:nvPr/>
          </p:nvCxnSpPr>
          <p:spPr bwMode="auto">
            <a:xfrm>
              <a:off x="3249137" y="5093202"/>
              <a:ext cx="216031" cy="0"/>
            </a:xfrm>
            <a:prstGeom prst="line">
              <a:avLst/>
            </a:prstGeom>
            <a:noFill/>
            <a:ln w="9525" algn="ctr">
              <a:solidFill>
                <a:schemeClr val="tx1"/>
              </a:solidFill>
              <a:round/>
              <a:headEnd/>
              <a:tailEnd/>
            </a:ln>
          </p:spPr>
        </p:cxnSp>
        <p:grpSp>
          <p:nvGrpSpPr>
            <p:cNvPr id="141" name="Group 321">
              <a:extLst>
                <a:ext uri="{FF2B5EF4-FFF2-40B4-BE49-F238E27FC236}">
                  <a16:creationId xmlns:a16="http://schemas.microsoft.com/office/drawing/2014/main" id="{37A83284-DCA5-494A-8AD7-479F51687F18}"/>
                </a:ext>
              </a:extLst>
            </p:cNvPr>
            <p:cNvGrpSpPr/>
            <p:nvPr/>
          </p:nvGrpSpPr>
          <p:grpSpPr>
            <a:xfrm>
              <a:off x="3726204" y="4684713"/>
              <a:ext cx="144020" cy="356324"/>
              <a:chOff x="5645149" y="2205831"/>
              <a:chExt cx="152400" cy="384967"/>
            </a:xfrm>
            <a:solidFill>
              <a:schemeClr val="accent1"/>
            </a:solidFill>
          </p:grpSpPr>
          <p:sp>
            <p:nvSpPr>
              <p:cNvPr id="223" name="Isosceles Triangle 222">
                <a:extLst>
                  <a:ext uri="{FF2B5EF4-FFF2-40B4-BE49-F238E27FC236}">
                    <a16:creationId xmlns:a16="http://schemas.microsoft.com/office/drawing/2014/main" id="{FA2577CD-E028-4345-B40D-933188AAD609}"/>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224" name="Straight Connector 223">
                <a:extLst>
                  <a:ext uri="{FF2B5EF4-FFF2-40B4-BE49-F238E27FC236}">
                    <a16:creationId xmlns:a16="http://schemas.microsoft.com/office/drawing/2014/main" id="{3B78A126-EAC9-4B3D-B604-DCF15EE8763B}"/>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25" name="Straight Connector 224">
                <a:extLst>
                  <a:ext uri="{FF2B5EF4-FFF2-40B4-BE49-F238E27FC236}">
                    <a16:creationId xmlns:a16="http://schemas.microsoft.com/office/drawing/2014/main" id="{FAF4192E-1ED2-47C6-B56E-AA82220E19AA}"/>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226" name="Straight Connector 225">
                <a:extLst>
                  <a:ext uri="{FF2B5EF4-FFF2-40B4-BE49-F238E27FC236}">
                    <a16:creationId xmlns:a16="http://schemas.microsoft.com/office/drawing/2014/main" id="{26C88C3B-B7BC-425D-A108-9520D120D136}"/>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227" name="Straight Connector 226">
                <a:extLst>
                  <a:ext uri="{FF2B5EF4-FFF2-40B4-BE49-F238E27FC236}">
                    <a16:creationId xmlns:a16="http://schemas.microsoft.com/office/drawing/2014/main" id="{6519A7A6-4024-477E-9114-CF252D09A504}"/>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cxnSp>
          <p:nvCxnSpPr>
            <p:cNvPr id="13413" name="Shape 141">
              <a:extLst>
                <a:ext uri="{FF2B5EF4-FFF2-40B4-BE49-F238E27FC236}">
                  <a16:creationId xmlns:a16="http://schemas.microsoft.com/office/drawing/2014/main" id="{BCA87A5F-DCC2-4D19-963F-AF898A611581}"/>
                </a:ext>
              </a:extLst>
            </p:cNvPr>
            <p:cNvCxnSpPr>
              <a:cxnSpLocks noChangeShapeType="1"/>
            </p:cNvCxnSpPr>
            <p:nvPr/>
          </p:nvCxnSpPr>
          <p:spPr bwMode="auto">
            <a:xfrm rot="10800000" flipV="1">
              <a:off x="3798215" y="4582173"/>
              <a:ext cx="51482" cy="102540"/>
            </a:xfrm>
            <a:prstGeom prst="bentConnector2">
              <a:avLst/>
            </a:prstGeom>
            <a:noFill/>
            <a:ln w="9525" algn="ctr">
              <a:solidFill>
                <a:schemeClr val="tx1"/>
              </a:solidFill>
              <a:round/>
              <a:headEnd/>
              <a:tailEnd/>
            </a:ln>
          </p:spPr>
        </p:cxnSp>
        <p:cxnSp>
          <p:nvCxnSpPr>
            <p:cNvPr id="13414" name="Elbow Connector 142">
              <a:extLst>
                <a:ext uri="{FF2B5EF4-FFF2-40B4-BE49-F238E27FC236}">
                  <a16:creationId xmlns:a16="http://schemas.microsoft.com/office/drawing/2014/main" id="{498C69FF-47C8-437D-B7B2-3B947BA55D6B}"/>
                </a:ext>
              </a:extLst>
            </p:cNvPr>
            <p:cNvCxnSpPr>
              <a:cxnSpLocks noChangeShapeType="1"/>
            </p:cNvCxnSpPr>
            <p:nvPr/>
          </p:nvCxnSpPr>
          <p:spPr bwMode="auto">
            <a:xfrm rot="5400000" flipH="1" flipV="1">
              <a:off x="3585143" y="4683234"/>
              <a:ext cx="282122" cy="144020"/>
            </a:xfrm>
            <a:prstGeom prst="bentConnector3">
              <a:avLst>
                <a:gd name="adj1" fmla="val 111458"/>
              </a:avLst>
            </a:prstGeom>
            <a:noFill/>
            <a:ln w="9525" algn="ctr">
              <a:solidFill>
                <a:schemeClr val="tx1"/>
              </a:solidFill>
              <a:round/>
              <a:headEnd/>
              <a:tailEnd/>
            </a:ln>
          </p:spPr>
        </p:cxnSp>
        <p:cxnSp>
          <p:nvCxnSpPr>
            <p:cNvPr id="13415" name="Straight Connector 144">
              <a:extLst>
                <a:ext uri="{FF2B5EF4-FFF2-40B4-BE49-F238E27FC236}">
                  <a16:creationId xmlns:a16="http://schemas.microsoft.com/office/drawing/2014/main" id="{D3C0A217-2481-4027-9E08-6E258B43ECEB}"/>
                </a:ext>
              </a:extLst>
            </p:cNvPr>
            <p:cNvCxnSpPr>
              <a:cxnSpLocks noChangeShapeType="1"/>
            </p:cNvCxnSpPr>
            <p:nvPr/>
          </p:nvCxnSpPr>
          <p:spPr bwMode="auto">
            <a:xfrm>
              <a:off x="3606942" y="5094673"/>
              <a:ext cx="504071" cy="0"/>
            </a:xfrm>
            <a:prstGeom prst="line">
              <a:avLst/>
            </a:prstGeom>
            <a:noFill/>
            <a:ln w="9525" algn="ctr">
              <a:solidFill>
                <a:schemeClr val="tx1"/>
              </a:solidFill>
              <a:round/>
              <a:headEnd/>
              <a:tailEnd/>
            </a:ln>
          </p:spPr>
        </p:cxnSp>
        <p:cxnSp>
          <p:nvCxnSpPr>
            <p:cNvPr id="13416" name="Straight Connector 145">
              <a:extLst>
                <a:ext uri="{FF2B5EF4-FFF2-40B4-BE49-F238E27FC236}">
                  <a16:creationId xmlns:a16="http://schemas.microsoft.com/office/drawing/2014/main" id="{1DDC22B8-1DA8-4636-8295-FDB14F2BD14C}"/>
                </a:ext>
              </a:extLst>
            </p:cNvPr>
            <p:cNvCxnSpPr>
              <a:cxnSpLocks noChangeShapeType="1"/>
            </p:cNvCxnSpPr>
            <p:nvPr/>
          </p:nvCxnSpPr>
          <p:spPr bwMode="auto">
            <a:xfrm rot="5400000">
              <a:off x="3617429" y="5063065"/>
              <a:ext cx="70530" cy="1501"/>
            </a:xfrm>
            <a:prstGeom prst="line">
              <a:avLst/>
            </a:prstGeom>
            <a:noFill/>
            <a:ln w="9525" algn="ctr">
              <a:solidFill>
                <a:schemeClr val="tx1"/>
              </a:solidFill>
              <a:round/>
              <a:headEnd/>
              <a:tailEnd/>
            </a:ln>
          </p:spPr>
        </p:cxnSp>
        <p:cxnSp>
          <p:nvCxnSpPr>
            <p:cNvPr id="13417" name="Straight Connector 146">
              <a:extLst>
                <a:ext uri="{FF2B5EF4-FFF2-40B4-BE49-F238E27FC236}">
                  <a16:creationId xmlns:a16="http://schemas.microsoft.com/office/drawing/2014/main" id="{5C488CA8-89F2-41C7-8496-589F299FFE72}"/>
                </a:ext>
              </a:extLst>
            </p:cNvPr>
            <p:cNvCxnSpPr>
              <a:cxnSpLocks noChangeShapeType="1"/>
            </p:cNvCxnSpPr>
            <p:nvPr/>
          </p:nvCxnSpPr>
          <p:spPr bwMode="auto">
            <a:xfrm>
              <a:off x="4236276" y="5096141"/>
              <a:ext cx="483908" cy="0"/>
            </a:xfrm>
            <a:prstGeom prst="line">
              <a:avLst/>
            </a:prstGeom>
            <a:noFill/>
            <a:ln w="9525" algn="ctr">
              <a:solidFill>
                <a:schemeClr val="tx1"/>
              </a:solidFill>
              <a:round/>
              <a:headEnd/>
              <a:tailEnd/>
            </a:ln>
          </p:spPr>
        </p:cxnSp>
        <p:cxnSp>
          <p:nvCxnSpPr>
            <p:cNvPr id="13418" name="Straight Connector 148">
              <a:extLst>
                <a:ext uri="{FF2B5EF4-FFF2-40B4-BE49-F238E27FC236}">
                  <a16:creationId xmlns:a16="http://schemas.microsoft.com/office/drawing/2014/main" id="{5A91623B-9866-4928-99DD-4FD420CA85B5}"/>
                </a:ext>
              </a:extLst>
            </p:cNvPr>
            <p:cNvCxnSpPr>
              <a:cxnSpLocks noChangeShapeType="1"/>
            </p:cNvCxnSpPr>
            <p:nvPr/>
          </p:nvCxnSpPr>
          <p:spPr bwMode="auto">
            <a:xfrm>
              <a:off x="4590326" y="4966835"/>
              <a:ext cx="132019" cy="0"/>
            </a:xfrm>
            <a:prstGeom prst="line">
              <a:avLst/>
            </a:prstGeom>
            <a:noFill/>
            <a:ln w="9525" algn="ctr">
              <a:solidFill>
                <a:schemeClr val="tx1"/>
              </a:solidFill>
              <a:round/>
              <a:headEnd/>
              <a:tailEnd/>
            </a:ln>
          </p:spPr>
        </p:cxnSp>
        <p:grpSp>
          <p:nvGrpSpPr>
            <p:cNvPr id="152" name="Group 408">
              <a:extLst>
                <a:ext uri="{FF2B5EF4-FFF2-40B4-BE49-F238E27FC236}">
                  <a16:creationId xmlns:a16="http://schemas.microsoft.com/office/drawing/2014/main" id="{95F923AA-C299-4C01-B36C-FEEEF1D3A2E2}"/>
                </a:ext>
              </a:extLst>
            </p:cNvPr>
            <p:cNvGrpSpPr/>
            <p:nvPr/>
          </p:nvGrpSpPr>
          <p:grpSpPr>
            <a:xfrm>
              <a:off x="4158265" y="4505449"/>
              <a:ext cx="144020" cy="356323"/>
              <a:chOff x="5645149" y="2205832"/>
              <a:chExt cx="152400" cy="384966"/>
            </a:xfrm>
            <a:solidFill>
              <a:schemeClr val="accent1"/>
            </a:solidFill>
          </p:grpSpPr>
          <p:sp>
            <p:nvSpPr>
              <p:cNvPr id="186" name="Isosceles Triangle 185">
                <a:extLst>
                  <a:ext uri="{FF2B5EF4-FFF2-40B4-BE49-F238E27FC236}">
                    <a16:creationId xmlns:a16="http://schemas.microsoft.com/office/drawing/2014/main" id="{2789FD8B-99CB-405E-B96E-7DE2A1F28FE8}"/>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187" name="Straight Connector 186">
                <a:extLst>
                  <a:ext uri="{FF2B5EF4-FFF2-40B4-BE49-F238E27FC236}">
                    <a16:creationId xmlns:a16="http://schemas.microsoft.com/office/drawing/2014/main" id="{0B89D6DB-2554-42CF-816A-B71EB281D4F3}"/>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88" name="Straight Connector 187">
                <a:extLst>
                  <a:ext uri="{FF2B5EF4-FFF2-40B4-BE49-F238E27FC236}">
                    <a16:creationId xmlns:a16="http://schemas.microsoft.com/office/drawing/2014/main" id="{D9821AD0-5D89-44B6-8A1A-0A498F11C82E}"/>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89" name="Straight Connector 188">
                <a:extLst>
                  <a:ext uri="{FF2B5EF4-FFF2-40B4-BE49-F238E27FC236}">
                    <a16:creationId xmlns:a16="http://schemas.microsoft.com/office/drawing/2014/main" id="{ACC54083-0D20-4D03-BE8C-CC38B453F560}"/>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741274E2-E0B8-4ACE-963B-3CC2FD10CD20}"/>
                  </a:ext>
                </a:extLst>
              </p:cNvPr>
              <p:cNvCxnSpPr/>
              <p:nvPr/>
            </p:nvCxnSpPr>
            <p:spPr bwMode="auto">
              <a:xfrm rot="5400000">
                <a:off x="5659438" y="2266950"/>
                <a:ext cx="123823" cy="1588"/>
              </a:xfrm>
              <a:prstGeom prst="line">
                <a:avLst/>
              </a:prstGeom>
              <a:grpFill/>
              <a:ln w="9525" cap="flat" cmpd="sng" algn="ctr">
                <a:solidFill>
                  <a:schemeClr val="tx1"/>
                </a:solidFill>
                <a:prstDash val="solid"/>
                <a:round/>
                <a:headEnd type="none" w="med" len="med"/>
                <a:tailEnd type="none" w="med" len="med"/>
              </a:ln>
              <a:effectLst/>
            </p:spPr>
          </p:cxnSp>
        </p:grpSp>
        <p:cxnSp>
          <p:nvCxnSpPr>
            <p:cNvPr id="13420" name="Straight Connector 152">
              <a:extLst>
                <a:ext uri="{FF2B5EF4-FFF2-40B4-BE49-F238E27FC236}">
                  <a16:creationId xmlns:a16="http://schemas.microsoft.com/office/drawing/2014/main" id="{020E64FB-84E8-4BC2-B799-127DFEDF05D2}"/>
                </a:ext>
              </a:extLst>
            </p:cNvPr>
            <p:cNvCxnSpPr>
              <a:cxnSpLocks noChangeShapeType="1"/>
            </p:cNvCxnSpPr>
            <p:nvPr/>
          </p:nvCxnSpPr>
          <p:spPr bwMode="auto">
            <a:xfrm>
              <a:off x="4200271" y="4508387"/>
              <a:ext cx="72010" cy="1470"/>
            </a:xfrm>
            <a:prstGeom prst="line">
              <a:avLst/>
            </a:prstGeom>
            <a:noFill/>
            <a:ln w="9525" algn="ctr">
              <a:solidFill>
                <a:schemeClr val="tx1"/>
              </a:solidFill>
              <a:round/>
              <a:headEnd/>
              <a:tailEnd/>
            </a:ln>
          </p:spPr>
        </p:cxnSp>
        <p:cxnSp>
          <p:nvCxnSpPr>
            <p:cNvPr id="13421" name="Straight Connector 153">
              <a:extLst>
                <a:ext uri="{FF2B5EF4-FFF2-40B4-BE49-F238E27FC236}">
                  <a16:creationId xmlns:a16="http://schemas.microsoft.com/office/drawing/2014/main" id="{4F047B9A-401E-45A3-B07A-24049D700FB9}"/>
                </a:ext>
              </a:extLst>
            </p:cNvPr>
            <p:cNvCxnSpPr>
              <a:cxnSpLocks noChangeShapeType="1"/>
            </p:cNvCxnSpPr>
            <p:nvPr/>
          </p:nvCxnSpPr>
          <p:spPr bwMode="auto">
            <a:xfrm>
              <a:off x="4419302" y="4511326"/>
              <a:ext cx="144020" cy="1470"/>
            </a:xfrm>
            <a:prstGeom prst="line">
              <a:avLst/>
            </a:prstGeom>
            <a:noFill/>
            <a:ln w="9525" algn="ctr">
              <a:solidFill>
                <a:schemeClr val="tx1"/>
              </a:solidFill>
              <a:round/>
              <a:headEnd/>
              <a:tailEnd/>
            </a:ln>
          </p:spPr>
        </p:cxnSp>
        <p:cxnSp>
          <p:nvCxnSpPr>
            <p:cNvPr id="13422" name="Straight Connector 154">
              <a:extLst>
                <a:ext uri="{FF2B5EF4-FFF2-40B4-BE49-F238E27FC236}">
                  <a16:creationId xmlns:a16="http://schemas.microsoft.com/office/drawing/2014/main" id="{6E71F7DC-8675-4A91-AFF4-5AAD904E7814}"/>
                </a:ext>
              </a:extLst>
            </p:cNvPr>
            <p:cNvCxnSpPr>
              <a:cxnSpLocks noChangeShapeType="1"/>
            </p:cNvCxnSpPr>
            <p:nvPr/>
          </p:nvCxnSpPr>
          <p:spPr bwMode="auto">
            <a:xfrm rot="10800000">
              <a:off x="4374296" y="4966835"/>
              <a:ext cx="72010" cy="1470"/>
            </a:xfrm>
            <a:prstGeom prst="line">
              <a:avLst/>
            </a:prstGeom>
            <a:noFill/>
            <a:ln w="9525" algn="ctr">
              <a:solidFill>
                <a:schemeClr val="tx1"/>
              </a:solidFill>
              <a:round/>
              <a:headEnd/>
              <a:tailEnd/>
            </a:ln>
          </p:spPr>
        </p:cxnSp>
        <p:cxnSp>
          <p:nvCxnSpPr>
            <p:cNvPr id="13423" name="Straight Connector 155">
              <a:extLst>
                <a:ext uri="{FF2B5EF4-FFF2-40B4-BE49-F238E27FC236}">
                  <a16:creationId xmlns:a16="http://schemas.microsoft.com/office/drawing/2014/main" id="{71EE4033-509D-4374-84FE-3EF7AC78A889}"/>
                </a:ext>
              </a:extLst>
            </p:cNvPr>
            <p:cNvCxnSpPr>
              <a:cxnSpLocks noChangeShapeType="1"/>
            </p:cNvCxnSpPr>
            <p:nvPr/>
          </p:nvCxnSpPr>
          <p:spPr bwMode="auto">
            <a:xfrm rot="5400000" flipH="1" flipV="1">
              <a:off x="4233235" y="4825759"/>
              <a:ext cx="282122" cy="1501"/>
            </a:xfrm>
            <a:prstGeom prst="line">
              <a:avLst/>
            </a:prstGeom>
            <a:noFill/>
            <a:ln w="9525" algn="ctr">
              <a:solidFill>
                <a:schemeClr val="tx1"/>
              </a:solidFill>
              <a:round/>
              <a:headEnd/>
              <a:tailEnd/>
            </a:ln>
          </p:spPr>
        </p:cxnSp>
        <p:cxnSp>
          <p:nvCxnSpPr>
            <p:cNvPr id="13424" name="Straight Connector 156">
              <a:extLst>
                <a:ext uri="{FF2B5EF4-FFF2-40B4-BE49-F238E27FC236}">
                  <a16:creationId xmlns:a16="http://schemas.microsoft.com/office/drawing/2014/main" id="{F19D9C7D-6CB7-4434-9628-EBE18832D427}"/>
                </a:ext>
              </a:extLst>
            </p:cNvPr>
            <p:cNvCxnSpPr>
              <a:cxnSpLocks noChangeShapeType="1"/>
            </p:cNvCxnSpPr>
            <p:nvPr/>
          </p:nvCxnSpPr>
          <p:spPr bwMode="auto">
            <a:xfrm>
              <a:off x="4374296" y="4684713"/>
              <a:ext cx="72010" cy="1470"/>
            </a:xfrm>
            <a:prstGeom prst="line">
              <a:avLst/>
            </a:prstGeom>
            <a:noFill/>
            <a:ln w="9525" algn="ctr">
              <a:solidFill>
                <a:schemeClr val="tx1"/>
              </a:solidFill>
              <a:round/>
              <a:headEnd/>
              <a:tailEnd/>
            </a:ln>
          </p:spPr>
        </p:cxnSp>
        <p:cxnSp>
          <p:nvCxnSpPr>
            <p:cNvPr id="13425" name="Straight Connector 157">
              <a:extLst>
                <a:ext uri="{FF2B5EF4-FFF2-40B4-BE49-F238E27FC236}">
                  <a16:creationId xmlns:a16="http://schemas.microsoft.com/office/drawing/2014/main" id="{9A7FB9C7-E7A9-4569-9D69-A635E5A6D826}"/>
                </a:ext>
              </a:extLst>
            </p:cNvPr>
            <p:cNvCxnSpPr>
              <a:cxnSpLocks noChangeShapeType="1"/>
            </p:cNvCxnSpPr>
            <p:nvPr/>
          </p:nvCxnSpPr>
          <p:spPr bwMode="auto">
            <a:xfrm rot="5400000" flipH="1" flipV="1">
              <a:off x="4354062" y="4596881"/>
              <a:ext cx="177737" cy="750"/>
            </a:xfrm>
            <a:prstGeom prst="line">
              <a:avLst/>
            </a:prstGeom>
            <a:noFill/>
            <a:ln w="9525" algn="ctr">
              <a:solidFill>
                <a:schemeClr val="tx1"/>
              </a:solidFill>
              <a:round/>
              <a:headEnd/>
              <a:tailEnd/>
            </a:ln>
          </p:spPr>
        </p:cxnSp>
        <p:cxnSp>
          <p:nvCxnSpPr>
            <p:cNvPr id="13426" name="Straight Connector 158">
              <a:extLst>
                <a:ext uri="{FF2B5EF4-FFF2-40B4-BE49-F238E27FC236}">
                  <a16:creationId xmlns:a16="http://schemas.microsoft.com/office/drawing/2014/main" id="{B8459777-B956-4BCD-A999-C01F66A9527F}"/>
                </a:ext>
              </a:extLst>
            </p:cNvPr>
            <p:cNvCxnSpPr>
              <a:cxnSpLocks noChangeShapeType="1"/>
            </p:cNvCxnSpPr>
            <p:nvPr/>
          </p:nvCxnSpPr>
          <p:spPr bwMode="auto">
            <a:xfrm>
              <a:off x="4704342" y="4515734"/>
              <a:ext cx="812275" cy="0"/>
            </a:xfrm>
            <a:prstGeom prst="line">
              <a:avLst/>
            </a:prstGeom>
            <a:noFill/>
            <a:ln w="9525" algn="ctr">
              <a:solidFill>
                <a:schemeClr val="tx1"/>
              </a:solidFill>
              <a:round/>
              <a:headEnd/>
              <a:tailEnd/>
            </a:ln>
          </p:spPr>
        </p:cxnSp>
        <p:grpSp>
          <p:nvGrpSpPr>
            <p:cNvPr id="160" name="Group 440">
              <a:extLst>
                <a:ext uri="{FF2B5EF4-FFF2-40B4-BE49-F238E27FC236}">
                  <a16:creationId xmlns:a16="http://schemas.microsoft.com/office/drawing/2014/main" id="{C12A5324-5067-47E4-B72C-07397EF0780B}"/>
                </a:ext>
              </a:extLst>
            </p:cNvPr>
            <p:cNvGrpSpPr/>
            <p:nvPr/>
          </p:nvGrpSpPr>
          <p:grpSpPr>
            <a:xfrm>
              <a:off x="3798214" y="5102018"/>
              <a:ext cx="144020" cy="356324"/>
              <a:chOff x="5645149" y="2205831"/>
              <a:chExt cx="152400" cy="384967"/>
            </a:xfrm>
            <a:solidFill>
              <a:schemeClr val="accent1"/>
            </a:solidFill>
          </p:grpSpPr>
          <p:sp>
            <p:nvSpPr>
              <p:cNvPr id="181" name="Isosceles Triangle 180">
                <a:extLst>
                  <a:ext uri="{FF2B5EF4-FFF2-40B4-BE49-F238E27FC236}">
                    <a16:creationId xmlns:a16="http://schemas.microsoft.com/office/drawing/2014/main" id="{8B7A32E9-6A13-44A7-85BE-928DECAB56DB}"/>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182" name="Straight Connector 181">
                <a:extLst>
                  <a:ext uri="{FF2B5EF4-FFF2-40B4-BE49-F238E27FC236}">
                    <a16:creationId xmlns:a16="http://schemas.microsoft.com/office/drawing/2014/main" id="{A66FCFAE-1C04-4767-9FA3-EAA1E245E4D6}"/>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83" name="Straight Connector 182">
                <a:extLst>
                  <a:ext uri="{FF2B5EF4-FFF2-40B4-BE49-F238E27FC236}">
                    <a16:creationId xmlns:a16="http://schemas.microsoft.com/office/drawing/2014/main" id="{B613C30F-3AA5-4709-B078-F9D274B543E7}"/>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84" name="Straight Connector 183">
                <a:extLst>
                  <a:ext uri="{FF2B5EF4-FFF2-40B4-BE49-F238E27FC236}">
                    <a16:creationId xmlns:a16="http://schemas.microsoft.com/office/drawing/2014/main" id="{CBD9941B-C552-4611-9402-1D88F0C95A27}"/>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185" name="Straight Connector 184">
                <a:extLst>
                  <a:ext uri="{FF2B5EF4-FFF2-40B4-BE49-F238E27FC236}">
                    <a16:creationId xmlns:a16="http://schemas.microsoft.com/office/drawing/2014/main" id="{A8F7B5D0-5B8C-4499-824D-0C7CA2D5F96E}"/>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grpSp>
          <p:nvGrpSpPr>
            <p:cNvPr id="161" name="Group 446">
              <a:extLst>
                <a:ext uri="{FF2B5EF4-FFF2-40B4-BE49-F238E27FC236}">
                  <a16:creationId xmlns:a16="http://schemas.microsoft.com/office/drawing/2014/main" id="{FF93372C-C843-4FBF-9B03-B7747A932276}"/>
                </a:ext>
              </a:extLst>
            </p:cNvPr>
            <p:cNvGrpSpPr/>
            <p:nvPr/>
          </p:nvGrpSpPr>
          <p:grpSpPr>
            <a:xfrm>
              <a:off x="4374296" y="5099078"/>
              <a:ext cx="144020" cy="356324"/>
              <a:chOff x="5645149" y="2205831"/>
              <a:chExt cx="152400" cy="384967"/>
            </a:xfrm>
            <a:solidFill>
              <a:schemeClr val="accent1"/>
            </a:solidFill>
          </p:grpSpPr>
          <p:sp>
            <p:nvSpPr>
              <p:cNvPr id="176" name="Isosceles Triangle 175">
                <a:extLst>
                  <a:ext uri="{FF2B5EF4-FFF2-40B4-BE49-F238E27FC236}">
                    <a16:creationId xmlns:a16="http://schemas.microsoft.com/office/drawing/2014/main" id="{C032FFBF-5FC1-4A4B-A688-5DAFF3294E23}"/>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Arial" charset="0"/>
                  <a:cs typeface="Arial" charset="0"/>
                </a:endParaRPr>
              </a:p>
            </p:txBody>
          </p:sp>
          <p:cxnSp>
            <p:nvCxnSpPr>
              <p:cNvPr id="177" name="Straight Connector 176">
                <a:extLst>
                  <a:ext uri="{FF2B5EF4-FFF2-40B4-BE49-F238E27FC236}">
                    <a16:creationId xmlns:a16="http://schemas.microsoft.com/office/drawing/2014/main" id="{BC02B43C-4237-456D-B9E7-D4BC6648398F}"/>
                  </a:ext>
                </a:extLst>
              </p:cNvPr>
              <p:cNvCxnSpPr/>
              <p:nvPr/>
            </p:nvCxnSpPr>
            <p:spPr bwMode="auto">
              <a:xfrm>
                <a:off x="5645149" y="23264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78" name="Straight Connector 177">
                <a:extLst>
                  <a:ext uri="{FF2B5EF4-FFF2-40B4-BE49-F238E27FC236}">
                    <a16:creationId xmlns:a16="http://schemas.microsoft.com/office/drawing/2014/main" id="{52EB1417-5674-4085-ABC9-BE9C3D0F2317}"/>
                  </a:ext>
                </a:extLst>
              </p:cNvPr>
              <p:cNvCxnSpPr/>
              <p:nvPr/>
            </p:nvCxnSpPr>
            <p:spPr bwMode="auto">
              <a:xfrm>
                <a:off x="5645149" y="2364584"/>
                <a:ext cx="152400" cy="1588"/>
              </a:xfrm>
              <a:prstGeom prst="line">
                <a:avLst/>
              </a:prstGeom>
              <a:grpFill/>
              <a:ln w="9525" cap="flat" cmpd="sng" algn="ctr">
                <a:solidFill>
                  <a:schemeClr val="tx1"/>
                </a:solidFill>
                <a:prstDash val="solid"/>
                <a:round/>
                <a:headEnd type="none" w="med" len="med"/>
                <a:tailEnd type="none" w="med" len="med"/>
              </a:ln>
              <a:effectLst/>
            </p:spPr>
          </p:cxnSp>
          <p:cxnSp>
            <p:nvCxnSpPr>
              <p:cNvPr id="179" name="Straight Connector 178">
                <a:extLst>
                  <a:ext uri="{FF2B5EF4-FFF2-40B4-BE49-F238E27FC236}">
                    <a16:creationId xmlns:a16="http://schemas.microsoft.com/office/drawing/2014/main" id="{EB6B83F5-5AB3-486F-A552-8489F10C17E2}"/>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180" name="Straight Connector 179">
                <a:extLst>
                  <a:ext uri="{FF2B5EF4-FFF2-40B4-BE49-F238E27FC236}">
                    <a16:creationId xmlns:a16="http://schemas.microsoft.com/office/drawing/2014/main" id="{F79AE62C-8811-4042-A5BB-3EF84C6D257D}"/>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cxnSp>
          <p:nvCxnSpPr>
            <p:cNvPr id="13429" name="Straight Connector 162">
              <a:extLst>
                <a:ext uri="{FF2B5EF4-FFF2-40B4-BE49-F238E27FC236}">
                  <a16:creationId xmlns:a16="http://schemas.microsoft.com/office/drawing/2014/main" id="{F1A16576-EDD6-41CA-BD4D-00EC003E8719}"/>
                </a:ext>
              </a:extLst>
            </p:cNvPr>
            <p:cNvCxnSpPr>
              <a:cxnSpLocks noChangeShapeType="1"/>
            </p:cNvCxnSpPr>
            <p:nvPr/>
          </p:nvCxnSpPr>
          <p:spPr bwMode="auto">
            <a:xfrm>
              <a:off x="5103398" y="5039569"/>
              <a:ext cx="72010" cy="1470"/>
            </a:xfrm>
            <a:prstGeom prst="line">
              <a:avLst/>
            </a:prstGeom>
            <a:noFill/>
            <a:ln w="9525" algn="ctr">
              <a:solidFill>
                <a:schemeClr val="tx1"/>
              </a:solidFill>
              <a:round/>
              <a:headEnd/>
              <a:tailEnd/>
            </a:ln>
          </p:spPr>
        </p:cxnSp>
        <p:cxnSp>
          <p:nvCxnSpPr>
            <p:cNvPr id="13430" name="Straight Connector 163">
              <a:extLst>
                <a:ext uri="{FF2B5EF4-FFF2-40B4-BE49-F238E27FC236}">
                  <a16:creationId xmlns:a16="http://schemas.microsoft.com/office/drawing/2014/main" id="{36492BCA-C060-4325-B453-ECFCD47626F8}"/>
                </a:ext>
              </a:extLst>
            </p:cNvPr>
            <p:cNvCxnSpPr>
              <a:cxnSpLocks noChangeShapeType="1"/>
            </p:cNvCxnSpPr>
            <p:nvPr/>
          </p:nvCxnSpPr>
          <p:spPr bwMode="auto">
            <a:xfrm>
              <a:off x="5310428" y="5046195"/>
              <a:ext cx="216031" cy="1470"/>
            </a:xfrm>
            <a:prstGeom prst="line">
              <a:avLst/>
            </a:prstGeom>
            <a:noFill/>
            <a:ln w="9525" algn="ctr">
              <a:solidFill>
                <a:schemeClr val="tx1"/>
              </a:solidFill>
              <a:round/>
              <a:headEnd/>
              <a:tailEnd/>
            </a:ln>
          </p:spPr>
        </p:cxnSp>
        <p:sp>
          <p:nvSpPr>
            <p:cNvPr id="13431" name="Rectangle 276">
              <a:extLst>
                <a:ext uri="{FF2B5EF4-FFF2-40B4-BE49-F238E27FC236}">
                  <a16:creationId xmlns:a16="http://schemas.microsoft.com/office/drawing/2014/main" id="{580A0C3F-E9B6-403D-B882-69B38BFDB244}"/>
                </a:ext>
              </a:extLst>
            </p:cNvPr>
            <p:cNvSpPr>
              <a:spLocks noChangeArrowheads="1"/>
            </p:cNvSpPr>
            <p:nvPr/>
          </p:nvSpPr>
          <p:spPr bwMode="auto">
            <a:xfrm>
              <a:off x="4517144" y="4473963"/>
              <a:ext cx="218451" cy="80453"/>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78" name="Rectangle 277">
              <a:extLst>
                <a:ext uri="{FF2B5EF4-FFF2-40B4-BE49-F238E27FC236}">
                  <a16:creationId xmlns:a16="http://schemas.microsoft.com/office/drawing/2014/main" id="{48878FC4-8A9A-45DA-80B3-D1262D44929D}"/>
                </a:ext>
              </a:extLst>
            </p:cNvPr>
            <p:cNvSpPr/>
            <p:nvPr/>
          </p:nvSpPr>
          <p:spPr bwMode="auto">
            <a:xfrm>
              <a:off x="2742748" y="4402516"/>
              <a:ext cx="219072" cy="79364"/>
            </a:xfrm>
            <a:prstGeom prst="rect">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sp>
          <p:nvSpPr>
            <p:cNvPr id="13433" name="Rectangle 278">
              <a:extLst>
                <a:ext uri="{FF2B5EF4-FFF2-40B4-BE49-F238E27FC236}">
                  <a16:creationId xmlns:a16="http://schemas.microsoft.com/office/drawing/2014/main" id="{D1A11914-BFEC-434D-9396-9D70F164DF7C}"/>
                </a:ext>
              </a:extLst>
            </p:cNvPr>
            <p:cNvSpPr>
              <a:spLocks noChangeArrowheads="1"/>
            </p:cNvSpPr>
            <p:nvPr/>
          </p:nvSpPr>
          <p:spPr bwMode="auto">
            <a:xfrm>
              <a:off x="5158152" y="5001499"/>
              <a:ext cx="218451" cy="80453"/>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4" name="Rectangle 279">
              <a:extLst>
                <a:ext uri="{FF2B5EF4-FFF2-40B4-BE49-F238E27FC236}">
                  <a16:creationId xmlns:a16="http://schemas.microsoft.com/office/drawing/2014/main" id="{086B19E7-0CF6-4D72-A896-D4C68AA2C086}"/>
                </a:ext>
              </a:extLst>
            </p:cNvPr>
            <p:cNvSpPr>
              <a:spLocks noChangeArrowheads="1"/>
            </p:cNvSpPr>
            <p:nvPr/>
          </p:nvSpPr>
          <p:spPr bwMode="auto">
            <a:xfrm>
              <a:off x="4047392" y="5057187"/>
              <a:ext cx="218451" cy="80453"/>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5" name="Rectangle 280">
              <a:extLst>
                <a:ext uri="{FF2B5EF4-FFF2-40B4-BE49-F238E27FC236}">
                  <a16:creationId xmlns:a16="http://schemas.microsoft.com/office/drawing/2014/main" id="{1B4D54EB-B364-4540-B118-B721CE51461E}"/>
                </a:ext>
              </a:extLst>
            </p:cNvPr>
            <p:cNvSpPr>
              <a:spLocks noChangeArrowheads="1"/>
            </p:cNvSpPr>
            <p:nvPr/>
          </p:nvSpPr>
          <p:spPr bwMode="auto">
            <a:xfrm>
              <a:off x="4244506" y="4472961"/>
              <a:ext cx="174645" cy="7075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6" name="Rectangle 281">
              <a:extLst>
                <a:ext uri="{FF2B5EF4-FFF2-40B4-BE49-F238E27FC236}">
                  <a16:creationId xmlns:a16="http://schemas.microsoft.com/office/drawing/2014/main" id="{9D1627F1-FB12-4537-AF94-64BE83D03FC6}"/>
                </a:ext>
              </a:extLst>
            </p:cNvPr>
            <p:cNvSpPr>
              <a:spLocks noChangeArrowheads="1"/>
            </p:cNvSpPr>
            <p:nvPr/>
          </p:nvSpPr>
          <p:spPr bwMode="auto">
            <a:xfrm>
              <a:off x="4429595" y="4932072"/>
              <a:ext cx="174645" cy="7075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7" name="Rectangle 282">
              <a:extLst>
                <a:ext uri="{FF2B5EF4-FFF2-40B4-BE49-F238E27FC236}">
                  <a16:creationId xmlns:a16="http://schemas.microsoft.com/office/drawing/2014/main" id="{5DDA0A3E-0C69-40C0-B8E4-7C736B7FCFC1}"/>
                </a:ext>
              </a:extLst>
            </p:cNvPr>
            <p:cNvSpPr>
              <a:spLocks noChangeArrowheads="1"/>
            </p:cNvSpPr>
            <p:nvPr/>
          </p:nvSpPr>
          <p:spPr bwMode="auto">
            <a:xfrm rot="5400000">
              <a:off x="3572608" y="4903176"/>
              <a:ext cx="174645" cy="7075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8" name="Rectangle 283">
              <a:extLst>
                <a:ext uri="{FF2B5EF4-FFF2-40B4-BE49-F238E27FC236}">
                  <a16:creationId xmlns:a16="http://schemas.microsoft.com/office/drawing/2014/main" id="{8D45A44B-BC45-459C-9659-51302111EBC4}"/>
                </a:ext>
              </a:extLst>
            </p:cNvPr>
            <p:cNvSpPr>
              <a:spLocks noChangeArrowheads="1"/>
            </p:cNvSpPr>
            <p:nvPr/>
          </p:nvSpPr>
          <p:spPr bwMode="auto">
            <a:xfrm>
              <a:off x="2667000" y="5066888"/>
              <a:ext cx="174645" cy="7075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3439" name="Rectangle 284">
              <a:extLst>
                <a:ext uri="{FF2B5EF4-FFF2-40B4-BE49-F238E27FC236}">
                  <a16:creationId xmlns:a16="http://schemas.microsoft.com/office/drawing/2014/main" id="{7784DC9F-9BF3-428A-81C7-877D47E78DAE}"/>
                </a:ext>
              </a:extLst>
            </p:cNvPr>
            <p:cNvSpPr>
              <a:spLocks noChangeArrowheads="1"/>
            </p:cNvSpPr>
            <p:nvPr/>
          </p:nvSpPr>
          <p:spPr bwMode="auto">
            <a:xfrm>
              <a:off x="3429000" y="5058096"/>
              <a:ext cx="174645" cy="7075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91" name="Moon 190">
              <a:extLst>
                <a:ext uri="{FF2B5EF4-FFF2-40B4-BE49-F238E27FC236}">
                  <a16:creationId xmlns:a16="http://schemas.microsoft.com/office/drawing/2014/main" id="{19C57DAF-1B3B-48DF-A551-BE142F4E01D2}"/>
                </a:ext>
              </a:extLst>
            </p:cNvPr>
            <p:cNvSpPr/>
            <p:nvPr/>
          </p:nvSpPr>
          <p:spPr bwMode="auto">
            <a:xfrm rot="10800000">
              <a:off x="4439766" y="3218398"/>
              <a:ext cx="333371" cy="253966"/>
            </a:xfrm>
            <a:prstGeom prst="moon">
              <a:avLst>
                <a:gd name="adj" fmla="val 87500"/>
              </a:avLst>
            </a:prstGeom>
            <a:solidFill>
              <a:schemeClr val="accent1"/>
            </a:solidFill>
            <a:ln w="9525" algn="ctr">
              <a:solidFill>
                <a:schemeClr val="tx1"/>
              </a:solidFill>
              <a:round/>
              <a:headEnd/>
              <a:tailEnd/>
            </a:ln>
          </p:spPr>
          <p:txBody>
            <a:bodyPr anchor="ctr"/>
            <a:lstStyle/>
            <a:p>
              <a:pPr eaLnBrk="1" hangingPunct="1">
                <a:defRPr/>
              </a:pPr>
              <a:endParaRPr lang="en-US" sz="1050" dirty="0">
                <a:latin typeface="Arial" charset="0"/>
                <a:cs typeface="Arial"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6E48D20-F906-47BB-8D48-A1EC6C57435B}"/>
              </a:ext>
            </a:extLst>
          </p:cNvPr>
          <p:cNvSpPr>
            <a:spLocks noGrp="1"/>
          </p:cNvSpPr>
          <p:nvPr>
            <p:ph type="title"/>
          </p:nvPr>
        </p:nvSpPr>
        <p:spPr/>
        <p:txBody>
          <a:bodyPr/>
          <a:lstStyle/>
          <a:p>
            <a:r>
              <a:rPr lang="en-US" altLang="en-US"/>
              <a:t>RC Tree of Interconnect</a:t>
            </a:r>
          </a:p>
        </p:txBody>
      </p:sp>
      <p:sp>
        <p:nvSpPr>
          <p:cNvPr id="14339" name="Content Placeholder 2">
            <a:extLst>
              <a:ext uri="{FF2B5EF4-FFF2-40B4-BE49-F238E27FC236}">
                <a16:creationId xmlns:a16="http://schemas.microsoft.com/office/drawing/2014/main" id="{E9B9E75A-766C-4119-9EC3-CF604A6CDFA5}"/>
              </a:ext>
            </a:extLst>
          </p:cNvPr>
          <p:cNvSpPr>
            <a:spLocks noGrp="1"/>
          </p:cNvSpPr>
          <p:nvPr>
            <p:ph type="body" sz="quarter" idx="10"/>
          </p:nvPr>
        </p:nvSpPr>
        <p:spPr/>
        <p:txBody>
          <a:bodyPr/>
          <a:lstStyle/>
          <a:p>
            <a:pPr marL="0" indent="0">
              <a:buNone/>
            </a:pPr>
            <a:r>
              <a:rPr lang="en-US" altLang="en-US" sz="1600" i="1"/>
              <a:t>	</a:t>
            </a:r>
            <a:endParaRPr lang="en-US" altLang="en-US" sz="2000"/>
          </a:p>
          <a:p>
            <a:pPr marL="0" indent="0" algn="ctr">
              <a:buNone/>
            </a:pPr>
            <a:r>
              <a:rPr lang="en-US" altLang="en-US" sz="2000"/>
              <a:t>R</a:t>
            </a:r>
            <a:r>
              <a:rPr lang="en-US" altLang="en-US" sz="2000" baseline="-25000"/>
              <a:t>total</a:t>
            </a:r>
            <a:r>
              <a:rPr lang="en-US" altLang="en-US" sz="2000"/>
              <a:t> = R</a:t>
            </a:r>
            <a:r>
              <a:rPr lang="en-US" altLang="en-US" sz="2000" baseline="-25000"/>
              <a:t>unit</a:t>
            </a:r>
            <a:r>
              <a:rPr lang="en-US" altLang="en-US" sz="2000"/>
              <a:t> * L </a:t>
            </a:r>
          </a:p>
          <a:p>
            <a:pPr marL="0" indent="0" algn="ctr">
              <a:buNone/>
            </a:pPr>
            <a:r>
              <a:rPr lang="en-US" altLang="en-US" sz="2000"/>
              <a:t>C</a:t>
            </a:r>
            <a:r>
              <a:rPr lang="en-US" altLang="en-US" sz="2000" baseline="-25000"/>
              <a:t>total</a:t>
            </a:r>
            <a:r>
              <a:rPr lang="en-US" altLang="en-US" sz="2000"/>
              <a:t>= C</a:t>
            </a:r>
            <a:r>
              <a:rPr lang="en-US" altLang="en-US" sz="2000" baseline="-25000"/>
              <a:t>unit</a:t>
            </a:r>
            <a:r>
              <a:rPr lang="en-US" altLang="en-US" sz="2000"/>
              <a:t> * L</a:t>
            </a:r>
          </a:p>
        </p:txBody>
      </p:sp>
      <p:sp>
        <p:nvSpPr>
          <p:cNvPr id="14340" name="TextBox 32">
            <a:extLst>
              <a:ext uri="{FF2B5EF4-FFF2-40B4-BE49-F238E27FC236}">
                <a16:creationId xmlns:a16="http://schemas.microsoft.com/office/drawing/2014/main" id="{2AE5466A-3298-45F5-9DF6-52C2A2876E2B}"/>
              </a:ext>
            </a:extLst>
          </p:cNvPr>
          <p:cNvSpPr txBox="1">
            <a:spLocks noChangeArrowheads="1"/>
          </p:cNvSpPr>
          <p:nvPr/>
        </p:nvSpPr>
        <p:spPr bwMode="auto">
          <a:xfrm>
            <a:off x="2379663" y="3027364"/>
            <a:ext cx="1928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Distributed RC tree</a:t>
            </a:r>
          </a:p>
        </p:txBody>
      </p:sp>
      <p:grpSp>
        <p:nvGrpSpPr>
          <p:cNvPr id="14341" name="Group 6">
            <a:extLst>
              <a:ext uri="{FF2B5EF4-FFF2-40B4-BE49-F238E27FC236}">
                <a16:creationId xmlns:a16="http://schemas.microsoft.com/office/drawing/2014/main" id="{C76550C2-E17A-4EE3-B4A3-974A83EC78E0}"/>
              </a:ext>
            </a:extLst>
          </p:cNvPr>
          <p:cNvGrpSpPr>
            <a:grpSpLocks/>
          </p:cNvGrpSpPr>
          <p:nvPr/>
        </p:nvGrpSpPr>
        <p:grpSpPr bwMode="auto">
          <a:xfrm>
            <a:off x="3403601" y="1871664"/>
            <a:ext cx="5705475" cy="947737"/>
            <a:chOff x="1879831" y="1676400"/>
            <a:chExt cx="5704805" cy="948154"/>
          </a:xfrm>
        </p:grpSpPr>
        <p:grpSp>
          <p:nvGrpSpPr>
            <p:cNvPr id="14389" name="Group 4">
              <a:extLst>
                <a:ext uri="{FF2B5EF4-FFF2-40B4-BE49-F238E27FC236}">
                  <a16:creationId xmlns:a16="http://schemas.microsoft.com/office/drawing/2014/main" id="{29C3F628-F80B-4C4D-AF84-BFD6DEB62AB2}"/>
                </a:ext>
              </a:extLst>
            </p:cNvPr>
            <p:cNvGrpSpPr>
              <a:grpSpLocks/>
            </p:cNvGrpSpPr>
            <p:nvPr/>
          </p:nvGrpSpPr>
          <p:grpSpPr bwMode="auto">
            <a:xfrm>
              <a:off x="1879831" y="1676400"/>
              <a:ext cx="5704805" cy="745261"/>
              <a:chOff x="1879831" y="1600200"/>
              <a:chExt cx="5704805" cy="745261"/>
            </a:xfrm>
          </p:grpSpPr>
          <p:sp>
            <p:nvSpPr>
              <p:cNvPr id="14391" name="Rectangle 5">
                <a:extLst>
                  <a:ext uri="{FF2B5EF4-FFF2-40B4-BE49-F238E27FC236}">
                    <a16:creationId xmlns:a16="http://schemas.microsoft.com/office/drawing/2014/main" id="{CCC3C35B-F301-4D2D-954A-729DB6CE6110}"/>
                  </a:ext>
                </a:extLst>
              </p:cNvPr>
              <p:cNvSpPr>
                <a:spLocks noChangeArrowheads="1"/>
              </p:cNvSpPr>
              <p:nvPr/>
            </p:nvSpPr>
            <p:spPr bwMode="auto">
              <a:xfrm>
                <a:off x="1879831" y="1833890"/>
                <a:ext cx="4724400" cy="1524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92" name="Straight Arrow Connector 126">
                <a:extLst>
                  <a:ext uri="{FF2B5EF4-FFF2-40B4-BE49-F238E27FC236}">
                    <a16:creationId xmlns:a16="http://schemas.microsoft.com/office/drawing/2014/main" id="{ABE36610-584B-441B-8964-F9463CF93CF0}"/>
                  </a:ext>
                </a:extLst>
              </p:cNvPr>
              <p:cNvCxnSpPr>
                <a:cxnSpLocks noChangeShapeType="1"/>
              </p:cNvCxnSpPr>
              <p:nvPr/>
            </p:nvCxnSpPr>
            <p:spPr bwMode="auto">
              <a:xfrm>
                <a:off x="1879831" y="2209800"/>
                <a:ext cx="4724400" cy="0"/>
              </a:xfrm>
              <a:prstGeom prst="straightConnector1">
                <a:avLst/>
              </a:prstGeom>
              <a:noFill/>
              <a:ln w="9525" algn="ctr">
                <a:solidFill>
                  <a:srgbClr val="0000FF"/>
                </a:solidFill>
                <a:round/>
                <a:headEnd type="triangle" w="med" len="med"/>
                <a:tailEnd type="triangle" w="med" len="med"/>
              </a:ln>
            </p:spPr>
          </p:cxnSp>
          <p:cxnSp>
            <p:nvCxnSpPr>
              <p:cNvPr id="14393" name="Straight Connector 128">
                <a:extLst>
                  <a:ext uri="{FF2B5EF4-FFF2-40B4-BE49-F238E27FC236}">
                    <a16:creationId xmlns:a16="http://schemas.microsoft.com/office/drawing/2014/main" id="{3ADDAF10-A669-48C8-B622-C4E841EFF597}"/>
                  </a:ext>
                </a:extLst>
              </p:cNvPr>
              <p:cNvCxnSpPr>
                <a:cxnSpLocks noChangeShapeType="1"/>
              </p:cNvCxnSpPr>
              <p:nvPr/>
            </p:nvCxnSpPr>
            <p:spPr bwMode="auto">
              <a:xfrm>
                <a:off x="6625829" y="1833890"/>
                <a:ext cx="359171" cy="0"/>
              </a:xfrm>
              <a:prstGeom prst="line">
                <a:avLst/>
              </a:prstGeom>
              <a:noFill/>
              <a:ln w="9525" algn="ctr">
                <a:solidFill>
                  <a:schemeClr val="tx1"/>
                </a:solidFill>
                <a:round/>
                <a:headEnd/>
                <a:tailEnd/>
              </a:ln>
            </p:spPr>
          </p:cxnSp>
          <p:cxnSp>
            <p:nvCxnSpPr>
              <p:cNvPr id="14394" name="Straight Arrow Connector 131">
                <a:extLst>
                  <a:ext uri="{FF2B5EF4-FFF2-40B4-BE49-F238E27FC236}">
                    <a16:creationId xmlns:a16="http://schemas.microsoft.com/office/drawing/2014/main" id="{59D16817-31A1-4C6C-B8B0-AA64933F8341}"/>
                  </a:ext>
                </a:extLst>
              </p:cNvPr>
              <p:cNvCxnSpPr>
                <a:cxnSpLocks noChangeShapeType="1"/>
              </p:cNvCxnSpPr>
              <p:nvPr/>
            </p:nvCxnSpPr>
            <p:spPr bwMode="auto">
              <a:xfrm>
                <a:off x="6805414" y="1600200"/>
                <a:ext cx="0" cy="233690"/>
              </a:xfrm>
              <a:prstGeom prst="straightConnector1">
                <a:avLst/>
              </a:prstGeom>
              <a:noFill/>
              <a:ln w="9525" algn="ctr">
                <a:solidFill>
                  <a:srgbClr val="0000FF"/>
                </a:solidFill>
                <a:round/>
                <a:headEnd/>
                <a:tailEnd type="triangle" w="med" len="med"/>
              </a:ln>
            </p:spPr>
          </p:cxnSp>
          <p:cxnSp>
            <p:nvCxnSpPr>
              <p:cNvPr id="14395" name="Straight Arrow Connector 132">
                <a:extLst>
                  <a:ext uri="{FF2B5EF4-FFF2-40B4-BE49-F238E27FC236}">
                    <a16:creationId xmlns:a16="http://schemas.microsoft.com/office/drawing/2014/main" id="{A91DE044-75EF-4F2E-8094-E1A92A407F1D}"/>
                  </a:ext>
                </a:extLst>
              </p:cNvPr>
              <p:cNvCxnSpPr>
                <a:cxnSpLocks noChangeShapeType="1"/>
              </p:cNvCxnSpPr>
              <p:nvPr/>
            </p:nvCxnSpPr>
            <p:spPr bwMode="auto">
              <a:xfrm rot="10800000">
                <a:off x="6816328" y="1986290"/>
                <a:ext cx="0" cy="233690"/>
              </a:xfrm>
              <a:prstGeom prst="straightConnector1">
                <a:avLst/>
              </a:prstGeom>
              <a:noFill/>
              <a:ln w="9525" algn="ctr">
                <a:solidFill>
                  <a:srgbClr val="0000FF"/>
                </a:solidFill>
                <a:round/>
                <a:headEnd/>
                <a:tailEnd type="triangle" w="med" len="med"/>
              </a:ln>
            </p:spPr>
          </p:cxnSp>
          <p:sp>
            <p:nvSpPr>
              <p:cNvPr id="14396" name="TextBox 133">
                <a:extLst>
                  <a:ext uri="{FF2B5EF4-FFF2-40B4-BE49-F238E27FC236}">
                    <a16:creationId xmlns:a16="http://schemas.microsoft.com/office/drawing/2014/main" id="{E2792F16-07E9-4EB6-AF37-1A177DBB2F9F}"/>
                  </a:ext>
                </a:extLst>
              </p:cNvPr>
              <p:cNvSpPr txBox="1">
                <a:spLocks noChangeArrowheads="1"/>
              </p:cNvSpPr>
              <p:nvPr/>
            </p:nvSpPr>
            <p:spPr bwMode="auto">
              <a:xfrm>
                <a:off x="7010400" y="1767870"/>
                <a:ext cx="5742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H</a:t>
                </a:r>
              </a:p>
            </p:txBody>
          </p:sp>
          <p:cxnSp>
            <p:nvCxnSpPr>
              <p:cNvPr id="14397" name="Straight Connector 134">
                <a:extLst>
                  <a:ext uri="{FF2B5EF4-FFF2-40B4-BE49-F238E27FC236}">
                    <a16:creationId xmlns:a16="http://schemas.microsoft.com/office/drawing/2014/main" id="{FA62A577-FAC2-4EA7-9880-0BA0353FD27B}"/>
                  </a:ext>
                </a:extLst>
              </p:cNvPr>
              <p:cNvCxnSpPr>
                <a:cxnSpLocks noChangeShapeType="1"/>
              </p:cNvCxnSpPr>
              <p:nvPr/>
            </p:nvCxnSpPr>
            <p:spPr bwMode="auto">
              <a:xfrm rot="-5400000">
                <a:off x="1700245" y="2162830"/>
                <a:ext cx="359171"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8" name="Straight Connector 135">
                <a:extLst>
                  <a:ext uri="{FF2B5EF4-FFF2-40B4-BE49-F238E27FC236}">
                    <a16:creationId xmlns:a16="http://schemas.microsoft.com/office/drawing/2014/main" id="{37CBDDEB-DBE7-4BB7-8FAA-B40E43167DA7}"/>
                  </a:ext>
                </a:extLst>
              </p:cNvPr>
              <p:cNvCxnSpPr>
                <a:cxnSpLocks noChangeShapeType="1"/>
              </p:cNvCxnSpPr>
              <p:nvPr/>
            </p:nvCxnSpPr>
            <p:spPr bwMode="auto">
              <a:xfrm rot="-5400000">
                <a:off x="6424646" y="2165876"/>
                <a:ext cx="359171"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14399" name="Straight Connector 136">
                <a:extLst>
                  <a:ext uri="{FF2B5EF4-FFF2-40B4-BE49-F238E27FC236}">
                    <a16:creationId xmlns:a16="http://schemas.microsoft.com/office/drawing/2014/main" id="{5C8FD3EE-03A6-4D28-9A80-D91C27952DD4}"/>
                  </a:ext>
                </a:extLst>
              </p:cNvPr>
              <p:cNvCxnSpPr>
                <a:cxnSpLocks noChangeShapeType="1"/>
              </p:cNvCxnSpPr>
              <p:nvPr/>
            </p:nvCxnSpPr>
            <p:spPr bwMode="auto">
              <a:xfrm>
                <a:off x="6636742" y="1985030"/>
                <a:ext cx="359171" cy="0"/>
              </a:xfrm>
              <a:prstGeom prst="line">
                <a:avLst/>
              </a:prstGeom>
              <a:noFill/>
              <a:ln w="9525" algn="ctr">
                <a:solidFill>
                  <a:schemeClr val="tx1"/>
                </a:solidFill>
                <a:round/>
                <a:headEnd/>
                <a:tailEnd/>
              </a:ln>
            </p:spPr>
          </p:cxnSp>
        </p:grpSp>
        <p:sp>
          <p:nvSpPr>
            <p:cNvPr id="14390" name="TextBox 137">
              <a:extLst>
                <a:ext uri="{FF2B5EF4-FFF2-40B4-BE49-F238E27FC236}">
                  <a16:creationId xmlns:a16="http://schemas.microsoft.com/office/drawing/2014/main" id="{25E57B92-47B3-4453-A4F0-23E4F90EBF18}"/>
                </a:ext>
              </a:extLst>
            </p:cNvPr>
            <p:cNvSpPr txBox="1">
              <a:spLocks noChangeArrowheads="1"/>
            </p:cNvSpPr>
            <p:nvPr/>
          </p:nvSpPr>
          <p:spPr bwMode="auto">
            <a:xfrm>
              <a:off x="4108570" y="2286000"/>
              <a:ext cx="2669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L</a:t>
              </a:r>
            </a:p>
          </p:txBody>
        </p:sp>
      </p:grpSp>
      <p:sp>
        <p:nvSpPr>
          <p:cNvPr id="14342" name="TextBox 59">
            <a:extLst>
              <a:ext uri="{FF2B5EF4-FFF2-40B4-BE49-F238E27FC236}">
                <a16:creationId xmlns:a16="http://schemas.microsoft.com/office/drawing/2014/main" id="{1D6A1823-8133-4EF5-88AC-8A591AAB4721}"/>
              </a:ext>
            </a:extLst>
          </p:cNvPr>
          <p:cNvSpPr txBox="1">
            <a:spLocks noChangeArrowheads="1"/>
          </p:cNvSpPr>
          <p:nvPr/>
        </p:nvSpPr>
        <p:spPr bwMode="auto">
          <a:xfrm>
            <a:off x="2398713" y="1490664"/>
            <a:ext cx="1314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Interconnect</a:t>
            </a:r>
          </a:p>
        </p:txBody>
      </p:sp>
      <p:grpSp>
        <p:nvGrpSpPr>
          <p:cNvPr id="14343" name="Group 3">
            <a:extLst>
              <a:ext uri="{FF2B5EF4-FFF2-40B4-BE49-F238E27FC236}">
                <a16:creationId xmlns:a16="http://schemas.microsoft.com/office/drawing/2014/main" id="{8985E457-5969-4411-8529-DE34433BF049}"/>
              </a:ext>
            </a:extLst>
          </p:cNvPr>
          <p:cNvGrpSpPr>
            <a:grpSpLocks/>
          </p:cNvGrpSpPr>
          <p:nvPr/>
        </p:nvGrpSpPr>
        <p:grpSpPr bwMode="auto">
          <a:xfrm>
            <a:off x="3000375" y="3602039"/>
            <a:ext cx="6070600" cy="644525"/>
            <a:chOff x="1476606" y="3003763"/>
            <a:chExt cx="6070600" cy="644957"/>
          </a:xfrm>
        </p:grpSpPr>
        <p:grpSp>
          <p:nvGrpSpPr>
            <p:cNvPr id="14344" name="Group 492">
              <a:extLst>
                <a:ext uri="{FF2B5EF4-FFF2-40B4-BE49-F238E27FC236}">
                  <a16:creationId xmlns:a16="http://schemas.microsoft.com/office/drawing/2014/main" id="{CBBF8ECB-BD04-43E0-847F-9314E2A8488E}"/>
                </a:ext>
              </a:extLst>
            </p:cNvPr>
            <p:cNvGrpSpPr>
              <a:grpSpLocks/>
            </p:cNvGrpSpPr>
            <p:nvPr/>
          </p:nvGrpSpPr>
          <p:grpSpPr bwMode="auto">
            <a:xfrm>
              <a:off x="2590800" y="3100425"/>
              <a:ext cx="181652" cy="536872"/>
              <a:chOff x="5645149" y="2205832"/>
              <a:chExt cx="152400" cy="384966"/>
            </a:xfrm>
          </p:grpSpPr>
          <p:sp>
            <p:nvSpPr>
              <p:cNvPr id="14384" name="Isosceles Triangle 88">
                <a:extLst>
                  <a:ext uri="{FF2B5EF4-FFF2-40B4-BE49-F238E27FC236}">
                    <a16:creationId xmlns:a16="http://schemas.microsoft.com/office/drawing/2014/main" id="{2E85410A-511C-40D9-81B7-C5D4BE1CDBE9}"/>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100"/>
              </a:p>
            </p:txBody>
          </p:sp>
          <p:cxnSp>
            <p:nvCxnSpPr>
              <p:cNvPr id="14385" name="Straight Connector 89">
                <a:extLst>
                  <a:ext uri="{FF2B5EF4-FFF2-40B4-BE49-F238E27FC236}">
                    <a16:creationId xmlns:a16="http://schemas.microsoft.com/office/drawing/2014/main" id="{89CDE9A3-CFBC-4915-9350-DA2BC9E1D31F}"/>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4386" name="Straight Connector 90">
                <a:extLst>
                  <a:ext uri="{FF2B5EF4-FFF2-40B4-BE49-F238E27FC236}">
                    <a16:creationId xmlns:a16="http://schemas.microsoft.com/office/drawing/2014/main" id="{31D8C652-8477-4F0D-B186-29D68A257857}"/>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4387" name="Straight Connector 91">
                <a:extLst>
                  <a:ext uri="{FF2B5EF4-FFF2-40B4-BE49-F238E27FC236}">
                    <a16:creationId xmlns:a16="http://schemas.microsoft.com/office/drawing/2014/main" id="{02CA6BE0-5C52-44AB-890D-AAC57D951D3B}"/>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4388" name="Straight Connector 92">
                <a:extLst>
                  <a:ext uri="{FF2B5EF4-FFF2-40B4-BE49-F238E27FC236}">
                    <a16:creationId xmlns:a16="http://schemas.microsoft.com/office/drawing/2014/main" id="{2002B387-098A-4CDA-B0B0-0001457FB59E}"/>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4345" name="Straight Connector 17">
              <a:extLst>
                <a:ext uri="{FF2B5EF4-FFF2-40B4-BE49-F238E27FC236}">
                  <a16:creationId xmlns:a16="http://schemas.microsoft.com/office/drawing/2014/main" id="{FE83F7F8-0786-42B0-AFAB-3B7C0C8AE758}"/>
                </a:ext>
              </a:extLst>
            </p:cNvPr>
            <p:cNvCxnSpPr>
              <a:cxnSpLocks noChangeShapeType="1"/>
            </p:cNvCxnSpPr>
            <p:nvPr/>
          </p:nvCxnSpPr>
          <p:spPr bwMode="auto">
            <a:xfrm rot="10800000">
              <a:off x="1556420" y="3110262"/>
              <a:ext cx="319256" cy="0"/>
            </a:xfrm>
            <a:prstGeom prst="line">
              <a:avLst/>
            </a:prstGeom>
            <a:noFill/>
            <a:ln w="9525" algn="ctr">
              <a:solidFill>
                <a:schemeClr val="tx1"/>
              </a:solidFill>
              <a:round/>
              <a:headEnd/>
              <a:tailEnd/>
            </a:ln>
          </p:spPr>
        </p:cxnSp>
        <p:sp>
          <p:nvSpPr>
            <p:cNvPr id="14346" name="Oval 18">
              <a:extLst>
                <a:ext uri="{FF2B5EF4-FFF2-40B4-BE49-F238E27FC236}">
                  <a16:creationId xmlns:a16="http://schemas.microsoft.com/office/drawing/2014/main" id="{865BBB1C-33B2-409C-85AF-7069F624F567}"/>
                </a:ext>
              </a:extLst>
            </p:cNvPr>
            <p:cNvSpPr>
              <a:spLocks noChangeArrowheads="1"/>
            </p:cNvSpPr>
            <p:nvPr/>
          </p:nvSpPr>
          <p:spPr bwMode="auto">
            <a:xfrm>
              <a:off x="1476606" y="3064314"/>
              <a:ext cx="79814" cy="9506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14347" name="Oval 31">
              <a:extLst>
                <a:ext uri="{FF2B5EF4-FFF2-40B4-BE49-F238E27FC236}">
                  <a16:creationId xmlns:a16="http://schemas.microsoft.com/office/drawing/2014/main" id="{0975DD45-D09B-408B-A429-6697E1D91020}"/>
                </a:ext>
              </a:extLst>
            </p:cNvPr>
            <p:cNvSpPr>
              <a:spLocks noChangeArrowheads="1"/>
            </p:cNvSpPr>
            <p:nvPr/>
          </p:nvSpPr>
          <p:spPr bwMode="auto">
            <a:xfrm>
              <a:off x="7467392" y="3062205"/>
              <a:ext cx="79814" cy="9506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14348" name="Rectangle 106">
              <a:extLst>
                <a:ext uri="{FF2B5EF4-FFF2-40B4-BE49-F238E27FC236}">
                  <a16:creationId xmlns:a16="http://schemas.microsoft.com/office/drawing/2014/main" id="{752D6913-2FA6-4620-BA77-A2E8EF85FC06}"/>
                </a:ext>
              </a:extLst>
            </p:cNvPr>
            <p:cNvSpPr>
              <a:spLocks noChangeArrowheads="1"/>
            </p:cNvSpPr>
            <p:nvPr/>
          </p:nvSpPr>
          <p:spPr bwMode="auto">
            <a:xfrm>
              <a:off x="1856626" y="3010636"/>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49" name="Straight Connector 113">
              <a:extLst>
                <a:ext uri="{FF2B5EF4-FFF2-40B4-BE49-F238E27FC236}">
                  <a16:creationId xmlns:a16="http://schemas.microsoft.com/office/drawing/2014/main" id="{40BA6BA1-B3E7-4174-9182-321661C21913}"/>
                </a:ext>
              </a:extLst>
            </p:cNvPr>
            <p:cNvCxnSpPr>
              <a:cxnSpLocks noChangeShapeType="1"/>
            </p:cNvCxnSpPr>
            <p:nvPr/>
          </p:nvCxnSpPr>
          <p:spPr bwMode="auto">
            <a:xfrm flipH="1" flipV="1">
              <a:off x="2362200" y="3105377"/>
              <a:ext cx="566928" cy="0"/>
            </a:xfrm>
            <a:prstGeom prst="line">
              <a:avLst/>
            </a:prstGeom>
            <a:noFill/>
            <a:ln w="9525" algn="ctr">
              <a:solidFill>
                <a:schemeClr val="tx1"/>
              </a:solidFill>
              <a:round/>
              <a:headEnd/>
              <a:tailEnd/>
            </a:ln>
          </p:spPr>
        </p:cxnSp>
        <p:sp>
          <p:nvSpPr>
            <p:cNvPr id="14350" name="Rectangle 115">
              <a:extLst>
                <a:ext uri="{FF2B5EF4-FFF2-40B4-BE49-F238E27FC236}">
                  <a16:creationId xmlns:a16="http://schemas.microsoft.com/office/drawing/2014/main" id="{BBDDC5AD-E4AF-4DFC-A591-B4A6C359662D}"/>
                </a:ext>
              </a:extLst>
            </p:cNvPr>
            <p:cNvSpPr>
              <a:spLocks noChangeArrowheads="1"/>
            </p:cNvSpPr>
            <p:nvPr/>
          </p:nvSpPr>
          <p:spPr bwMode="auto">
            <a:xfrm>
              <a:off x="2922778" y="3010636"/>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51" name="Straight Connector 116">
              <a:extLst>
                <a:ext uri="{FF2B5EF4-FFF2-40B4-BE49-F238E27FC236}">
                  <a16:creationId xmlns:a16="http://schemas.microsoft.com/office/drawing/2014/main" id="{0688233C-A918-4DDC-BBDE-860A0FFC8549}"/>
                </a:ext>
              </a:extLst>
            </p:cNvPr>
            <p:cNvCxnSpPr>
              <a:cxnSpLocks noChangeShapeType="1"/>
            </p:cNvCxnSpPr>
            <p:nvPr/>
          </p:nvCxnSpPr>
          <p:spPr bwMode="auto">
            <a:xfrm flipH="1" flipV="1">
              <a:off x="3428352" y="3105377"/>
              <a:ext cx="566928" cy="0"/>
            </a:xfrm>
            <a:prstGeom prst="line">
              <a:avLst/>
            </a:prstGeom>
            <a:noFill/>
            <a:ln w="9525" algn="ctr">
              <a:solidFill>
                <a:schemeClr val="tx1"/>
              </a:solidFill>
              <a:round/>
              <a:headEnd/>
              <a:tailEnd/>
            </a:ln>
          </p:spPr>
        </p:cxnSp>
        <p:sp>
          <p:nvSpPr>
            <p:cNvPr id="14352" name="Rectangle 117">
              <a:extLst>
                <a:ext uri="{FF2B5EF4-FFF2-40B4-BE49-F238E27FC236}">
                  <a16:creationId xmlns:a16="http://schemas.microsoft.com/office/drawing/2014/main" id="{7BD6E460-8B37-4B0B-A63C-EA28C00D7DCB}"/>
                </a:ext>
              </a:extLst>
            </p:cNvPr>
            <p:cNvSpPr>
              <a:spLocks noChangeArrowheads="1"/>
            </p:cNvSpPr>
            <p:nvPr/>
          </p:nvSpPr>
          <p:spPr bwMode="auto">
            <a:xfrm>
              <a:off x="3747630" y="3003763"/>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53" name="Straight Connector 118">
              <a:extLst>
                <a:ext uri="{FF2B5EF4-FFF2-40B4-BE49-F238E27FC236}">
                  <a16:creationId xmlns:a16="http://schemas.microsoft.com/office/drawing/2014/main" id="{41DF07AE-742F-4A52-A7C9-6C73D7496151}"/>
                </a:ext>
              </a:extLst>
            </p:cNvPr>
            <p:cNvCxnSpPr>
              <a:cxnSpLocks noChangeShapeType="1"/>
            </p:cNvCxnSpPr>
            <p:nvPr/>
          </p:nvCxnSpPr>
          <p:spPr bwMode="auto">
            <a:xfrm flipH="1" flipV="1">
              <a:off x="4246854" y="3098504"/>
              <a:ext cx="566928" cy="0"/>
            </a:xfrm>
            <a:prstGeom prst="line">
              <a:avLst/>
            </a:prstGeom>
            <a:noFill/>
            <a:ln w="9525" algn="ctr">
              <a:solidFill>
                <a:schemeClr val="tx1"/>
              </a:solidFill>
              <a:round/>
              <a:headEnd/>
              <a:tailEnd/>
            </a:ln>
          </p:spPr>
        </p:cxnSp>
        <p:cxnSp>
          <p:nvCxnSpPr>
            <p:cNvPr id="14354" name="Straight Connector 120">
              <a:extLst>
                <a:ext uri="{FF2B5EF4-FFF2-40B4-BE49-F238E27FC236}">
                  <a16:creationId xmlns:a16="http://schemas.microsoft.com/office/drawing/2014/main" id="{B36CF1B8-3C1C-43B0-9D76-593C9BDDF385}"/>
                </a:ext>
              </a:extLst>
            </p:cNvPr>
            <p:cNvCxnSpPr>
              <a:cxnSpLocks noChangeShapeType="1"/>
            </p:cNvCxnSpPr>
            <p:nvPr/>
          </p:nvCxnSpPr>
          <p:spPr bwMode="auto">
            <a:xfrm flipH="1" flipV="1">
              <a:off x="4924822" y="3105377"/>
              <a:ext cx="566928" cy="0"/>
            </a:xfrm>
            <a:prstGeom prst="line">
              <a:avLst/>
            </a:prstGeom>
            <a:noFill/>
            <a:ln w="9525" algn="ctr">
              <a:solidFill>
                <a:schemeClr val="tx1"/>
              </a:solidFill>
              <a:round/>
              <a:headEnd/>
              <a:tailEnd/>
            </a:ln>
          </p:spPr>
        </p:cxnSp>
        <p:sp>
          <p:nvSpPr>
            <p:cNvPr id="14355" name="Rectangle 121">
              <a:extLst>
                <a:ext uri="{FF2B5EF4-FFF2-40B4-BE49-F238E27FC236}">
                  <a16:creationId xmlns:a16="http://schemas.microsoft.com/office/drawing/2014/main" id="{7665CD2B-2A72-4DEC-9FBC-F41315BF2CA1}"/>
                </a:ext>
              </a:extLst>
            </p:cNvPr>
            <p:cNvSpPr>
              <a:spLocks noChangeArrowheads="1"/>
            </p:cNvSpPr>
            <p:nvPr/>
          </p:nvSpPr>
          <p:spPr bwMode="auto">
            <a:xfrm>
              <a:off x="5491750" y="3010636"/>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56" name="Straight Connector 122">
              <a:extLst>
                <a:ext uri="{FF2B5EF4-FFF2-40B4-BE49-F238E27FC236}">
                  <a16:creationId xmlns:a16="http://schemas.microsoft.com/office/drawing/2014/main" id="{1EF9FCAB-F3AB-4B59-81DB-C80928270728}"/>
                </a:ext>
              </a:extLst>
            </p:cNvPr>
            <p:cNvCxnSpPr>
              <a:cxnSpLocks noChangeShapeType="1"/>
            </p:cNvCxnSpPr>
            <p:nvPr/>
          </p:nvCxnSpPr>
          <p:spPr bwMode="auto">
            <a:xfrm flipH="1" flipV="1">
              <a:off x="5997324" y="3105377"/>
              <a:ext cx="566928" cy="0"/>
            </a:xfrm>
            <a:prstGeom prst="line">
              <a:avLst/>
            </a:prstGeom>
            <a:noFill/>
            <a:ln w="9525" algn="ctr">
              <a:solidFill>
                <a:schemeClr val="tx1"/>
              </a:solidFill>
              <a:round/>
              <a:headEnd/>
              <a:tailEnd/>
            </a:ln>
          </p:spPr>
        </p:cxnSp>
        <p:sp>
          <p:nvSpPr>
            <p:cNvPr id="14357" name="Rectangle 119">
              <a:extLst>
                <a:ext uri="{FF2B5EF4-FFF2-40B4-BE49-F238E27FC236}">
                  <a16:creationId xmlns:a16="http://schemas.microsoft.com/office/drawing/2014/main" id="{A6D8046D-238C-4498-A02E-21D786784A0F}"/>
                </a:ext>
              </a:extLst>
            </p:cNvPr>
            <p:cNvSpPr>
              <a:spLocks noChangeArrowheads="1"/>
            </p:cNvSpPr>
            <p:nvPr/>
          </p:nvSpPr>
          <p:spPr bwMode="auto">
            <a:xfrm>
              <a:off x="4647848" y="3010636"/>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sp>
          <p:nvSpPr>
            <p:cNvPr id="14358" name="Rectangle 123">
              <a:extLst>
                <a:ext uri="{FF2B5EF4-FFF2-40B4-BE49-F238E27FC236}">
                  <a16:creationId xmlns:a16="http://schemas.microsoft.com/office/drawing/2014/main" id="{0E9F6D7B-C537-4E11-AC83-BC9758BDF40F}"/>
                </a:ext>
              </a:extLst>
            </p:cNvPr>
            <p:cNvSpPr>
              <a:spLocks noChangeArrowheads="1"/>
            </p:cNvSpPr>
            <p:nvPr/>
          </p:nvSpPr>
          <p:spPr bwMode="auto">
            <a:xfrm>
              <a:off x="6400800" y="3011623"/>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800"/>
            </a:p>
          </p:txBody>
        </p:sp>
        <p:cxnSp>
          <p:nvCxnSpPr>
            <p:cNvPr id="14359" name="Straight Connector 124">
              <a:extLst>
                <a:ext uri="{FF2B5EF4-FFF2-40B4-BE49-F238E27FC236}">
                  <a16:creationId xmlns:a16="http://schemas.microsoft.com/office/drawing/2014/main" id="{4E5E581B-B436-41F0-9986-B4EA19084B11}"/>
                </a:ext>
              </a:extLst>
            </p:cNvPr>
            <p:cNvCxnSpPr>
              <a:cxnSpLocks noChangeShapeType="1"/>
            </p:cNvCxnSpPr>
            <p:nvPr/>
          </p:nvCxnSpPr>
          <p:spPr bwMode="auto">
            <a:xfrm flipH="1" flipV="1">
              <a:off x="6906374" y="3106364"/>
              <a:ext cx="566928" cy="0"/>
            </a:xfrm>
            <a:prstGeom prst="line">
              <a:avLst/>
            </a:prstGeom>
            <a:noFill/>
            <a:ln w="9525" algn="ctr">
              <a:solidFill>
                <a:schemeClr val="tx1"/>
              </a:solidFill>
              <a:round/>
              <a:headEnd/>
              <a:tailEnd/>
            </a:ln>
          </p:spPr>
        </p:cxnSp>
        <p:grpSp>
          <p:nvGrpSpPr>
            <p:cNvPr id="14360" name="Group 492">
              <a:extLst>
                <a:ext uri="{FF2B5EF4-FFF2-40B4-BE49-F238E27FC236}">
                  <a16:creationId xmlns:a16="http://schemas.microsoft.com/office/drawing/2014/main" id="{B7485E92-4D6D-40CA-9907-0D6C82E1CE6C}"/>
                </a:ext>
              </a:extLst>
            </p:cNvPr>
            <p:cNvGrpSpPr>
              <a:grpSpLocks/>
            </p:cNvGrpSpPr>
            <p:nvPr/>
          </p:nvGrpSpPr>
          <p:grpSpPr bwMode="auto">
            <a:xfrm>
              <a:off x="3505200" y="3111848"/>
              <a:ext cx="181652" cy="536872"/>
              <a:chOff x="5645149" y="2205832"/>
              <a:chExt cx="152400" cy="384966"/>
            </a:xfrm>
          </p:grpSpPr>
          <p:sp>
            <p:nvSpPr>
              <p:cNvPr id="14379" name="Isosceles Triangle 61">
                <a:extLst>
                  <a:ext uri="{FF2B5EF4-FFF2-40B4-BE49-F238E27FC236}">
                    <a16:creationId xmlns:a16="http://schemas.microsoft.com/office/drawing/2014/main" id="{FB623C3B-2EFB-422F-A8E9-789DF89E46C3}"/>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100"/>
              </a:p>
            </p:txBody>
          </p:sp>
          <p:cxnSp>
            <p:nvCxnSpPr>
              <p:cNvPr id="14380" name="Straight Connector 62">
                <a:extLst>
                  <a:ext uri="{FF2B5EF4-FFF2-40B4-BE49-F238E27FC236}">
                    <a16:creationId xmlns:a16="http://schemas.microsoft.com/office/drawing/2014/main" id="{C7F6D990-B9C3-4556-B69D-670C5AC1DAF0}"/>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4381" name="Straight Connector 63">
                <a:extLst>
                  <a:ext uri="{FF2B5EF4-FFF2-40B4-BE49-F238E27FC236}">
                    <a16:creationId xmlns:a16="http://schemas.microsoft.com/office/drawing/2014/main" id="{FC6FE713-4670-40BF-A58D-3407EA241204}"/>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4382" name="Straight Connector 64">
                <a:extLst>
                  <a:ext uri="{FF2B5EF4-FFF2-40B4-BE49-F238E27FC236}">
                    <a16:creationId xmlns:a16="http://schemas.microsoft.com/office/drawing/2014/main" id="{C71DBC64-2BAD-4DA2-8585-8F642D3BCE26}"/>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4383" name="Straight Connector 65">
                <a:extLst>
                  <a:ext uri="{FF2B5EF4-FFF2-40B4-BE49-F238E27FC236}">
                    <a16:creationId xmlns:a16="http://schemas.microsoft.com/office/drawing/2014/main" id="{3FE774DB-1D9B-43A2-B58F-CEB0EAE344EA}"/>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grpSp>
          <p:nvGrpSpPr>
            <p:cNvPr id="14361" name="Group 492">
              <a:extLst>
                <a:ext uri="{FF2B5EF4-FFF2-40B4-BE49-F238E27FC236}">
                  <a16:creationId xmlns:a16="http://schemas.microsoft.com/office/drawing/2014/main" id="{26834924-3D9C-4D44-A13A-EF67B2B384A4}"/>
                </a:ext>
              </a:extLst>
            </p:cNvPr>
            <p:cNvGrpSpPr>
              <a:grpSpLocks/>
            </p:cNvGrpSpPr>
            <p:nvPr/>
          </p:nvGrpSpPr>
          <p:grpSpPr bwMode="auto">
            <a:xfrm>
              <a:off x="4375491" y="3100425"/>
              <a:ext cx="181652" cy="536872"/>
              <a:chOff x="5645149" y="2205832"/>
              <a:chExt cx="152400" cy="384966"/>
            </a:xfrm>
          </p:grpSpPr>
          <p:sp>
            <p:nvSpPr>
              <p:cNvPr id="14374" name="Isosceles Triangle 67">
                <a:extLst>
                  <a:ext uri="{FF2B5EF4-FFF2-40B4-BE49-F238E27FC236}">
                    <a16:creationId xmlns:a16="http://schemas.microsoft.com/office/drawing/2014/main" id="{164CC550-5C20-4A4F-8180-7C389408B802}"/>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100"/>
              </a:p>
            </p:txBody>
          </p:sp>
          <p:cxnSp>
            <p:nvCxnSpPr>
              <p:cNvPr id="14375" name="Straight Connector 68">
                <a:extLst>
                  <a:ext uri="{FF2B5EF4-FFF2-40B4-BE49-F238E27FC236}">
                    <a16:creationId xmlns:a16="http://schemas.microsoft.com/office/drawing/2014/main" id="{2D76A1F2-7D7E-4E8F-831A-C6A6D3FC4A47}"/>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4376" name="Straight Connector 69">
                <a:extLst>
                  <a:ext uri="{FF2B5EF4-FFF2-40B4-BE49-F238E27FC236}">
                    <a16:creationId xmlns:a16="http://schemas.microsoft.com/office/drawing/2014/main" id="{328D9256-0D39-49B1-BE2F-DB187881EF06}"/>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4377" name="Straight Connector 70">
                <a:extLst>
                  <a:ext uri="{FF2B5EF4-FFF2-40B4-BE49-F238E27FC236}">
                    <a16:creationId xmlns:a16="http://schemas.microsoft.com/office/drawing/2014/main" id="{D0027571-926B-4ED2-82BF-2C891522FA44}"/>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4378" name="Straight Connector 71">
                <a:extLst>
                  <a:ext uri="{FF2B5EF4-FFF2-40B4-BE49-F238E27FC236}">
                    <a16:creationId xmlns:a16="http://schemas.microsoft.com/office/drawing/2014/main" id="{5E277588-A11C-436D-A64C-D472E2CD9876}"/>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grpSp>
          <p:nvGrpSpPr>
            <p:cNvPr id="14362" name="Group 492">
              <a:extLst>
                <a:ext uri="{FF2B5EF4-FFF2-40B4-BE49-F238E27FC236}">
                  <a16:creationId xmlns:a16="http://schemas.microsoft.com/office/drawing/2014/main" id="{6E46EDC4-B916-451F-A22E-2134F192897F}"/>
                </a:ext>
              </a:extLst>
            </p:cNvPr>
            <p:cNvGrpSpPr>
              <a:grpSpLocks/>
            </p:cNvGrpSpPr>
            <p:nvPr/>
          </p:nvGrpSpPr>
          <p:grpSpPr bwMode="auto">
            <a:xfrm>
              <a:off x="5228548" y="3106364"/>
              <a:ext cx="181652" cy="536872"/>
              <a:chOff x="5645149" y="2205832"/>
              <a:chExt cx="152400" cy="384966"/>
            </a:xfrm>
          </p:grpSpPr>
          <p:sp>
            <p:nvSpPr>
              <p:cNvPr id="14369" name="Isosceles Triangle 73">
                <a:extLst>
                  <a:ext uri="{FF2B5EF4-FFF2-40B4-BE49-F238E27FC236}">
                    <a16:creationId xmlns:a16="http://schemas.microsoft.com/office/drawing/2014/main" id="{42B8520F-859B-4F54-B086-78B09B12C6C1}"/>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100"/>
              </a:p>
            </p:txBody>
          </p:sp>
          <p:cxnSp>
            <p:nvCxnSpPr>
              <p:cNvPr id="14370" name="Straight Connector 74">
                <a:extLst>
                  <a:ext uri="{FF2B5EF4-FFF2-40B4-BE49-F238E27FC236}">
                    <a16:creationId xmlns:a16="http://schemas.microsoft.com/office/drawing/2014/main" id="{60507291-E341-458F-A42D-52F0FD04A24C}"/>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4371" name="Straight Connector 80">
                <a:extLst>
                  <a:ext uri="{FF2B5EF4-FFF2-40B4-BE49-F238E27FC236}">
                    <a16:creationId xmlns:a16="http://schemas.microsoft.com/office/drawing/2014/main" id="{E1AAAF26-4236-4DB5-9A76-A9680208A340}"/>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4372" name="Straight Connector 81">
                <a:extLst>
                  <a:ext uri="{FF2B5EF4-FFF2-40B4-BE49-F238E27FC236}">
                    <a16:creationId xmlns:a16="http://schemas.microsoft.com/office/drawing/2014/main" id="{86BA9FC4-99F8-4479-9CFD-89227D1FECE9}"/>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4373" name="Straight Connector 82">
                <a:extLst>
                  <a:ext uri="{FF2B5EF4-FFF2-40B4-BE49-F238E27FC236}">
                    <a16:creationId xmlns:a16="http://schemas.microsoft.com/office/drawing/2014/main" id="{81A2A541-E90E-49E4-80BF-C0609E4ECC9A}"/>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grpSp>
          <p:nvGrpSpPr>
            <p:cNvPr id="14363" name="Group 492">
              <a:extLst>
                <a:ext uri="{FF2B5EF4-FFF2-40B4-BE49-F238E27FC236}">
                  <a16:creationId xmlns:a16="http://schemas.microsoft.com/office/drawing/2014/main" id="{E7D52682-506F-4A40-9958-8524094EC3DA}"/>
                </a:ext>
              </a:extLst>
            </p:cNvPr>
            <p:cNvGrpSpPr>
              <a:grpSpLocks/>
            </p:cNvGrpSpPr>
            <p:nvPr/>
          </p:nvGrpSpPr>
          <p:grpSpPr bwMode="auto">
            <a:xfrm>
              <a:off x="6099136" y="3100425"/>
              <a:ext cx="181652" cy="536872"/>
              <a:chOff x="5645149" y="2205832"/>
              <a:chExt cx="152400" cy="384966"/>
            </a:xfrm>
          </p:grpSpPr>
          <p:sp>
            <p:nvSpPr>
              <p:cNvPr id="14364" name="Isosceles Triangle 84">
                <a:extLst>
                  <a:ext uri="{FF2B5EF4-FFF2-40B4-BE49-F238E27FC236}">
                    <a16:creationId xmlns:a16="http://schemas.microsoft.com/office/drawing/2014/main" id="{58D2C0ED-9933-490C-9D0A-72DFF7E18ADC}"/>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100"/>
              </a:p>
            </p:txBody>
          </p:sp>
          <p:cxnSp>
            <p:nvCxnSpPr>
              <p:cNvPr id="14365" name="Straight Connector 85">
                <a:extLst>
                  <a:ext uri="{FF2B5EF4-FFF2-40B4-BE49-F238E27FC236}">
                    <a16:creationId xmlns:a16="http://schemas.microsoft.com/office/drawing/2014/main" id="{4535C0BA-0E98-45F7-9DB2-9E3ECDD7B7E8}"/>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4366" name="Straight Connector 86">
                <a:extLst>
                  <a:ext uri="{FF2B5EF4-FFF2-40B4-BE49-F238E27FC236}">
                    <a16:creationId xmlns:a16="http://schemas.microsoft.com/office/drawing/2014/main" id="{025A4F0E-B3B7-49D4-A658-0FE9A329EF61}"/>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4367" name="Straight Connector 87">
                <a:extLst>
                  <a:ext uri="{FF2B5EF4-FFF2-40B4-BE49-F238E27FC236}">
                    <a16:creationId xmlns:a16="http://schemas.microsoft.com/office/drawing/2014/main" id="{1CF4DB48-C68C-4994-BB77-06F8E341C854}"/>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4368" name="Straight Connector 98">
                <a:extLst>
                  <a:ext uri="{FF2B5EF4-FFF2-40B4-BE49-F238E27FC236}">
                    <a16:creationId xmlns:a16="http://schemas.microsoft.com/office/drawing/2014/main" id="{AE13A1B0-8D4A-48A7-86D4-F6242B826607}"/>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53787D4-A9C0-4A08-872E-014BAE114F02}"/>
              </a:ext>
            </a:extLst>
          </p:cNvPr>
          <p:cNvSpPr>
            <a:spLocks noGrp="1"/>
          </p:cNvSpPr>
          <p:nvPr>
            <p:ph type="title"/>
          </p:nvPr>
        </p:nvSpPr>
        <p:spPr/>
        <p:txBody>
          <a:bodyPr/>
          <a:lstStyle/>
          <a:p>
            <a:r>
              <a:rPr lang="en-US" altLang="en-US"/>
              <a:t>T - model</a:t>
            </a:r>
          </a:p>
        </p:txBody>
      </p:sp>
      <p:sp>
        <p:nvSpPr>
          <p:cNvPr id="15363" name="Content Placeholder 2">
            <a:extLst>
              <a:ext uri="{FF2B5EF4-FFF2-40B4-BE49-F238E27FC236}">
                <a16:creationId xmlns:a16="http://schemas.microsoft.com/office/drawing/2014/main" id="{57C744C5-70BD-4D3E-96B4-D6B10E68B84D}"/>
              </a:ext>
            </a:extLst>
          </p:cNvPr>
          <p:cNvSpPr>
            <a:spLocks noGrp="1"/>
          </p:cNvSpPr>
          <p:nvPr>
            <p:ph type="body" sz="quarter" idx="10"/>
          </p:nvPr>
        </p:nvSpPr>
        <p:spPr/>
        <p:txBody>
          <a:bodyPr/>
          <a:lstStyle/>
          <a:p>
            <a:endParaRPr lang="en-US" altLang="en-US" sz="2000" dirty="0"/>
          </a:p>
          <a:p>
            <a:endParaRPr lang="en-US" altLang="en-US" sz="2000" dirty="0"/>
          </a:p>
          <a:p>
            <a:endParaRPr lang="en-US" altLang="en-US" sz="2000" dirty="0"/>
          </a:p>
          <a:p>
            <a:endParaRPr lang="en-US" altLang="en-US" sz="2000" dirty="0"/>
          </a:p>
          <a:p>
            <a:endParaRPr lang="en-US" altLang="en-US" sz="2000" dirty="0"/>
          </a:p>
          <a:p>
            <a:pPr marL="0" indent="0">
              <a:buNone/>
            </a:pPr>
            <a:endParaRPr lang="en-US" altLang="en-US" sz="2000" dirty="0"/>
          </a:p>
          <a:p>
            <a:endParaRPr lang="en-US" altLang="en-US" sz="2000" dirty="0"/>
          </a:p>
          <a:p>
            <a:r>
              <a:rPr lang="en-US" altLang="en-US" sz="2000" dirty="0" err="1"/>
              <a:t>R</a:t>
            </a:r>
            <a:r>
              <a:rPr lang="en-US" altLang="en-US" sz="2000" baseline="-25000" dirty="0" err="1"/>
              <a:t>total</a:t>
            </a:r>
            <a:r>
              <a:rPr lang="en-US" altLang="en-US" sz="2000" dirty="0"/>
              <a:t> is broken in two parts</a:t>
            </a:r>
          </a:p>
          <a:p>
            <a:r>
              <a:rPr lang="en-US" altLang="en-US" sz="2000" dirty="0" err="1"/>
              <a:t>C</a:t>
            </a:r>
            <a:r>
              <a:rPr lang="en-US" altLang="en-US" sz="2000" baseline="-25000" dirty="0" err="1"/>
              <a:t>total</a:t>
            </a:r>
            <a:r>
              <a:rPr lang="en-US" altLang="en-US" sz="2000" baseline="-25000" dirty="0"/>
              <a:t> </a:t>
            </a:r>
            <a:r>
              <a:rPr lang="en-US" altLang="en-US" sz="2000" dirty="0"/>
              <a:t>is connected between them</a:t>
            </a:r>
          </a:p>
        </p:txBody>
      </p:sp>
      <p:grpSp>
        <p:nvGrpSpPr>
          <p:cNvPr id="15364" name="Group 45">
            <a:extLst>
              <a:ext uri="{FF2B5EF4-FFF2-40B4-BE49-F238E27FC236}">
                <a16:creationId xmlns:a16="http://schemas.microsoft.com/office/drawing/2014/main" id="{9D7817A0-BE8F-4AB4-A41C-F8002F510BA7}"/>
              </a:ext>
            </a:extLst>
          </p:cNvPr>
          <p:cNvGrpSpPr>
            <a:grpSpLocks/>
          </p:cNvGrpSpPr>
          <p:nvPr/>
        </p:nvGrpSpPr>
        <p:grpSpPr bwMode="auto">
          <a:xfrm>
            <a:off x="3657601" y="1828801"/>
            <a:ext cx="3878263" cy="2200015"/>
            <a:chOff x="2864004" y="838200"/>
            <a:chExt cx="3147570" cy="1572457"/>
          </a:xfrm>
        </p:grpSpPr>
        <p:grpSp>
          <p:nvGrpSpPr>
            <p:cNvPr id="15365" name="Group 507">
              <a:extLst>
                <a:ext uri="{FF2B5EF4-FFF2-40B4-BE49-F238E27FC236}">
                  <a16:creationId xmlns:a16="http://schemas.microsoft.com/office/drawing/2014/main" id="{340D00B7-F17A-42BB-8C52-21400BB3BB6B}"/>
                </a:ext>
              </a:extLst>
            </p:cNvPr>
            <p:cNvGrpSpPr>
              <a:grpSpLocks/>
            </p:cNvGrpSpPr>
            <p:nvPr/>
          </p:nvGrpSpPr>
          <p:grpSpPr bwMode="auto">
            <a:xfrm>
              <a:off x="4254462" y="2008695"/>
              <a:ext cx="258128" cy="401962"/>
              <a:chOff x="5645149" y="2205832"/>
              <a:chExt cx="152400" cy="384966"/>
            </a:xfrm>
          </p:grpSpPr>
          <p:sp>
            <p:nvSpPr>
              <p:cNvPr id="15378" name="Isosceles Triangle 25">
                <a:extLst>
                  <a:ext uri="{FF2B5EF4-FFF2-40B4-BE49-F238E27FC236}">
                    <a16:creationId xmlns:a16="http://schemas.microsoft.com/office/drawing/2014/main" id="{F7F8EE5E-F850-413C-8FC5-7D95E0E54855}"/>
                  </a:ext>
                </a:extLst>
              </p:cNvPr>
              <p:cNvSpPr>
                <a:spLocks noChangeArrowheads="1"/>
              </p:cNvSpPr>
              <p:nvPr/>
            </p:nvSpPr>
            <p:spPr bwMode="auto">
              <a:xfrm rot="10800000">
                <a:off x="5676899" y="2514598"/>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5379" name="Straight Connector 26">
                <a:extLst>
                  <a:ext uri="{FF2B5EF4-FFF2-40B4-BE49-F238E27FC236}">
                    <a16:creationId xmlns:a16="http://schemas.microsoft.com/office/drawing/2014/main" id="{E7D93609-60F2-4274-B5E0-2D770E7A50E9}"/>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5380" name="Straight Connector 27">
                <a:extLst>
                  <a:ext uri="{FF2B5EF4-FFF2-40B4-BE49-F238E27FC236}">
                    <a16:creationId xmlns:a16="http://schemas.microsoft.com/office/drawing/2014/main" id="{3A8966EB-0F24-4651-A3CD-21621E5773A9}"/>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5381" name="Straight Connector 28">
                <a:extLst>
                  <a:ext uri="{FF2B5EF4-FFF2-40B4-BE49-F238E27FC236}">
                    <a16:creationId xmlns:a16="http://schemas.microsoft.com/office/drawing/2014/main" id="{0CB74382-0369-4230-9313-5D8DE61D49DB}"/>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5382" name="Straight Connector 29">
                <a:extLst>
                  <a:ext uri="{FF2B5EF4-FFF2-40B4-BE49-F238E27FC236}">
                    <a16:creationId xmlns:a16="http://schemas.microsoft.com/office/drawing/2014/main" id="{87FDB1D6-1D39-484B-B629-D9F791857414}"/>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5366" name="Straight Connector 7">
              <a:extLst>
                <a:ext uri="{FF2B5EF4-FFF2-40B4-BE49-F238E27FC236}">
                  <a16:creationId xmlns:a16="http://schemas.microsoft.com/office/drawing/2014/main" id="{6F6A1638-606F-488E-9E5A-3612826B1660}"/>
                </a:ext>
              </a:extLst>
            </p:cNvPr>
            <p:cNvCxnSpPr>
              <a:cxnSpLocks noChangeShapeType="1"/>
            </p:cNvCxnSpPr>
            <p:nvPr/>
          </p:nvCxnSpPr>
          <p:spPr bwMode="auto">
            <a:xfrm rot="10800000" flipV="1">
              <a:off x="2935309" y="2007236"/>
              <a:ext cx="603796" cy="0"/>
            </a:xfrm>
            <a:prstGeom prst="line">
              <a:avLst/>
            </a:prstGeom>
            <a:noFill/>
            <a:ln w="9525" algn="ctr">
              <a:solidFill>
                <a:schemeClr val="tx1"/>
              </a:solidFill>
              <a:round/>
              <a:headEnd/>
              <a:tailEnd/>
            </a:ln>
          </p:spPr>
        </p:cxnSp>
        <p:cxnSp>
          <p:nvCxnSpPr>
            <p:cNvPr id="15367" name="Straight Connector 8">
              <a:extLst>
                <a:ext uri="{FF2B5EF4-FFF2-40B4-BE49-F238E27FC236}">
                  <a16:creationId xmlns:a16="http://schemas.microsoft.com/office/drawing/2014/main" id="{A8A6048D-BACD-4EA0-A764-1F2BF7B6A729}"/>
                </a:ext>
              </a:extLst>
            </p:cNvPr>
            <p:cNvCxnSpPr>
              <a:cxnSpLocks noChangeShapeType="1"/>
            </p:cNvCxnSpPr>
            <p:nvPr/>
          </p:nvCxnSpPr>
          <p:spPr bwMode="auto">
            <a:xfrm rot="10800000">
              <a:off x="4044727" y="2005388"/>
              <a:ext cx="387193" cy="0"/>
            </a:xfrm>
            <a:prstGeom prst="line">
              <a:avLst/>
            </a:prstGeom>
            <a:noFill/>
            <a:ln w="9525" algn="ctr">
              <a:solidFill>
                <a:schemeClr val="tx1"/>
              </a:solidFill>
              <a:round/>
              <a:headEnd/>
              <a:tailEnd/>
            </a:ln>
          </p:spPr>
        </p:cxnSp>
        <p:cxnSp>
          <p:nvCxnSpPr>
            <p:cNvPr id="15368" name="Straight Connector 10">
              <a:extLst>
                <a:ext uri="{FF2B5EF4-FFF2-40B4-BE49-F238E27FC236}">
                  <a16:creationId xmlns:a16="http://schemas.microsoft.com/office/drawing/2014/main" id="{0CC6B3CA-3C5B-4884-8BB8-4AFE4C18F906}"/>
                </a:ext>
              </a:extLst>
            </p:cNvPr>
            <p:cNvCxnSpPr>
              <a:cxnSpLocks noChangeShapeType="1"/>
            </p:cNvCxnSpPr>
            <p:nvPr/>
          </p:nvCxnSpPr>
          <p:spPr bwMode="auto">
            <a:xfrm rot="10800000">
              <a:off x="4427656" y="2002145"/>
              <a:ext cx="387193" cy="0"/>
            </a:xfrm>
            <a:prstGeom prst="line">
              <a:avLst/>
            </a:prstGeom>
            <a:noFill/>
            <a:ln w="9525" algn="ctr">
              <a:solidFill>
                <a:schemeClr val="tx1"/>
              </a:solidFill>
              <a:round/>
              <a:headEnd/>
              <a:tailEnd/>
            </a:ln>
          </p:spPr>
        </p:cxnSp>
        <p:cxnSp>
          <p:nvCxnSpPr>
            <p:cNvPr id="15369" name="Straight Connector 11">
              <a:extLst>
                <a:ext uri="{FF2B5EF4-FFF2-40B4-BE49-F238E27FC236}">
                  <a16:creationId xmlns:a16="http://schemas.microsoft.com/office/drawing/2014/main" id="{573783EA-4B49-4EC6-A9D3-C50BA7D58B72}"/>
                </a:ext>
              </a:extLst>
            </p:cNvPr>
            <p:cNvCxnSpPr>
              <a:cxnSpLocks noChangeShapeType="1"/>
            </p:cNvCxnSpPr>
            <p:nvPr/>
          </p:nvCxnSpPr>
          <p:spPr bwMode="auto">
            <a:xfrm rot="10800000" flipV="1">
              <a:off x="5329977" y="1997393"/>
              <a:ext cx="603796" cy="0"/>
            </a:xfrm>
            <a:prstGeom prst="line">
              <a:avLst/>
            </a:prstGeom>
            <a:noFill/>
            <a:ln w="9525" algn="ctr">
              <a:solidFill>
                <a:schemeClr val="tx1"/>
              </a:solidFill>
              <a:round/>
              <a:headEnd/>
              <a:tailEnd/>
            </a:ln>
          </p:spPr>
        </p:cxnSp>
        <p:sp>
          <p:nvSpPr>
            <p:cNvPr id="15370" name="Oval 12">
              <a:extLst>
                <a:ext uri="{FF2B5EF4-FFF2-40B4-BE49-F238E27FC236}">
                  <a16:creationId xmlns:a16="http://schemas.microsoft.com/office/drawing/2014/main" id="{6D48E7CA-7356-4657-B392-390010A8CFF7}"/>
                </a:ext>
              </a:extLst>
            </p:cNvPr>
            <p:cNvSpPr>
              <a:spLocks noChangeArrowheads="1"/>
            </p:cNvSpPr>
            <p:nvPr/>
          </p:nvSpPr>
          <p:spPr bwMode="auto">
            <a:xfrm>
              <a:off x="2864004" y="1973869"/>
              <a:ext cx="72201" cy="6672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5371" name="Oval 13">
              <a:extLst>
                <a:ext uri="{FF2B5EF4-FFF2-40B4-BE49-F238E27FC236}">
                  <a16:creationId xmlns:a16="http://schemas.microsoft.com/office/drawing/2014/main" id="{7ADB0EF7-A879-4204-8536-D2D726711B84}"/>
                </a:ext>
              </a:extLst>
            </p:cNvPr>
            <p:cNvSpPr>
              <a:spLocks noChangeArrowheads="1"/>
            </p:cNvSpPr>
            <p:nvPr/>
          </p:nvSpPr>
          <p:spPr bwMode="auto">
            <a:xfrm>
              <a:off x="5930296" y="1960997"/>
              <a:ext cx="72201" cy="6672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7" name="TextBox 16">
              <a:extLst>
                <a:ext uri="{FF2B5EF4-FFF2-40B4-BE49-F238E27FC236}">
                  <a16:creationId xmlns:a16="http://schemas.microsoft.com/office/drawing/2014/main" id="{4A0CACE1-7377-4D8E-AE85-D4950D8DF674}"/>
                </a:ext>
              </a:extLst>
            </p:cNvPr>
            <p:cNvSpPr txBox="1"/>
            <p:nvPr/>
          </p:nvSpPr>
          <p:spPr>
            <a:xfrm>
              <a:off x="4434568" y="2163486"/>
              <a:ext cx="367139" cy="181486"/>
            </a:xfrm>
            <a:prstGeom prst="rect">
              <a:avLst/>
            </a:prstGeom>
            <a:noFill/>
            <a:ln w="9525">
              <a:noFill/>
            </a:ln>
          </p:spPr>
          <p:txBody>
            <a:bodyPr wrap="none">
              <a:spAutoFit/>
            </a:bodyPr>
            <a:lstStyle/>
            <a:p>
              <a:pPr eaLnBrk="1" hangingPunct="1">
                <a:defRPr/>
              </a:pPr>
              <a:r>
                <a:rPr lang="en-US" sz="1050" dirty="0" err="1">
                  <a:latin typeface="Arial" charset="0"/>
                  <a:cs typeface="Arial" charset="0"/>
                </a:rPr>
                <a:t>C</a:t>
              </a:r>
              <a:r>
                <a:rPr lang="en-US" sz="1050" baseline="-25000" dirty="0" err="1">
                  <a:latin typeface="Arial" charset="0"/>
                  <a:cs typeface="Arial" charset="0"/>
                </a:rPr>
                <a:t>total</a:t>
              </a:r>
              <a:endParaRPr lang="en-US" b="1" dirty="0">
                <a:latin typeface="Arial" charset="0"/>
                <a:cs typeface="Arial" charset="0"/>
              </a:endParaRPr>
            </a:p>
          </p:txBody>
        </p:sp>
        <p:sp>
          <p:nvSpPr>
            <p:cNvPr id="15373" name="Rectangle 38">
              <a:extLst>
                <a:ext uri="{FF2B5EF4-FFF2-40B4-BE49-F238E27FC236}">
                  <a16:creationId xmlns:a16="http://schemas.microsoft.com/office/drawing/2014/main" id="{8610623A-26DE-496A-8513-86E6910F7749}"/>
                </a:ext>
              </a:extLst>
            </p:cNvPr>
            <p:cNvSpPr>
              <a:spLocks noChangeArrowheads="1"/>
            </p:cNvSpPr>
            <p:nvPr/>
          </p:nvSpPr>
          <p:spPr bwMode="auto">
            <a:xfrm>
              <a:off x="3543868" y="1892703"/>
              <a:ext cx="500859"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5374" name="Rectangle 39">
              <a:extLst>
                <a:ext uri="{FF2B5EF4-FFF2-40B4-BE49-F238E27FC236}">
                  <a16:creationId xmlns:a16="http://schemas.microsoft.com/office/drawing/2014/main" id="{D3D9373F-FA09-4B21-A6BF-1B8F038EC98D}"/>
                </a:ext>
              </a:extLst>
            </p:cNvPr>
            <p:cNvSpPr>
              <a:spLocks noChangeArrowheads="1"/>
            </p:cNvSpPr>
            <p:nvPr/>
          </p:nvSpPr>
          <p:spPr bwMode="auto">
            <a:xfrm>
              <a:off x="4814849" y="1893519"/>
              <a:ext cx="515128"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41" name="TextBox 40">
              <a:extLst>
                <a:ext uri="{FF2B5EF4-FFF2-40B4-BE49-F238E27FC236}">
                  <a16:creationId xmlns:a16="http://schemas.microsoft.com/office/drawing/2014/main" id="{12D28DBA-C9F0-4BFE-8C7F-B8A2E889473B}"/>
                </a:ext>
              </a:extLst>
            </p:cNvPr>
            <p:cNvSpPr txBox="1">
              <a:spLocks noRot="1" noChangeAspect="1" noMove="1" noResize="1" noEditPoints="1" noAdjustHandles="1" noChangeArrowheads="1" noChangeShapeType="1" noTextEdit="1"/>
            </p:cNvSpPr>
            <p:nvPr/>
          </p:nvSpPr>
          <p:spPr>
            <a:xfrm>
              <a:off x="5329977" y="838200"/>
              <a:ext cx="681597" cy="609077"/>
            </a:xfrm>
            <a:prstGeom prst="rect">
              <a:avLst/>
            </a:prstGeom>
            <a:blipFill rotWithShape="0">
              <a:blip r:embed="rId2"/>
              <a:stretch>
                <a:fillRect/>
              </a:stretch>
            </a:blipFill>
            <a:ln w="9525">
              <a:noFill/>
            </a:ln>
          </p:spPr>
          <p:txBody>
            <a:bodyPr/>
            <a:lstStyle/>
            <a:p>
              <a:r>
                <a:rPr lang="en-US">
                  <a:noFill/>
                </a:rPr>
                <a:t> </a:t>
              </a:r>
            </a:p>
          </p:txBody>
        </p:sp>
        <p:cxnSp>
          <p:nvCxnSpPr>
            <p:cNvPr id="15376" name="Straight Connector 41">
              <a:extLst>
                <a:ext uri="{FF2B5EF4-FFF2-40B4-BE49-F238E27FC236}">
                  <a16:creationId xmlns:a16="http://schemas.microsoft.com/office/drawing/2014/main" id="{CA3E3639-C1BE-44EC-808B-07ED9083E603}"/>
                </a:ext>
              </a:extLst>
            </p:cNvPr>
            <p:cNvCxnSpPr>
              <a:cxnSpLocks noChangeShapeType="1"/>
              <a:stCxn id="41" idx="1"/>
            </p:cNvCxnSpPr>
            <p:nvPr/>
          </p:nvCxnSpPr>
          <p:spPr bwMode="auto">
            <a:xfrm flipH="1">
              <a:off x="3794297" y="1142739"/>
              <a:ext cx="1535680" cy="686061"/>
            </a:xfrm>
            <a:prstGeom prst="line">
              <a:avLst/>
            </a:prstGeom>
            <a:noFill/>
            <a:ln w="9525" algn="ctr">
              <a:solidFill>
                <a:schemeClr val="tx1"/>
              </a:solidFill>
              <a:round/>
              <a:headEnd/>
              <a:tailEnd/>
            </a:ln>
          </p:spPr>
        </p:cxnSp>
        <p:cxnSp>
          <p:nvCxnSpPr>
            <p:cNvPr id="15377" name="Straight Connector 43">
              <a:extLst>
                <a:ext uri="{FF2B5EF4-FFF2-40B4-BE49-F238E27FC236}">
                  <a16:creationId xmlns:a16="http://schemas.microsoft.com/office/drawing/2014/main" id="{BC85CB17-1FFB-4A63-B1D4-FFA7F920F992}"/>
                </a:ext>
              </a:extLst>
            </p:cNvPr>
            <p:cNvCxnSpPr>
              <a:cxnSpLocks noChangeShapeType="1"/>
              <a:stCxn id="41" idx="1"/>
            </p:cNvCxnSpPr>
            <p:nvPr/>
          </p:nvCxnSpPr>
          <p:spPr bwMode="auto">
            <a:xfrm flipH="1">
              <a:off x="5072413" y="1142739"/>
              <a:ext cx="257564" cy="686061"/>
            </a:xfrm>
            <a:prstGeom prst="line">
              <a:avLst/>
            </a:prstGeom>
            <a:noFill/>
            <a:ln w="9525" algn="ctr">
              <a:solidFill>
                <a:schemeClr val="tx1"/>
              </a:solidFill>
              <a:round/>
              <a:headEnd/>
              <a:tailEn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a:extLst>
              <a:ext uri="{FF2B5EF4-FFF2-40B4-BE49-F238E27FC236}">
                <a16:creationId xmlns:a16="http://schemas.microsoft.com/office/drawing/2014/main" id="{AAFEBCEA-2012-472D-AA51-C1DF98A962AC}"/>
              </a:ext>
            </a:extLst>
          </p:cNvPr>
          <p:cNvSpPr>
            <a:spLocks noGrp="1"/>
          </p:cNvSpPr>
          <p:nvPr>
            <p:ph type="body" sz="quarter" idx="10"/>
          </p:nvPr>
        </p:nvSpPr>
        <p:spPr>
          <a:xfrm>
            <a:off x="457200" y="1188720"/>
            <a:ext cx="11277922" cy="5185186"/>
          </a:xfrm>
        </p:spPr>
        <p:txBody>
          <a:bodyPr/>
          <a:lstStyle/>
          <a:p>
            <a:r>
              <a:rPr lang="en-US" altLang="en-US"/>
              <a:t>Ctotal is broken into two parts</a:t>
            </a:r>
          </a:p>
          <a:p>
            <a:r>
              <a:rPr lang="en-US" altLang="en-US"/>
              <a:t>Rtotal is connected between them</a:t>
            </a:r>
          </a:p>
        </p:txBody>
      </p:sp>
      <p:grpSp>
        <p:nvGrpSpPr>
          <p:cNvPr id="16388" name="Group 42">
            <a:extLst>
              <a:ext uri="{FF2B5EF4-FFF2-40B4-BE49-F238E27FC236}">
                <a16:creationId xmlns:a16="http://schemas.microsoft.com/office/drawing/2014/main" id="{684529AE-65E3-4385-8898-3FE656DF46FE}"/>
              </a:ext>
            </a:extLst>
          </p:cNvPr>
          <p:cNvGrpSpPr>
            <a:grpSpLocks/>
          </p:cNvGrpSpPr>
          <p:nvPr/>
        </p:nvGrpSpPr>
        <p:grpSpPr bwMode="auto">
          <a:xfrm>
            <a:off x="4065745" y="2142417"/>
            <a:ext cx="3481388" cy="1709737"/>
            <a:chOff x="2930566" y="1481768"/>
            <a:chExt cx="3052762" cy="1344066"/>
          </a:xfrm>
        </p:grpSpPr>
        <p:grpSp>
          <p:nvGrpSpPr>
            <p:cNvPr id="16389" name="Group 476">
              <a:extLst>
                <a:ext uri="{FF2B5EF4-FFF2-40B4-BE49-F238E27FC236}">
                  <a16:creationId xmlns:a16="http://schemas.microsoft.com/office/drawing/2014/main" id="{8B919C90-4D01-4B08-965C-CC50946F3B65}"/>
                </a:ext>
              </a:extLst>
            </p:cNvPr>
            <p:cNvGrpSpPr>
              <a:grpSpLocks/>
            </p:cNvGrpSpPr>
            <p:nvPr/>
          </p:nvGrpSpPr>
          <p:grpSpPr bwMode="auto">
            <a:xfrm>
              <a:off x="3705670" y="1858207"/>
              <a:ext cx="249452" cy="401967"/>
              <a:chOff x="5645149" y="2205831"/>
              <a:chExt cx="152400" cy="384967"/>
            </a:xfrm>
          </p:grpSpPr>
          <p:sp>
            <p:nvSpPr>
              <p:cNvPr id="31" name="Isosceles Triangle 30">
                <a:extLst>
                  <a:ext uri="{FF2B5EF4-FFF2-40B4-BE49-F238E27FC236}">
                    <a16:creationId xmlns:a16="http://schemas.microsoft.com/office/drawing/2014/main" id="{149E8031-2ADC-49D5-8121-4253047C0755}"/>
                  </a:ext>
                </a:extLst>
              </p:cNvPr>
              <p:cNvSpPr/>
              <p:nvPr/>
            </p:nvSpPr>
            <p:spPr bwMode="auto">
              <a:xfrm rot="10800000">
                <a:off x="5676779" y="2514621"/>
                <a:ext cx="76541" cy="76492"/>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050">
                  <a:latin typeface="Arial" charset="0"/>
                  <a:cs typeface="Arial" charset="0"/>
                </a:endParaRPr>
              </a:p>
            </p:txBody>
          </p:sp>
          <p:cxnSp>
            <p:nvCxnSpPr>
              <p:cNvPr id="16409" name="Straight Connector 31">
                <a:extLst>
                  <a:ext uri="{FF2B5EF4-FFF2-40B4-BE49-F238E27FC236}">
                    <a16:creationId xmlns:a16="http://schemas.microsoft.com/office/drawing/2014/main" id="{CF00D08E-A12F-4BF4-A19C-35B47F69AE03}"/>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6410" name="Straight Connector 32">
                <a:extLst>
                  <a:ext uri="{FF2B5EF4-FFF2-40B4-BE49-F238E27FC236}">
                    <a16:creationId xmlns:a16="http://schemas.microsoft.com/office/drawing/2014/main" id="{2218AE37-7C84-4C4E-A989-4F1DBA5EA4F2}"/>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6411" name="Straight Connector 33">
                <a:extLst>
                  <a:ext uri="{FF2B5EF4-FFF2-40B4-BE49-F238E27FC236}">
                    <a16:creationId xmlns:a16="http://schemas.microsoft.com/office/drawing/2014/main" id="{844ED73E-D2A6-4268-860B-EEA7A5356000}"/>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6412" name="Straight Connector 34">
                <a:extLst>
                  <a:ext uri="{FF2B5EF4-FFF2-40B4-BE49-F238E27FC236}">
                    <a16:creationId xmlns:a16="http://schemas.microsoft.com/office/drawing/2014/main" id="{33F6E8F7-7F86-41C8-8263-1F6716C66C2B}"/>
                  </a:ext>
                </a:extLst>
              </p:cNvPr>
              <p:cNvCxnSpPr>
                <a:cxnSpLocks noChangeShapeType="1"/>
              </p:cNvCxnSpPr>
              <p:nvPr/>
            </p:nvCxnSpPr>
            <p:spPr bwMode="auto">
              <a:xfrm rot="5400000">
                <a:off x="5660231" y="2267743"/>
                <a:ext cx="123823" cy="0"/>
              </a:xfrm>
              <a:prstGeom prst="line">
                <a:avLst/>
              </a:prstGeom>
              <a:noFill/>
              <a:ln w="9525" algn="ctr">
                <a:solidFill>
                  <a:schemeClr val="tx1"/>
                </a:solidFill>
                <a:round/>
                <a:headEnd/>
                <a:tailEnd/>
              </a:ln>
            </p:spPr>
          </p:cxnSp>
        </p:grpSp>
        <p:grpSp>
          <p:nvGrpSpPr>
            <p:cNvPr id="16390" name="Group 507">
              <a:extLst>
                <a:ext uri="{FF2B5EF4-FFF2-40B4-BE49-F238E27FC236}">
                  <a16:creationId xmlns:a16="http://schemas.microsoft.com/office/drawing/2014/main" id="{25093D63-8F06-40F7-9094-A0CA330F9E75}"/>
                </a:ext>
              </a:extLst>
            </p:cNvPr>
            <p:cNvGrpSpPr>
              <a:grpSpLocks/>
            </p:cNvGrpSpPr>
            <p:nvPr/>
          </p:nvGrpSpPr>
          <p:grpSpPr bwMode="auto">
            <a:xfrm>
              <a:off x="4941755" y="1863821"/>
              <a:ext cx="249452" cy="401962"/>
              <a:chOff x="5645149" y="2205832"/>
              <a:chExt cx="152400" cy="384966"/>
            </a:xfrm>
          </p:grpSpPr>
          <p:sp>
            <p:nvSpPr>
              <p:cNvPr id="18" name="Isosceles Triangle 17">
                <a:extLst>
                  <a:ext uri="{FF2B5EF4-FFF2-40B4-BE49-F238E27FC236}">
                    <a16:creationId xmlns:a16="http://schemas.microsoft.com/office/drawing/2014/main" id="{A2DEFA99-2057-4F2C-A459-39E6C17785D8}"/>
                  </a:ext>
                </a:extLst>
              </p:cNvPr>
              <p:cNvSpPr/>
              <p:nvPr/>
            </p:nvSpPr>
            <p:spPr bwMode="auto">
              <a:xfrm rot="10800000">
                <a:off x="5676812" y="2514029"/>
                <a:ext cx="76541" cy="7649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1050">
                  <a:latin typeface="Arial" charset="0"/>
                  <a:cs typeface="Arial" charset="0"/>
                </a:endParaRPr>
              </a:p>
            </p:txBody>
          </p:sp>
          <p:cxnSp>
            <p:nvCxnSpPr>
              <p:cNvPr id="16404" name="Straight Connector 18">
                <a:extLst>
                  <a:ext uri="{FF2B5EF4-FFF2-40B4-BE49-F238E27FC236}">
                    <a16:creationId xmlns:a16="http://schemas.microsoft.com/office/drawing/2014/main" id="{953889B0-7983-4062-B8BB-81AB6A1FEF7D}"/>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6405" name="Straight Connector 19">
                <a:extLst>
                  <a:ext uri="{FF2B5EF4-FFF2-40B4-BE49-F238E27FC236}">
                    <a16:creationId xmlns:a16="http://schemas.microsoft.com/office/drawing/2014/main" id="{18E29725-721B-4D62-93E7-E83546D2BC57}"/>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6406" name="Straight Connector 20">
                <a:extLst>
                  <a:ext uri="{FF2B5EF4-FFF2-40B4-BE49-F238E27FC236}">
                    <a16:creationId xmlns:a16="http://schemas.microsoft.com/office/drawing/2014/main" id="{6A3938BE-1025-400A-BDC7-30B419B20F76}"/>
                  </a:ext>
                </a:extLst>
              </p:cNvPr>
              <p:cNvCxnSpPr>
                <a:cxnSpLocks noChangeShapeType="1"/>
              </p:cNvCxnSpPr>
              <p:nvPr/>
            </p:nvCxnSpPr>
            <p:spPr bwMode="auto">
              <a:xfrm rot="5400000">
                <a:off x="5641974" y="2435226"/>
                <a:ext cx="152402" cy="6350"/>
              </a:xfrm>
              <a:prstGeom prst="line">
                <a:avLst/>
              </a:prstGeom>
              <a:noFill/>
              <a:ln w="9525" algn="ctr">
                <a:solidFill>
                  <a:schemeClr val="tx1"/>
                </a:solidFill>
                <a:round/>
                <a:headEnd/>
                <a:tailEnd/>
              </a:ln>
            </p:spPr>
          </p:cxnSp>
          <p:cxnSp>
            <p:nvCxnSpPr>
              <p:cNvPr id="16407" name="Straight Connector 21">
                <a:extLst>
                  <a:ext uri="{FF2B5EF4-FFF2-40B4-BE49-F238E27FC236}">
                    <a16:creationId xmlns:a16="http://schemas.microsoft.com/office/drawing/2014/main" id="{B6D1E31E-750C-4F77-BD16-A9B45D42D762}"/>
                  </a:ext>
                </a:extLst>
              </p:cNvPr>
              <p:cNvCxnSpPr>
                <a:cxnSpLocks noChangeShapeType="1"/>
              </p:cNvCxnSpPr>
              <p:nvPr/>
            </p:nvCxnSpPr>
            <p:spPr bwMode="auto">
              <a:xfrm rot="5400000">
                <a:off x="5659438" y="2266950"/>
                <a:ext cx="123823" cy="1588"/>
              </a:xfrm>
              <a:prstGeom prst="line">
                <a:avLst/>
              </a:prstGeom>
              <a:noFill/>
              <a:ln w="9525" algn="ctr">
                <a:solidFill>
                  <a:schemeClr val="tx1"/>
                </a:solidFill>
                <a:round/>
                <a:headEnd/>
                <a:tailEnd/>
              </a:ln>
            </p:spPr>
          </p:cxnSp>
        </p:grpSp>
        <p:cxnSp>
          <p:nvCxnSpPr>
            <p:cNvPr id="16391" name="Straight Connector 8">
              <a:extLst>
                <a:ext uri="{FF2B5EF4-FFF2-40B4-BE49-F238E27FC236}">
                  <a16:creationId xmlns:a16="http://schemas.microsoft.com/office/drawing/2014/main" id="{C1ACCF08-E9A6-423D-9BF5-2235048F7721}"/>
                </a:ext>
              </a:extLst>
            </p:cNvPr>
            <p:cNvCxnSpPr>
              <a:cxnSpLocks noChangeShapeType="1"/>
            </p:cNvCxnSpPr>
            <p:nvPr/>
          </p:nvCxnSpPr>
          <p:spPr bwMode="auto">
            <a:xfrm rot="10800000">
              <a:off x="3838131" y="1859327"/>
              <a:ext cx="374177" cy="0"/>
            </a:xfrm>
            <a:prstGeom prst="line">
              <a:avLst/>
            </a:prstGeom>
            <a:noFill/>
            <a:ln w="9525" algn="ctr">
              <a:solidFill>
                <a:schemeClr val="tx1"/>
              </a:solidFill>
              <a:round/>
              <a:headEnd/>
              <a:tailEnd/>
            </a:ln>
          </p:spPr>
        </p:cxnSp>
        <p:cxnSp>
          <p:nvCxnSpPr>
            <p:cNvPr id="16392" name="Straight Connector 9">
              <a:extLst>
                <a:ext uri="{FF2B5EF4-FFF2-40B4-BE49-F238E27FC236}">
                  <a16:creationId xmlns:a16="http://schemas.microsoft.com/office/drawing/2014/main" id="{4955A82F-7EEB-45E2-8296-614276B80A21}"/>
                </a:ext>
              </a:extLst>
            </p:cNvPr>
            <p:cNvCxnSpPr>
              <a:cxnSpLocks noChangeShapeType="1"/>
            </p:cNvCxnSpPr>
            <p:nvPr/>
          </p:nvCxnSpPr>
          <p:spPr bwMode="auto">
            <a:xfrm rot="10800000">
              <a:off x="4700933" y="1860515"/>
              <a:ext cx="374177" cy="0"/>
            </a:xfrm>
            <a:prstGeom prst="line">
              <a:avLst/>
            </a:prstGeom>
            <a:noFill/>
            <a:ln w="9525" algn="ctr">
              <a:solidFill>
                <a:schemeClr val="tx1"/>
              </a:solidFill>
              <a:round/>
              <a:headEnd/>
              <a:tailEnd/>
            </a:ln>
          </p:spPr>
        </p:cxnSp>
        <p:cxnSp>
          <p:nvCxnSpPr>
            <p:cNvPr id="16393" name="Straight Connector 10">
              <a:extLst>
                <a:ext uri="{FF2B5EF4-FFF2-40B4-BE49-F238E27FC236}">
                  <a16:creationId xmlns:a16="http://schemas.microsoft.com/office/drawing/2014/main" id="{F3627190-F045-4676-B877-32A0E6AB42F5}"/>
                </a:ext>
              </a:extLst>
            </p:cNvPr>
            <p:cNvCxnSpPr>
              <a:cxnSpLocks noChangeShapeType="1"/>
            </p:cNvCxnSpPr>
            <p:nvPr/>
          </p:nvCxnSpPr>
          <p:spPr bwMode="auto">
            <a:xfrm>
              <a:off x="3006766" y="1855902"/>
              <a:ext cx="838200" cy="0"/>
            </a:xfrm>
            <a:prstGeom prst="line">
              <a:avLst/>
            </a:prstGeom>
            <a:noFill/>
            <a:ln w="9525" algn="ctr">
              <a:solidFill>
                <a:schemeClr val="tx1"/>
              </a:solidFill>
              <a:round/>
              <a:headEnd/>
              <a:tailEnd/>
            </a:ln>
          </p:spPr>
        </p:cxnSp>
        <p:cxnSp>
          <p:nvCxnSpPr>
            <p:cNvPr id="16394" name="Straight Connector 11">
              <a:extLst>
                <a:ext uri="{FF2B5EF4-FFF2-40B4-BE49-F238E27FC236}">
                  <a16:creationId xmlns:a16="http://schemas.microsoft.com/office/drawing/2014/main" id="{2EF65030-8418-4CCC-9F98-A1E6DE3C74EF}"/>
                </a:ext>
              </a:extLst>
            </p:cNvPr>
            <p:cNvCxnSpPr>
              <a:cxnSpLocks noChangeShapeType="1"/>
            </p:cNvCxnSpPr>
            <p:nvPr/>
          </p:nvCxnSpPr>
          <p:spPr bwMode="auto">
            <a:xfrm>
              <a:off x="5073691" y="1855133"/>
              <a:ext cx="838200" cy="0"/>
            </a:xfrm>
            <a:prstGeom prst="line">
              <a:avLst/>
            </a:prstGeom>
            <a:noFill/>
            <a:ln w="9525" algn="ctr">
              <a:solidFill>
                <a:schemeClr val="tx1"/>
              </a:solidFill>
              <a:round/>
              <a:headEnd/>
              <a:tailEnd/>
            </a:ln>
          </p:spPr>
        </p:cxnSp>
        <p:sp>
          <p:nvSpPr>
            <p:cNvPr id="16395" name="Oval 12">
              <a:extLst>
                <a:ext uri="{FF2B5EF4-FFF2-40B4-BE49-F238E27FC236}">
                  <a16:creationId xmlns:a16="http://schemas.microsoft.com/office/drawing/2014/main" id="{DCDDE311-7512-4A70-8A0A-92D73A548785}"/>
                </a:ext>
              </a:extLst>
            </p:cNvPr>
            <p:cNvSpPr>
              <a:spLocks noChangeArrowheads="1"/>
            </p:cNvSpPr>
            <p:nvPr/>
          </p:nvSpPr>
          <p:spPr bwMode="auto">
            <a:xfrm>
              <a:off x="2930566" y="1817010"/>
              <a:ext cx="76200" cy="762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sp>
          <p:nvSpPr>
            <p:cNvPr id="16396" name="Oval 13">
              <a:extLst>
                <a:ext uri="{FF2B5EF4-FFF2-40B4-BE49-F238E27FC236}">
                  <a16:creationId xmlns:a16="http://schemas.microsoft.com/office/drawing/2014/main" id="{31C1D84B-3CFB-4906-B110-D252732E8FDB}"/>
                </a:ext>
              </a:extLst>
            </p:cNvPr>
            <p:cNvSpPr>
              <a:spLocks noChangeArrowheads="1"/>
            </p:cNvSpPr>
            <p:nvPr/>
          </p:nvSpPr>
          <p:spPr bwMode="auto">
            <a:xfrm>
              <a:off x="5907128" y="1820214"/>
              <a:ext cx="76200" cy="762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sp>
          <p:nvSpPr>
            <p:cNvPr id="4" name="TextBox 3">
              <a:extLst>
                <a:ext uri="{FF2B5EF4-FFF2-40B4-BE49-F238E27FC236}">
                  <a16:creationId xmlns:a16="http://schemas.microsoft.com/office/drawing/2014/main" id="{F2C3803D-1EB0-440E-89F8-7F7BBC5BEA6A}"/>
                </a:ext>
              </a:extLst>
            </p:cNvPr>
            <p:cNvSpPr txBox="1">
              <a:spLocks noRot="1" noChangeAspect="1" noMove="1" noResize="1" noEditPoints="1" noAdjustHandles="1" noChangeArrowheads="1" noChangeShapeType="1" noTextEdit="1"/>
            </p:cNvSpPr>
            <p:nvPr/>
          </p:nvSpPr>
          <p:spPr>
            <a:xfrm>
              <a:off x="2945691" y="2180609"/>
              <a:ext cx="771945" cy="629019"/>
            </a:xfrm>
            <a:prstGeom prst="rect">
              <a:avLst/>
            </a:prstGeom>
            <a:blipFill rotWithShape="0">
              <a:blip r:embed="rId2"/>
              <a:stretch>
                <a:fillRect/>
              </a:stretch>
            </a:blipFill>
            <a:ln w="9525">
              <a:noFill/>
            </a:ln>
          </p:spPr>
          <p:txBody>
            <a:bodyPr/>
            <a:lstStyle/>
            <a:p>
              <a:r>
                <a:rPr lang="en-US">
                  <a:noFill/>
                </a:rPr>
                <a:t> </a:t>
              </a:r>
            </a:p>
          </p:txBody>
        </p:sp>
        <p:sp>
          <p:nvSpPr>
            <p:cNvPr id="36" name="TextBox 35">
              <a:extLst>
                <a:ext uri="{FF2B5EF4-FFF2-40B4-BE49-F238E27FC236}">
                  <a16:creationId xmlns:a16="http://schemas.microsoft.com/office/drawing/2014/main" id="{88207933-BB23-4D45-BDA1-82F2DC842E2C}"/>
                </a:ext>
              </a:extLst>
            </p:cNvPr>
            <p:cNvSpPr txBox="1">
              <a:spLocks noRot="1" noChangeAspect="1" noMove="1" noResize="1" noEditPoints="1" noAdjustHandles="1" noChangeArrowheads="1" noChangeShapeType="1" noTextEdit="1"/>
            </p:cNvSpPr>
            <p:nvPr/>
          </p:nvSpPr>
          <p:spPr>
            <a:xfrm>
              <a:off x="5181682" y="2196815"/>
              <a:ext cx="771945" cy="629019"/>
            </a:xfrm>
            <a:prstGeom prst="rect">
              <a:avLst/>
            </a:prstGeom>
            <a:blipFill rotWithShape="0">
              <a:blip r:embed="rId3"/>
              <a:stretch>
                <a:fillRect/>
              </a:stretch>
            </a:blipFill>
            <a:ln w="9525">
              <a:noFill/>
            </a:ln>
          </p:spPr>
          <p:txBody>
            <a:bodyPr/>
            <a:lstStyle/>
            <a:p>
              <a:r>
                <a:rPr lang="en-US">
                  <a:noFill/>
                </a:rPr>
                <a:t> </a:t>
              </a:r>
            </a:p>
          </p:txBody>
        </p:sp>
        <p:sp>
          <p:nvSpPr>
            <p:cNvPr id="16399" name="Rectangle 36">
              <a:extLst>
                <a:ext uri="{FF2B5EF4-FFF2-40B4-BE49-F238E27FC236}">
                  <a16:creationId xmlns:a16="http://schemas.microsoft.com/office/drawing/2014/main" id="{FCB45904-949F-4194-9BAA-41F737229B3C}"/>
                </a:ext>
              </a:extLst>
            </p:cNvPr>
            <p:cNvSpPr>
              <a:spLocks noChangeArrowheads="1"/>
            </p:cNvSpPr>
            <p:nvPr/>
          </p:nvSpPr>
          <p:spPr bwMode="auto">
            <a:xfrm>
              <a:off x="4212308" y="1759230"/>
              <a:ext cx="481323" cy="22360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6400" name="Straight Connector 38">
              <a:extLst>
                <a:ext uri="{FF2B5EF4-FFF2-40B4-BE49-F238E27FC236}">
                  <a16:creationId xmlns:a16="http://schemas.microsoft.com/office/drawing/2014/main" id="{7347CAF4-D671-48E6-8EF0-3185654814C0}"/>
                </a:ext>
              </a:extLst>
            </p:cNvPr>
            <p:cNvCxnSpPr>
              <a:cxnSpLocks noChangeShapeType="1"/>
              <a:stCxn id="4" idx="0"/>
            </p:cNvCxnSpPr>
            <p:nvPr/>
          </p:nvCxnSpPr>
          <p:spPr bwMode="auto">
            <a:xfrm flipV="1">
              <a:off x="3331664" y="1993112"/>
              <a:ext cx="319668" cy="187498"/>
            </a:xfrm>
            <a:prstGeom prst="line">
              <a:avLst/>
            </a:prstGeom>
            <a:noFill/>
            <a:ln w="9525" algn="ctr">
              <a:solidFill>
                <a:schemeClr val="tx1"/>
              </a:solidFill>
              <a:round/>
              <a:headEnd/>
              <a:tailEnd/>
            </a:ln>
          </p:spPr>
        </p:cxnSp>
        <p:cxnSp>
          <p:nvCxnSpPr>
            <p:cNvPr id="16401" name="Straight Connector 40">
              <a:extLst>
                <a:ext uri="{FF2B5EF4-FFF2-40B4-BE49-F238E27FC236}">
                  <a16:creationId xmlns:a16="http://schemas.microsoft.com/office/drawing/2014/main" id="{C87A4D4B-32D1-434E-94A2-CA44A0F8CA46}"/>
                </a:ext>
              </a:extLst>
            </p:cNvPr>
            <p:cNvCxnSpPr>
              <a:cxnSpLocks noChangeShapeType="1"/>
              <a:stCxn id="36" idx="0"/>
            </p:cNvCxnSpPr>
            <p:nvPr/>
          </p:nvCxnSpPr>
          <p:spPr bwMode="auto">
            <a:xfrm flipH="1" flipV="1">
              <a:off x="5257801" y="2021481"/>
              <a:ext cx="309854" cy="175334"/>
            </a:xfrm>
            <a:prstGeom prst="line">
              <a:avLst/>
            </a:prstGeom>
            <a:noFill/>
            <a:ln w="9525" algn="ctr">
              <a:solidFill>
                <a:schemeClr val="tx1"/>
              </a:solidFill>
              <a:round/>
              <a:headEnd/>
              <a:tailEnd/>
            </a:ln>
          </p:spPr>
        </p:cxnSp>
        <p:sp>
          <p:nvSpPr>
            <p:cNvPr id="16402" name="TextBox 41">
              <a:extLst>
                <a:ext uri="{FF2B5EF4-FFF2-40B4-BE49-F238E27FC236}">
                  <a16:creationId xmlns:a16="http://schemas.microsoft.com/office/drawing/2014/main" id="{45E14E60-04C1-42D6-ACB7-0F4D200D602F}"/>
                </a:ext>
              </a:extLst>
            </p:cNvPr>
            <p:cNvSpPr txBox="1">
              <a:spLocks noChangeArrowheads="1"/>
            </p:cNvSpPr>
            <p:nvPr/>
          </p:nvSpPr>
          <p:spPr bwMode="auto">
            <a:xfrm>
              <a:off x="4200059" y="1481768"/>
              <a:ext cx="517535" cy="266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t>R</a:t>
              </a:r>
              <a:r>
                <a:rPr lang="en-US" altLang="en-US" sz="1600" baseline="-25000"/>
                <a:t>total</a:t>
              </a:r>
              <a:endParaRPr lang="en-US" altLang="en-US" sz="1200" b="1"/>
            </a:p>
          </p:txBody>
        </p:sp>
      </p:grpSp>
      <mc:AlternateContent xmlns:mc="http://schemas.openxmlformats.org/markup-compatibility/2006" xmlns:a14="http://schemas.microsoft.com/office/drawing/2010/main">
        <mc:Choice Requires="a14">
          <p:sp>
            <p:nvSpPr>
              <p:cNvPr id="7" name="Title 6">
                <a:extLst>
                  <a:ext uri="{FF2B5EF4-FFF2-40B4-BE49-F238E27FC236}">
                    <a16:creationId xmlns:a16="http://schemas.microsoft.com/office/drawing/2014/main" id="{C4CAD83A-0DF8-41E9-9377-A9EDF950BBBA}"/>
                  </a:ext>
                </a:extLst>
              </p:cNvPr>
              <p:cNvSpPr>
                <a:spLocks noGrp="1"/>
              </p:cNvSpPr>
              <p:nvPr>
                <p:ph type="title"/>
              </p:nvPr>
            </p:nvSpPr>
            <p:spPr/>
            <p:txBody>
              <a:bodyPr/>
              <a:lstStyle/>
              <a:p>
                <a14:m>
                  <m:oMath xmlns:m="http://schemas.openxmlformats.org/officeDocument/2006/math">
                    <m:r>
                      <a:rPr lang="en-US" altLang="en-US" i="1" smtClean="0">
                        <a:latin typeface="Cambria Math" panose="02040503050406030204" pitchFamily="18" charset="0"/>
                        <a:ea typeface="Cambria Math" panose="02040503050406030204" pitchFamily="18" charset="0"/>
                      </a:rPr>
                      <m:t>𝜋</m:t>
                    </m:r>
                  </m:oMath>
                </a14:m>
                <a:r>
                  <a:rPr lang="en-US" altLang="en-US" dirty="0"/>
                  <a:t>- model</a:t>
                </a:r>
                <a:endParaRPr lang="en-US" dirty="0"/>
              </a:p>
            </p:txBody>
          </p:sp>
        </mc:Choice>
        <mc:Fallback xmlns="">
          <p:sp>
            <p:nvSpPr>
              <p:cNvPr id="7" name="Title 6">
                <a:extLst>
                  <a:ext uri="{FF2B5EF4-FFF2-40B4-BE49-F238E27FC236}">
                    <a16:creationId xmlns:a16="http://schemas.microsoft.com/office/drawing/2014/main" id="{C4CAD83A-0DF8-41E9-9377-A9EDF950BBBA}"/>
                  </a:ext>
                </a:extLst>
              </p:cNvPr>
              <p:cNvSpPr>
                <a:spLocks noGrp="1" noRot="1" noChangeAspect="1" noMove="1" noResize="1" noEditPoints="1" noAdjustHandles="1" noChangeArrowheads="1" noChangeShapeType="1" noTextEdit="1"/>
              </p:cNvSpPr>
              <p:nvPr>
                <p:ph type="title"/>
              </p:nvPr>
            </p:nvSpPr>
            <p:spPr>
              <a:blipFill>
                <a:blip r:embed="rId4"/>
                <a:stretch>
                  <a:fillRect t="-2586" b="-18966"/>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 Section Representation</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0"/>
              </p:nvPr>
            </p:nvSpPr>
            <p:spPr/>
            <p:txBody>
              <a:bodyPr/>
              <a:lstStyle/>
              <a:p>
                <a:r>
                  <a:rPr lang="en-US" sz="2000" dirty="0"/>
                  <a:t>Breaking </a:t>
                </a:r>
                <a:r>
                  <a:rPr lang="en-US" sz="2000" dirty="0" err="1"/>
                  <a:t>R</a:t>
                </a:r>
                <a:r>
                  <a:rPr lang="en-US" sz="2000" baseline="-25000" dirty="0" err="1"/>
                  <a:t>total</a:t>
                </a:r>
                <a:r>
                  <a:rPr lang="en-US" sz="1600" i="1" dirty="0"/>
                  <a:t> </a:t>
                </a:r>
                <a:r>
                  <a:rPr lang="en-US" sz="2000" dirty="0"/>
                  <a:t>and </a:t>
                </a:r>
                <a:r>
                  <a:rPr lang="en-US" sz="2000" dirty="0" err="1"/>
                  <a:t>C</a:t>
                </a:r>
                <a:r>
                  <a:rPr lang="en-US" sz="2000" baseline="-25000" dirty="0" err="1"/>
                  <a:t>total</a:t>
                </a:r>
                <a:r>
                  <a:rPr lang="en-US" sz="2000" i="1" dirty="0"/>
                  <a:t> </a:t>
                </a:r>
                <a:r>
                  <a:rPr lang="en-US" sz="2000" dirty="0"/>
                  <a:t>into multiple sections increases accuracy</a:t>
                </a:r>
              </a:p>
              <a:p>
                <a:pPr marL="0" indent="0">
                  <a:buNone/>
                </a:pPr>
                <a:endParaRPr lang="en-US" sz="2000" dirty="0"/>
              </a:p>
              <a:p>
                <a:pPr marL="0" indent="0">
                  <a:buNone/>
                </a:pPr>
                <a:endParaRPr lang="en-US" sz="2000" dirty="0"/>
              </a:p>
              <a:p>
                <a:pPr marL="0" indent="0">
                  <a:buNone/>
                </a:pPr>
                <a:endParaRPr lang="en-US" sz="2000" dirty="0"/>
              </a:p>
              <a:p>
                <a:r>
                  <a:rPr lang="en-US" sz="2000" dirty="0"/>
                  <a:t>T model:</a:t>
                </a:r>
              </a:p>
              <a:p>
                <a:pPr marL="0" indent="0">
                  <a:buNone/>
                </a:pPr>
                <a:endParaRPr lang="en-US" sz="2000" dirty="0"/>
              </a:p>
              <a:p>
                <a:pPr marL="0" indent="0">
                  <a:buNone/>
                </a:pPr>
                <a:endParaRPr lang="en-US" sz="2000" dirty="0"/>
              </a:p>
              <a:p>
                <a:pPr marL="0" indent="0">
                  <a:buNone/>
                </a:pPr>
                <a:endParaRPr lang="en-US" sz="2000" dirty="0"/>
              </a:p>
              <a:p>
                <a14:m>
                  <m:oMath xmlns:m="http://schemas.openxmlformats.org/officeDocument/2006/math">
                    <m:r>
                      <m:rPr>
                        <m:sty m:val="p"/>
                      </m:rPr>
                      <a:rPr lang="en-US" sz="2000">
                        <a:latin typeface="Cambria Math"/>
                        <a:ea typeface="Cambria Math"/>
                      </a:rPr>
                      <m:t>π</m:t>
                    </m:r>
                  </m:oMath>
                </a14:m>
                <a:r>
                  <a:rPr lang="en-US" sz="2000" dirty="0"/>
                  <a:t> model:</a:t>
                </a:r>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0"/>
              </p:nvPr>
            </p:nvSpPr>
            <p:spPr>
              <a:blipFill>
                <a:blip r:embed="rId2"/>
                <a:stretch>
                  <a:fillRect l="-162" t="-470"/>
                </a:stretch>
              </a:blipFill>
            </p:spPr>
            <p:txBody>
              <a:bodyPr/>
              <a:lstStyle/>
              <a:p>
                <a:r>
                  <a:rPr lang="en-US">
                    <a:noFill/>
                  </a:rPr>
                  <a:t> </a:t>
                </a:r>
              </a:p>
            </p:txBody>
          </p:sp>
        </mc:Fallback>
      </mc:AlternateContent>
      <p:grpSp>
        <p:nvGrpSpPr>
          <p:cNvPr id="250" name="Group 249"/>
          <p:cNvGrpSpPr/>
          <p:nvPr/>
        </p:nvGrpSpPr>
        <p:grpSpPr>
          <a:xfrm>
            <a:off x="2819400" y="2928200"/>
            <a:ext cx="6565810" cy="2532801"/>
            <a:chOff x="1295400" y="2928199"/>
            <a:chExt cx="6565810" cy="2532801"/>
          </a:xfrm>
        </p:grpSpPr>
        <p:grpSp>
          <p:nvGrpSpPr>
            <p:cNvPr id="8" name="Group 476"/>
            <p:cNvGrpSpPr/>
            <p:nvPr/>
          </p:nvGrpSpPr>
          <p:grpSpPr>
            <a:xfrm>
              <a:off x="3479354" y="3458958"/>
              <a:ext cx="181652" cy="536872"/>
              <a:chOff x="5645149" y="2205832"/>
              <a:chExt cx="152400" cy="384966"/>
            </a:xfrm>
          </p:grpSpPr>
          <p:sp>
            <p:nvSpPr>
              <p:cNvPr id="92" name="Isosceles Triangle 14"/>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93" name="Straight Connector 15"/>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4" name="Straight Connector 16"/>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5" name="Straight Connector 94"/>
              <p:cNvCxnSpPr/>
              <p:nvPr/>
            </p:nvCxnSpPr>
            <p:spPr bwMode="auto">
              <a:xfrm rot="5400000">
                <a:off x="5645148" y="2438400"/>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6" name="Straight Connector 95"/>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1" name="Group 492"/>
            <p:cNvGrpSpPr/>
            <p:nvPr/>
          </p:nvGrpSpPr>
          <p:grpSpPr>
            <a:xfrm>
              <a:off x="2538725" y="3459657"/>
              <a:ext cx="181652" cy="536872"/>
              <a:chOff x="5645149" y="2205832"/>
              <a:chExt cx="152400" cy="384966"/>
            </a:xfrm>
          </p:grpSpPr>
          <p:sp>
            <p:nvSpPr>
              <p:cNvPr id="87" name="Isosceles Triangle 86"/>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88" name="Straight Connector 87"/>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9" name="Straight Connector 88"/>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0" name="Straight Connector 89"/>
              <p:cNvCxnSpPr/>
              <p:nvPr/>
            </p:nvCxnSpPr>
            <p:spPr bwMode="auto">
              <a:xfrm rot="5400000">
                <a:off x="5645148" y="2438400"/>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1" name="Straight Connector 90"/>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3" name="Group 507"/>
            <p:cNvGrpSpPr/>
            <p:nvPr/>
          </p:nvGrpSpPr>
          <p:grpSpPr>
            <a:xfrm>
              <a:off x="4351731" y="3466452"/>
              <a:ext cx="181652" cy="536866"/>
              <a:chOff x="5645149" y="2205832"/>
              <a:chExt cx="152400" cy="384966"/>
            </a:xfrm>
          </p:grpSpPr>
          <p:sp>
            <p:nvSpPr>
              <p:cNvPr id="74" name="Isosceles Triangle 73"/>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75" name="Straight Connector 74"/>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6" name="Straight Connector 75"/>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7" name="Straight Connector 76"/>
              <p:cNvCxnSpPr/>
              <p:nvPr/>
            </p:nvCxnSpPr>
            <p:spPr bwMode="auto">
              <a:xfrm rot="5400000">
                <a:off x="5645148" y="2438401"/>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8" name="Straight Connector 77"/>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17" name="Straight Connector 16"/>
            <p:cNvCxnSpPr/>
            <p:nvPr/>
          </p:nvCxnSpPr>
          <p:spPr bwMode="auto">
            <a:xfrm rot="10800000">
              <a:off x="1613338" y="3455318"/>
              <a:ext cx="31925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Oval 17"/>
            <p:cNvSpPr/>
            <p:nvPr/>
          </p:nvSpPr>
          <p:spPr bwMode="auto">
            <a:xfrm>
              <a:off x="1533524" y="3409370"/>
              <a:ext cx="79814" cy="9506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grpSp>
          <p:nvGrpSpPr>
            <p:cNvPr id="19" name="Group 507"/>
            <p:cNvGrpSpPr/>
            <p:nvPr/>
          </p:nvGrpSpPr>
          <p:grpSpPr>
            <a:xfrm>
              <a:off x="5285699" y="3467757"/>
              <a:ext cx="181652" cy="536866"/>
              <a:chOff x="5645149" y="2205832"/>
              <a:chExt cx="152400" cy="384966"/>
            </a:xfrm>
          </p:grpSpPr>
          <p:sp>
            <p:nvSpPr>
              <p:cNvPr id="61" name="Isosceles Triangle 60"/>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62" name="Straight Connector 61"/>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Straight Connector 62"/>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4" name="Straight Connector 63"/>
              <p:cNvCxnSpPr/>
              <p:nvPr/>
            </p:nvCxnSpPr>
            <p:spPr bwMode="auto">
              <a:xfrm rot="5400000">
                <a:off x="5645148" y="2438401"/>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5" name="Straight Connector 64"/>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21" name="Group 507"/>
            <p:cNvGrpSpPr/>
            <p:nvPr/>
          </p:nvGrpSpPr>
          <p:grpSpPr>
            <a:xfrm>
              <a:off x="6137660" y="3464827"/>
              <a:ext cx="181652" cy="536866"/>
              <a:chOff x="5645149" y="2205832"/>
              <a:chExt cx="152400" cy="384966"/>
            </a:xfrm>
          </p:grpSpPr>
          <p:sp>
            <p:nvSpPr>
              <p:cNvPr id="48" name="Isosceles Triangle 47"/>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49" name="Straight Connector 48"/>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rot="5400000">
                <a:off x="5645148" y="2438401"/>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28" name="Straight Connector 27"/>
            <p:cNvCxnSpPr/>
            <p:nvPr/>
          </p:nvCxnSpPr>
          <p:spPr bwMode="auto">
            <a:xfrm>
              <a:off x="4458788" y="3463097"/>
              <a:ext cx="84817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39" name="Oval 38"/>
            <p:cNvSpPr/>
            <p:nvPr/>
          </p:nvSpPr>
          <p:spPr bwMode="auto">
            <a:xfrm>
              <a:off x="7159186" y="3430925"/>
              <a:ext cx="79814" cy="9506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grpSp>
          <p:nvGrpSpPr>
            <p:cNvPr id="107" name="Group 476"/>
            <p:cNvGrpSpPr/>
            <p:nvPr/>
          </p:nvGrpSpPr>
          <p:grpSpPr>
            <a:xfrm>
              <a:off x="3498049" y="4788335"/>
              <a:ext cx="181652" cy="536872"/>
              <a:chOff x="5645149" y="2205832"/>
              <a:chExt cx="152400" cy="384966"/>
            </a:xfrm>
          </p:grpSpPr>
          <p:sp>
            <p:nvSpPr>
              <p:cNvPr id="187" name="Isosceles Triangle 14"/>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88" name="Straight Connector 15"/>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9" name="Straight Connector 16"/>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0" name="Straight Connector 189"/>
              <p:cNvCxnSpPr/>
              <p:nvPr/>
            </p:nvCxnSpPr>
            <p:spPr bwMode="auto">
              <a:xfrm rot="5400000">
                <a:off x="5645148" y="2438400"/>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1" name="Straight Connector 190"/>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10" name="Group 492"/>
            <p:cNvGrpSpPr/>
            <p:nvPr/>
          </p:nvGrpSpPr>
          <p:grpSpPr>
            <a:xfrm>
              <a:off x="2557420" y="4789034"/>
              <a:ext cx="181652" cy="536872"/>
              <a:chOff x="5645149" y="2205832"/>
              <a:chExt cx="152400" cy="384966"/>
            </a:xfrm>
          </p:grpSpPr>
          <p:sp>
            <p:nvSpPr>
              <p:cNvPr id="182" name="Isosceles Triangle 181"/>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83" name="Straight Connector 182"/>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4" name="Straight Connector 183"/>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5" name="Straight Connector 184"/>
              <p:cNvCxnSpPr/>
              <p:nvPr/>
            </p:nvCxnSpPr>
            <p:spPr bwMode="auto">
              <a:xfrm rot="5400000">
                <a:off x="5645148" y="2438400"/>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6" name="Straight Connector 185"/>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12" name="Group 507"/>
            <p:cNvGrpSpPr/>
            <p:nvPr/>
          </p:nvGrpSpPr>
          <p:grpSpPr>
            <a:xfrm>
              <a:off x="4370426" y="4792654"/>
              <a:ext cx="181652" cy="536866"/>
              <a:chOff x="5645149" y="2205832"/>
              <a:chExt cx="152400" cy="384966"/>
            </a:xfrm>
          </p:grpSpPr>
          <p:sp>
            <p:nvSpPr>
              <p:cNvPr id="169" name="Isosceles Triangle 168"/>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70" name="Straight Connector 169"/>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1" name="Straight Connector 170"/>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2" name="Straight Connector 171"/>
              <p:cNvCxnSpPr/>
              <p:nvPr/>
            </p:nvCxnSpPr>
            <p:spPr bwMode="auto">
              <a:xfrm rot="5400000">
                <a:off x="5645148" y="2438401"/>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3" name="Straight Connector 172"/>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16" name="Oval 115"/>
            <p:cNvSpPr/>
            <p:nvPr/>
          </p:nvSpPr>
          <p:spPr bwMode="auto">
            <a:xfrm>
              <a:off x="1295400" y="4736366"/>
              <a:ext cx="79814" cy="9506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grpSp>
          <p:nvGrpSpPr>
            <p:cNvPr id="117" name="Group 507"/>
            <p:cNvGrpSpPr/>
            <p:nvPr/>
          </p:nvGrpSpPr>
          <p:grpSpPr>
            <a:xfrm>
              <a:off x="7085567" y="4798753"/>
              <a:ext cx="181652" cy="528155"/>
              <a:chOff x="5645149" y="2206995"/>
              <a:chExt cx="152400" cy="378720"/>
            </a:xfrm>
          </p:grpSpPr>
          <p:sp>
            <p:nvSpPr>
              <p:cNvPr id="156" name="Isosceles Triangle 155"/>
              <p:cNvSpPr/>
              <p:nvPr/>
            </p:nvSpPr>
            <p:spPr bwMode="auto">
              <a:xfrm rot="10800000">
                <a:off x="5676899" y="2509515"/>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57" name="Straight Connector 156"/>
              <p:cNvCxnSpPr/>
              <p:nvPr/>
            </p:nvCxnSpPr>
            <p:spPr bwMode="auto">
              <a:xfrm>
                <a:off x="5645149" y="2327646"/>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8" name="Straight Connector 157"/>
              <p:cNvCxnSpPr/>
              <p:nvPr/>
            </p:nvCxnSpPr>
            <p:spPr bwMode="auto">
              <a:xfrm>
                <a:off x="5645149" y="2359502"/>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9" name="Straight Connector 158"/>
              <p:cNvCxnSpPr/>
              <p:nvPr/>
            </p:nvCxnSpPr>
            <p:spPr bwMode="auto">
              <a:xfrm rot="5400000">
                <a:off x="5645148" y="2433318"/>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0" name="Straight Connector 159"/>
              <p:cNvCxnSpPr/>
              <p:nvPr/>
            </p:nvCxnSpPr>
            <p:spPr bwMode="auto">
              <a:xfrm rot="5400000">
                <a:off x="5660232" y="2268907"/>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18" name="Group 507"/>
            <p:cNvGrpSpPr/>
            <p:nvPr/>
          </p:nvGrpSpPr>
          <p:grpSpPr>
            <a:xfrm>
              <a:off x="6200419" y="4787113"/>
              <a:ext cx="181652" cy="536864"/>
              <a:chOff x="5645149" y="2200750"/>
              <a:chExt cx="152400" cy="384965"/>
            </a:xfrm>
          </p:grpSpPr>
          <p:sp>
            <p:nvSpPr>
              <p:cNvPr id="151" name="Isosceles Triangle 150"/>
              <p:cNvSpPr/>
              <p:nvPr/>
            </p:nvSpPr>
            <p:spPr bwMode="auto">
              <a:xfrm rot="10800000">
                <a:off x="5676899" y="2509515"/>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52" name="Straight Connector 151"/>
              <p:cNvCxnSpPr/>
              <p:nvPr/>
            </p:nvCxnSpPr>
            <p:spPr bwMode="auto">
              <a:xfrm>
                <a:off x="5645149" y="2321402"/>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3" name="Straight Connector 152"/>
              <p:cNvCxnSpPr/>
              <p:nvPr/>
            </p:nvCxnSpPr>
            <p:spPr bwMode="auto">
              <a:xfrm>
                <a:off x="5645149" y="2359501"/>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4" name="Straight Connector 153"/>
              <p:cNvCxnSpPr/>
              <p:nvPr/>
            </p:nvCxnSpPr>
            <p:spPr bwMode="auto">
              <a:xfrm rot="5400000">
                <a:off x="5645148" y="2433318"/>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5" name="Straight Connector 154"/>
              <p:cNvCxnSpPr/>
              <p:nvPr/>
            </p:nvCxnSpPr>
            <p:spPr bwMode="auto">
              <a:xfrm rot="5400000">
                <a:off x="5660232" y="2262662"/>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124" name="Straight Connector 123"/>
            <p:cNvCxnSpPr/>
            <p:nvPr/>
          </p:nvCxnSpPr>
          <p:spPr bwMode="auto">
            <a:xfrm>
              <a:off x="4585800" y="4787107"/>
              <a:ext cx="1533099"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33" name="Oval 132"/>
            <p:cNvSpPr/>
            <p:nvPr/>
          </p:nvSpPr>
          <p:spPr bwMode="auto">
            <a:xfrm>
              <a:off x="7477242" y="4757921"/>
              <a:ext cx="79814" cy="9506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grpSp>
          <p:nvGrpSpPr>
            <p:cNvPr id="135" name="Group 492"/>
            <p:cNvGrpSpPr/>
            <p:nvPr/>
          </p:nvGrpSpPr>
          <p:grpSpPr>
            <a:xfrm>
              <a:off x="1599167" y="4787074"/>
              <a:ext cx="181652" cy="536872"/>
              <a:chOff x="5645149" y="2205832"/>
              <a:chExt cx="152400" cy="384966"/>
            </a:xfrm>
          </p:grpSpPr>
          <p:sp>
            <p:nvSpPr>
              <p:cNvPr id="138" name="Isosceles Triangle 137"/>
              <p:cNvSpPr/>
              <p:nvPr/>
            </p:nvSpPr>
            <p:spPr bwMode="auto">
              <a:xfrm rot="10800000">
                <a:off x="5676899" y="2514598"/>
                <a:ext cx="76200" cy="76200"/>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p>
            </p:txBody>
          </p:sp>
          <p:cxnSp>
            <p:nvCxnSpPr>
              <p:cNvPr id="139" name="Straight Connector 138"/>
              <p:cNvCxnSpPr/>
              <p:nvPr/>
            </p:nvCxnSpPr>
            <p:spPr bwMode="auto">
              <a:xfrm>
                <a:off x="5645149" y="23264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0" name="Straight Connector 139"/>
              <p:cNvCxnSpPr/>
              <p:nvPr/>
            </p:nvCxnSpPr>
            <p:spPr bwMode="auto">
              <a:xfrm>
                <a:off x="5645149" y="2364584"/>
                <a:ext cx="152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1" name="Straight Connector 140"/>
              <p:cNvCxnSpPr/>
              <p:nvPr/>
            </p:nvCxnSpPr>
            <p:spPr bwMode="auto">
              <a:xfrm rot="5400000">
                <a:off x="5645148" y="2438400"/>
                <a:ext cx="15240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2" name="Straight Connector 141"/>
              <p:cNvCxnSpPr/>
              <p:nvPr/>
            </p:nvCxnSpPr>
            <p:spPr bwMode="auto">
              <a:xfrm rot="5400000">
                <a:off x="5660232" y="2267744"/>
                <a:ext cx="1238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mc:AlternateContent xmlns:mc="http://schemas.openxmlformats.org/markup-compatibility/2006" xmlns:a14="http://schemas.microsoft.com/office/drawing/2010/main">
          <mc:Choice Requires="a14">
            <p:sp>
              <p:nvSpPr>
                <p:cNvPr id="200" name="TextBox 199"/>
                <p:cNvSpPr txBox="1"/>
                <p:nvPr/>
              </p:nvSpPr>
              <p:spPr>
                <a:xfrm>
                  <a:off x="6371633" y="2928199"/>
                  <a:ext cx="559191"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00" name="TextBox 199"/>
                <p:cNvSpPr txBox="1">
                  <a:spLocks noRot="1" noChangeAspect="1" noMove="1" noResize="1" noEditPoints="1" noAdjustHandles="1" noChangeArrowheads="1" noChangeShapeType="1" noTextEdit="1"/>
                </p:cNvSpPr>
                <p:nvPr/>
              </p:nvSpPr>
              <p:spPr>
                <a:xfrm>
                  <a:off x="6371633" y="2928199"/>
                  <a:ext cx="559191" cy="437299"/>
                </a:xfrm>
                <a:prstGeom prst="rect">
                  <a:avLst/>
                </a:prstGeom>
                <a:blipFill rotWithShape="1">
                  <a:blip r:embed="rId3"/>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1" name="TextBox 200"/>
                <p:cNvSpPr txBox="1"/>
                <p:nvPr/>
              </p:nvSpPr>
              <p:spPr>
                <a:xfrm>
                  <a:off x="5491750" y="2928200"/>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1" name="TextBox 200"/>
                <p:cNvSpPr txBox="1">
                  <a:spLocks noRot="1" noChangeAspect="1" noMove="1" noResize="1" noEditPoints="1" noAdjustHandles="1" noChangeArrowheads="1" noChangeShapeType="1" noTextEdit="1"/>
                </p:cNvSpPr>
                <p:nvPr/>
              </p:nvSpPr>
              <p:spPr>
                <a:xfrm>
                  <a:off x="5491750" y="2928200"/>
                  <a:ext cx="519694" cy="437299"/>
                </a:xfrm>
                <a:prstGeom prst="rect">
                  <a:avLst/>
                </a:prstGeom>
                <a:blipFill rotWithShape="1">
                  <a:blip r:embed="rId4"/>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2" name="TextBox 201"/>
                <p:cNvSpPr txBox="1"/>
                <p:nvPr/>
              </p:nvSpPr>
              <p:spPr>
                <a:xfrm>
                  <a:off x="3743637" y="2928201"/>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2" name="TextBox 201"/>
                <p:cNvSpPr txBox="1">
                  <a:spLocks noRot="1" noChangeAspect="1" noMove="1" noResize="1" noEditPoints="1" noAdjustHandles="1" noChangeArrowheads="1" noChangeShapeType="1" noTextEdit="1"/>
                </p:cNvSpPr>
                <p:nvPr/>
              </p:nvSpPr>
              <p:spPr>
                <a:xfrm>
                  <a:off x="3743637" y="2928201"/>
                  <a:ext cx="519694" cy="437299"/>
                </a:xfrm>
                <a:prstGeom prst="rect">
                  <a:avLst/>
                </a:prstGeom>
                <a:blipFill rotWithShape="1">
                  <a:blip r:embed="rId4"/>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TextBox 202"/>
                <p:cNvSpPr txBox="1"/>
                <p:nvPr/>
              </p:nvSpPr>
              <p:spPr>
                <a:xfrm>
                  <a:off x="2924771" y="2935073"/>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3" name="TextBox 202"/>
                <p:cNvSpPr txBox="1">
                  <a:spLocks noRot="1" noChangeAspect="1" noMove="1" noResize="1" noEditPoints="1" noAdjustHandles="1" noChangeArrowheads="1" noChangeShapeType="1" noTextEdit="1"/>
                </p:cNvSpPr>
                <p:nvPr/>
              </p:nvSpPr>
              <p:spPr>
                <a:xfrm>
                  <a:off x="2924771" y="2935073"/>
                  <a:ext cx="519694" cy="437299"/>
                </a:xfrm>
                <a:prstGeom prst="rect">
                  <a:avLst/>
                </a:prstGeom>
                <a:blipFill rotWithShape="1">
                  <a:blip r:embed="rId4"/>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TextBox 203"/>
                <p:cNvSpPr txBox="1"/>
                <p:nvPr/>
              </p:nvSpPr>
              <p:spPr>
                <a:xfrm>
                  <a:off x="1827459" y="2936061"/>
                  <a:ext cx="559191"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04" name="TextBox 203"/>
                <p:cNvSpPr txBox="1">
                  <a:spLocks noRot="1" noChangeAspect="1" noMove="1" noResize="1" noEditPoints="1" noAdjustHandles="1" noChangeArrowheads="1" noChangeShapeType="1" noTextEdit="1"/>
                </p:cNvSpPr>
                <p:nvPr/>
              </p:nvSpPr>
              <p:spPr>
                <a:xfrm>
                  <a:off x="1827459" y="2936061"/>
                  <a:ext cx="559191" cy="437299"/>
                </a:xfrm>
                <a:prstGeom prst="rect">
                  <a:avLst/>
                </a:prstGeom>
                <a:blipFill rotWithShape="1">
                  <a:blip r:embed="rId5"/>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p:cNvSpPr txBox="1"/>
                <p:nvPr/>
              </p:nvSpPr>
              <p:spPr>
                <a:xfrm>
                  <a:off x="5501368" y="3691364"/>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5" name="TextBox 204"/>
                <p:cNvSpPr txBox="1">
                  <a:spLocks noRot="1" noChangeAspect="1" noMove="1" noResize="1" noEditPoints="1" noAdjustHandles="1" noChangeArrowheads="1" noChangeShapeType="1" noTextEdit="1"/>
                </p:cNvSpPr>
                <p:nvPr/>
              </p:nvSpPr>
              <p:spPr>
                <a:xfrm>
                  <a:off x="5501368" y="3691364"/>
                  <a:ext cx="510076" cy="438453"/>
                </a:xfrm>
                <a:prstGeom prst="rect">
                  <a:avLst/>
                </a:prstGeom>
                <a:blipFill rotWithShape="1">
                  <a:blip r:embed="rId6"/>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6" name="TextBox 205"/>
                <p:cNvSpPr txBox="1"/>
                <p:nvPr/>
              </p:nvSpPr>
              <p:spPr>
                <a:xfrm>
                  <a:off x="6359833" y="3691364"/>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6" name="TextBox 205"/>
                <p:cNvSpPr txBox="1">
                  <a:spLocks noRot="1" noChangeAspect="1" noMove="1" noResize="1" noEditPoints="1" noAdjustHandles="1" noChangeArrowheads="1" noChangeShapeType="1" noTextEdit="1"/>
                </p:cNvSpPr>
                <p:nvPr/>
              </p:nvSpPr>
              <p:spPr>
                <a:xfrm>
                  <a:off x="6359833" y="3691364"/>
                  <a:ext cx="510076" cy="438453"/>
                </a:xfrm>
                <a:prstGeom prst="rect">
                  <a:avLst/>
                </a:prstGeom>
                <a:blipFill rotWithShape="1">
                  <a:blip r:embed="rId6"/>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p:cNvSpPr txBox="1"/>
                <p:nvPr/>
              </p:nvSpPr>
              <p:spPr>
                <a:xfrm>
                  <a:off x="2811952" y="3690256"/>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7" name="TextBox 206"/>
                <p:cNvSpPr txBox="1">
                  <a:spLocks noRot="1" noChangeAspect="1" noMove="1" noResize="1" noEditPoints="1" noAdjustHandles="1" noChangeArrowheads="1" noChangeShapeType="1" noTextEdit="1"/>
                </p:cNvSpPr>
                <p:nvPr/>
              </p:nvSpPr>
              <p:spPr>
                <a:xfrm>
                  <a:off x="2811952" y="3690256"/>
                  <a:ext cx="510076" cy="438453"/>
                </a:xfrm>
                <a:prstGeom prst="rect">
                  <a:avLst/>
                </a:prstGeom>
                <a:blipFill rotWithShape="1">
                  <a:blip r:embed="rId7"/>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8" name="TextBox 207"/>
                <p:cNvSpPr txBox="1"/>
                <p:nvPr/>
              </p:nvSpPr>
              <p:spPr>
                <a:xfrm>
                  <a:off x="3734336" y="3684520"/>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8" name="TextBox 207"/>
                <p:cNvSpPr txBox="1">
                  <a:spLocks noRot="1" noChangeAspect="1" noMove="1" noResize="1" noEditPoints="1" noAdjustHandles="1" noChangeArrowheads="1" noChangeShapeType="1" noTextEdit="1"/>
                </p:cNvSpPr>
                <p:nvPr/>
              </p:nvSpPr>
              <p:spPr>
                <a:xfrm>
                  <a:off x="3734336" y="3684520"/>
                  <a:ext cx="510076" cy="438453"/>
                </a:xfrm>
                <a:prstGeom prst="rect">
                  <a:avLst/>
                </a:prstGeom>
                <a:blipFill rotWithShape="1">
                  <a:blip r:embed="rId8"/>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9" name="TextBox 208"/>
                <p:cNvSpPr txBox="1"/>
                <p:nvPr/>
              </p:nvSpPr>
              <p:spPr>
                <a:xfrm>
                  <a:off x="4558783" y="3683969"/>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09" name="TextBox 208"/>
                <p:cNvSpPr txBox="1">
                  <a:spLocks noRot="1" noChangeAspect="1" noMove="1" noResize="1" noEditPoints="1" noAdjustHandles="1" noChangeArrowheads="1" noChangeShapeType="1" noTextEdit="1"/>
                </p:cNvSpPr>
                <p:nvPr/>
              </p:nvSpPr>
              <p:spPr>
                <a:xfrm>
                  <a:off x="4558783" y="3683969"/>
                  <a:ext cx="510076" cy="438453"/>
                </a:xfrm>
                <a:prstGeom prst="rect">
                  <a:avLst/>
                </a:prstGeom>
                <a:blipFill rotWithShape="1">
                  <a:blip r:embed="rId7"/>
                  <a:stretch>
                    <a:fillRect/>
                  </a:stretch>
                </a:blipFill>
                <a:ln w="9525">
                  <a:noFill/>
                </a:ln>
              </p:spPr>
              <p:txBody>
                <a:bodyPr/>
                <a:lstStyle/>
                <a:p>
                  <a:r>
                    <a:rPr lang="en-US">
                      <a:noFill/>
                    </a:rPr>
                    <a:t> </a:t>
                  </a:r>
                </a:p>
              </p:txBody>
            </p:sp>
          </mc:Fallback>
        </mc:AlternateContent>
        <p:sp>
          <p:nvSpPr>
            <p:cNvPr id="210" name="Rectangle 209"/>
            <p:cNvSpPr/>
            <p:nvPr/>
          </p:nvSpPr>
          <p:spPr bwMode="auto">
            <a:xfrm>
              <a:off x="1856626" y="3372373"/>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11" name="Straight Connector 210"/>
            <p:cNvCxnSpPr/>
            <p:nvPr/>
          </p:nvCxnSpPr>
          <p:spPr bwMode="auto">
            <a:xfrm flipH="1" flipV="1">
              <a:off x="2362200" y="3467114"/>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2" name="Rectangle 211"/>
            <p:cNvSpPr/>
            <p:nvPr/>
          </p:nvSpPr>
          <p:spPr bwMode="auto">
            <a:xfrm>
              <a:off x="2922778" y="3372373"/>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13" name="Straight Connector 212"/>
            <p:cNvCxnSpPr/>
            <p:nvPr/>
          </p:nvCxnSpPr>
          <p:spPr bwMode="auto">
            <a:xfrm flipH="1" flipV="1">
              <a:off x="3428352" y="3467114"/>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8" name="Straight Connector 217"/>
            <p:cNvCxnSpPr/>
            <p:nvPr/>
          </p:nvCxnSpPr>
          <p:spPr bwMode="auto">
            <a:xfrm flipH="1" flipV="1">
              <a:off x="5997324" y="3467114"/>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1" name="Straight Connector 220"/>
            <p:cNvCxnSpPr/>
            <p:nvPr/>
          </p:nvCxnSpPr>
          <p:spPr bwMode="auto">
            <a:xfrm flipH="1" flipV="1">
              <a:off x="3898437" y="3460764"/>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4" name="Rectangle 213"/>
            <p:cNvSpPr/>
            <p:nvPr/>
          </p:nvSpPr>
          <p:spPr bwMode="auto">
            <a:xfrm>
              <a:off x="3747630" y="3365500"/>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22" name="Straight Connector 221"/>
            <p:cNvCxnSpPr/>
            <p:nvPr/>
          </p:nvCxnSpPr>
          <p:spPr bwMode="auto">
            <a:xfrm flipH="1" flipV="1">
              <a:off x="6587841" y="3478459"/>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3" name="Straight Connector 222"/>
            <p:cNvCxnSpPr/>
            <p:nvPr/>
          </p:nvCxnSpPr>
          <p:spPr bwMode="auto">
            <a:xfrm flipH="1" flipV="1">
              <a:off x="5298257" y="3460764"/>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7" name="Rectangle 216"/>
            <p:cNvSpPr/>
            <p:nvPr/>
          </p:nvSpPr>
          <p:spPr bwMode="auto">
            <a:xfrm>
              <a:off x="5491750" y="3372373"/>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sp>
          <p:nvSpPr>
            <p:cNvPr id="220" name="Rectangle 219"/>
            <p:cNvSpPr/>
            <p:nvPr/>
          </p:nvSpPr>
          <p:spPr bwMode="auto">
            <a:xfrm>
              <a:off x="6400800" y="3373360"/>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27" name="Straight Connector 226"/>
            <p:cNvCxnSpPr/>
            <p:nvPr/>
          </p:nvCxnSpPr>
          <p:spPr bwMode="auto">
            <a:xfrm flipH="1" flipV="1">
              <a:off x="1375214" y="4782676"/>
              <a:ext cx="677815"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8" name="Rectangle 227"/>
            <p:cNvSpPr/>
            <p:nvPr/>
          </p:nvSpPr>
          <p:spPr bwMode="auto">
            <a:xfrm>
              <a:off x="1977061" y="4699730"/>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29" name="Straight Connector 228"/>
            <p:cNvCxnSpPr/>
            <p:nvPr/>
          </p:nvCxnSpPr>
          <p:spPr bwMode="auto">
            <a:xfrm flipH="1" flipV="1">
              <a:off x="2482635" y="4794471"/>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0" name="Rectangle 229"/>
            <p:cNvSpPr/>
            <p:nvPr/>
          </p:nvSpPr>
          <p:spPr bwMode="auto">
            <a:xfrm>
              <a:off x="3043213" y="4699730"/>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31" name="Straight Connector 230"/>
            <p:cNvCxnSpPr/>
            <p:nvPr/>
          </p:nvCxnSpPr>
          <p:spPr bwMode="auto">
            <a:xfrm flipH="1" flipV="1">
              <a:off x="3548787" y="4794471"/>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2" name="Straight Connector 231"/>
            <p:cNvCxnSpPr/>
            <p:nvPr/>
          </p:nvCxnSpPr>
          <p:spPr bwMode="auto">
            <a:xfrm flipH="1" flipV="1">
              <a:off x="6117759" y="4787383"/>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3" name="Straight Connector 232"/>
            <p:cNvCxnSpPr/>
            <p:nvPr/>
          </p:nvCxnSpPr>
          <p:spPr bwMode="auto">
            <a:xfrm flipH="1" flipV="1">
              <a:off x="4018872" y="4788121"/>
              <a:ext cx="5669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4" name="Rectangle 233"/>
            <p:cNvSpPr/>
            <p:nvPr/>
          </p:nvSpPr>
          <p:spPr bwMode="auto">
            <a:xfrm>
              <a:off x="3868065" y="4692857"/>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235" name="Straight Connector 234"/>
            <p:cNvCxnSpPr/>
            <p:nvPr/>
          </p:nvCxnSpPr>
          <p:spPr bwMode="auto">
            <a:xfrm flipH="1">
              <a:off x="6708276" y="4805455"/>
              <a:ext cx="76896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8" name="Rectangle 237"/>
            <p:cNvSpPr/>
            <p:nvPr/>
          </p:nvSpPr>
          <p:spPr bwMode="auto">
            <a:xfrm>
              <a:off x="6521235" y="4700717"/>
              <a:ext cx="500859" cy="2236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mc:AlternateContent xmlns:mc="http://schemas.openxmlformats.org/markup-compatibility/2006" xmlns:a14="http://schemas.microsoft.com/office/drawing/2010/main">
          <mc:Choice Requires="a14">
            <p:sp>
              <p:nvSpPr>
                <p:cNvPr id="239" name="TextBox 238"/>
                <p:cNvSpPr txBox="1"/>
                <p:nvPr/>
              </p:nvSpPr>
              <p:spPr>
                <a:xfrm>
                  <a:off x="6479583" y="4259382"/>
                  <a:ext cx="559191"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39" name="TextBox 238"/>
                <p:cNvSpPr txBox="1">
                  <a:spLocks noRot="1" noChangeAspect="1" noMove="1" noResize="1" noEditPoints="1" noAdjustHandles="1" noChangeArrowheads="1" noChangeShapeType="1" noTextEdit="1"/>
                </p:cNvSpPr>
                <p:nvPr/>
              </p:nvSpPr>
              <p:spPr>
                <a:xfrm>
                  <a:off x="6479583" y="4259382"/>
                  <a:ext cx="559191" cy="437299"/>
                </a:xfrm>
                <a:prstGeom prst="rect">
                  <a:avLst/>
                </a:prstGeom>
                <a:blipFill rotWithShape="1">
                  <a:blip r:embed="rId5"/>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0" name="TextBox 239"/>
                <p:cNvSpPr txBox="1"/>
                <p:nvPr/>
              </p:nvSpPr>
              <p:spPr>
                <a:xfrm>
                  <a:off x="5599700" y="4259383"/>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0" name="TextBox 239"/>
                <p:cNvSpPr txBox="1">
                  <a:spLocks noRot="1" noChangeAspect="1" noMove="1" noResize="1" noEditPoints="1" noAdjustHandles="1" noChangeArrowheads="1" noChangeShapeType="1" noTextEdit="1"/>
                </p:cNvSpPr>
                <p:nvPr/>
              </p:nvSpPr>
              <p:spPr>
                <a:xfrm>
                  <a:off x="5599700" y="4259383"/>
                  <a:ext cx="519694" cy="437299"/>
                </a:xfrm>
                <a:prstGeom prst="rect">
                  <a:avLst/>
                </a:prstGeom>
                <a:blipFill rotWithShape="1">
                  <a:blip r:embed="rId9"/>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1" name="TextBox 240"/>
                <p:cNvSpPr txBox="1"/>
                <p:nvPr/>
              </p:nvSpPr>
              <p:spPr>
                <a:xfrm>
                  <a:off x="3851587" y="4259384"/>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1" name="TextBox 240"/>
                <p:cNvSpPr txBox="1">
                  <a:spLocks noRot="1" noChangeAspect="1" noMove="1" noResize="1" noEditPoints="1" noAdjustHandles="1" noChangeArrowheads="1" noChangeShapeType="1" noTextEdit="1"/>
                </p:cNvSpPr>
                <p:nvPr/>
              </p:nvSpPr>
              <p:spPr>
                <a:xfrm>
                  <a:off x="3851587" y="4259384"/>
                  <a:ext cx="519694" cy="437299"/>
                </a:xfrm>
                <a:prstGeom prst="rect">
                  <a:avLst/>
                </a:prstGeom>
                <a:blipFill rotWithShape="1">
                  <a:blip r:embed="rId9"/>
                  <a:stretch>
                    <a:fillRect b="-1408"/>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2" name="TextBox 241"/>
                <p:cNvSpPr txBox="1"/>
                <p:nvPr/>
              </p:nvSpPr>
              <p:spPr>
                <a:xfrm>
                  <a:off x="3032721" y="4266256"/>
                  <a:ext cx="519694"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2" name="TextBox 241"/>
                <p:cNvSpPr txBox="1">
                  <a:spLocks noRot="1" noChangeAspect="1" noMove="1" noResize="1" noEditPoints="1" noAdjustHandles="1" noChangeArrowheads="1" noChangeShapeType="1" noTextEdit="1"/>
                </p:cNvSpPr>
                <p:nvPr/>
              </p:nvSpPr>
              <p:spPr>
                <a:xfrm>
                  <a:off x="3032721" y="4266256"/>
                  <a:ext cx="519694" cy="437299"/>
                </a:xfrm>
                <a:prstGeom prst="rect">
                  <a:avLst/>
                </a:prstGeom>
                <a:blipFill rotWithShape="1">
                  <a:blip r:embed="rId10"/>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3" name="TextBox 242"/>
                <p:cNvSpPr txBox="1"/>
                <p:nvPr/>
              </p:nvSpPr>
              <p:spPr>
                <a:xfrm>
                  <a:off x="1935409" y="4267244"/>
                  <a:ext cx="559191" cy="437299"/>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R</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43" name="TextBox 242"/>
                <p:cNvSpPr txBox="1">
                  <a:spLocks noRot="1" noChangeAspect="1" noMove="1" noResize="1" noEditPoints="1" noAdjustHandles="1" noChangeArrowheads="1" noChangeShapeType="1" noTextEdit="1"/>
                </p:cNvSpPr>
                <p:nvPr/>
              </p:nvSpPr>
              <p:spPr>
                <a:xfrm>
                  <a:off x="1935409" y="4267244"/>
                  <a:ext cx="559191" cy="437299"/>
                </a:xfrm>
                <a:prstGeom prst="rect">
                  <a:avLst/>
                </a:prstGeom>
                <a:blipFill rotWithShape="1">
                  <a:blip r:embed="rId11"/>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4" name="TextBox 243"/>
                <p:cNvSpPr txBox="1"/>
                <p:nvPr/>
              </p:nvSpPr>
              <p:spPr>
                <a:xfrm>
                  <a:off x="7302018" y="5016261"/>
                  <a:ext cx="559192"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44" name="TextBox 243"/>
                <p:cNvSpPr txBox="1">
                  <a:spLocks noRot="1" noChangeAspect="1" noMove="1" noResize="1" noEditPoints="1" noAdjustHandles="1" noChangeArrowheads="1" noChangeShapeType="1" noTextEdit="1"/>
                </p:cNvSpPr>
                <p:nvPr/>
              </p:nvSpPr>
              <p:spPr>
                <a:xfrm>
                  <a:off x="7302018" y="5016261"/>
                  <a:ext cx="559192" cy="438453"/>
                </a:xfrm>
                <a:prstGeom prst="rect">
                  <a:avLst/>
                </a:prstGeom>
                <a:blipFill rotWithShape="1">
                  <a:blip r:embed="rId12"/>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 name="TextBox 244"/>
                <p:cNvSpPr txBox="1"/>
                <p:nvPr/>
              </p:nvSpPr>
              <p:spPr>
                <a:xfrm>
                  <a:off x="6467783" y="5022547"/>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5" name="TextBox 244"/>
                <p:cNvSpPr txBox="1">
                  <a:spLocks noRot="1" noChangeAspect="1" noMove="1" noResize="1" noEditPoints="1" noAdjustHandles="1" noChangeArrowheads="1" noChangeShapeType="1" noTextEdit="1"/>
                </p:cNvSpPr>
                <p:nvPr/>
              </p:nvSpPr>
              <p:spPr>
                <a:xfrm>
                  <a:off x="6467783" y="5022547"/>
                  <a:ext cx="510076" cy="438453"/>
                </a:xfrm>
                <a:prstGeom prst="rect">
                  <a:avLst/>
                </a:prstGeom>
                <a:blipFill rotWithShape="1">
                  <a:blip r:embed="rId6"/>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6" name="TextBox 245"/>
                <p:cNvSpPr txBox="1"/>
                <p:nvPr/>
              </p:nvSpPr>
              <p:spPr>
                <a:xfrm>
                  <a:off x="2919902" y="5021439"/>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6" name="TextBox 245"/>
                <p:cNvSpPr txBox="1">
                  <a:spLocks noRot="1" noChangeAspect="1" noMove="1" noResize="1" noEditPoints="1" noAdjustHandles="1" noChangeArrowheads="1" noChangeShapeType="1" noTextEdit="1"/>
                </p:cNvSpPr>
                <p:nvPr/>
              </p:nvSpPr>
              <p:spPr>
                <a:xfrm>
                  <a:off x="2919902" y="5021439"/>
                  <a:ext cx="510076" cy="438453"/>
                </a:xfrm>
                <a:prstGeom prst="rect">
                  <a:avLst/>
                </a:prstGeom>
                <a:blipFill rotWithShape="1">
                  <a:blip r:embed="rId6"/>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7" name="TextBox 246"/>
                <p:cNvSpPr txBox="1"/>
                <p:nvPr/>
              </p:nvSpPr>
              <p:spPr>
                <a:xfrm>
                  <a:off x="3842286" y="5015703"/>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7" name="TextBox 246"/>
                <p:cNvSpPr txBox="1">
                  <a:spLocks noRot="1" noChangeAspect="1" noMove="1" noResize="1" noEditPoints="1" noAdjustHandles="1" noChangeArrowheads="1" noChangeShapeType="1" noTextEdit="1"/>
                </p:cNvSpPr>
                <p:nvPr/>
              </p:nvSpPr>
              <p:spPr>
                <a:xfrm>
                  <a:off x="3842286" y="5015703"/>
                  <a:ext cx="510076" cy="438453"/>
                </a:xfrm>
                <a:prstGeom prst="rect">
                  <a:avLst/>
                </a:prstGeom>
                <a:blipFill rotWithShape="1">
                  <a:blip r:embed="rId6"/>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8" name="TextBox 247"/>
                <p:cNvSpPr txBox="1"/>
                <p:nvPr/>
              </p:nvSpPr>
              <p:spPr>
                <a:xfrm>
                  <a:off x="4666733" y="5015152"/>
                  <a:ext cx="510076"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m:rPr>
                                <m:sty m:val="p"/>
                              </m:rPr>
                              <a:rPr lang="en-US" sz="1200">
                                <a:latin typeface="Cambria Math"/>
                              </a:rPr>
                              <m:t>N</m:t>
                            </m:r>
                          </m:den>
                        </m:f>
                      </m:oMath>
                    </m:oMathPara>
                  </a14:m>
                  <a:endParaRPr lang="en-US" sz="1200" dirty="0"/>
                </a:p>
              </p:txBody>
            </p:sp>
          </mc:Choice>
          <mc:Fallback xmlns="">
            <p:sp>
              <p:nvSpPr>
                <p:cNvPr id="248" name="TextBox 247"/>
                <p:cNvSpPr txBox="1">
                  <a:spLocks noRot="1" noChangeAspect="1" noMove="1" noResize="1" noEditPoints="1" noAdjustHandles="1" noChangeArrowheads="1" noChangeShapeType="1" noTextEdit="1"/>
                </p:cNvSpPr>
                <p:nvPr/>
              </p:nvSpPr>
              <p:spPr>
                <a:xfrm>
                  <a:off x="4666733" y="5015152"/>
                  <a:ext cx="510076" cy="438453"/>
                </a:xfrm>
                <a:prstGeom prst="rect">
                  <a:avLst/>
                </a:prstGeom>
                <a:blipFill rotWithShape="1">
                  <a:blip r:embed="rId13"/>
                  <a:stretch>
                    <a:fillRect/>
                  </a:stretch>
                </a:blipFill>
                <a:ln w="952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9" name="TextBox 248"/>
                <p:cNvSpPr txBox="1"/>
                <p:nvPr/>
              </p:nvSpPr>
              <p:spPr>
                <a:xfrm>
                  <a:off x="1827459" y="5016261"/>
                  <a:ext cx="559192" cy="438453"/>
                </a:xfrm>
                <a:prstGeom prst="rect">
                  <a:avLst/>
                </a:prstGeom>
                <a:noFill/>
                <a:ln w="9525">
                  <a:noFill/>
                </a:ln>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a:latin typeface="Cambria Math" panose="02040503050406030204" pitchFamily="18" charset="0"/>
                              </a:rPr>
                            </m:ctrlPr>
                          </m:fPr>
                          <m:num>
                            <m:r>
                              <m:rPr>
                                <m:nor/>
                              </m:rPr>
                              <a:rPr lang="en-US" sz="1200">
                                <a:latin typeface="Cambria Math"/>
                              </a:rPr>
                              <m:t>C</m:t>
                            </m:r>
                            <m:r>
                              <m:rPr>
                                <m:nor/>
                              </m:rPr>
                              <a:rPr lang="en-US" sz="1200" baseline="-25000" dirty="0"/>
                              <m:t>total</m:t>
                            </m:r>
                          </m:num>
                          <m:den>
                            <m:r>
                              <a:rPr lang="en-US" sz="1200">
                                <a:latin typeface="Cambria Math"/>
                              </a:rPr>
                              <m:t>2∗</m:t>
                            </m:r>
                            <m:r>
                              <m:rPr>
                                <m:sty m:val="p"/>
                              </m:rPr>
                              <a:rPr lang="en-US" sz="1200">
                                <a:latin typeface="Cambria Math"/>
                              </a:rPr>
                              <m:t>N</m:t>
                            </m:r>
                          </m:den>
                        </m:f>
                      </m:oMath>
                    </m:oMathPara>
                  </a14:m>
                  <a:endParaRPr lang="en-US" sz="1200" dirty="0"/>
                </a:p>
              </p:txBody>
            </p:sp>
          </mc:Choice>
          <mc:Fallback xmlns="">
            <p:sp>
              <p:nvSpPr>
                <p:cNvPr id="249" name="TextBox 248"/>
                <p:cNvSpPr txBox="1">
                  <a:spLocks noRot="1" noChangeAspect="1" noMove="1" noResize="1" noEditPoints="1" noAdjustHandles="1" noChangeArrowheads="1" noChangeShapeType="1" noTextEdit="1"/>
                </p:cNvSpPr>
                <p:nvPr/>
              </p:nvSpPr>
              <p:spPr>
                <a:xfrm>
                  <a:off x="1827459" y="5016261"/>
                  <a:ext cx="559192" cy="438453"/>
                </a:xfrm>
                <a:prstGeom prst="rect">
                  <a:avLst/>
                </a:prstGeom>
                <a:blipFill rotWithShape="1">
                  <a:blip r:embed="rId12"/>
                  <a:stretch>
                    <a:fillRect/>
                  </a:stretch>
                </a:blipFill>
                <a:ln w="9525">
                  <a:noFill/>
                </a:ln>
              </p:spPr>
              <p:txBody>
                <a:bodyPr/>
                <a:lstStyle/>
                <a:p>
                  <a:r>
                    <a:rPr lang="en-US">
                      <a:noFill/>
                    </a:rPr>
                    <a:t> </a:t>
                  </a:r>
                </a:p>
              </p:txBody>
            </p:sp>
          </mc:Fallback>
        </mc:AlternateContent>
      </p:grpSp>
    </p:spTree>
    <p:extLst>
      <p:ext uri="{BB962C8B-B14F-4D97-AF65-F5344CB8AC3E}">
        <p14:creationId xmlns:p14="http://schemas.microsoft.com/office/powerpoint/2010/main" val="2979894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A9BBA3E-43BC-4B67-9B3C-58D713090E46}"/>
              </a:ext>
            </a:extLst>
          </p:cNvPr>
          <p:cNvSpPr>
            <a:spLocks noGrp="1"/>
          </p:cNvSpPr>
          <p:nvPr>
            <p:ph type="title"/>
          </p:nvPr>
        </p:nvSpPr>
        <p:spPr/>
        <p:txBody>
          <a:bodyPr/>
          <a:lstStyle/>
          <a:p>
            <a:r>
              <a:rPr lang="en-US" altLang="en-US"/>
              <a:t>Elmore Delay</a:t>
            </a:r>
          </a:p>
        </p:txBody>
      </p:sp>
      <p:sp>
        <p:nvSpPr>
          <p:cNvPr id="18435" name="Content Placeholder 2">
            <a:extLst>
              <a:ext uri="{FF2B5EF4-FFF2-40B4-BE49-F238E27FC236}">
                <a16:creationId xmlns:a16="http://schemas.microsoft.com/office/drawing/2014/main" id="{BFF59F97-1104-465C-948B-64709648687E}"/>
              </a:ext>
            </a:extLst>
          </p:cNvPr>
          <p:cNvSpPr>
            <a:spLocks noGrp="1"/>
          </p:cNvSpPr>
          <p:nvPr>
            <p:ph type="body" sz="quarter" idx="10"/>
          </p:nvPr>
        </p:nvSpPr>
        <p:spPr/>
        <p:txBody>
          <a:bodyPr/>
          <a:lstStyle/>
          <a:p>
            <a:r>
              <a:rPr lang="en-US" altLang="en-US">
                <a:solidFill>
                  <a:srgbClr val="0000FF"/>
                </a:solidFill>
              </a:rPr>
              <a:t>Elmore delays </a:t>
            </a:r>
            <a:r>
              <a:rPr lang="en-US" altLang="en-US"/>
              <a:t>are used to calculate delay of RC trees, which </a:t>
            </a:r>
          </a:p>
          <a:p>
            <a:pPr lvl="1"/>
            <a:r>
              <a:rPr lang="en-US" altLang="en-US"/>
              <a:t>Have single input node</a:t>
            </a:r>
          </a:p>
          <a:p>
            <a:pPr lvl="1"/>
            <a:r>
              <a:rPr lang="en-US" altLang="en-US"/>
              <a:t>Do not have resistive loops</a:t>
            </a:r>
          </a:p>
          <a:p>
            <a:pPr lvl="1"/>
            <a:r>
              <a:rPr lang="en-US" altLang="en-US"/>
              <a:t>Have capacitances only coupled to ground</a:t>
            </a:r>
          </a:p>
          <a:p>
            <a:endParaRPr lang="en-US" altLang="en-US"/>
          </a:p>
        </p:txBody>
      </p:sp>
      <p:grpSp>
        <p:nvGrpSpPr>
          <p:cNvPr id="18436" name="Group 72">
            <a:extLst>
              <a:ext uri="{FF2B5EF4-FFF2-40B4-BE49-F238E27FC236}">
                <a16:creationId xmlns:a16="http://schemas.microsoft.com/office/drawing/2014/main" id="{54890188-A65D-4C2D-A128-C0EBE382BE00}"/>
              </a:ext>
            </a:extLst>
          </p:cNvPr>
          <p:cNvGrpSpPr>
            <a:grpSpLocks/>
          </p:cNvGrpSpPr>
          <p:nvPr/>
        </p:nvGrpSpPr>
        <p:grpSpPr bwMode="auto">
          <a:xfrm>
            <a:off x="2108201" y="4672013"/>
            <a:ext cx="6811963" cy="742950"/>
            <a:chOff x="583684" y="4671321"/>
            <a:chExt cx="6812866" cy="744427"/>
          </a:xfrm>
        </p:grpSpPr>
        <p:sp>
          <p:nvSpPr>
            <p:cNvPr id="14" name="Isosceles Triangle 13">
              <a:extLst>
                <a:ext uri="{FF2B5EF4-FFF2-40B4-BE49-F238E27FC236}">
                  <a16:creationId xmlns:a16="http://schemas.microsoft.com/office/drawing/2014/main" id="{924A9399-CC5F-40F5-8C06-F4A07FD478C2}"/>
                </a:ext>
              </a:extLst>
            </p:cNvPr>
            <p:cNvSpPr/>
            <p:nvPr/>
          </p:nvSpPr>
          <p:spPr bwMode="auto">
            <a:xfrm rot="10800000">
              <a:off x="2876338" y="5283723"/>
              <a:ext cx="120666" cy="124071"/>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38" name="Straight Connector 14">
              <a:extLst>
                <a:ext uri="{FF2B5EF4-FFF2-40B4-BE49-F238E27FC236}">
                  <a16:creationId xmlns:a16="http://schemas.microsoft.com/office/drawing/2014/main" id="{BA8CE2B7-4D24-4E19-A5C4-B4685EAD015B}"/>
                </a:ext>
              </a:extLst>
            </p:cNvPr>
            <p:cNvCxnSpPr>
              <a:cxnSpLocks noChangeShapeType="1"/>
            </p:cNvCxnSpPr>
            <p:nvPr/>
          </p:nvCxnSpPr>
          <p:spPr bwMode="auto">
            <a:xfrm>
              <a:off x="2825747" y="4975908"/>
              <a:ext cx="240843" cy="0"/>
            </a:xfrm>
            <a:prstGeom prst="line">
              <a:avLst/>
            </a:prstGeom>
            <a:noFill/>
            <a:ln w="9525" algn="ctr">
              <a:solidFill>
                <a:schemeClr val="tx1"/>
              </a:solidFill>
              <a:round/>
              <a:headEnd/>
              <a:tailEnd/>
            </a:ln>
          </p:spPr>
        </p:cxnSp>
        <p:cxnSp>
          <p:nvCxnSpPr>
            <p:cNvPr id="18439" name="Straight Connector 15">
              <a:extLst>
                <a:ext uri="{FF2B5EF4-FFF2-40B4-BE49-F238E27FC236}">
                  <a16:creationId xmlns:a16="http://schemas.microsoft.com/office/drawing/2014/main" id="{4CDA9FCF-90F2-484E-9B9B-CE7C11C6D90F}"/>
                </a:ext>
              </a:extLst>
            </p:cNvPr>
            <p:cNvCxnSpPr>
              <a:cxnSpLocks noChangeShapeType="1"/>
            </p:cNvCxnSpPr>
            <p:nvPr/>
          </p:nvCxnSpPr>
          <p:spPr bwMode="auto">
            <a:xfrm>
              <a:off x="2825747" y="5038211"/>
              <a:ext cx="240843" cy="0"/>
            </a:xfrm>
            <a:prstGeom prst="line">
              <a:avLst/>
            </a:prstGeom>
            <a:noFill/>
            <a:ln w="9525" algn="ctr">
              <a:solidFill>
                <a:schemeClr val="tx1"/>
              </a:solidFill>
              <a:round/>
              <a:headEnd/>
              <a:tailEnd/>
            </a:ln>
          </p:spPr>
        </p:cxnSp>
        <p:cxnSp>
          <p:nvCxnSpPr>
            <p:cNvPr id="18440" name="Straight Connector 16">
              <a:extLst>
                <a:ext uri="{FF2B5EF4-FFF2-40B4-BE49-F238E27FC236}">
                  <a16:creationId xmlns:a16="http://schemas.microsoft.com/office/drawing/2014/main" id="{41C20EA8-7469-4D01-8288-9E9B19BB9678}"/>
                </a:ext>
              </a:extLst>
            </p:cNvPr>
            <p:cNvCxnSpPr>
              <a:cxnSpLocks noChangeShapeType="1"/>
            </p:cNvCxnSpPr>
            <p:nvPr/>
          </p:nvCxnSpPr>
          <p:spPr bwMode="auto">
            <a:xfrm rot="5400000">
              <a:off x="2821562" y="5158920"/>
              <a:ext cx="249216" cy="0"/>
            </a:xfrm>
            <a:prstGeom prst="line">
              <a:avLst/>
            </a:prstGeom>
            <a:noFill/>
            <a:ln w="9525" algn="ctr">
              <a:solidFill>
                <a:schemeClr val="tx1"/>
              </a:solidFill>
              <a:round/>
              <a:headEnd/>
              <a:tailEnd/>
            </a:ln>
          </p:spPr>
        </p:cxnSp>
        <p:cxnSp>
          <p:nvCxnSpPr>
            <p:cNvPr id="18441" name="Straight Connector 17">
              <a:extLst>
                <a:ext uri="{FF2B5EF4-FFF2-40B4-BE49-F238E27FC236}">
                  <a16:creationId xmlns:a16="http://schemas.microsoft.com/office/drawing/2014/main" id="{A2D99617-1C7D-4721-AE1D-D6A32C74B5D3}"/>
                </a:ext>
              </a:extLst>
            </p:cNvPr>
            <p:cNvCxnSpPr>
              <a:cxnSpLocks noChangeShapeType="1"/>
            </p:cNvCxnSpPr>
            <p:nvPr/>
          </p:nvCxnSpPr>
          <p:spPr bwMode="auto">
            <a:xfrm rot="5400000">
              <a:off x="2846183" y="4879853"/>
              <a:ext cx="202482" cy="0"/>
            </a:xfrm>
            <a:prstGeom prst="line">
              <a:avLst/>
            </a:prstGeom>
            <a:noFill/>
            <a:ln w="9525" algn="ctr">
              <a:solidFill>
                <a:schemeClr val="tx1"/>
              </a:solidFill>
              <a:round/>
              <a:headEnd/>
              <a:tailEnd/>
            </a:ln>
          </p:spPr>
        </p:cxnSp>
        <p:cxnSp>
          <p:nvCxnSpPr>
            <p:cNvPr id="18442" name="Straight Connector 18">
              <a:extLst>
                <a:ext uri="{FF2B5EF4-FFF2-40B4-BE49-F238E27FC236}">
                  <a16:creationId xmlns:a16="http://schemas.microsoft.com/office/drawing/2014/main" id="{39A00D15-0509-4C57-A3B5-67D253A1334F}"/>
                </a:ext>
              </a:extLst>
            </p:cNvPr>
            <p:cNvCxnSpPr>
              <a:cxnSpLocks noChangeShapeType="1"/>
            </p:cNvCxnSpPr>
            <p:nvPr/>
          </p:nvCxnSpPr>
          <p:spPr bwMode="auto">
            <a:xfrm rot="10800000">
              <a:off x="1787107" y="4781198"/>
              <a:ext cx="361264" cy="0"/>
            </a:xfrm>
            <a:prstGeom prst="line">
              <a:avLst/>
            </a:prstGeom>
            <a:noFill/>
            <a:ln w="9525" algn="ctr">
              <a:solidFill>
                <a:schemeClr val="tx1"/>
              </a:solidFill>
              <a:round/>
              <a:headEnd/>
              <a:tailEnd/>
            </a:ln>
          </p:spPr>
        </p:cxnSp>
        <p:cxnSp>
          <p:nvCxnSpPr>
            <p:cNvPr id="18443" name="Straight Connector 19">
              <a:extLst>
                <a:ext uri="{FF2B5EF4-FFF2-40B4-BE49-F238E27FC236}">
                  <a16:creationId xmlns:a16="http://schemas.microsoft.com/office/drawing/2014/main" id="{98E16FBC-3B69-4744-B4F9-9295D4344097}"/>
                </a:ext>
              </a:extLst>
            </p:cNvPr>
            <p:cNvCxnSpPr>
              <a:cxnSpLocks noChangeShapeType="1"/>
            </p:cNvCxnSpPr>
            <p:nvPr/>
          </p:nvCxnSpPr>
          <p:spPr bwMode="auto">
            <a:xfrm rot="10800000">
              <a:off x="2630056" y="4773423"/>
              <a:ext cx="361264" cy="0"/>
            </a:xfrm>
            <a:prstGeom prst="line">
              <a:avLst/>
            </a:prstGeom>
            <a:noFill/>
            <a:ln w="9525" algn="ctr">
              <a:solidFill>
                <a:schemeClr val="tx1"/>
              </a:solidFill>
              <a:round/>
              <a:headEnd/>
              <a:tailEnd/>
            </a:ln>
          </p:spPr>
        </p:cxnSp>
        <p:grpSp>
          <p:nvGrpSpPr>
            <p:cNvPr id="18444" name="Group 19">
              <a:extLst>
                <a:ext uri="{FF2B5EF4-FFF2-40B4-BE49-F238E27FC236}">
                  <a16:creationId xmlns:a16="http://schemas.microsoft.com/office/drawing/2014/main" id="{44EF4D51-1A76-494E-9C12-13735E05F354}"/>
                </a:ext>
              </a:extLst>
            </p:cNvPr>
            <p:cNvGrpSpPr>
              <a:grpSpLocks/>
            </p:cNvGrpSpPr>
            <p:nvPr/>
          </p:nvGrpSpPr>
          <p:grpSpPr bwMode="auto">
            <a:xfrm>
              <a:off x="1629415" y="4786231"/>
              <a:ext cx="240844" cy="629517"/>
              <a:chOff x="5645149" y="2205832"/>
              <a:chExt cx="152400" cy="384966"/>
            </a:xfrm>
          </p:grpSpPr>
          <p:sp>
            <p:nvSpPr>
              <p:cNvPr id="68" name="Isosceles Triangle 67">
                <a:extLst>
                  <a:ext uri="{FF2B5EF4-FFF2-40B4-BE49-F238E27FC236}">
                    <a16:creationId xmlns:a16="http://schemas.microsoft.com/office/drawing/2014/main" id="{6992EEF5-F8F2-4BF0-93C3-20DB7B389215}"/>
                  </a:ext>
                </a:extLst>
              </p:cNvPr>
              <p:cNvSpPr/>
              <p:nvPr/>
            </p:nvSpPr>
            <p:spPr bwMode="auto">
              <a:xfrm rot="10800000">
                <a:off x="5676655" y="2514925"/>
                <a:ext cx="76354" cy="7587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79" name="Straight Connector 68">
                <a:extLst>
                  <a:ext uri="{FF2B5EF4-FFF2-40B4-BE49-F238E27FC236}">
                    <a16:creationId xmlns:a16="http://schemas.microsoft.com/office/drawing/2014/main" id="{7CEDB6CB-ABC7-48A2-930D-90385769353C}"/>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8480" name="Straight Connector 69">
                <a:extLst>
                  <a:ext uri="{FF2B5EF4-FFF2-40B4-BE49-F238E27FC236}">
                    <a16:creationId xmlns:a16="http://schemas.microsoft.com/office/drawing/2014/main" id="{B6E16B36-7760-4E54-BE03-3AF0D98CE6EC}"/>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8481" name="Straight Connector 70">
                <a:extLst>
                  <a:ext uri="{FF2B5EF4-FFF2-40B4-BE49-F238E27FC236}">
                    <a16:creationId xmlns:a16="http://schemas.microsoft.com/office/drawing/2014/main" id="{6A616000-A703-4EF3-BA77-8303795CB286}"/>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8482" name="Straight Connector 71">
                <a:extLst>
                  <a:ext uri="{FF2B5EF4-FFF2-40B4-BE49-F238E27FC236}">
                    <a16:creationId xmlns:a16="http://schemas.microsoft.com/office/drawing/2014/main" id="{D69D06E6-2D78-47EE-942F-239941CB8E4E}"/>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8445" name="Straight Connector 21">
              <a:extLst>
                <a:ext uri="{FF2B5EF4-FFF2-40B4-BE49-F238E27FC236}">
                  <a16:creationId xmlns:a16="http://schemas.microsoft.com/office/drawing/2014/main" id="{09AB49AC-CFE7-48A3-900F-C01E03F04069}"/>
                </a:ext>
              </a:extLst>
            </p:cNvPr>
            <p:cNvCxnSpPr>
              <a:cxnSpLocks noChangeShapeType="1"/>
            </p:cNvCxnSpPr>
            <p:nvPr/>
          </p:nvCxnSpPr>
          <p:spPr bwMode="auto">
            <a:xfrm rot="10800000">
              <a:off x="590773" y="4788818"/>
              <a:ext cx="361265" cy="0"/>
            </a:xfrm>
            <a:prstGeom prst="line">
              <a:avLst/>
            </a:prstGeom>
            <a:noFill/>
            <a:ln w="9525" algn="ctr">
              <a:solidFill>
                <a:schemeClr val="tx1"/>
              </a:solidFill>
              <a:round/>
              <a:headEnd/>
              <a:tailEnd/>
            </a:ln>
          </p:spPr>
        </p:cxnSp>
        <p:cxnSp>
          <p:nvCxnSpPr>
            <p:cNvPr id="18446" name="Straight Connector 22">
              <a:extLst>
                <a:ext uri="{FF2B5EF4-FFF2-40B4-BE49-F238E27FC236}">
                  <a16:creationId xmlns:a16="http://schemas.microsoft.com/office/drawing/2014/main" id="{72DB79D1-AE16-4EB6-BE58-A63A7E518FB6}"/>
                </a:ext>
              </a:extLst>
            </p:cNvPr>
            <p:cNvCxnSpPr>
              <a:cxnSpLocks noChangeShapeType="1"/>
            </p:cNvCxnSpPr>
            <p:nvPr/>
          </p:nvCxnSpPr>
          <p:spPr bwMode="auto">
            <a:xfrm rot="10800000">
              <a:off x="1433724" y="4781043"/>
              <a:ext cx="361265" cy="0"/>
            </a:xfrm>
            <a:prstGeom prst="line">
              <a:avLst/>
            </a:prstGeom>
            <a:noFill/>
            <a:ln w="9525" algn="ctr">
              <a:solidFill>
                <a:schemeClr val="tx1"/>
              </a:solidFill>
              <a:round/>
              <a:headEnd/>
              <a:tailEnd/>
            </a:ln>
          </p:spPr>
        </p:cxnSp>
        <p:grpSp>
          <p:nvGrpSpPr>
            <p:cNvPr id="18447" name="Group 19">
              <a:extLst>
                <a:ext uri="{FF2B5EF4-FFF2-40B4-BE49-F238E27FC236}">
                  <a16:creationId xmlns:a16="http://schemas.microsoft.com/office/drawing/2014/main" id="{05EDE730-7F5A-471A-8C27-48DE246F7E45}"/>
                </a:ext>
              </a:extLst>
            </p:cNvPr>
            <p:cNvGrpSpPr>
              <a:grpSpLocks/>
            </p:cNvGrpSpPr>
            <p:nvPr/>
          </p:nvGrpSpPr>
          <p:grpSpPr bwMode="auto">
            <a:xfrm>
              <a:off x="4197121" y="4776692"/>
              <a:ext cx="240844" cy="629515"/>
              <a:chOff x="5645149" y="2205832"/>
              <a:chExt cx="152400" cy="384966"/>
            </a:xfrm>
          </p:grpSpPr>
          <p:sp>
            <p:nvSpPr>
              <p:cNvPr id="63" name="Isosceles Triangle 62">
                <a:extLst>
                  <a:ext uri="{FF2B5EF4-FFF2-40B4-BE49-F238E27FC236}">
                    <a16:creationId xmlns:a16="http://schemas.microsoft.com/office/drawing/2014/main" id="{4981D4B5-4741-4E2B-82CD-202F42716DCA}"/>
                  </a:ext>
                </a:extLst>
              </p:cNvPr>
              <p:cNvSpPr/>
              <p:nvPr/>
            </p:nvSpPr>
            <p:spPr bwMode="auto">
              <a:xfrm rot="10800000">
                <a:off x="5677420" y="2514923"/>
                <a:ext cx="76354" cy="7587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74" name="Straight Connector 63">
                <a:extLst>
                  <a:ext uri="{FF2B5EF4-FFF2-40B4-BE49-F238E27FC236}">
                    <a16:creationId xmlns:a16="http://schemas.microsoft.com/office/drawing/2014/main" id="{0408EAA5-F875-4B0D-AFF3-B72B9F3507A1}"/>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8475" name="Straight Connector 64">
                <a:extLst>
                  <a:ext uri="{FF2B5EF4-FFF2-40B4-BE49-F238E27FC236}">
                    <a16:creationId xmlns:a16="http://schemas.microsoft.com/office/drawing/2014/main" id="{D2C738CD-AF19-4333-9663-449B38984434}"/>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8476" name="Straight Connector 65">
                <a:extLst>
                  <a:ext uri="{FF2B5EF4-FFF2-40B4-BE49-F238E27FC236}">
                    <a16:creationId xmlns:a16="http://schemas.microsoft.com/office/drawing/2014/main" id="{C541AEB5-C8FD-4A1E-8703-590BD2061A28}"/>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8477" name="Straight Connector 66">
                <a:extLst>
                  <a:ext uri="{FF2B5EF4-FFF2-40B4-BE49-F238E27FC236}">
                    <a16:creationId xmlns:a16="http://schemas.microsoft.com/office/drawing/2014/main" id="{7798B585-A8D4-4199-93EB-5C82EE6298B4}"/>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8448" name="Straight Connector 24">
              <a:extLst>
                <a:ext uri="{FF2B5EF4-FFF2-40B4-BE49-F238E27FC236}">
                  <a16:creationId xmlns:a16="http://schemas.microsoft.com/office/drawing/2014/main" id="{D6569558-C257-4155-99A6-83049952F92C}"/>
                </a:ext>
              </a:extLst>
            </p:cNvPr>
            <p:cNvCxnSpPr>
              <a:cxnSpLocks noChangeShapeType="1"/>
            </p:cNvCxnSpPr>
            <p:nvPr/>
          </p:nvCxnSpPr>
          <p:spPr bwMode="auto">
            <a:xfrm rot="10800000">
              <a:off x="4001393" y="4771516"/>
              <a:ext cx="361265" cy="0"/>
            </a:xfrm>
            <a:prstGeom prst="line">
              <a:avLst/>
            </a:prstGeom>
            <a:noFill/>
            <a:ln w="9525" algn="ctr">
              <a:solidFill>
                <a:schemeClr val="tx1"/>
              </a:solidFill>
              <a:round/>
              <a:headEnd/>
              <a:tailEnd/>
            </a:ln>
          </p:spPr>
        </p:cxnSp>
        <p:cxnSp>
          <p:nvCxnSpPr>
            <p:cNvPr id="18449" name="Straight Connector 25">
              <a:extLst>
                <a:ext uri="{FF2B5EF4-FFF2-40B4-BE49-F238E27FC236}">
                  <a16:creationId xmlns:a16="http://schemas.microsoft.com/office/drawing/2014/main" id="{42E3854C-C0D5-4C30-B27E-019CF45A39FA}"/>
                </a:ext>
              </a:extLst>
            </p:cNvPr>
            <p:cNvCxnSpPr>
              <a:cxnSpLocks noChangeShapeType="1"/>
            </p:cNvCxnSpPr>
            <p:nvPr/>
          </p:nvCxnSpPr>
          <p:spPr bwMode="auto">
            <a:xfrm>
              <a:off x="2991065" y="4772507"/>
              <a:ext cx="533400" cy="0"/>
            </a:xfrm>
            <a:prstGeom prst="line">
              <a:avLst/>
            </a:prstGeom>
            <a:noFill/>
            <a:ln w="9525" algn="ctr">
              <a:solidFill>
                <a:schemeClr val="tx1"/>
              </a:solidFill>
              <a:prstDash val="lgDash"/>
              <a:round/>
              <a:headEnd/>
              <a:tailEnd/>
            </a:ln>
          </p:spPr>
        </p:cxnSp>
        <p:grpSp>
          <p:nvGrpSpPr>
            <p:cNvPr id="18450" name="Group 19">
              <a:extLst>
                <a:ext uri="{FF2B5EF4-FFF2-40B4-BE49-F238E27FC236}">
                  <a16:creationId xmlns:a16="http://schemas.microsoft.com/office/drawing/2014/main" id="{864A9231-4874-4ECA-A465-CFC541DDD89F}"/>
                </a:ext>
              </a:extLst>
            </p:cNvPr>
            <p:cNvGrpSpPr>
              <a:grpSpLocks/>
            </p:cNvGrpSpPr>
            <p:nvPr/>
          </p:nvGrpSpPr>
          <p:grpSpPr bwMode="auto">
            <a:xfrm>
              <a:off x="5393695" y="4763371"/>
              <a:ext cx="240844" cy="629517"/>
              <a:chOff x="5645149" y="2205832"/>
              <a:chExt cx="152400" cy="384966"/>
            </a:xfrm>
          </p:grpSpPr>
          <p:sp>
            <p:nvSpPr>
              <p:cNvPr id="58" name="Isosceles Triangle 57">
                <a:extLst>
                  <a:ext uri="{FF2B5EF4-FFF2-40B4-BE49-F238E27FC236}">
                    <a16:creationId xmlns:a16="http://schemas.microsoft.com/office/drawing/2014/main" id="{81A1FED8-9D39-4D58-820A-4F192C283A78}"/>
                  </a:ext>
                </a:extLst>
              </p:cNvPr>
              <p:cNvSpPr/>
              <p:nvPr/>
            </p:nvSpPr>
            <p:spPr bwMode="auto">
              <a:xfrm rot="10800000">
                <a:off x="5676770" y="2515287"/>
                <a:ext cx="76354" cy="7587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69" name="Straight Connector 58">
                <a:extLst>
                  <a:ext uri="{FF2B5EF4-FFF2-40B4-BE49-F238E27FC236}">
                    <a16:creationId xmlns:a16="http://schemas.microsoft.com/office/drawing/2014/main" id="{9D1F8B4D-61C6-4226-88FF-AE107497B4A4}"/>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8470" name="Straight Connector 59">
                <a:extLst>
                  <a:ext uri="{FF2B5EF4-FFF2-40B4-BE49-F238E27FC236}">
                    <a16:creationId xmlns:a16="http://schemas.microsoft.com/office/drawing/2014/main" id="{1222A48E-4350-4F5D-9751-89BB3EFA2460}"/>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8471" name="Straight Connector 60">
                <a:extLst>
                  <a:ext uri="{FF2B5EF4-FFF2-40B4-BE49-F238E27FC236}">
                    <a16:creationId xmlns:a16="http://schemas.microsoft.com/office/drawing/2014/main" id="{536ACADE-3BA6-44CD-B1BC-9BB8198652DD}"/>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8472" name="Straight Connector 61">
                <a:extLst>
                  <a:ext uri="{FF2B5EF4-FFF2-40B4-BE49-F238E27FC236}">
                    <a16:creationId xmlns:a16="http://schemas.microsoft.com/office/drawing/2014/main" id="{6B44572E-54F5-401A-9EC1-6940F88DDD8F}"/>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8451" name="Straight Connector 27">
              <a:extLst>
                <a:ext uri="{FF2B5EF4-FFF2-40B4-BE49-F238E27FC236}">
                  <a16:creationId xmlns:a16="http://schemas.microsoft.com/office/drawing/2014/main" id="{3C16CCDF-86D0-4F30-A821-F8792B19C57D}"/>
                </a:ext>
              </a:extLst>
            </p:cNvPr>
            <p:cNvCxnSpPr>
              <a:cxnSpLocks noChangeShapeType="1"/>
            </p:cNvCxnSpPr>
            <p:nvPr/>
          </p:nvCxnSpPr>
          <p:spPr bwMode="auto">
            <a:xfrm rot="10800000">
              <a:off x="4355053" y="4770721"/>
              <a:ext cx="361265" cy="0"/>
            </a:xfrm>
            <a:prstGeom prst="line">
              <a:avLst/>
            </a:prstGeom>
            <a:noFill/>
            <a:ln w="9525" algn="ctr">
              <a:solidFill>
                <a:schemeClr val="tx1"/>
              </a:solidFill>
              <a:round/>
              <a:headEnd/>
              <a:tailEnd/>
            </a:ln>
          </p:spPr>
        </p:cxnSp>
        <p:cxnSp>
          <p:nvCxnSpPr>
            <p:cNvPr id="18452" name="Straight Connector 28">
              <a:extLst>
                <a:ext uri="{FF2B5EF4-FFF2-40B4-BE49-F238E27FC236}">
                  <a16:creationId xmlns:a16="http://schemas.microsoft.com/office/drawing/2014/main" id="{C7FFFA30-D8A2-4015-8461-B9AF87EA8D88}"/>
                </a:ext>
              </a:extLst>
            </p:cNvPr>
            <p:cNvCxnSpPr>
              <a:cxnSpLocks noChangeShapeType="1"/>
            </p:cNvCxnSpPr>
            <p:nvPr/>
          </p:nvCxnSpPr>
          <p:spPr bwMode="auto">
            <a:xfrm rot="10800000">
              <a:off x="5198004" y="4758183"/>
              <a:ext cx="361265" cy="0"/>
            </a:xfrm>
            <a:prstGeom prst="line">
              <a:avLst/>
            </a:prstGeom>
            <a:noFill/>
            <a:ln w="9525" algn="ctr">
              <a:solidFill>
                <a:schemeClr val="tx1"/>
              </a:solidFill>
              <a:round/>
              <a:headEnd/>
              <a:tailEnd/>
            </a:ln>
          </p:spPr>
        </p:cxnSp>
        <p:grpSp>
          <p:nvGrpSpPr>
            <p:cNvPr id="18453" name="Group 19">
              <a:extLst>
                <a:ext uri="{FF2B5EF4-FFF2-40B4-BE49-F238E27FC236}">
                  <a16:creationId xmlns:a16="http://schemas.microsoft.com/office/drawing/2014/main" id="{B5775DDA-2F48-42DD-91B2-3569840258C1}"/>
                </a:ext>
              </a:extLst>
            </p:cNvPr>
            <p:cNvGrpSpPr>
              <a:grpSpLocks/>
            </p:cNvGrpSpPr>
            <p:nvPr/>
          </p:nvGrpSpPr>
          <p:grpSpPr bwMode="auto">
            <a:xfrm>
              <a:off x="6826963" y="4762400"/>
              <a:ext cx="240844" cy="629515"/>
              <a:chOff x="5645149" y="2205832"/>
              <a:chExt cx="152400" cy="384966"/>
            </a:xfrm>
          </p:grpSpPr>
          <p:sp>
            <p:nvSpPr>
              <p:cNvPr id="53" name="Isosceles Triangle 52">
                <a:extLst>
                  <a:ext uri="{FF2B5EF4-FFF2-40B4-BE49-F238E27FC236}">
                    <a16:creationId xmlns:a16="http://schemas.microsoft.com/office/drawing/2014/main" id="{61D43C88-82A9-4A4F-88F5-38370ADA5AF7}"/>
                  </a:ext>
                </a:extLst>
              </p:cNvPr>
              <p:cNvSpPr/>
              <p:nvPr/>
            </p:nvSpPr>
            <p:spPr bwMode="auto">
              <a:xfrm rot="10800000">
                <a:off x="5677044" y="2514908"/>
                <a:ext cx="76354" cy="7587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8464" name="Straight Connector 53">
                <a:extLst>
                  <a:ext uri="{FF2B5EF4-FFF2-40B4-BE49-F238E27FC236}">
                    <a16:creationId xmlns:a16="http://schemas.microsoft.com/office/drawing/2014/main" id="{2D04F3E4-C537-428E-AA3C-EE118E12F91E}"/>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8465" name="Straight Connector 54">
                <a:extLst>
                  <a:ext uri="{FF2B5EF4-FFF2-40B4-BE49-F238E27FC236}">
                    <a16:creationId xmlns:a16="http://schemas.microsoft.com/office/drawing/2014/main" id="{F481FB1C-1FE6-4090-BB90-EA290ECF918C}"/>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8466" name="Straight Connector 55">
                <a:extLst>
                  <a:ext uri="{FF2B5EF4-FFF2-40B4-BE49-F238E27FC236}">
                    <a16:creationId xmlns:a16="http://schemas.microsoft.com/office/drawing/2014/main" id="{A601B5D0-D93A-4CA9-A79F-DB4D6B28A453}"/>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8467" name="Straight Connector 56">
                <a:extLst>
                  <a:ext uri="{FF2B5EF4-FFF2-40B4-BE49-F238E27FC236}">
                    <a16:creationId xmlns:a16="http://schemas.microsoft.com/office/drawing/2014/main" id="{2C2B7877-C3DB-4953-B9FC-16D54902F47D}"/>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8454" name="Straight Connector 30">
              <a:extLst>
                <a:ext uri="{FF2B5EF4-FFF2-40B4-BE49-F238E27FC236}">
                  <a16:creationId xmlns:a16="http://schemas.microsoft.com/office/drawing/2014/main" id="{E1D68D25-5C0C-4654-B260-BBF6671A2F13}"/>
                </a:ext>
              </a:extLst>
            </p:cNvPr>
            <p:cNvCxnSpPr>
              <a:cxnSpLocks noChangeShapeType="1"/>
            </p:cNvCxnSpPr>
            <p:nvPr/>
          </p:nvCxnSpPr>
          <p:spPr bwMode="auto">
            <a:xfrm rot="10800000" flipV="1">
              <a:off x="6631237" y="4754629"/>
              <a:ext cx="741333" cy="0"/>
            </a:xfrm>
            <a:prstGeom prst="line">
              <a:avLst/>
            </a:prstGeom>
            <a:noFill/>
            <a:ln w="9525" algn="ctr">
              <a:solidFill>
                <a:schemeClr val="tx1"/>
              </a:solidFill>
              <a:round/>
              <a:headEnd/>
              <a:tailEnd/>
            </a:ln>
          </p:spPr>
        </p:cxnSp>
        <p:cxnSp>
          <p:nvCxnSpPr>
            <p:cNvPr id="18455" name="Straight Connector 31">
              <a:extLst>
                <a:ext uri="{FF2B5EF4-FFF2-40B4-BE49-F238E27FC236}">
                  <a16:creationId xmlns:a16="http://schemas.microsoft.com/office/drawing/2014/main" id="{640D0396-2197-42FB-B803-4AE197302E87}"/>
                </a:ext>
              </a:extLst>
            </p:cNvPr>
            <p:cNvCxnSpPr>
              <a:cxnSpLocks noChangeShapeType="1"/>
            </p:cNvCxnSpPr>
            <p:nvPr/>
          </p:nvCxnSpPr>
          <p:spPr bwMode="auto">
            <a:xfrm>
              <a:off x="5620907" y="4758215"/>
              <a:ext cx="533400" cy="0"/>
            </a:xfrm>
            <a:prstGeom prst="line">
              <a:avLst/>
            </a:prstGeom>
            <a:noFill/>
            <a:ln w="9525" algn="ctr">
              <a:solidFill>
                <a:schemeClr val="tx1"/>
              </a:solidFill>
              <a:prstDash val="lgDash"/>
              <a:round/>
              <a:headEnd/>
              <a:tailEnd/>
            </a:ln>
          </p:spPr>
        </p:cxnSp>
        <p:sp>
          <p:nvSpPr>
            <p:cNvPr id="48" name="Rectangle 47">
              <a:extLst>
                <a:ext uri="{FF2B5EF4-FFF2-40B4-BE49-F238E27FC236}">
                  <a16:creationId xmlns:a16="http://schemas.microsoft.com/office/drawing/2014/main" id="{2007B092-EAA8-436A-AF39-09EC28B4BC8B}"/>
                </a:ext>
              </a:extLst>
            </p:cNvPr>
            <p:cNvSpPr/>
            <p:nvPr/>
          </p:nvSpPr>
          <p:spPr bwMode="auto">
            <a:xfrm>
              <a:off x="952033" y="4707906"/>
              <a:ext cx="481077" cy="17179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49" name="Rectangle 48">
              <a:extLst>
                <a:ext uri="{FF2B5EF4-FFF2-40B4-BE49-F238E27FC236}">
                  <a16:creationId xmlns:a16="http://schemas.microsoft.com/office/drawing/2014/main" id="{3A4691E4-0D3F-4A6E-9D2E-DEFB51FC791F}"/>
                </a:ext>
              </a:extLst>
            </p:cNvPr>
            <p:cNvSpPr/>
            <p:nvPr/>
          </p:nvSpPr>
          <p:spPr bwMode="auto">
            <a:xfrm>
              <a:off x="2147579" y="4688818"/>
              <a:ext cx="500128" cy="18451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0" name="Rectangle 49">
              <a:extLst>
                <a:ext uri="{FF2B5EF4-FFF2-40B4-BE49-F238E27FC236}">
                  <a16:creationId xmlns:a16="http://schemas.microsoft.com/office/drawing/2014/main" id="{62580082-3974-4332-876F-7EC1F9B4359B}"/>
                </a:ext>
              </a:extLst>
            </p:cNvPr>
            <p:cNvSpPr/>
            <p:nvPr/>
          </p:nvSpPr>
          <p:spPr bwMode="auto">
            <a:xfrm>
              <a:off x="3551115" y="4699953"/>
              <a:ext cx="468374" cy="17179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1" name="Rectangle 50">
              <a:extLst>
                <a:ext uri="{FF2B5EF4-FFF2-40B4-BE49-F238E27FC236}">
                  <a16:creationId xmlns:a16="http://schemas.microsoft.com/office/drawing/2014/main" id="{9A66E748-AB53-4440-82AF-D5D3E6DD2BF5}"/>
                </a:ext>
              </a:extLst>
            </p:cNvPr>
            <p:cNvSpPr/>
            <p:nvPr/>
          </p:nvSpPr>
          <p:spPr bwMode="auto">
            <a:xfrm>
              <a:off x="4735547" y="4671321"/>
              <a:ext cx="468374" cy="17338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52" name="Rectangle 51">
              <a:extLst>
                <a:ext uri="{FF2B5EF4-FFF2-40B4-BE49-F238E27FC236}">
                  <a16:creationId xmlns:a16="http://schemas.microsoft.com/office/drawing/2014/main" id="{2B14461E-E43F-4798-B553-B135B832C26C}"/>
                </a:ext>
              </a:extLst>
            </p:cNvPr>
            <p:cNvSpPr/>
            <p:nvPr/>
          </p:nvSpPr>
          <p:spPr bwMode="auto">
            <a:xfrm>
              <a:off x="6153372" y="4671321"/>
              <a:ext cx="468375" cy="17338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8461" name="Oval 7">
              <a:extLst>
                <a:ext uri="{FF2B5EF4-FFF2-40B4-BE49-F238E27FC236}">
                  <a16:creationId xmlns:a16="http://schemas.microsoft.com/office/drawing/2014/main" id="{4D772DEE-F0ED-4DAC-98A7-6880D135926E}"/>
                </a:ext>
              </a:extLst>
            </p:cNvPr>
            <p:cNvSpPr>
              <a:spLocks noChangeArrowheads="1"/>
            </p:cNvSpPr>
            <p:nvPr/>
          </p:nvSpPr>
          <p:spPr bwMode="auto">
            <a:xfrm>
              <a:off x="583684" y="4762902"/>
              <a:ext cx="47961" cy="47961"/>
            </a:xfrm>
            <a:prstGeom prst="ellipse">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8462" name="Oval 8">
              <a:extLst>
                <a:ext uri="{FF2B5EF4-FFF2-40B4-BE49-F238E27FC236}">
                  <a16:creationId xmlns:a16="http://schemas.microsoft.com/office/drawing/2014/main" id="{6B140496-F5DA-4871-AF03-21E9A4F32437}"/>
                </a:ext>
              </a:extLst>
            </p:cNvPr>
            <p:cNvSpPr>
              <a:spLocks noChangeArrowheads="1"/>
            </p:cNvSpPr>
            <p:nvPr/>
          </p:nvSpPr>
          <p:spPr bwMode="auto">
            <a:xfrm>
              <a:off x="7348589" y="4731121"/>
              <a:ext cx="47961" cy="47961"/>
            </a:xfrm>
            <a:prstGeom prst="ellipse">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2749982-3A56-480B-B0AB-3AC34ABF2B9D}"/>
              </a:ext>
            </a:extLst>
          </p:cNvPr>
          <p:cNvSpPr>
            <a:spLocks noGrp="1"/>
          </p:cNvSpPr>
          <p:nvPr>
            <p:ph type="title"/>
          </p:nvPr>
        </p:nvSpPr>
        <p:spPr/>
        <p:txBody>
          <a:bodyPr/>
          <a:lstStyle/>
          <a:p>
            <a:r>
              <a:rPr lang="en-US" altLang="en-US"/>
              <a:t>Elmore Delay Equation</a:t>
            </a:r>
          </a:p>
        </p:txBody>
      </p:sp>
      <p:sp>
        <p:nvSpPr>
          <p:cNvPr id="3" name="Content Placeholder 2">
            <a:extLst>
              <a:ext uri="{FF2B5EF4-FFF2-40B4-BE49-F238E27FC236}">
                <a16:creationId xmlns:a16="http://schemas.microsoft.com/office/drawing/2014/main" id="{54713200-F768-4286-9633-2C5734ED2A97}"/>
              </a:ext>
            </a:extLst>
          </p:cNvPr>
          <p:cNvSpPr>
            <a:spLocks noGrp="1"/>
          </p:cNvSpPr>
          <p:nvPr>
            <p:ph type="body" sz="quarter" idx="10"/>
          </p:nvPr>
        </p:nvSpPr>
        <p:spPr/>
        <p:txBody>
          <a:bodyPr/>
          <a:lstStyle/>
          <a:p>
            <a:pPr marL="0" indent="0">
              <a:buNone/>
              <a:defRPr/>
            </a:pPr>
            <a:r>
              <a:rPr lang="en-US" sz="2000" dirty="0"/>
              <a:t>Elmore delay equation is:</a:t>
            </a:r>
          </a:p>
          <a:p>
            <a:pPr marL="0" indent="0">
              <a:buNone/>
              <a:defRPr/>
            </a:pPr>
            <a:endParaRPr lang="en-US" sz="2000" dirty="0">
              <a:latin typeface="+mj-lt"/>
            </a:endParaRPr>
          </a:p>
          <a:p>
            <a:pPr marL="0" indent="0">
              <a:buNone/>
              <a:defRPr/>
            </a:pPr>
            <a:endParaRPr lang="pt-BR" sz="2000" dirty="0">
              <a:latin typeface="+mj-lt"/>
            </a:endParaRPr>
          </a:p>
          <a:p>
            <a:pPr marL="0" indent="0">
              <a:buNone/>
              <a:defRPr/>
            </a:pPr>
            <a:endParaRPr lang="en-US" sz="2000" dirty="0">
              <a:latin typeface="+mj-lt"/>
            </a:endParaRPr>
          </a:p>
          <a:p>
            <a:pPr marL="0" indent="0">
              <a:buNone/>
              <a:defRPr/>
            </a:pPr>
            <a:endParaRPr lang="en-US" sz="1800" dirty="0">
              <a:latin typeface="+mj-lt"/>
            </a:endParaRPr>
          </a:p>
          <a:p>
            <a:pPr marL="0" indent="0">
              <a:buNone/>
              <a:defRPr/>
            </a:pPr>
            <a:r>
              <a:rPr lang="en-US" sz="1800" dirty="0">
                <a:latin typeface="+mj-lt"/>
              </a:rPr>
              <a:t>  </a:t>
            </a:r>
            <a:endParaRPr lang="en-US" sz="800" dirty="0">
              <a:latin typeface="+mj-lt"/>
            </a:endParaRPr>
          </a:p>
          <a:p>
            <a:pPr marL="0" indent="0">
              <a:buNone/>
              <a:defRPr/>
            </a:pPr>
            <a:endParaRPr lang="en-US" sz="2000" dirty="0">
              <a:latin typeface="+mj-lt"/>
            </a:endParaRPr>
          </a:p>
          <a:p>
            <a:pPr marL="0" indent="0">
              <a:buNone/>
              <a:defRPr/>
            </a:pPr>
            <a:r>
              <a:rPr lang="en-US" sz="2000" dirty="0">
                <a:latin typeface="+mj-lt"/>
              </a:rPr>
              <a:t>	</a:t>
            </a:r>
          </a:p>
        </p:txBody>
      </p:sp>
      <p:sp>
        <p:nvSpPr>
          <p:cNvPr id="4" name="TextBox 3">
            <a:extLst>
              <a:ext uri="{FF2B5EF4-FFF2-40B4-BE49-F238E27FC236}">
                <a16:creationId xmlns:a16="http://schemas.microsoft.com/office/drawing/2014/main" id="{ABBF8D4B-1F6D-4789-90D8-0F027B2A605E}"/>
              </a:ext>
            </a:extLst>
          </p:cNvPr>
          <p:cNvSpPr txBox="1">
            <a:spLocks noRot="1" noChangeAspect="1" noMove="1" noResize="1" noEditPoints="1" noAdjustHandles="1" noChangeArrowheads="1" noChangeShapeType="1" noTextEdit="1"/>
          </p:cNvSpPr>
          <p:nvPr/>
        </p:nvSpPr>
        <p:spPr>
          <a:xfrm>
            <a:off x="5260303" y="1600201"/>
            <a:ext cx="2066145" cy="1121141"/>
          </a:xfrm>
          <a:prstGeom prst="rect">
            <a:avLst/>
          </a:prstGeom>
          <a:blipFill rotWithShape="0">
            <a:blip r:embed="rId2"/>
            <a:stretch>
              <a:fillRect/>
            </a:stretch>
          </a:blipFill>
        </p:spPr>
        <p:txBody>
          <a:bodyPr/>
          <a:lstStyle/>
          <a:p>
            <a:r>
              <a:rPr lang="en-US">
                <a:noFill/>
              </a:rPr>
              <a:t> </a:t>
            </a:r>
          </a:p>
        </p:txBody>
      </p:sp>
      <p:sp>
        <p:nvSpPr>
          <p:cNvPr id="119" name="TextBox 118">
            <a:extLst>
              <a:ext uri="{FF2B5EF4-FFF2-40B4-BE49-F238E27FC236}">
                <a16:creationId xmlns:a16="http://schemas.microsoft.com/office/drawing/2014/main" id="{12EF8F66-0E39-4FF0-B84A-6469BA05EFA6}"/>
              </a:ext>
            </a:extLst>
          </p:cNvPr>
          <p:cNvSpPr txBox="1">
            <a:spLocks noRot="1" noChangeAspect="1" noMove="1" noResize="1" noEditPoints="1" noAdjustHandles="1" noChangeArrowheads="1" noChangeShapeType="1" noTextEdit="1"/>
          </p:cNvSpPr>
          <p:nvPr/>
        </p:nvSpPr>
        <p:spPr>
          <a:xfrm>
            <a:off x="2497278" y="4794624"/>
            <a:ext cx="1970226" cy="338554"/>
          </a:xfrm>
          <a:prstGeom prst="rect">
            <a:avLst/>
          </a:prstGeom>
          <a:blipFill rotWithShape="0">
            <a:blip r:embed="rId3"/>
            <a:stretch>
              <a:fillRect t="-5455" b="-23636"/>
            </a:stretch>
          </a:blipFill>
        </p:spPr>
        <p:txBody>
          <a:bodyPr/>
          <a:lstStyle/>
          <a:p>
            <a:r>
              <a:rPr lang="en-US">
                <a:noFill/>
              </a:rPr>
              <a:t> </a:t>
            </a:r>
          </a:p>
        </p:txBody>
      </p:sp>
      <p:sp>
        <p:nvSpPr>
          <p:cNvPr id="120" name="TextBox 119">
            <a:extLst>
              <a:ext uri="{FF2B5EF4-FFF2-40B4-BE49-F238E27FC236}">
                <a16:creationId xmlns:a16="http://schemas.microsoft.com/office/drawing/2014/main" id="{17C4A399-18C5-4F95-80EC-A64481EACEFC}"/>
              </a:ext>
            </a:extLst>
          </p:cNvPr>
          <p:cNvSpPr txBox="1">
            <a:spLocks noRot="1" noChangeAspect="1" noMove="1" noResize="1" noEditPoints="1" noAdjustHandles="1" noChangeArrowheads="1" noChangeShapeType="1" noTextEdit="1"/>
          </p:cNvSpPr>
          <p:nvPr/>
        </p:nvSpPr>
        <p:spPr>
          <a:xfrm>
            <a:off x="2497278" y="5251826"/>
            <a:ext cx="3827322" cy="338554"/>
          </a:xfrm>
          <a:prstGeom prst="rect">
            <a:avLst/>
          </a:prstGeom>
          <a:blipFill rotWithShape="0">
            <a:blip r:embed="rId4"/>
            <a:stretch>
              <a:fillRect t="-5455" b="-23636"/>
            </a:stretch>
          </a:blipFill>
        </p:spPr>
        <p:txBody>
          <a:bodyPr/>
          <a:lstStyle/>
          <a:p>
            <a:r>
              <a:rPr lang="en-US">
                <a:noFill/>
              </a:rPr>
              <a:t> </a:t>
            </a:r>
          </a:p>
        </p:txBody>
      </p:sp>
      <p:sp>
        <p:nvSpPr>
          <p:cNvPr id="121" name="TextBox 120">
            <a:extLst>
              <a:ext uri="{FF2B5EF4-FFF2-40B4-BE49-F238E27FC236}">
                <a16:creationId xmlns:a16="http://schemas.microsoft.com/office/drawing/2014/main" id="{386362CE-94A5-4B9F-B735-F573FD7583D4}"/>
              </a:ext>
            </a:extLst>
          </p:cNvPr>
          <p:cNvSpPr txBox="1"/>
          <p:nvPr/>
        </p:nvSpPr>
        <p:spPr>
          <a:xfrm>
            <a:off x="2497138" y="4495800"/>
            <a:ext cx="1681162" cy="338138"/>
          </a:xfrm>
          <a:prstGeom prst="rect">
            <a:avLst/>
          </a:prstGeom>
        </p:spPr>
        <p:txBody>
          <a:bodyPr>
            <a:spAutoFit/>
          </a:bodyPr>
          <a:lstStyle/>
          <a:p>
            <a:pPr eaLnBrk="1" hangingPunct="1">
              <a:defRPr/>
            </a:pPr>
            <a:r>
              <a:rPr lang="en-US" sz="1600" dirty="0">
                <a:latin typeface="+mj-lt"/>
                <a:cs typeface="Arial" charset="0"/>
              </a:rPr>
              <a:t>For example,</a:t>
            </a:r>
          </a:p>
        </p:txBody>
      </p:sp>
      <p:grpSp>
        <p:nvGrpSpPr>
          <p:cNvPr id="19464" name="Group 39">
            <a:extLst>
              <a:ext uri="{FF2B5EF4-FFF2-40B4-BE49-F238E27FC236}">
                <a16:creationId xmlns:a16="http://schemas.microsoft.com/office/drawing/2014/main" id="{2C5D63C7-AE41-4C5A-AF07-5DC21E1D5E07}"/>
              </a:ext>
            </a:extLst>
          </p:cNvPr>
          <p:cNvGrpSpPr>
            <a:grpSpLocks/>
          </p:cNvGrpSpPr>
          <p:nvPr/>
        </p:nvGrpSpPr>
        <p:grpSpPr bwMode="auto">
          <a:xfrm>
            <a:off x="2549526" y="2706688"/>
            <a:ext cx="6837363" cy="1681162"/>
            <a:chOff x="983515" y="1289852"/>
            <a:chExt cx="6837233" cy="1681948"/>
          </a:xfrm>
        </p:grpSpPr>
        <p:grpSp>
          <p:nvGrpSpPr>
            <p:cNvPr id="19465" name="Group 131">
              <a:extLst>
                <a:ext uri="{FF2B5EF4-FFF2-40B4-BE49-F238E27FC236}">
                  <a16:creationId xmlns:a16="http://schemas.microsoft.com/office/drawing/2014/main" id="{14031F84-A87E-4EE3-A806-590E9DB28664}"/>
                </a:ext>
              </a:extLst>
            </p:cNvPr>
            <p:cNvGrpSpPr>
              <a:grpSpLocks/>
            </p:cNvGrpSpPr>
            <p:nvPr/>
          </p:nvGrpSpPr>
          <p:grpSpPr bwMode="auto">
            <a:xfrm>
              <a:off x="990604" y="1825812"/>
              <a:ext cx="6830144" cy="1145988"/>
              <a:chOff x="990604" y="1444823"/>
              <a:chExt cx="6830144" cy="1145988"/>
            </a:xfrm>
          </p:grpSpPr>
          <p:sp>
            <p:nvSpPr>
              <p:cNvPr id="97" name="Isosceles Triangle 96">
                <a:extLst>
                  <a:ext uri="{FF2B5EF4-FFF2-40B4-BE49-F238E27FC236}">
                    <a16:creationId xmlns:a16="http://schemas.microsoft.com/office/drawing/2014/main" id="{BEB16BB0-08FD-420F-A7DA-4BB380F0A17B}"/>
                  </a:ext>
                </a:extLst>
              </p:cNvPr>
              <p:cNvSpPr/>
              <p:nvPr/>
            </p:nvSpPr>
            <p:spPr bwMode="auto">
              <a:xfrm rot="10800000">
                <a:off x="3275822" y="2458987"/>
                <a:ext cx="120648" cy="12388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9475" name="Straight Connector 97">
                <a:extLst>
                  <a:ext uri="{FF2B5EF4-FFF2-40B4-BE49-F238E27FC236}">
                    <a16:creationId xmlns:a16="http://schemas.microsoft.com/office/drawing/2014/main" id="{95337B7F-7B3F-4931-9850-880565BA6AAC}"/>
                  </a:ext>
                </a:extLst>
              </p:cNvPr>
              <p:cNvCxnSpPr>
                <a:cxnSpLocks noChangeShapeType="1"/>
              </p:cNvCxnSpPr>
              <p:nvPr/>
            </p:nvCxnSpPr>
            <p:spPr bwMode="auto">
              <a:xfrm>
                <a:off x="3225578" y="2150971"/>
                <a:ext cx="240843" cy="0"/>
              </a:xfrm>
              <a:prstGeom prst="line">
                <a:avLst/>
              </a:prstGeom>
              <a:noFill/>
              <a:ln w="9525" algn="ctr">
                <a:solidFill>
                  <a:schemeClr val="tx1"/>
                </a:solidFill>
                <a:round/>
                <a:headEnd/>
                <a:tailEnd/>
              </a:ln>
            </p:spPr>
          </p:cxnSp>
          <p:cxnSp>
            <p:nvCxnSpPr>
              <p:cNvPr id="19476" name="Straight Connector 98">
                <a:extLst>
                  <a:ext uri="{FF2B5EF4-FFF2-40B4-BE49-F238E27FC236}">
                    <a16:creationId xmlns:a16="http://schemas.microsoft.com/office/drawing/2014/main" id="{BEF3E5D0-495C-4E2E-AF68-E28637D460AF}"/>
                  </a:ext>
                </a:extLst>
              </p:cNvPr>
              <p:cNvCxnSpPr>
                <a:cxnSpLocks noChangeShapeType="1"/>
              </p:cNvCxnSpPr>
              <p:nvPr/>
            </p:nvCxnSpPr>
            <p:spPr bwMode="auto">
              <a:xfrm>
                <a:off x="3225578" y="2213274"/>
                <a:ext cx="240843" cy="0"/>
              </a:xfrm>
              <a:prstGeom prst="line">
                <a:avLst/>
              </a:prstGeom>
              <a:noFill/>
              <a:ln w="9525" algn="ctr">
                <a:solidFill>
                  <a:schemeClr val="tx1"/>
                </a:solidFill>
                <a:round/>
                <a:headEnd/>
                <a:tailEnd/>
              </a:ln>
            </p:spPr>
          </p:cxnSp>
          <p:cxnSp>
            <p:nvCxnSpPr>
              <p:cNvPr id="19477" name="Straight Connector 99">
                <a:extLst>
                  <a:ext uri="{FF2B5EF4-FFF2-40B4-BE49-F238E27FC236}">
                    <a16:creationId xmlns:a16="http://schemas.microsoft.com/office/drawing/2014/main" id="{999B6244-FD8A-47D3-B577-11B6F0F055DA}"/>
                  </a:ext>
                </a:extLst>
              </p:cNvPr>
              <p:cNvCxnSpPr>
                <a:cxnSpLocks noChangeShapeType="1"/>
              </p:cNvCxnSpPr>
              <p:nvPr/>
            </p:nvCxnSpPr>
            <p:spPr bwMode="auto">
              <a:xfrm rot="5400000">
                <a:off x="3221393" y="2333983"/>
                <a:ext cx="249216" cy="0"/>
              </a:xfrm>
              <a:prstGeom prst="line">
                <a:avLst/>
              </a:prstGeom>
              <a:noFill/>
              <a:ln w="9525" algn="ctr">
                <a:solidFill>
                  <a:schemeClr val="tx1"/>
                </a:solidFill>
                <a:round/>
                <a:headEnd/>
                <a:tailEnd/>
              </a:ln>
            </p:spPr>
          </p:cxnSp>
          <p:cxnSp>
            <p:nvCxnSpPr>
              <p:cNvPr id="19478" name="Straight Connector 100">
                <a:extLst>
                  <a:ext uri="{FF2B5EF4-FFF2-40B4-BE49-F238E27FC236}">
                    <a16:creationId xmlns:a16="http://schemas.microsoft.com/office/drawing/2014/main" id="{C1B042D4-0D1A-4AE7-9277-DBC927FE1E08}"/>
                  </a:ext>
                </a:extLst>
              </p:cNvPr>
              <p:cNvCxnSpPr>
                <a:cxnSpLocks noChangeShapeType="1"/>
              </p:cNvCxnSpPr>
              <p:nvPr/>
            </p:nvCxnSpPr>
            <p:spPr bwMode="auto">
              <a:xfrm rot="5400000">
                <a:off x="3246014" y="2054916"/>
                <a:ext cx="202482" cy="0"/>
              </a:xfrm>
              <a:prstGeom prst="line">
                <a:avLst/>
              </a:prstGeom>
              <a:noFill/>
              <a:ln w="9525" algn="ctr">
                <a:solidFill>
                  <a:schemeClr val="tx1"/>
                </a:solidFill>
                <a:round/>
                <a:headEnd/>
                <a:tailEnd/>
              </a:ln>
            </p:spPr>
          </p:cxnSp>
          <p:cxnSp>
            <p:nvCxnSpPr>
              <p:cNvPr id="19479" name="Straight Connector 94">
                <a:extLst>
                  <a:ext uri="{FF2B5EF4-FFF2-40B4-BE49-F238E27FC236}">
                    <a16:creationId xmlns:a16="http://schemas.microsoft.com/office/drawing/2014/main" id="{55626210-C265-4DFE-BF55-BD887D990090}"/>
                  </a:ext>
                </a:extLst>
              </p:cNvPr>
              <p:cNvCxnSpPr>
                <a:cxnSpLocks noChangeShapeType="1"/>
              </p:cNvCxnSpPr>
              <p:nvPr/>
            </p:nvCxnSpPr>
            <p:spPr bwMode="auto">
              <a:xfrm rot="10800000">
                <a:off x="2186938" y="1956261"/>
                <a:ext cx="361264" cy="0"/>
              </a:xfrm>
              <a:prstGeom prst="line">
                <a:avLst/>
              </a:prstGeom>
              <a:noFill/>
              <a:ln w="9525" algn="ctr">
                <a:solidFill>
                  <a:schemeClr val="tx1"/>
                </a:solidFill>
                <a:round/>
                <a:headEnd/>
                <a:tailEnd/>
              </a:ln>
            </p:spPr>
          </p:cxnSp>
          <p:cxnSp>
            <p:nvCxnSpPr>
              <p:cNvPr id="19480" name="Straight Connector 95">
                <a:extLst>
                  <a:ext uri="{FF2B5EF4-FFF2-40B4-BE49-F238E27FC236}">
                    <a16:creationId xmlns:a16="http://schemas.microsoft.com/office/drawing/2014/main" id="{94ED530E-8262-417F-9965-71E7BFC06CB7}"/>
                  </a:ext>
                </a:extLst>
              </p:cNvPr>
              <p:cNvCxnSpPr>
                <a:cxnSpLocks noChangeShapeType="1"/>
              </p:cNvCxnSpPr>
              <p:nvPr/>
            </p:nvCxnSpPr>
            <p:spPr bwMode="auto">
              <a:xfrm rot="10800000">
                <a:off x="3029887" y="1948486"/>
                <a:ext cx="361264" cy="0"/>
              </a:xfrm>
              <a:prstGeom prst="line">
                <a:avLst/>
              </a:prstGeom>
              <a:noFill/>
              <a:ln w="9525" algn="ctr">
                <a:solidFill>
                  <a:schemeClr val="tx1"/>
                </a:solidFill>
                <a:round/>
                <a:headEnd/>
                <a:tailEnd/>
              </a:ln>
            </p:spPr>
          </p:cxnSp>
          <p:grpSp>
            <p:nvGrpSpPr>
              <p:cNvPr id="19481" name="Group 19">
                <a:extLst>
                  <a:ext uri="{FF2B5EF4-FFF2-40B4-BE49-F238E27FC236}">
                    <a16:creationId xmlns:a16="http://schemas.microsoft.com/office/drawing/2014/main" id="{78D020CB-5FAA-40C9-A45C-E5B06C7650FB}"/>
                  </a:ext>
                </a:extLst>
              </p:cNvPr>
              <p:cNvGrpSpPr>
                <a:grpSpLocks/>
              </p:cNvGrpSpPr>
              <p:nvPr/>
            </p:nvGrpSpPr>
            <p:grpSpPr bwMode="auto">
              <a:xfrm>
                <a:off x="2029246" y="1961294"/>
                <a:ext cx="240844" cy="629517"/>
                <a:chOff x="5645149" y="2205832"/>
                <a:chExt cx="152400" cy="384966"/>
              </a:xfrm>
            </p:grpSpPr>
            <p:sp>
              <p:nvSpPr>
                <p:cNvPr id="80" name="Isosceles Triangle 79">
                  <a:extLst>
                    <a:ext uri="{FF2B5EF4-FFF2-40B4-BE49-F238E27FC236}">
                      <a16:creationId xmlns:a16="http://schemas.microsoft.com/office/drawing/2014/main" id="{80ED349B-B205-4B26-B6FF-6FC1E18EC392}"/>
                    </a:ext>
                  </a:extLst>
                </p:cNvPr>
                <p:cNvSpPr/>
                <p:nvPr/>
              </p:nvSpPr>
              <p:spPr bwMode="auto">
                <a:xfrm rot="10800000">
                  <a:off x="5676549" y="2514069"/>
                  <a:ext cx="76343" cy="76729"/>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9529" name="Straight Connector 80">
                  <a:extLst>
                    <a:ext uri="{FF2B5EF4-FFF2-40B4-BE49-F238E27FC236}">
                      <a16:creationId xmlns:a16="http://schemas.microsoft.com/office/drawing/2014/main" id="{D81019D0-111E-4685-9B1E-197BB83D01CD}"/>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9530" name="Straight Connector 81">
                  <a:extLst>
                    <a:ext uri="{FF2B5EF4-FFF2-40B4-BE49-F238E27FC236}">
                      <a16:creationId xmlns:a16="http://schemas.microsoft.com/office/drawing/2014/main" id="{E217D145-EE31-48F1-9DBC-1EF3D9D4084A}"/>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9531" name="Straight Connector 82">
                  <a:extLst>
                    <a:ext uri="{FF2B5EF4-FFF2-40B4-BE49-F238E27FC236}">
                      <a16:creationId xmlns:a16="http://schemas.microsoft.com/office/drawing/2014/main" id="{D97EB7BE-8F0D-47DA-A757-30B3D9FAD2BC}"/>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9532" name="Straight Connector 83">
                  <a:extLst>
                    <a:ext uri="{FF2B5EF4-FFF2-40B4-BE49-F238E27FC236}">
                      <a16:creationId xmlns:a16="http://schemas.microsoft.com/office/drawing/2014/main" id="{5ADA852D-A490-44AE-9C3C-52E3C6BFAA25}"/>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9482" name="Straight Connector 77">
                <a:extLst>
                  <a:ext uri="{FF2B5EF4-FFF2-40B4-BE49-F238E27FC236}">
                    <a16:creationId xmlns:a16="http://schemas.microsoft.com/office/drawing/2014/main" id="{D8F42263-E57B-4085-90E2-9E2DE78C6F50}"/>
                  </a:ext>
                </a:extLst>
              </p:cNvPr>
              <p:cNvCxnSpPr>
                <a:cxnSpLocks noChangeShapeType="1"/>
              </p:cNvCxnSpPr>
              <p:nvPr/>
            </p:nvCxnSpPr>
            <p:spPr bwMode="auto">
              <a:xfrm rot="10800000">
                <a:off x="990604" y="1963881"/>
                <a:ext cx="361265" cy="0"/>
              </a:xfrm>
              <a:prstGeom prst="line">
                <a:avLst/>
              </a:prstGeom>
              <a:noFill/>
              <a:ln w="9525" algn="ctr">
                <a:solidFill>
                  <a:schemeClr val="tx1"/>
                </a:solidFill>
                <a:round/>
                <a:headEnd/>
                <a:tailEnd/>
              </a:ln>
            </p:spPr>
          </p:cxnSp>
          <p:cxnSp>
            <p:nvCxnSpPr>
              <p:cNvPr id="19483" name="Straight Connector 78">
                <a:extLst>
                  <a:ext uri="{FF2B5EF4-FFF2-40B4-BE49-F238E27FC236}">
                    <a16:creationId xmlns:a16="http://schemas.microsoft.com/office/drawing/2014/main" id="{F03FEB70-6643-499E-AB3F-BC0924CB0432}"/>
                  </a:ext>
                </a:extLst>
              </p:cNvPr>
              <p:cNvCxnSpPr>
                <a:cxnSpLocks noChangeShapeType="1"/>
              </p:cNvCxnSpPr>
              <p:nvPr/>
            </p:nvCxnSpPr>
            <p:spPr bwMode="auto">
              <a:xfrm rot="10800000">
                <a:off x="1833555" y="1956106"/>
                <a:ext cx="361265" cy="0"/>
              </a:xfrm>
              <a:prstGeom prst="line">
                <a:avLst/>
              </a:prstGeom>
              <a:noFill/>
              <a:ln w="9525" algn="ctr">
                <a:solidFill>
                  <a:schemeClr val="tx1"/>
                </a:solidFill>
                <a:round/>
                <a:headEnd/>
                <a:tailEnd/>
              </a:ln>
            </p:spPr>
          </p:cxnSp>
          <p:grpSp>
            <p:nvGrpSpPr>
              <p:cNvPr id="19484" name="Group 19">
                <a:extLst>
                  <a:ext uri="{FF2B5EF4-FFF2-40B4-BE49-F238E27FC236}">
                    <a16:creationId xmlns:a16="http://schemas.microsoft.com/office/drawing/2014/main" id="{5D3B020D-3D73-4F78-B2BA-8511793EEFF3}"/>
                  </a:ext>
                </a:extLst>
              </p:cNvPr>
              <p:cNvGrpSpPr>
                <a:grpSpLocks/>
              </p:cNvGrpSpPr>
              <p:nvPr/>
            </p:nvGrpSpPr>
            <p:grpSpPr bwMode="auto">
              <a:xfrm>
                <a:off x="4596952" y="1951755"/>
                <a:ext cx="240844" cy="629515"/>
                <a:chOff x="5645149" y="2205832"/>
                <a:chExt cx="152400" cy="384966"/>
              </a:xfrm>
            </p:grpSpPr>
            <p:sp>
              <p:nvSpPr>
                <p:cNvPr id="63" name="Isosceles Triangle 62">
                  <a:extLst>
                    <a:ext uri="{FF2B5EF4-FFF2-40B4-BE49-F238E27FC236}">
                      <a16:creationId xmlns:a16="http://schemas.microsoft.com/office/drawing/2014/main" id="{F59AD128-6E55-405C-8661-6861C6696C3D}"/>
                    </a:ext>
                  </a:extLst>
                </p:cNvPr>
                <p:cNvSpPr/>
                <p:nvPr/>
              </p:nvSpPr>
              <p:spPr bwMode="auto">
                <a:xfrm rot="10800000">
                  <a:off x="5677068" y="2514076"/>
                  <a:ext cx="76343" cy="76729"/>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9524" name="Straight Connector 63">
                  <a:extLst>
                    <a:ext uri="{FF2B5EF4-FFF2-40B4-BE49-F238E27FC236}">
                      <a16:creationId xmlns:a16="http://schemas.microsoft.com/office/drawing/2014/main" id="{8C860EFD-E2E4-4EC2-90E6-7BD786949304}"/>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9525" name="Straight Connector 64">
                  <a:extLst>
                    <a:ext uri="{FF2B5EF4-FFF2-40B4-BE49-F238E27FC236}">
                      <a16:creationId xmlns:a16="http://schemas.microsoft.com/office/drawing/2014/main" id="{1F7FA25D-3BC8-4C56-9C71-F1BE2C0AD4CD}"/>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9526" name="Straight Connector 65">
                  <a:extLst>
                    <a:ext uri="{FF2B5EF4-FFF2-40B4-BE49-F238E27FC236}">
                      <a16:creationId xmlns:a16="http://schemas.microsoft.com/office/drawing/2014/main" id="{8DCC5362-60E6-4C9F-91D1-1C002C961319}"/>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9527" name="Straight Connector 66">
                  <a:extLst>
                    <a:ext uri="{FF2B5EF4-FFF2-40B4-BE49-F238E27FC236}">
                      <a16:creationId xmlns:a16="http://schemas.microsoft.com/office/drawing/2014/main" id="{43FC097F-DA6B-469D-A5A2-9BD3D6C3D631}"/>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9485" name="Straight Connector 10">
                <a:extLst>
                  <a:ext uri="{FF2B5EF4-FFF2-40B4-BE49-F238E27FC236}">
                    <a16:creationId xmlns:a16="http://schemas.microsoft.com/office/drawing/2014/main" id="{DDF1B7F0-4EAD-4F5C-881E-1CEFE0CA2219}"/>
                  </a:ext>
                </a:extLst>
              </p:cNvPr>
              <p:cNvCxnSpPr>
                <a:cxnSpLocks noChangeShapeType="1"/>
              </p:cNvCxnSpPr>
              <p:nvPr/>
            </p:nvCxnSpPr>
            <p:spPr bwMode="auto">
              <a:xfrm rot="10800000">
                <a:off x="4401224" y="1946579"/>
                <a:ext cx="361265" cy="0"/>
              </a:xfrm>
              <a:prstGeom prst="line">
                <a:avLst/>
              </a:prstGeom>
              <a:noFill/>
              <a:ln w="9525" algn="ctr">
                <a:solidFill>
                  <a:schemeClr val="tx1"/>
                </a:solidFill>
                <a:round/>
                <a:headEnd/>
                <a:tailEnd/>
              </a:ln>
            </p:spPr>
          </p:cxnSp>
          <p:cxnSp>
            <p:nvCxnSpPr>
              <p:cNvPr id="19486" name="Straight Connector 11">
                <a:extLst>
                  <a:ext uri="{FF2B5EF4-FFF2-40B4-BE49-F238E27FC236}">
                    <a16:creationId xmlns:a16="http://schemas.microsoft.com/office/drawing/2014/main" id="{EC361B18-0647-4245-8AFD-865F20FD33F4}"/>
                  </a:ext>
                </a:extLst>
              </p:cNvPr>
              <p:cNvCxnSpPr>
                <a:cxnSpLocks noChangeShapeType="1"/>
              </p:cNvCxnSpPr>
              <p:nvPr/>
            </p:nvCxnSpPr>
            <p:spPr bwMode="auto">
              <a:xfrm>
                <a:off x="3390896" y="1947570"/>
                <a:ext cx="533400" cy="0"/>
              </a:xfrm>
              <a:prstGeom prst="line">
                <a:avLst/>
              </a:prstGeom>
              <a:noFill/>
              <a:ln w="9525" algn="ctr">
                <a:solidFill>
                  <a:schemeClr val="tx1"/>
                </a:solidFill>
                <a:prstDash val="lgDash"/>
                <a:round/>
                <a:headEnd/>
                <a:tailEnd/>
              </a:ln>
            </p:spPr>
          </p:cxnSp>
          <p:grpSp>
            <p:nvGrpSpPr>
              <p:cNvPr id="19487" name="Group 19">
                <a:extLst>
                  <a:ext uri="{FF2B5EF4-FFF2-40B4-BE49-F238E27FC236}">
                    <a16:creationId xmlns:a16="http://schemas.microsoft.com/office/drawing/2014/main" id="{405CBBD2-F91E-4BB9-A2F0-ECB23BACE9C9}"/>
                  </a:ext>
                </a:extLst>
              </p:cNvPr>
              <p:cNvGrpSpPr>
                <a:grpSpLocks/>
              </p:cNvGrpSpPr>
              <p:nvPr/>
            </p:nvGrpSpPr>
            <p:grpSpPr bwMode="auto">
              <a:xfrm>
                <a:off x="5793526" y="1938434"/>
                <a:ext cx="240844" cy="629517"/>
                <a:chOff x="5645149" y="2205832"/>
                <a:chExt cx="152400" cy="384966"/>
              </a:xfrm>
            </p:grpSpPr>
            <p:sp>
              <p:nvSpPr>
                <p:cNvPr id="50" name="Isosceles Triangle 49">
                  <a:extLst>
                    <a:ext uri="{FF2B5EF4-FFF2-40B4-BE49-F238E27FC236}">
                      <a16:creationId xmlns:a16="http://schemas.microsoft.com/office/drawing/2014/main" id="{7913FD1F-9A3F-4A0D-A164-F3EDCC86C775}"/>
                    </a:ext>
                  </a:extLst>
                </p:cNvPr>
                <p:cNvSpPr/>
                <p:nvPr/>
              </p:nvSpPr>
              <p:spPr bwMode="auto">
                <a:xfrm rot="10800000">
                  <a:off x="5677308" y="2514451"/>
                  <a:ext cx="76343" cy="76729"/>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9519" name="Straight Connector 50">
                  <a:extLst>
                    <a:ext uri="{FF2B5EF4-FFF2-40B4-BE49-F238E27FC236}">
                      <a16:creationId xmlns:a16="http://schemas.microsoft.com/office/drawing/2014/main" id="{A257B4AC-D2C3-4D97-A7E2-5E78C6F5D63B}"/>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9520" name="Straight Connector 51">
                  <a:extLst>
                    <a:ext uri="{FF2B5EF4-FFF2-40B4-BE49-F238E27FC236}">
                      <a16:creationId xmlns:a16="http://schemas.microsoft.com/office/drawing/2014/main" id="{C2226541-D958-4298-A2F3-BF86B4A121CF}"/>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9521" name="Straight Connector 52">
                  <a:extLst>
                    <a:ext uri="{FF2B5EF4-FFF2-40B4-BE49-F238E27FC236}">
                      <a16:creationId xmlns:a16="http://schemas.microsoft.com/office/drawing/2014/main" id="{319783D7-B755-41D2-AEC7-C944A5F49751}"/>
                    </a:ext>
                  </a:extLst>
                </p:cNvPr>
                <p:cNvCxnSpPr>
                  <a:cxnSpLocks noChangeShapeType="1"/>
                </p:cNvCxnSpPr>
                <p:nvPr/>
              </p:nvCxnSpPr>
              <p:spPr bwMode="auto">
                <a:xfrm rot="5400000">
                  <a:off x="5645149" y="2438401"/>
                  <a:ext cx="152402" cy="0"/>
                </a:xfrm>
                <a:prstGeom prst="line">
                  <a:avLst/>
                </a:prstGeom>
                <a:noFill/>
                <a:ln w="9525" algn="ctr">
                  <a:solidFill>
                    <a:schemeClr val="tx1"/>
                  </a:solidFill>
                  <a:round/>
                  <a:headEnd/>
                  <a:tailEnd/>
                </a:ln>
              </p:spPr>
            </p:cxnSp>
            <p:cxnSp>
              <p:nvCxnSpPr>
                <p:cNvPr id="19522" name="Straight Connector 53">
                  <a:extLst>
                    <a:ext uri="{FF2B5EF4-FFF2-40B4-BE49-F238E27FC236}">
                      <a16:creationId xmlns:a16="http://schemas.microsoft.com/office/drawing/2014/main" id="{3F30CA84-E424-4C4A-90DC-448572C8BC5D}"/>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9488" name="Straight Connector 47">
                <a:extLst>
                  <a:ext uri="{FF2B5EF4-FFF2-40B4-BE49-F238E27FC236}">
                    <a16:creationId xmlns:a16="http://schemas.microsoft.com/office/drawing/2014/main" id="{AF10E3DF-7B97-46FA-8A02-DEAB289469C3}"/>
                  </a:ext>
                </a:extLst>
              </p:cNvPr>
              <p:cNvCxnSpPr>
                <a:cxnSpLocks noChangeShapeType="1"/>
              </p:cNvCxnSpPr>
              <p:nvPr/>
            </p:nvCxnSpPr>
            <p:spPr bwMode="auto">
              <a:xfrm rot="10800000">
                <a:off x="4754884" y="1945784"/>
                <a:ext cx="361265" cy="0"/>
              </a:xfrm>
              <a:prstGeom prst="line">
                <a:avLst/>
              </a:prstGeom>
              <a:noFill/>
              <a:ln w="9525" algn="ctr">
                <a:solidFill>
                  <a:schemeClr val="tx1"/>
                </a:solidFill>
                <a:round/>
                <a:headEnd/>
                <a:tailEnd/>
              </a:ln>
            </p:spPr>
          </p:cxnSp>
          <p:cxnSp>
            <p:nvCxnSpPr>
              <p:cNvPr id="19489" name="Straight Connector 48">
                <a:extLst>
                  <a:ext uri="{FF2B5EF4-FFF2-40B4-BE49-F238E27FC236}">
                    <a16:creationId xmlns:a16="http://schemas.microsoft.com/office/drawing/2014/main" id="{21DF064C-8B5E-40CC-AF04-97A8B591A19C}"/>
                  </a:ext>
                </a:extLst>
              </p:cNvPr>
              <p:cNvCxnSpPr>
                <a:cxnSpLocks noChangeShapeType="1"/>
              </p:cNvCxnSpPr>
              <p:nvPr/>
            </p:nvCxnSpPr>
            <p:spPr bwMode="auto">
              <a:xfrm rot="10800000">
                <a:off x="5597835" y="1933246"/>
                <a:ext cx="361265" cy="0"/>
              </a:xfrm>
              <a:prstGeom prst="line">
                <a:avLst/>
              </a:prstGeom>
              <a:noFill/>
              <a:ln w="9525" algn="ctr">
                <a:solidFill>
                  <a:schemeClr val="tx1"/>
                </a:solidFill>
                <a:round/>
                <a:headEnd/>
                <a:tailEnd/>
              </a:ln>
            </p:spPr>
          </p:cxnSp>
          <p:grpSp>
            <p:nvGrpSpPr>
              <p:cNvPr id="19490" name="Group 19">
                <a:extLst>
                  <a:ext uri="{FF2B5EF4-FFF2-40B4-BE49-F238E27FC236}">
                    <a16:creationId xmlns:a16="http://schemas.microsoft.com/office/drawing/2014/main" id="{CB58E905-E469-43BD-B736-13337EDB3067}"/>
                  </a:ext>
                </a:extLst>
              </p:cNvPr>
              <p:cNvGrpSpPr>
                <a:grpSpLocks/>
              </p:cNvGrpSpPr>
              <p:nvPr/>
            </p:nvGrpSpPr>
            <p:grpSpPr bwMode="auto">
              <a:xfrm>
                <a:off x="7226794" y="1937463"/>
                <a:ext cx="240844" cy="629515"/>
                <a:chOff x="5645149" y="2205832"/>
                <a:chExt cx="152400" cy="384966"/>
              </a:xfrm>
            </p:grpSpPr>
            <p:sp>
              <p:nvSpPr>
                <p:cNvPr id="33" name="Isosceles Triangle 32">
                  <a:extLst>
                    <a:ext uri="{FF2B5EF4-FFF2-40B4-BE49-F238E27FC236}">
                      <a16:creationId xmlns:a16="http://schemas.microsoft.com/office/drawing/2014/main" id="{1E56C3CA-2AA8-48C8-B4CE-50360B725C51}"/>
                    </a:ext>
                  </a:extLst>
                </p:cNvPr>
                <p:cNvSpPr/>
                <p:nvPr/>
              </p:nvSpPr>
              <p:spPr bwMode="auto">
                <a:xfrm rot="10800000">
                  <a:off x="5677445" y="2514074"/>
                  <a:ext cx="76343" cy="76729"/>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cxnSp>
              <p:nvCxnSpPr>
                <p:cNvPr id="19514" name="Straight Connector 33">
                  <a:extLst>
                    <a:ext uri="{FF2B5EF4-FFF2-40B4-BE49-F238E27FC236}">
                      <a16:creationId xmlns:a16="http://schemas.microsoft.com/office/drawing/2014/main" id="{01B09CAA-CAEE-4F1D-A9DB-71FA9797E3E2}"/>
                    </a:ext>
                  </a:extLst>
                </p:cNvPr>
                <p:cNvCxnSpPr>
                  <a:cxnSpLocks noChangeShapeType="1"/>
                </p:cNvCxnSpPr>
                <p:nvPr/>
              </p:nvCxnSpPr>
              <p:spPr bwMode="auto">
                <a:xfrm>
                  <a:off x="5645149" y="2326484"/>
                  <a:ext cx="152400" cy="0"/>
                </a:xfrm>
                <a:prstGeom prst="line">
                  <a:avLst/>
                </a:prstGeom>
                <a:noFill/>
                <a:ln w="9525" algn="ctr">
                  <a:solidFill>
                    <a:schemeClr val="tx1"/>
                  </a:solidFill>
                  <a:round/>
                  <a:headEnd/>
                  <a:tailEnd/>
                </a:ln>
              </p:spPr>
            </p:cxnSp>
            <p:cxnSp>
              <p:nvCxnSpPr>
                <p:cNvPr id="19515" name="Straight Connector 34">
                  <a:extLst>
                    <a:ext uri="{FF2B5EF4-FFF2-40B4-BE49-F238E27FC236}">
                      <a16:creationId xmlns:a16="http://schemas.microsoft.com/office/drawing/2014/main" id="{4B44D06B-8382-4FB2-A653-5924DB850A47}"/>
                    </a:ext>
                  </a:extLst>
                </p:cNvPr>
                <p:cNvCxnSpPr>
                  <a:cxnSpLocks noChangeShapeType="1"/>
                </p:cNvCxnSpPr>
                <p:nvPr/>
              </p:nvCxnSpPr>
              <p:spPr bwMode="auto">
                <a:xfrm>
                  <a:off x="5645149" y="2364584"/>
                  <a:ext cx="152400" cy="0"/>
                </a:xfrm>
                <a:prstGeom prst="line">
                  <a:avLst/>
                </a:prstGeom>
                <a:noFill/>
                <a:ln w="9525" algn="ctr">
                  <a:solidFill>
                    <a:schemeClr val="tx1"/>
                  </a:solidFill>
                  <a:round/>
                  <a:headEnd/>
                  <a:tailEnd/>
                </a:ln>
              </p:spPr>
            </p:cxnSp>
            <p:cxnSp>
              <p:nvCxnSpPr>
                <p:cNvPr id="19516" name="Straight Connector 35">
                  <a:extLst>
                    <a:ext uri="{FF2B5EF4-FFF2-40B4-BE49-F238E27FC236}">
                      <a16:creationId xmlns:a16="http://schemas.microsoft.com/office/drawing/2014/main" id="{4BA031CF-05B7-4F19-B526-A9BC97F6273F}"/>
                    </a:ext>
                  </a:extLst>
                </p:cNvPr>
                <p:cNvCxnSpPr>
                  <a:cxnSpLocks noChangeShapeType="1"/>
                </p:cNvCxnSpPr>
                <p:nvPr/>
              </p:nvCxnSpPr>
              <p:spPr bwMode="auto">
                <a:xfrm rot="5400000">
                  <a:off x="5645148" y="2438400"/>
                  <a:ext cx="152402" cy="0"/>
                </a:xfrm>
                <a:prstGeom prst="line">
                  <a:avLst/>
                </a:prstGeom>
                <a:noFill/>
                <a:ln w="9525" algn="ctr">
                  <a:solidFill>
                    <a:schemeClr val="tx1"/>
                  </a:solidFill>
                  <a:round/>
                  <a:headEnd/>
                  <a:tailEnd/>
                </a:ln>
              </p:spPr>
            </p:cxnSp>
            <p:cxnSp>
              <p:nvCxnSpPr>
                <p:cNvPr id="19517" name="Straight Connector 36">
                  <a:extLst>
                    <a:ext uri="{FF2B5EF4-FFF2-40B4-BE49-F238E27FC236}">
                      <a16:creationId xmlns:a16="http://schemas.microsoft.com/office/drawing/2014/main" id="{1E4F351A-57D5-4AB1-BEA3-F713FC1E5165}"/>
                    </a:ext>
                  </a:extLst>
                </p:cNvPr>
                <p:cNvCxnSpPr>
                  <a:cxnSpLocks noChangeShapeType="1"/>
                </p:cNvCxnSpPr>
                <p:nvPr/>
              </p:nvCxnSpPr>
              <p:spPr bwMode="auto">
                <a:xfrm rot="5400000">
                  <a:off x="5660232" y="2267744"/>
                  <a:ext cx="123823" cy="0"/>
                </a:xfrm>
                <a:prstGeom prst="line">
                  <a:avLst/>
                </a:prstGeom>
                <a:noFill/>
                <a:ln w="9525" algn="ctr">
                  <a:solidFill>
                    <a:schemeClr val="tx1"/>
                  </a:solidFill>
                  <a:round/>
                  <a:headEnd/>
                  <a:tailEnd/>
                </a:ln>
              </p:spPr>
            </p:cxnSp>
          </p:grpSp>
          <p:cxnSp>
            <p:nvCxnSpPr>
              <p:cNvPr id="19491" name="Straight Connector 15">
                <a:extLst>
                  <a:ext uri="{FF2B5EF4-FFF2-40B4-BE49-F238E27FC236}">
                    <a16:creationId xmlns:a16="http://schemas.microsoft.com/office/drawing/2014/main" id="{904CB2BF-6C24-4EE9-BF72-6E2D56B2EDCE}"/>
                  </a:ext>
                </a:extLst>
              </p:cNvPr>
              <p:cNvCxnSpPr>
                <a:cxnSpLocks noChangeShapeType="1"/>
              </p:cNvCxnSpPr>
              <p:nvPr/>
            </p:nvCxnSpPr>
            <p:spPr bwMode="auto">
              <a:xfrm rot="10800000" flipV="1">
                <a:off x="7031068" y="1929692"/>
                <a:ext cx="741333" cy="0"/>
              </a:xfrm>
              <a:prstGeom prst="line">
                <a:avLst/>
              </a:prstGeom>
              <a:noFill/>
              <a:ln w="9525" algn="ctr">
                <a:solidFill>
                  <a:schemeClr val="tx1"/>
                </a:solidFill>
                <a:round/>
                <a:headEnd/>
                <a:tailEnd/>
              </a:ln>
            </p:spPr>
          </p:cxnSp>
          <p:cxnSp>
            <p:nvCxnSpPr>
              <p:cNvPr id="19492" name="Straight Connector 16">
                <a:extLst>
                  <a:ext uri="{FF2B5EF4-FFF2-40B4-BE49-F238E27FC236}">
                    <a16:creationId xmlns:a16="http://schemas.microsoft.com/office/drawing/2014/main" id="{ECB6A1D6-A59A-4AED-B46C-D027E87F4168}"/>
                  </a:ext>
                </a:extLst>
              </p:cNvPr>
              <p:cNvCxnSpPr>
                <a:cxnSpLocks noChangeShapeType="1"/>
              </p:cNvCxnSpPr>
              <p:nvPr/>
            </p:nvCxnSpPr>
            <p:spPr bwMode="auto">
              <a:xfrm>
                <a:off x="6020738" y="1933278"/>
                <a:ext cx="533400" cy="0"/>
              </a:xfrm>
              <a:prstGeom prst="line">
                <a:avLst/>
              </a:prstGeom>
              <a:noFill/>
              <a:ln w="9525" algn="ctr">
                <a:solidFill>
                  <a:schemeClr val="tx1"/>
                </a:solidFill>
                <a:prstDash val="lgDash"/>
                <a:round/>
                <a:headEnd/>
                <a:tailEnd/>
              </a:ln>
            </p:spPr>
          </p:cxnSp>
          <p:sp>
            <p:nvSpPr>
              <p:cNvPr id="19" name="TextBox 18">
                <a:extLst>
                  <a:ext uri="{FF2B5EF4-FFF2-40B4-BE49-F238E27FC236}">
                    <a16:creationId xmlns:a16="http://schemas.microsoft.com/office/drawing/2014/main" id="{1A1EE087-F4A5-47FF-B29B-93B3D84E33D3}"/>
                  </a:ext>
                </a:extLst>
              </p:cNvPr>
              <p:cNvSpPr txBox="1"/>
              <p:nvPr/>
            </p:nvSpPr>
            <p:spPr>
              <a:xfrm>
                <a:off x="2026483" y="1664866"/>
                <a:ext cx="263520" cy="260472"/>
              </a:xfrm>
              <a:prstGeom prst="rect">
                <a:avLst/>
              </a:prstGeom>
              <a:noFill/>
              <a:ln w="9525">
                <a:noFill/>
              </a:ln>
            </p:spPr>
            <p:txBody>
              <a:bodyPr wrap="none">
                <a:spAutoFit/>
              </a:bodyPr>
              <a:lstStyle/>
              <a:p>
                <a:pPr eaLnBrk="1" hangingPunct="1">
                  <a:defRPr/>
                </a:pPr>
                <a:r>
                  <a:rPr lang="en-US" sz="1100" dirty="0">
                    <a:latin typeface="+mj-lt"/>
                    <a:cs typeface="Arial" charset="0"/>
                  </a:rPr>
                  <a:t>1</a:t>
                </a:r>
              </a:p>
            </p:txBody>
          </p:sp>
          <p:sp>
            <p:nvSpPr>
              <p:cNvPr id="21" name="TextBox 20">
                <a:extLst>
                  <a:ext uri="{FF2B5EF4-FFF2-40B4-BE49-F238E27FC236}">
                    <a16:creationId xmlns:a16="http://schemas.microsoft.com/office/drawing/2014/main" id="{0FBD279A-C4FB-4A4D-A622-FAD0A63E9021}"/>
                  </a:ext>
                </a:extLst>
              </p:cNvPr>
              <p:cNvSpPr txBox="1"/>
              <p:nvPr/>
            </p:nvSpPr>
            <p:spPr>
              <a:xfrm>
                <a:off x="3240897" y="1656924"/>
                <a:ext cx="263520" cy="262061"/>
              </a:xfrm>
              <a:prstGeom prst="rect">
                <a:avLst/>
              </a:prstGeom>
              <a:noFill/>
              <a:ln w="9525">
                <a:noFill/>
              </a:ln>
            </p:spPr>
            <p:txBody>
              <a:bodyPr wrap="none">
                <a:spAutoFit/>
              </a:bodyPr>
              <a:lstStyle/>
              <a:p>
                <a:pPr eaLnBrk="1" hangingPunct="1">
                  <a:defRPr/>
                </a:pPr>
                <a:r>
                  <a:rPr lang="en-US" sz="1100" dirty="0">
                    <a:latin typeface="+mj-lt"/>
                    <a:cs typeface="Arial" charset="0"/>
                  </a:rPr>
                  <a:t>2</a:t>
                </a:r>
              </a:p>
            </p:txBody>
          </p:sp>
          <p:sp>
            <p:nvSpPr>
              <p:cNvPr id="23" name="TextBox 22">
                <a:extLst>
                  <a:ext uri="{FF2B5EF4-FFF2-40B4-BE49-F238E27FC236}">
                    <a16:creationId xmlns:a16="http://schemas.microsoft.com/office/drawing/2014/main" id="{42844EB0-9E9D-46A1-AE7D-7CE8FC78F392}"/>
                  </a:ext>
                </a:extLst>
              </p:cNvPr>
              <p:cNvSpPr txBox="1"/>
              <p:nvPr/>
            </p:nvSpPr>
            <p:spPr>
              <a:xfrm>
                <a:off x="4571197" y="1656924"/>
                <a:ext cx="349243" cy="262061"/>
              </a:xfrm>
              <a:prstGeom prst="rect">
                <a:avLst/>
              </a:prstGeom>
              <a:noFill/>
              <a:ln w="9525">
                <a:noFill/>
              </a:ln>
            </p:spPr>
            <p:txBody>
              <a:bodyPr wrap="none">
                <a:spAutoFit/>
              </a:bodyPr>
              <a:lstStyle/>
              <a:p>
                <a:pPr eaLnBrk="1" hangingPunct="1">
                  <a:defRPr/>
                </a:pPr>
                <a:r>
                  <a:rPr lang="en-US" sz="1100" dirty="0">
                    <a:latin typeface="+mj-lt"/>
                    <a:cs typeface="Arial" charset="0"/>
                  </a:rPr>
                  <a:t>i-1</a:t>
                </a:r>
              </a:p>
            </p:txBody>
          </p:sp>
          <p:sp>
            <p:nvSpPr>
              <p:cNvPr id="25" name="TextBox 24">
                <a:extLst>
                  <a:ext uri="{FF2B5EF4-FFF2-40B4-BE49-F238E27FC236}">
                    <a16:creationId xmlns:a16="http://schemas.microsoft.com/office/drawing/2014/main" id="{32EF2D37-B7FF-422E-9A75-A4464808D4F0}"/>
                  </a:ext>
                </a:extLst>
              </p:cNvPr>
              <p:cNvSpPr txBox="1"/>
              <p:nvPr/>
            </p:nvSpPr>
            <p:spPr>
              <a:xfrm>
                <a:off x="5760212" y="1642631"/>
                <a:ext cx="223833" cy="262060"/>
              </a:xfrm>
              <a:prstGeom prst="rect">
                <a:avLst/>
              </a:prstGeom>
              <a:noFill/>
              <a:ln w="9525">
                <a:noFill/>
              </a:ln>
            </p:spPr>
            <p:txBody>
              <a:bodyPr wrap="none">
                <a:spAutoFit/>
              </a:bodyPr>
              <a:lstStyle/>
              <a:p>
                <a:pPr eaLnBrk="1" hangingPunct="1">
                  <a:defRPr/>
                </a:pPr>
                <a:r>
                  <a:rPr lang="en-US" sz="1100" dirty="0" err="1">
                    <a:latin typeface="+mj-lt"/>
                    <a:cs typeface="Arial" charset="0"/>
                  </a:rPr>
                  <a:t>i</a:t>
                </a:r>
                <a:endParaRPr lang="en-US" sz="1100" dirty="0">
                  <a:latin typeface="+mj-lt"/>
                  <a:cs typeface="Arial" charset="0"/>
                </a:endParaRPr>
              </a:p>
            </p:txBody>
          </p:sp>
          <p:sp>
            <p:nvSpPr>
              <p:cNvPr id="27" name="TextBox 26">
                <a:extLst>
                  <a:ext uri="{FF2B5EF4-FFF2-40B4-BE49-F238E27FC236}">
                    <a16:creationId xmlns:a16="http://schemas.microsoft.com/office/drawing/2014/main" id="{C4EB9728-F471-4003-91E5-C2E762982589}"/>
                  </a:ext>
                </a:extLst>
              </p:cNvPr>
              <p:cNvSpPr txBox="1"/>
              <p:nvPr/>
            </p:nvSpPr>
            <p:spPr>
              <a:xfrm>
                <a:off x="7238146" y="1639454"/>
                <a:ext cx="287333" cy="262060"/>
              </a:xfrm>
              <a:prstGeom prst="rect">
                <a:avLst/>
              </a:prstGeom>
              <a:noFill/>
              <a:ln w="9525">
                <a:noFill/>
              </a:ln>
            </p:spPr>
            <p:txBody>
              <a:bodyPr wrap="none">
                <a:spAutoFit/>
              </a:bodyPr>
              <a:lstStyle/>
              <a:p>
                <a:pPr eaLnBrk="1" hangingPunct="1">
                  <a:defRPr/>
                </a:pPr>
                <a:r>
                  <a:rPr lang="en-US" sz="1100" dirty="0">
                    <a:latin typeface="+mj-lt"/>
                    <a:cs typeface="Arial" charset="0"/>
                  </a:rPr>
                  <a:t>N</a:t>
                </a:r>
              </a:p>
            </p:txBody>
          </p:sp>
          <p:sp>
            <p:nvSpPr>
              <p:cNvPr id="28" name="TextBox 27">
                <a:extLst>
                  <a:ext uri="{FF2B5EF4-FFF2-40B4-BE49-F238E27FC236}">
                    <a16:creationId xmlns:a16="http://schemas.microsoft.com/office/drawing/2014/main" id="{B1D38306-0B05-44AF-B9CE-23AC74E44DFE}"/>
                  </a:ext>
                </a:extLst>
              </p:cNvPr>
              <p:cNvSpPr txBox="1">
                <a:spLocks noRot="1" noChangeAspect="1" noMove="1" noResize="1" noEditPoints="1" noAdjustHandles="1" noChangeArrowheads="1" noChangeShapeType="1" noTextEdit="1"/>
              </p:cNvSpPr>
              <p:nvPr/>
            </p:nvSpPr>
            <p:spPr>
              <a:xfrm>
                <a:off x="2176904" y="2147592"/>
                <a:ext cx="413959" cy="307777"/>
              </a:xfrm>
              <a:prstGeom prst="rect">
                <a:avLst/>
              </a:prstGeom>
              <a:blipFill rotWithShape="0">
                <a:blip r:embed="rId5"/>
                <a:stretch>
                  <a:fillRect/>
                </a:stretch>
              </a:blipFill>
              <a:ln w="9525">
                <a:noFill/>
              </a:ln>
            </p:spPr>
            <p:txBody>
              <a:bodyPr/>
              <a:lstStyle/>
              <a:p>
                <a:r>
                  <a:rPr lang="en-US">
                    <a:noFill/>
                  </a:rPr>
                  <a:t> </a:t>
                </a:r>
              </a:p>
            </p:txBody>
          </p:sp>
          <p:sp>
            <p:nvSpPr>
              <p:cNvPr id="110" name="TextBox 109">
                <a:extLst>
                  <a:ext uri="{FF2B5EF4-FFF2-40B4-BE49-F238E27FC236}">
                    <a16:creationId xmlns:a16="http://schemas.microsoft.com/office/drawing/2014/main" id="{FADB8E75-F211-4ACB-9A9A-512EED3B7AC8}"/>
                  </a:ext>
                </a:extLst>
              </p:cNvPr>
              <p:cNvSpPr txBox="1">
                <a:spLocks noRot="1" noChangeAspect="1" noMove="1" noResize="1" noEditPoints="1" noAdjustHandles="1" noChangeArrowheads="1" noChangeShapeType="1" noTextEdit="1"/>
              </p:cNvSpPr>
              <p:nvPr/>
            </p:nvSpPr>
            <p:spPr>
              <a:xfrm>
                <a:off x="3377446" y="2206823"/>
                <a:ext cx="426142" cy="307777"/>
              </a:xfrm>
              <a:prstGeom prst="rect">
                <a:avLst/>
              </a:prstGeom>
              <a:blipFill rotWithShape="0">
                <a:blip r:embed="rId6"/>
                <a:stretch>
                  <a:fillRect/>
                </a:stretch>
              </a:blipFill>
              <a:ln w="9525">
                <a:noFill/>
              </a:ln>
            </p:spPr>
            <p:txBody>
              <a:bodyPr/>
              <a:lstStyle/>
              <a:p>
                <a:r>
                  <a:rPr lang="en-US">
                    <a:noFill/>
                  </a:rPr>
                  <a:t> </a:t>
                </a:r>
              </a:p>
            </p:txBody>
          </p:sp>
          <p:sp>
            <p:nvSpPr>
              <p:cNvPr id="111" name="TextBox 110">
                <a:extLst>
                  <a:ext uri="{FF2B5EF4-FFF2-40B4-BE49-F238E27FC236}">
                    <a16:creationId xmlns:a16="http://schemas.microsoft.com/office/drawing/2014/main" id="{240528E6-C94B-40DA-A5EF-C8B2CC06D231}"/>
                  </a:ext>
                </a:extLst>
              </p:cNvPr>
              <p:cNvSpPr txBox="1">
                <a:spLocks noRot="1" noChangeAspect="1" noMove="1" noResize="1" noEditPoints="1" noAdjustHandles="1" noChangeArrowheads="1" noChangeShapeType="1" noTextEdit="1"/>
              </p:cNvSpPr>
              <p:nvPr/>
            </p:nvSpPr>
            <p:spPr>
              <a:xfrm>
                <a:off x="4804751" y="2209800"/>
                <a:ext cx="564001" cy="307777"/>
              </a:xfrm>
              <a:prstGeom prst="rect">
                <a:avLst/>
              </a:prstGeom>
              <a:blipFill rotWithShape="0">
                <a:blip r:embed="rId7"/>
                <a:stretch>
                  <a:fillRect/>
                </a:stretch>
              </a:blipFill>
              <a:ln w="9525">
                <a:noFill/>
              </a:ln>
            </p:spPr>
            <p:txBody>
              <a:bodyPr/>
              <a:lstStyle/>
              <a:p>
                <a:r>
                  <a:rPr lang="en-US">
                    <a:noFill/>
                  </a:rPr>
                  <a:t> </a:t>
                </a:r>
              </a:p>
            </p:txBody>
          </p:sp>
          <p:sp>
            <p:nvSpPr>
              <p:cNvPr id="112" name="TextBox 111">
                <a:extLst>
                  <a:ext uri="{FF2B5EF4-FFF2-40B4-BE49-F238E27FC236}">
                    <a16:creationId xmlns:a16="http://schemas.microsoft.com/office/drawing/2014/main" id="{5F3B29AC-DBB2-451C-AB6A-382686187646}"/>
                  </a:ext>
                </a:extLst>
              </p:cNvPr>
              <p:cNvSpPr txBox="1">
                <a:spLocks noRot="1" noChangeAspect="1" noMove="1" noResize="1" noEditPoints="1" noAdjustHandles="1" noChangeArrowheads="1" noChangeShapeType="1" noTextEdit="1"/>
              </p:cNvSpPr>
              <p:nvPr/>
            </p:nvSpPr>
            <p:spPr>
              <a:xfrm>
                <a:off x="5943600" y="2206823"/>
                <a:ext cx="390876" cy="307777"/>
              </a:xfrm>
              <a:prstGeom prst="rect">
                <a:avLst/>
              </a:prstGeom>
              <a:blipFill rotWithShape="0">
                <a:blip r:embed="rId8"/>
                <a:stretch>
                  <a:fillRect/>
                </a:stretch>
              </a:blipFill>
              <a:ln w="9525">
                <a:noFill/>
              </a:ln>
            </p:spPr>
            <p:txBody>
              <a:bodyPr/>
              <a:lstStyle/>
              <a:p>
                <a:r>
                  <a:rPr lang="en-US">
                    <a:noFill/>
                  </a:rPr>
                  <a:t> </a:t>
                </a:r>
              </a:p>
            </p:txBody>
          </p:sp>
          <p:sp>
            <p:nvSpPr>
              <p:cNvPr id="113" name="TextBox 112">
                <a:extLst>
                  <a:ext uri="{FF2B5EF4-FFF2-40B4-BE49-F238E27FC236}">
                    <a16:creationId xmlns:a16="http://schemas.microsoft.com/office/drawing/2014/main" id="{660F4612-ED34-4287-BBCC-967C2858A20A}"/>
                  </a:ext>
                </a:extLst>
              </p:cNvPr>
              <p:cNvSpPr txBox="1">
                <a:spLocks noRot="1" noChangeAspect="1" noMove="1" noResize="1" noEditPoints="1" noAdjustHandles="1" noChangeArrowheads="1" noChangeShapeType="1" noTextEdit="1"/>
              </p:cNvSpPr>
              <p:nvPr/>
            </p:nvSpPr>
            <p:spPr>
              <a:xfrm>
                <a:off x="7391400" y="2206823"/>
                <a:ext cx="429348" cy="307777"/>
              </a:xfrm>
              <a:prstGeom prst="rect">
                <a:avLst/>
              </a:prstGeom>
              <a:blipFill rotWithShape="0">
                <a:blip r:embed="rId9"/>
                <a:stretch>
                  <a:fillRect/>
                </a:stretch>
              </a:blipFill>
              <a:ln w="9525">
                <a:noFill/>
              </a:ln>
            </p:spPr>
            <p:txBody>
              <a:bodyPr/>
              <a:lstStyle/>
              <a:p>
                <a:r>
                  <a:rPr lang="en-US">
                    <a:noFill/>
                  </a:rPr>
                  <a:t> </a:t>
                </a:r>
              </a:p>
            </p:txBody>
          </p:sp>
          <p:sp>
            <p:nvSpPr>
              <p:cNvPr id="114" name="TextBox 113">
                <a:extLst>
                  <a:ext uri="{FF2B5EF4-FFF2-40B4-BE49-F238E27FC236}">
                    <a16:creationId xmlns:a16="http://schemas.microsoft.com/office/drawing/2014/main" id="{BEF3D680-21B7-4672-B853-C008B7273A02}"/>
                  </a:ext>
                </a:extLst>
              </p:cNvPr>
              <p:cNvSpPr txBox="1">
                <a:spLocks noRot="1" noChangeAspect="1" noMove="1" noResize="1" noEditPoints="1" noAdjustHandles="1" noChangeArrowheads="1" noChangeShapeType="1" noTextEdit="1"/>
              </p:cNvSpPr>
              <p:nvPr/>
            </p:nvSpPr>
            <p:spPr>
              <a:xfrm>
                <a:off x="6553200" y="1444823"/>
                <a:ext cx="452368" cy="307777"/>
              </a:xfrm>
              <a:prstGeom prst="rect">
                <a:avLst/>
              </a:prstGeom>
              <a:blipFill rotWithShape="0">
                <a:blip r:embed="rId10"/>
                <a:stretch>
                  <a:fillRect/>
                </a:stretch>
              </a:blipFill>
              <a:ln w="9525">
                <a:noFill/>
              </a:ln>
            </p:spPr>
            <p:txBody>
              <a:bodyPr/>
              <a:lstStyle/>
              <a:p>
                <a:r>
                  <a:rPr lang="en-US">
                    <a:noFill/>
                  </a:rPr>
                  <a:t> </a:t>
                </a:r>
              </a:p>
            </p:txBody>
          </p:sp>
          <p:sp>
            <p:nvSpPr>
              <p:cNvPr id="115" name="TextBox 114">
                <a:extLst>
                  <a:ext uri="{FF2B5EF4-FFF2-40B4-BE49-F238E27FC236}">
                    <a16:creationId xmlns:a16="http://schemas.microsoft.com/office/drawing/2014/main" id="{6F67D844-9B2D-4E07-848D-1641CFAECD44}"/>
                  </a:ext>
                </a:extLst>
              </p:cNvPr>
              <p:cNvSpPr txBox="1">
                <a:spLocks noRot="1" noChangeAspect="1" noMove="1" noResize="1" noEditPoints="1" noAdjustHandles="1" noChangeArrowheads="1" noChangeShapeType="1" noTextEdit="1"/>
              </p:cNvSpPr>
              <p:nvPr/>
            </p:nvSpPr>
            <p:spPr>
              <a:xfrm>
                <a:off x="5148705" y="1444823"/>
                <a:ext cx="413895" cy="307777"/>
              </a:xfrm>
              <a:prstGeom prst="rect">
                <a:avLst/>
              </a:prstGeom>
              <a:blipFill rotWithShape="0">
                <a:blip r:embed="rId11"/>
                <a:stretch>
                  <a:fillRect/>
                </a:stretch>
              </a:blipFill>
              <a:ln w="9525">
                <a:noFill/>
              </a:ln>
            </p:spPr>
            <p:txBody>
              <a:bodyPr/>
              <a:lstStyle/>
              <a:p>
                <a:r>
                  <a:rPr lang="en-US">
                    <a:noFill/>
                  </a:rPr>
                  <a:t> </a:t>
                </a:r>
              </a:p>
            </p:txBody>
          </p:sp>
          <p:sp>
            <p:nvSpPr>
              <p:cNvPr id="116" name="TextBox 115">
                <a:extLst>
                  <a:ext uri="{FF2B5EF4-FFF2-40B4-BE49-F238E27FC236}">
                    <a16:creationId xmlns:a16="http://schemas.microsoft.com/office/drawing/2014/main" id="{D2CAB26F-0B9A-4588-9245-D4E07A6CF363}"/>
                  </a:ext>
                </a:extLst>
              </p:cNvPr>
              <p:cNvSpPr txBox="1">
                <a:spLocks noRot="1" noChangeAspect="1" noMove="1" noResize="1" noEditPoints="1" noAdjustHandles="1" noChangeArrowheads="1" noChangeShapeType="1" noTextEdit="1"/>
              </p:cNvSpPr>
              <p:nvPr/>
            </p:nvSpPr>
            <p:spPr>
              <a:xfrm>
                <a:off x="3929505" y="1444823"/>
                <a:ext cx="587020" cy="307777"/>
              </a:xfrm>
              <a:prstGeom prst="rect">
                <a:avLst/>
              </a:prstGeom>
              <a:blipFill rotWithShape="0">
                <a:blip r:embed="rId12"/>
                <a:stretch>
                  <a:fillRect/>
                </a:stretch>
              </a:blipFill>
              <a:ln w="9525">
                <a:noFill/>
              </a:ln>
            </p:spPr>
            <p:txBody>
              <a:bodyPr/>
              <a:lstStyle/>
              <a:p>
                <a:r>
                  <a:rPr lang="en-US">
                    <a:noFill/>
                  </a:rPr>
                  <a:t> </a:t>
                </a:r>
              </a:p>
            </p:txBody>
          </p:sp>
          <p:sp>
            <p:nvSpPr>
              <p:cNvPr id="117" name="TextBox 116">
                <a:extLst>
                  <a:ext uri="{FF2B5EF4-FFF2-40B4-BE49-F238E27FC236}">
                    <a16:creationId xmlns:a16="http://schemas.microsoft.com/office/drawing/2014/main" id="{F024A24B-5B1B-4B8C-8025-06896A1ADB5E}"/>
                  </a:ext>
                </a:extLst>
              </p:cNvPr>
              <p:cNvSpPr txBox="1">
                <a:spLocks noRot="1" noChangeAspect="1" noMove="1" noResize="1" noEditPoints="1" noAdjustHandles="1" noChangeArrowheads="1" noChangeShapeType="1" noTextEdit="1"/>
              </p:cNvSpPr>
              <p:nvPr/>
            </p:nvSpPr>
            <p:spPr>
              <a:xfrm>
                <a:off x="2634105" y="1444823"/>
                <a:ext cx="449161" cy="307777"/>
              </a:xfrm>
              <a:prstGeom prst="rect">
                <a:avLst/>
              </a:prstGeom>
              <a:blipFill rotWithShape="0">
                <a:blip r:embed="rId13"/>
                <a:stretch>
                  <a:fillRect/>
                </a:stretch>
              </a:blipFill>
              <a:ln w="9525">
                <a:noFill/>
              </a:ln>
            </p:spPr>
            <p:txBody>
              <a:bodyPr/>
              <a:lstStyle/>
              <a:p>
                <a:r>
                  <a:rPr lang="en-US">
                    <a:noFill/>
                  </a:rPr>
                  <a:t> </a:t>
                </a:r>
              </a:p>
            </p:txBody>
          </p:sp>
          <p:sp>
            <p:nvSpPr>
              <p:cNvPr id="118" name="TextBox 117">
                <a:extLst>
                  <a:ext uri="{FF2B5EF4-FFF2-40B4-BE49-F238E27FC236}">
                    <a16:creationId xmlns:a16="http://schemas.microsoft.com/office/drawing/2014/main" id="{780465A5-8EB6-4D54-AEDE-B18ED030C800}"/>
                  </a:ext>
                </a:extLst>
              </p:cNvPr>
              <p:cNvSpPr txBox="1">
                <a:spLocks noRot="1" noChangeAspect="1" noMove="1" noResize="1" noEditPoints="1" noAdjustHandles="1" noChangeArrowheads="1" noChangeShapeType="1" noTextEdit="1"/>
              </p:cNvSpPr>
              <p:nvPr/>
            </p:nvSpPr>
            <p:spPr>
              <a:xfrm>
                <a:off x="1371600" y="1447800"/>
                <a:ext cx="449161" cy="307777"/>
              </a:xfrm>
              <a:prstGeom prst="rect">
                <a:avLst/>
              </a:prstGeom>
              <a:blipFill rotWithShape="0">
                <a:blip r:embed="rId14"/>
                <a:stretch>
                  <a:fillRect/>
                </a:stretch>
              </a:blipFill>
              <a:ln w="9525">
                <a:noFill/>
              </a:ln>
            </p:spPr>
            <p:txBody>
              <a:bodyPr/>
              <a:lstStyle/>
              <a:p>
                <a:r>
                  <a:rPr lang="en-US">
                    <a:noFill/>
                  </a:rPr>
                  <a:t> </a:t>
                </a:r>
              </a:p>
            </p:txBody>
          </p:sp>
          <p:sp>
            <p:nvSpPr>
              <p:cNvPr id="124" name="Rectangle 123">
                <a:extLst>
                  <a:ext uri="{FF2B5EF4-FFF2-40B4-BE49-F238E27FC236}">
                    <a16:creationId xmlns:a16="http://schemas.microsoft.com/office/drawing/2014/main" id="{44C3F06C-FB87-4DD8-B94A-7AFF31374AEE}"/>
                  </a:ext>
                </a:extLst>
              </p:cNvPr>
              <p:cNvSpPr/>
              <p:nvPr/>
            </p:nvSpPr>
            <p:spPr bwMode="auto">
              <a:xfrm>
                <a:off x="1351808" y="1882455"/>
                <a:ext cx="481004" cy="17153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25" name="Rectangle 124">
                <a:extLst>
                  <a:ext uri="{FF2B5EF4-FFF2-40B4-BE49-F238E27FC236}">
                    <a16:creationId xmlns:a16="http://schemas.microsoft.com/office/drawing/2014/main" id="{CBB345D7-8DEC-44EF-B5FA-7DE910F98FD6}"/>
                  </a:ext>
                </a:extLst>
              </p:cNvPr>
              <p:cNvSpPr/>
              <p:nvPr/>
            </p:nvSpPr>
            <p:spPr bwMode="auto">
              <a:xfrm>
                <a:off x="2547173" y="1863396"/>
                <a:ext cx="500052" cy="18423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29" name="Rectangle 128">
                <a:extLst>
                  <a:ext uri="{FF2B5EF4-FFF2-40B4-BE49-F238E27FC236}">
                    <a16:creationId xmlns:a16="http://schemas.microsoft.com/office/drawing/2014/main" id="{4F07CA71-DBA6-42F6-AC02-A0675E856C9C}"/>
                  </a:ext>
                </a:extLst>
              </p:cNvPr>
              <p:cNvSpPr/>
              <p:nvPr/>
            </p:nvSpPr>
            <p:spPr bwMode="auto">
              <a:xfrm>
                <a:off x="3950497" y="1874514"/>
                <a:ext cx="468303" cy="17311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30" name="Rectangle 129">
                <a:extLst>
                  <a:ext uri="{FF2B5EF4-FFF2-40B4-BE49-F238E27FC236}">
                    <a16:creationId xmlns:a16="http://schemas.microsoft.com/office/drawing/2014/main" id="{911427D8-64AC-4F32-8EDA-26B00B510B4F}"/>
                  </a:ext>
                </a:extLst>
              </p:cNvPr>
              <p:cNvSpPr/>
              <p:nvPr/>
            </p:nvSpPr>
            <p:spPr bwMode="auto">
              <a:xfrm>
                <a:off x="5134749" y="1845926"/>
                <a:ext cx="468303" cy="17311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sp>
            <p:nvSpPr>
              <p:cNvPr id="131" name="Rectangle 130">
                <a:extLst>
                  <a:ext uri="{FF2B5EF4-FFF2-40B4-BE49-F238E27FC236}">
                    <a16:creationId xmlns:a16="http://schemas.microsoft.com/office/drawing/2014/main" id="{4611C38B-341C-45DC-AC31-2DFA6EEBB787}"/>
                  </a:ext>
                </a:extLst>
              </p:cNvPr>
              <p:cNvSpPr/>
              <p:nvPr/>
            </p:nvSpPr>
            <p:spPr bwMode="auto">
              <a:xfrm>
                <a:off x="6552359" y="1845926"/>
                <a:ext cx="469891" cy="17311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mj-lt"/>
                  <a:cs typeface="Arial" charset="0"/>
                </a:endParaRPr>
              </a:p>
            </p:txBody>
          </p:sp>
        </p:grpSp>
        <p:cxnSp>
          <p:nvCxnSpPr>
            <p:cNvPr id="19466" name="Straight Arrow Connector 71">
              <a:extLst>
                <a:ext uri="{FF2B5EF4-FFF2-40B4-BE49-F238E27FC236}">
                  <a16:creationId xmlns:a16="http://schemas.microsoft.com/office/drawing/2014/main" id="{0AAF8FC0-D41F-4791-8A5F-D00C7B09B6D6}"/>
                </a:ext>
              </a:extLst>
            </p:cNvPr>
            <p:cNvCxnSpPr>
              <a:cxnSpLocks noChangeShapeType="1"/>
            </p:cNvCxnSpPr>
            <p:nvPr/>
          </p:nvCxnSpPr>
          <p:spPr bwMode="auto">
            <a:xfrm>
              <a:off x="1351868" y="1734641"/>
              <a:ext cx="1731398" cy="0"/>
            </a:xfrm>
            <a:prstGeom prst="straightConnector1">
              <a:avLst/>
            </a:prstGeom>
            <a:noFill/>
            <a:ln w="9525" algn="ctr">
              <a:solidFill>
                <a:srgbClr val="0000FF"/>
              </a:solidFill>
              <a:round/>
              <a:headEnd type="triangle" w="med" len="med"/>
              <a:tailEnd type="triangle" w="med" len="med"/>
            </a:ln>
          </p:spPr>
        </p:cxnSp>
        <p:sp>
          <p:nvSpPr>
            <p:cNvPr id="75" name="Rectangle 74">
              <a:extLst>
                <a:ext uri="{FF2B5EF4-FFF2-40B4-BE49-F238E27FC236}">
                  <a16:creationId xmlns:a16="http://schemas.microsoft.com/office/drawing/2014/main" id="{2008851E-DCE3-45A7-A0A8-D5979F38471B}"/>
                </a:ext>
              </a:extLst>
            </p:cNvPr>
            <p:cNvSpPr>
              <a:spLocks noRot="1" noChangeAspect="1" noMove="1" noResize="1" noEditPoints="1" noAdjustHandles="1" noChangeArrowheads="1" noChangeShapeType="1" noTextEdit="1"/>
            </p:cNvSpPr>
            <p:nvPr/>
          </p:nvSpPr>
          <p:spPr>
            <a:xfrm>
              <a:off x="2270090" y="1445937"/>
              <a:ext cx="447558" cy="276999"/>
            </a:xfrm>
            <a:prstGeom prst="rect">
              <a:avLst/>
            </a:prstGeom>
            <a:blipFill rotWithShape="0">
              <a:blip r:embed="rId15"/>
              <a:stretch>
                <a:fillRect/>
              </a:stretch>
            </a:blipFill>
          </p:spPr>
          <p:txBody>
            <a:bodyPr/>
            <a:lstStyle/>
            <a:p>
              <a:r>
                <a:rPr lang="en-US">
                  <a:noFill/>
                </a:rPr>
                <a:t> </a:t>
              </a:r>
            </a:p>
          </p:txBody>
        </p:sp>
        <p:sp>
          <p:nvSpPr>
            <p:cNvPr id="19468" name="Oval 6">
              <a:extLst>
                <a:ext uri="{FF2B5EF4-FFF2-40B4-BE49-F238E27FC236}">
                  <a16:creationId xmlns:a16="http://schemas.microsoft.com/office/drawing/2014/main" id="{625FC401-FBBD-4A9A-AB2F-99EE89264254}"/>
                </a:ext>
              </a:extLst>
            </p:cNvPr>
            <p:cNvSpPr>
              <a:spLocks noChangeArrowheads="1"/>
            </p:cNvSpPr>
            <p:nvPr/>
          </p:nvSpPr>
          <p:spPr bwMode="auto">
            <a:xfrm>
              <a:off x="983515" y="2318954"/>
              <a:ext cx="47961" cy="47961"/>
            </a:xfrm>
            <a:prstGeom prst="ellipse">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9469" name="Oval 84">
              <a:extLst>
                <a:ext uri="{FF2B5EF4-FFF2-40B4-BE49-F238E27FC236}">
                  <a16:creationId xmlns:a16="http://schemas.microsoft.com/office/drawing/2014/main" id="{48839581-4EE3-470A-B47A-64636CFE36BD}"/>
                </a:ext>
              </a:extLst>
            </p:cNvPr>
            <p:cNvSpPr>
              <a:spLocks noChangeArrowheads="1"/>
            </p:cNvSpPr>
            <p:nvPr/>
          </p:nvSpPr>
          <p:spPr bwMode="auto">
            <a:xfrm>
              <a:off x="7748420" y="2287173"/>
              <a:ext cx="47961" cy="47961"/>
            </a:xfrm>
            <a:prstGeom prst="ellipse">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9470" name="Straight Arrow Connector 85">
              <a:extLst>
                <a:ext uri="{FF2B5EF4-FFF2-40B4-BE49-F238E27FC236}">
                  <a16:creationId xmlns:a16="http://schemas.microsoft.com/office/drawing/2014/main" id="{EBFA5DD2-4111-47B3-8A20-CF4AD690FE99}"/>
                </a:ext>
              </a:extLst>
            </p:cNvPr>
            <p:cNvCxnSpPr>
              <a:cxnSpLocks noChangeShapeType="1"/>
            </p:cNvCxnSpPr>
            <p:nvPr/>
          </p:nvCxnSpPr>
          <p:spPr bwMode="auto">
            <a:xfrm>
              <a:off x="1351868" y="1572823"/>
              <a:ext cx="567190" cy="0"/>
            </a:xfrm>
            <a:prstGeom prst="straightConnector1">
              <a:avLst/>
            </a:prstGeom>
            <a:noFill/>
            <a:ln w="9525" algn="ctr">
              <a:solidFill>
                <a:srgbClr val="0000FF"/>
              </a:solidFill>
              <a:round/>
              <a:headEnd type="triangle" w="med" len="med"/>
              <a:tailEnd type="triangle" w="med" len="med"/>
            </a:ln>
          </p:spPr>
        </p:cxnSp>
        <p:sp>
          <p:nvSpPr>
            <p:cNvPr id="89" name="Rectangle 88">
              <a:extLst>
                <a:ext uri="{FF2B5EF4-FFF2-40B4-BE49-F238E27FC236}">
                  <a16:creationId xmlns:a16="http://schemas.microsoft.com/office/drawing/2014/main" id="{9A05CFF0-AF8B-4996-9AE6-D555BAFFC119}"/>
                </a:ext>
              </a:extLst>
            </p:cNvPr>
            <p:cNvSpPr>
              <a:spLocks noRot="1" noChangeAspect="1" noMove="1" noResize="1" noEditPoints="1" noAdjustHandles="1" noChangeArrowheads="1" noChangeShapeType="1" noTextEdit="1"/>
            </p:cNvSpPr>
            <p:nvPr/>
          </p:nvSpPr>
          <p:spPr>
            <a:xfrm>
              <a:off x="1410882" y="1289852"/>
              <a:ext cx="449162" cy="276999"/>
            </a:xfrm>
            <a:prstGeom prst="rect">
              <a:avLst/>
            </a:prstGeom>
            <a:blipFill rotWithShape="0">
              <a:blip r:embed="rId16"/>
              <a:stretch>
                <a:fillRect/>
              </a:stretch>
            </a:blipFill>
          </p:spPr>
          <p:txBody>
            <a:bodyPr/>
            <a:lstStyle/>
            <a:p>
              <a:r>
                <a:rPr lang="en-US">
                  <a:noFill/>
                </a:rPr>
                <a:t> </a:t>
              </a:r>
            </a:p>
          </p:txBody>
        </p:sp>
        <p:cxnSp>
          <p:nvCxnSpPr>
            <p:cNvPr id="19472" name="Straight Arrow Connector 89">
              <a:extLst>
                <a:ext uri="{FF2B5EF4-FFF2-40B4-BE49-F238E27FC236}">
                  <a16:creationId xmlns:a16="http://schemas.microsoft.com/office/drawing/2014/main" id="{BB8FCACE-A369-49AB-8790-D55BAE013B8C}"/>
                </a:ext>
              </a:extLst>
            </p:cNvPr>
            <p:cNvCxnSpPr>
              <a:cxnSpLocks noChangeShapeType="1"/>
            </p:cNvCxnSpPr>
            <p:nvPr/>
          </p:nvCxnSpPr>
          <p:spPr bwMode="auto">
            <a:xfrm>
              <a:off x="1350336" y="1883446"/>
              <a:ext cx="5680732" cy="0"/>
            </a:xfrm>
            <a:prstGeom prst="straightConnector1">
              <a:avLst/>
            </a:prstGeom>
            <a:noFill/>
            <a:ln w="9525" algn="ctr">
              <a:solidFill>
                <a:srgbClr val="0000FF"/>
              </a:solidFill>
              <a:round/>
              <a:headEnd type="triangle" w="med" len="med"/>
              <a:tailEnd type="triangle" w="med" len="med"/>
            </a:ln>
          </p:spPr>
        </p:cxnSp>
        <p:sp>
          <p:nvSpPr>
            <p:cNvPr id="93" name="Rectangle 92">
              <a:extLst>
                <a:ext uri="{FF2B5EF4-FFF2-40B4-BE49-F238E27FC236}">
                  <a16:creationId xmlns:a16="http://schemas.microsoft.com/office/drawing/2014/main" id="{ABC306EA-7354-474E-87A8-570A505CDB04}"/>
                </a:ext>
              </a:extLst>
            </p:cNvPr>
            <p:cNvSpPr>
              <a:spLocks noRot="1" noChangeAspect="1" noMove="1" noResize="1" noEditPoints="1" noAdjustHandles="1" noChangeArrowheads="1" noChangeShapeType="1" noTextEdit="1"/>
            </p:cNvSpPr>
            <p:nvPr/>
          </p:nvSpPr>
          <p:spPr>
            <a:xfrm>
              <a:off x="3375071" y="1572823"/>
              <a:ext cx="452368" cy="276999"/>
            </a:xfrm>
            <a:prstGeom prst="rect">
              <a:avLst/>
            </a:prstGeom>
            <a:blipFill rotWithShape="0">
              <a:blip r:embed="rId17"/>
              <a:stretch>
                <a:fillRect/>
              </a:stretch>
            </a:blipFill>
          </p:spPr>
          <p:txBody>
            <a:bodyPr/>
            <a:lstStyle/>
            <a:p>
              <a:r>
                <a:rPr lang="en-US">
                  <a:noFill/>
                </a:rPr>
                <a:t> </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2C1518-4FA6-4A4C-808E-2FAE354011FF}"/>
              </a:ext>
            </a:extLst>
          </p:cNvPr>
          <p:cNvSpPr/>
          <p:nvPr/>
        </p:nvSpPr>
        <p:spPr bwMode="auto">
          <a:xfrm>
            <a:off x="3872123" y="5338859"/>
            <a:ext cx="1620838" cy="106363"/>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285" name="L-Shape 284">
            <a:extLst>
              <a:ext uri="{FF2B5EF4-FFF2-40B4-BE49-F238E27FC236}">
                <a16:creationId xmlns:a16="http://schemas.microsoft.com/office/drawing/2014/main" id="{3686D7B2-1128-4B4E-8A39-4B0B9D4E977F}"/>
              </a:ext>
            </a:extLst>
          </p:cNvPr>
          <p:cNvSpPr/>
          <p:nvPr/>
        </p:nvSpPr>
        <p:spPr bwMode="auto">
          <a:xfrm>
            <a:off x="5061162" y="4891184"/>
            <a:ext cx="441325" cy="371475"/>
          </a:xfrm>
          <a:prstGeom prst="corner">
            <a:avLst>
              <a:gd name="adj1" fmla="val 36992"/>
              <a:gd name="adj2" fmla="val 34460"/>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4" name="L-Shape 3">
            <a:extLst>
              <a:ext uri="{FF2B5EF4-FFF2-40B4-BE49-F238E27FC236}">
                <a16:creationId xmlns:a16="http://schemas.microsoft.com/office/drawing/2014/main" id="{7BF58302-7352-4663-B0EA-7BF91345E01F}"/>
              </a:ext>
            </a:extLst>
          </p:cNvPr>
          <p:cNvSpPr/>
          <p:nvPr/>
        </p:nvSpPr>
        <p:spPr bwMode="auto">
          <a:xfrm rot="10800000">
            <a:off x="4723024" y="4802284"/>
            <a:ext cx="466725" cy="371475"/>
          </a:xfrm>
          <a:prstGeom prst="corner">
            <a:avLst>
              <a:gd name="adj1" fmla="val 36992"/>
              <a:gd name="adj2" fmla="val 34460"/>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20485" name="Title 1">
            <a:extLst>
              <a:ext uri="{FF2B5EF4-FFF2-40B4-BE49-F238E27FC236}">
                <a16:creationId xmlns:a16="http://schemas.microsoft.com/office/drawing/2014/main" id="{F304FE2A-0146-4F43-A32A-0E6EAB3A64B5}"/>
              </a:ext>
            </a:extLst>
          </p:cNvPr>
          <p:cNvSpPr>
            <a:spLocks noGrp="1"/>
          </p:cNvSpPr>
          <p:nvPr>
            <p:ph type="title"/>
          </p:nvPr>
        </p:nvSpPr>
        <p:spPr/>
        <p:txBody>
          <a:bodyPr/>
          <a:lstStyle/>
          <a:p>
            <a:r>
              <a:rPr lang="en-US" altLang="en-US"/>
              <a:t>Wire Load: Parasitic Effects</a:t>
            </a:r>
          </a:p>
        </p:txBody>
      </p:sp>
      <p:sp>
        <p:nvSpPr>
          <p:cNvPr id="20486" name="Content Placeholder 7">
            <a:extLst>
              <a:ext uri="{FF2B5EF4-FFF2-40B4-BE49-F238E27FC236}">
                <a16:creationId xmlns:a16="http://schemas.microsoft.com/office/drawing/2014/main" id="{98CD90F8-B68D-4A4B-A58F-6F0E1A2BA417}"/>
              </a:ext>
            </a:extLst>
          </p:cNvPr>
          <p:cNvSpPr>
            <a:spLocks noGrp="1"/>
          </p:cNvSpPr>
          <p:nvPr>
            <p:ph type="body" sz="quarter" idx="10"/>
          </p:nvPr>
        </p:nvSpPr>
        <p:spPr/>
        <p:txBody>
          <a:bodyPr/>
          <a:lstStyle/>
          <a:p>
            <a:r>
              <a:rPr lang="en-US" altLang="en-US" sz="1600"/>
              <a:t>Parasitics are inevitable</a:t>
            </a:r>
          </a:p>
          <a:p>
            <a:r>
              <a:rPr lang="en-US" altLang="en-US" sz="1600"/>
              <a:t>Not known without layout</a:t>
            </a:r>
          </a:p>
          <a:p>
            <a:r>
              <a:rPr lang="en-US" altLang="en-US" sz="1600"/>
              <a:t>Delay and area will be incorrect/optimistic without estimation of parasitics</a:t>
            </a:r>
          </a:p>
          <a:p>
            <a:endParaRPr lang="en-US" altLang="en-US" sz="1600"/>
          </a:p>
        </p:txBody>
      </p:sp>
      <p:grpSp>
        <p:nvGrpSpPr>
          <p:cNvPr id="20487" name="Group 2">
            <a:extLst>
              <a:ext uri="{FF2B5EF4-FFF2-40B4-BE49-F238E27FC236}">
                <a16:creationId xmlns:a16="http://schemas.microsoft.com/office/drawing/2014/main" id="{DA9A6B9B-0B5C-4BAB-A13F-514C41BAB98F}"/>
              </a:ext>
            </a:extLst>
          </p:cNvPr>
          <p:cNvGrpSpPr>
            <a:grpSpLocks/>
          </p:cNvGrpSpPr>
          <p:nvPr/>
        </p:nvGrpSpPr>
        <p:grpSpPr bwMode="auto">
          <a:xfrm>
            <a:off x="8571123" y="2511521"/>
            <a:ext cx="1822450" cy="1592262"/>
            <a:chOff x="5278438" y="2360613"/>
            <a:chExt cx="3362707" cy="2938218"/>
          </a:xfrm>
        </p:grpSpPr>
        <p:sp>
          <p:nvSpPr>
            <p:cNvPr id="66" name="Rectangle 45">
              <a:extLst>
                <a:ext uri="{FF2B5EF4-FFF2-40B4-BE49-F238E27FC236}">
                  <a16:creationId xmlns:a16="http://schemas.microsoft.com/office/drawing/2014/main" id="{C6FAF2FE-7EE3-4E65-AE4B-05F9035FAD96}"/>
                </a:ext>
              </a:extLst>
            </p:cNvPr>
            <p:cNvSpPr>
              <a:spLocks noChangeArrowheads="1"/>
            </p:cNvSpPr>
            <p:nvPr/>
          </p:nvSpPr>
          <p:spPr bwMode="auto">
            <a:xfrm>
              <a:off x="5278438" y="2360613"/>
              <a:ext cx="3181097" cy="2891347"/>
            </a:xfrm>
            <a:prstGeom prst="rect">
              <a:avLst/>
            </a:prstGeom>
            <a:solidFill>
              <a:schemeClr val="accent1">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sz="1200"/>
            </a:p>
          </p:txBody>
        </p:sp>
        <p:grpSp>
          <p:nvGrpSpPr>
            <p:cNvPr id="20593" name="Group 82">
              <a:extLst>
                <a:ext uri="{FF2B5EF4-FFF2-40B4-BE49-F238E27FC236}">
                  <a16:creationId xmlns:a16="http://schemas.microsoft.com/office/drawing/2014/main" id="{0F15A176-97AF-46C2-9DFF-847FADDA87A4}"/>
                </a:ext>
              </a:extLst>
            </p:cNvPr>
            <p:cNvGrpSpPr>
              <a:grpSpLocks/>
            </p:cNvGrpSpPr>
            <p:nvPr/>
          </p:nvGrpSpPr>
          <p:grpSpPr bwMode="auto">
            <a:xfrm>
              <a:off x="5354637" y="2376488"/>
              <a:ext cx="3286508" cy="2922343"/>
              <a:chOff x="5340350" y="1778000"/>
              <a:chExt cx="3064607" cy="2745382"/>
            </a:xfrm>
          </p:grpSpPr>
          <p:grpSp>
            <p:nvGrpSpPr>
              <p:cNvPr id="20594" name="Group 44">
                <a:extLst>
                  <a:ext uri="{FF2B5EF4-FFF2-40B4-BE49-F238E27FC236}">
                    <a16:creationId xmlns:a16="http://schemas.microsoft.com/office/drawing/2014/main" id="{39E32D5A-1572-4CD7-8A65-F9D8AE770D83}"/>
                  </a:ext>
                </a:extLst>
              </p:cNvPr>
              <p:cNvGrpSpPr>
                <a:grpSpLocks/>
              </p:cNvGrpSpPr>
              <p:nvPr/>
            </p:nvGrpSpPr>
            <p:grpSpPr bwMode="auto">
              <a:xfrm>
                <a:off x="5646103" y="2071689"/>
                <a:ext cx="2222269" cy="2125663"/>
                <a:chOff x="5634749" y="2074592"/>
                <a:chExt cx="2039863" cy="2005109"/>
              </a:xfrm>
            </p:grpSpPr>
            <p:cxnSp>
              <p:nvCxnSpPr>
                <p:cNvPr id="20635" name="Straight Arrow Connector 37">
                  <a:extLst>
                    <a:ext uri="{FF2B5EF4-FFF2-40B4-BE49-F238E27FC236}">
                      <a16:creationId xmlns:a16="http://schemas.microsoft.com/office/drawing/2014/main" id="{A37D9A0F-A739-4BCF-AA8C-5A681CBE9865}"/>
                    </a:ext>
                  </a:extLst>
                </p:cNvPr>
                <p:cNvCxnSpPr>
                  <a:cxnSpLocks noChangeShapeType="1"/>
                </p:cNvCxnSpPr>
                <p:nvPr/>
              </p:nvCxnSpPr>
              <p:spPr bwMode="auto">
                <a:xfrm rot="5400000" flipH="1" flipV="1">
                  <a:off x="5812399" y="2678426"/>
                  <a:ext cx="1207668"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636" name="Straight Arrow Connector 38">
                  <a:extLst>
                    <a:ext uri="{FF2B5EF4-FFF2-40B4-BE49-F238E27FC236}">
                      <a16:creationId xmlns:a16="http://schemas.microsoft.com/office/drawing/2014/main" id="{D85E8F35-637A-4E2D-8491-30FDAE9199BA}"/>
                    </a:ext>
                  </a:extLst>
                </p:cNvPr>
                <p:cNvCxnSpPr>
                  <a:cxnSpLocks noChangeShapeType="1"/>
                </p:cNvCxnSpPr>
                <p:nvPr/>
              </p:nvCxnSpPr>
              <p:spPr bwMode="auto">
                <a:xfrm rot="5400000">
                  <a:off x="5622932" y="3287190"/>
                  <a:ext cx="804328" cy="78069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637" name="Straight Arrow Connector 41">
                  <a:extLst>
                    <a:ext uri="{FF2B5EF4-FFF2-40B4-BE49-F238E27FC236}">
                      <a16:creationId xmlns:a16="http://schemas.microsoft.com/office/drawing/2014/main" id="{A427DEDC-D76D-470A-879C-14BBF1A32673}"/>
                    </a:ext>
                  </a:extLst>
                </p:cNvPr>
                <p:cNvCxnSpPr>
                  <a:cxnSpLocks noChangeShapeType="1"/>
                </p:cNvCxnSpPr>
                <p:nvPr/>
              </p:nvCxnSpPr>
              <p:spPr bwMode="auto">
                <a:xfrm>
                  <a:off x="6415438" y="3279866"/>
                  <a:ext cx="1259174"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20595" name="TextBox 47">
                <a:extLst>
                  <a:ext uri="{FF2B5EF4-FFF2-40B4-BE49-F238E27FC236}">
                    <a16:creationId xmlns:a16="http://schemas.microsoft.com/office/drawing/2014/main" id="{5DEFEB9A-1690-4D7B-898F-5E964CB438C6}"/>
                  </a:ext>
                </a:extLst>
              </p:cNvPr>
              <p:cNvSpPr txBox="1">
                <a:spLocks noChangeArrowheads="1"/>
              </p:cNvSpPr>
              <p:nvPr/>
            </p:nvSpPr>
            <p:spPr bwMode="auto">
              <a:xfrm>
                <a:off x="6376990" y="1778000"/>
                <a:ext cx="491352" cy="480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t</a:t>
                </a:r>
                <a:r>
                  <a:rPr lang="en-US" altLang="en-US" sz="1200" baseline="-25000"/>
                  <a:t>d</a:t>
                </a:r>
                <a:endParaRPr lang="en-US" altLang="en-US" sz="1200"/>
              </a:p>
            </p:txBody>
          </p:sp>
          <p:sp>
            <p:nvSpPr>
              <p:cNvPr id="20596" name="TextBox 48">
                <a:extLst>
                  <a:ext uri="{FF2B5EF4-FFF2-40B4-BE49-F238E27FC236}">
                    <a16:creationId xmlns:a16="http://schemas.microsoft.com/office/drawing/2014/main" id="{27DE1783-053D-4A4C-A25C-CDF072BD4A5F}"/>
                  </a:ext>
                </a:extLst>
              </p:cNvPr>
              <p:cNvSpPr txBox="1">
                <a:spLocks noChangeArrowheads="1"/>
              </p:cNvSpPr>
              <p:nvPr/>
            </p:nvSpPr>
            <p:spPr bwMode="auto">
              <a:xfrm>
                <a:off x="7797799" y="3160713"/>
                <a:ext cx="607158" cy="480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C</a:t>
                </a:r>
                <a:r>
                  <a:rPr lang="en-US" altLang="en-US" sz="1200" baseline="-25000"/>
                  <a:t>L</a:t>
                </a:r>
                <a:endParaRPr lang="en-US" altLang="en-US" sz="1200"/>
              </a:p>
            </p:txBody>
          </p:sp>
          <p:sp>
            <p:nvSpPr>
              <p:cNvPr id="20597" name="TextBox 49">
                <a:extLst>
                  <a:ext uri="{FF2B5EF4-FFF2-40B4-BE49-F238E27FC236}">
                    <a16:creationId xmlns:a16="http://schemas.microsoft.com/office/drawing/2014/main" id="{225FBE3B-A045-4869-A4A1-07DB57D3BEDA}"/>
                  </a:ext>
                </a:extLst>
              </p:cNvPr>
              <p:cNvSpPr txBox="1">
                <a:spLocks noChangeArrowheads="1"/>
              </p:cNvSpPr>
              <p:nvPr/>
            </p:nvSpPr>
            <p:spPr bwMode="auto">
              <a:xfrm>
                <a:off x="5340350" y="4043363"/>
                <a:ext cx="676089" cy="480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200"/>
                  <a:t>t</a:t>
                </a:r>
                <a:r>
                  <a:rPr lang="en-US" altLang="en-US" sz="1200" baseline="-25000"/>
                  <a:t>rise</a:t>
                </a:r>
                <a:endParaRPr lang="en-US" altLang="en-US" sz="1200"/>
              </a:p>
            </p:txBody>
          </p:sp>
          <p:cxnSp>
            <p:nvCxnSpPr>
              <p:cNvPr id="20598" name="Straight Connector 54">
                <a:extLst>
                  <a:ext uri="{FF2B5EF4-FFF2-40B4-BE49-F238E27FC236}">
                    <a16:creationId xmlns:a16="http://schemas.microsoft.com/office/drawing/2014/main" id="{8A927C47-06D6-4C0F-9483-1CD6E0258E6B}"/>
                  </a:ext>
                </a:extLst>
              </p:cNvPr>
              <p:cNvCxnSpPr>
                <a:cxnSpLocks noChangeShapeType="1"/>
              </p:cNvCxnSpPr>
              <p:nvPr/>
            </p:nvCxnSpPr>
            <p:spPr bwMode="auto">
              <a:xfrm>
                <a:off x="5954713" y="3889375"/>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0599" name="Straight Connector 55">
                <a:extLst>
                  <a:ext uri="{FF2B5EF4-FFF2-40B4-BE49-F238E27FC236}">
                    <a16:creationId xmlns:a16="http://schemas.microsoft.com/office/drawing/2014/main" id="{A7809A58-1607-4303-BB54-31EC0723D10B}"/>
                  </a:ext>
                </a:extLst>
              </p:cNvPr>
              <p:cNvCxnSpPr>
                <a:cxnSpLocks noChangeShapeType="1"/>
              </p:cNvCxnSpPr>
              <p:nvPr/>
            </p:nvCxnSpPr>
            <p:spPr bwMode="auto">
              <a:xfrm>
                <a:off x="6261100" y="3582988"/>
                <a:ext cx="80645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0600" name="Straight Connector 56">
                <a:extLst>
                  <a:ext uri="{FF2B5EF4-FFF2-40B4-BE49-F238E27FC236}">
                    <a16:creationId xmlns:a16="http://schemas.microsoft.com/office/drawing/2014/main" id="{384B2FB2-CF75-4694-BDBD-791607CACB2F}"/>
                  </a:ext>
                </a:extLst>
              </p:cNvPr>
              <p:cNvCxnSpPr>
                <a:cxnSpLocks noChangeShapeType="1"/>
              </p:cNvCxnSpPr>
              <p:nvPr/>
            </p:nvCxnSpPr>
            <p:spPr bwMode="auto">
              <a:xfrm rot="5400000">
                <a:off x="6300788" y="3352800"/>
                <a:ext cx="536575" cy="536575"/>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20601" name="Straight Connector 58">
                <a:extLst>
                  <a:ext uri="{FF2B5EF4-FFF2-40B4-BE49-F238E27FC236}">
                    <a16:creationId xmlns:a16="http://schemas.microsoft.com/office/drawing/2014/main" id="{4A46EA50-B150-4299-B2D6-01E2B6E1F442}"/>
                  </a:ext>
                </a:extLst>
              </p:cNvPr>
              <p:cNvCxnSpPr>
                <a:cxnSpLocks noChangeShapeType="1"/>
              </p:cNvCxnSpPr>
              <p:nvPr/>
            </p:nvCxnSpPr>
            <p:spPr bwMode="auto">
              <a:xfrm rot="5400000">
                <a:off x="6766719" y="3352006"/>
                <a:ext cx="536575" cy="538163"/>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20602" name="Flowchart: Connector 59">
                <a:extLst>
                  <a:ext uri="{FF2B5EF4-FFF2-40B4-BE49-F238E27FC236}">
                    <a16:creationId xmlns:a16="http://schemas.microsoft.com/office/drawing/2014/main" id="{5C93087C-8AF2-44D1-BB81-5F05955C190A}"/>
                  </a:ext>
                </a:extLst>
              </p:cNvPr>
              <p:cNvSpPr>
                <a:spLocks noChangeArrowheads="1"/>
              </p:cNvSpPr>
              <p:nvPr/>
            </p:nvSpPr>
            <p:spPr bwMode="auto">
              <a:xfrm>
                <a:off x="6591300" y="3560763"/>
                <a:ext cx="44450"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3" name="Flowchart: Connector 60">
                <a:extLst>
                  <a:ext uri="{FF2B5EF4-FFF2-40B4-BE49-F238E27FC236}">
                    <a16:creationId xmlns:a16="http://schemas.microsoft.com/office/drawing/2014/main" id="{373433FE-BCB5-455D-921C-86319A038FF4}"/>
                  </a:ext>
                </a:extLst>
              </p:cNvPr>
              <p:cNvSpPr>
                <a:spLocks noChangeArrowheads="1"/>
              </p:cNvSpPr>
              <p:nvPr/>
            </p:nvSpPr>
            <p:spPr bwMode="auto">
              <a:xfrm>
                <a:off x="7048500" y="356076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4" name="Flowchart: Connector 61">
                <a:extLst>
                  <a:ext uri="{FF2B5EF4-FFF2-40B4-BE49-F238E27FC236}">
                    <a16:creationId xmlns:a16="http://schemas.microsoft.com/office/drawing/2014/main" id="{2CB546D0-85C3-435D-BC7B-9CFB9F5F752A}"/>
                  </a:ext>
                </a:extLst>
              </p:cNvPr>
              <p:cNvSpPr>
                <a:spLocks noChangeArrowheads="1"/>
              </p:cNvSpPr>
              <p:nvPr/>
            </p:nvSpPr>
            <p:spPr bwMode="auto">
              <a:xfrm>
                <a:off x="6753225" y="3868738"/>
                <a:ext cx="46038" cy="44450"/>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5" name="Flowchart: Connector 62">
                <a:extLst>
                  <a:ext uri="{FF2B5EF4-FFF2-40B4-BE49-F238E27FC236}">
                    <a16:creationId xmlns:a16="http://schemas.microsoft.com/office/drawing/2014/main" id="{152B79D0-97E5-46C0-B3FE-5244F969DE8E}"/>
                  </a:ext>
                </a:extLst>
              </p:cNvPr>
              <p:cNvSpPr>
                <a:spLocks noChangeArrowheads="1"/>
              </p:cNvSpPr>
              <p:nvPr/>
            </p:nvSpPr>
            <p:spPr bwMode="auto">
              <a:xfrm>
                <a:off x="6272213" y="386397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6" name="Flowchart: Connector 63">
                <a:extLst>
                  <a:ext uri="{FF2B5EF4-FFF2-40B4-BE49-F238E27FC236}">
                    <a16:creationId xmlns:a16="http://schemas.microsoft.com/office/drawing/2014/main" id="{810DC9E0-5D13-4C67-896D-E6DECD76CD9D}"/>
                  </a:ext>
                </a:extLst>
              </p:cNvPr>
              <p:cNvSpPr>
                <a:spLocks noChangeArrowheads="1"/>
              </p:cNvSpPr>
              <p:nvPr/>
            </p:nvSpPr>
            <p:spPr bwMode="auto">
              <a:xfrm>
                <a:off x="5935663" y="3865563"/>
                <a:ext cx="46037"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7" name="Flowchart: Connector 64">
                <a:extLst>
                  <a:ext uri="{FF2B5EF4-FFF2-40B4-BE49-F238E27FC236}">
                    <a16:creationId xmlns:a16="http://schemas.microsoft.com/office/drawing/2014/main" id="{1DC5E03F-B7B2-41CF-8942-FED7CC83C2B8}"/>
                  </a:ext>
                </a:extLst>
              </p:cNvPr>
              <p:cNvSpPr>
                <a:spLocks noChangeArrowheads="1"/>
              </p:cNvSpPr>
              <p:nvPr/>
            </p:nvSpPr>
            <p:spPr bwMode="auto">
              <a:xfrm>
                <a:off x="6240463" y="3565525"/>
                <a:ext cx="46037"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8" name="Flowchart: Connector 65">
                <a:extLst>
                  <a:ext uri="{FF2B5EF4-FFF2-40B4-BE49-F238E27FC236}">
                    <a16:creationId xmlns:a16="http://schemas.microsoft.com/office/drawing/2014/main" id="{376670B1-0904-4358-9363-A438D6393422}"/>
                  </a:ext>
                </a:extLst>
              </p:cNvPr>
              <p:cNvSpPr>
                <a:spLocks noChangeArrowheads="1"/>
              </p:cNvSpPr>
              <p:nvPr/>
            </p:nvSpPr>
            <p:spPr bwMode="auto">
              <a:xfrm>
                <a:off x="6823075" y="3327400"/>
                <a:ext cx="46038"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09" name="Flowchart: Connector 66">
                <a:extLst>
                  <a:ext uri="{FF2B5EF4-FFF2-40B4-BE49-F238E27FC236}">
                    <a16:creationId xmlns:a16="http://schemas.microsoft.com/office/drawing/2014/main" id="{21A66519-AB32-4EE7-AF54-B7F665EC0A3F}"/>
                  </a:ext>
                </a:extLst>
              </p:cNvPr>
              <p:cNvSpPr>
                <a:spLocks noChangeArrowheads="1"/>
              </p:cNvSpPr>
              <p:nvPr/>
            </p:nvSpPr>
            <p:spPr bwMode="auto">
              <a:xfrm>
                <a:off x="7277100" y="3325813"/>
                <a:ext cx="46038" cy="46037"/>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cxnSp>
            <p:nvCxnSpPr>
              <p:cNvPr id="20610" name="Straight Connector 70">
                <a:extLst>
                  <a:ext uri="{FF2B5EF4-FFF2-40B4-BE49-F238E27FC236}">
                    <a16:creationId xmlns:a16="http://schemas.microsoft.com/office/drawing/2014/main" id="{E431EFD6-FA46-4791-9D1A-FBA7091D0D79}"/>
                  </a:ext>
                </a:extLst>
              </p:cNvPr>
              <p:cNvCxnSpPr>
                <a:cxnSpLocks noChangeShapeType="1"/>
              </p:cNvCxnSpPr>
              <p:nvPr/>
            </p:nvCxnSpPr>
            <p:spPr bwMode="auto">
              <a:xfrm rot="5400000" flipH="1">
                <a:off x="5809456" y="3404394"/>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11" name="Straight Connector 71">
                <a:extLst>
                  <a:ext uri="{FF2B5EF4-FFF2-40B4-BE49-F238E27FC236}">
                    <a16:creationId xmlns:a16="http://schemas.microsoft.com/office/drawing/2014/main" id="{965410B5-E3E0-46B0-B85B-C4DA450CFBF2}"/>
                  </a:ext>
                </a:extLst>
              </p:cNvPr>
              <p:cNvCxnSpPr>
                <a:cxnSpLocks noChangeShapeType="1"/>
              </p:cNvCxnSpPr>
              <p:nvPr/>
            </p:nvCxnSpPr>
            <p:spPr bwMode="auto">
              <a:xfrm rot="16200000" flipV="1">
                <a:off x="6125727" y="3235353"/>
                <a:ext cx="130169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12" name="Straight Connector 72">
                <a:extLst>
                  <a:ext uri="{FF2B5EF4-FFF2-40B4-BE49-F238E27FC236}">
                    <a16:creationId xmlns:a16="http://schemas.microsoft.com/office/drawing/2014/main" id="{9F8DE7B1-9E76-4AE6-A290-4015852C9D33}"/>
                  </a:ext>
                </a:extLst>
              </p:cNvPr>
              <p:cNvCxnSpPr>
                <a:cxnSpLocks noChangeShapeType="1"/>
              </p:cNvCxnSpPr>
              <p:nvPr/>
            </p:nvCxnSpPr>
            <p:spPr bwMode="auto">
              <a:xfrm rot="16200000" flipV="1">
                <a:off x="6259873" y="3238861"/>
                <a:ext cx="693375" cy="123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13" name="Straight Connector 73">
                <a:extLst>
                  <a:ext uri="{FF2B5EF4-FFF2-40B4-BE49-F238E27FC236}">
                    <a16:creationId xmlns:a16="http://schemas.microsoft.com/office/drawing/2014/main" id="{2495BCC5-9199-4A69-B688-48C50A1638F0}"/>
                  </a:ext>
                </a:extLst>
              </p:cNvPr>
              <p:cNvCxnSpPr>
                <a:cxnSpLocks noChangeShapeType="1"/>
              </p:cNvCxnSpPr>
              <p:nvPr/>
            </p:nvCxnSpPr>
            <p:spPr bwMode="auto">
              <a:xfrm rot="5400000" flipH="1">
                <a:off x="6584156" y="3096419"/>
                <a:ext cx="973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0614" name="Group 94">
                <a:extLst>
                  <a:ext uri="{FF2B5EF4-FFF2-40B4-BE49-F238E27FC236}">
                    <a16:creationId xmlns:a16="http://schemas.microsoft.com/office/drawing/2014/main" id="{50EC6132-0395-432F-A5C3-C073BF20B9D0}"/>
                  </a:ext>
                </a:extLst>
              </p:cNvPr>
              <p:cNvGrpSpPr>
                <a:grpSpLocks/>
              </p:cNvGrpSpPr>
              <p:nvPr/>
            </p:nvGrpSpPr>
            <p:grpSpPr bwMode="auto">
              <a:xfrm>
                <a:off x="6296031" y="2554908"/>
                <a:ext cx="773112" cy="369267"/>
                <a:chOff x="5117093" y="2554259"/>
                <a:chExt cx="569832" cy="369917"/>
              </a:xfrm>
            </p:grpSpPr>
            <p:cxnSp>
              <p:nvCxnSpPr>
                <p:cNvPr id="20631" name="Straight Connector 68">
                  <a:extLst>
                    <a:ext uri="{FF2B5EF4-FFF2-40B4-BE49-F238E27FC236}">
                      <a16:creationId xmlns:a16="http://schemas.microsoft.com/office/drawing/2014/main" id="{704B033F-6220-432D-BB62-A507C233768D}"/>
                    </a:ext>
                  </a:extLst>
                </p:cNvPr>
                <p:cNvCxnSpPr>
                  <a:cxnSpLocks noChangeShapeType="1"/>
                  <a:endCxn id="20617" idx="0"/>
                </p:cNvCxnSpPr>
                <p:nvPr/>
              </p:nvCxnSpPr>
              <p:spPr bwMode="auto">
                <a:xfrm flipV="1">
                  <a:off x="5117093" y="2554259"/>
                  <a:ext cx="354879" cy="36515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32" name="Straight Connector 77">
                  <a:extLst>
                    <a:ext uri="{FF2B5EF4-FFF2-40B4-BE49-F238E27FC236}">
                      <a16:creationId xmlns:a16="http://schemas.microsoft.com/office/drawing/2014/main" id="{93790B4D-001B-4BC5-A1EF-7E101F1EA140}"/>
                    </a:ext>
                  </a:extLst>
                </p:cNvPr>
                <p:cNvCxnSpPr>
                  <a:cxnSpLocks noChangeShapeType="1"/>
                  <a:stCxn id="20617" idx="6"/>
                </p:cNvCxnSpPr>
                <p:nvPr/>
              </p:nvCxnSpPr>
              <p:spPr bwMode="auto">
                <a:xfrm>
                  <a:off x="5488354" y="2577319"/>
                  <a:ext cx="195065" cy="3729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33" name="Straight Connector 82">
                  <a:extLst>
                    <a:ext uri="{FF2B5EF4-FFF2-40B4-BE49-F238E27FC236}">
                      <a16:creationId xmlns:a16="http://schemas.microsoft.com/office/drawing/2014/main" id="{11C6F8D0-CA19-4DA8-9E76-1EF8738A26CA}"/>
                    </a:ext>
                  </a:extLst>
                </p:cNvPr>
                <p:cNvCxnSpPr>
                  <a:cxnSpLocks noChangeShapeType="1"/>
                  <a:endCxn id="20616" idx="6"/>
                </p:cNvCxnSpPr>
                <p:nvPr/>
              </p:nvCxnSpPr>
              <p:spPr bwMode="auto">
                <a:xfrm rot="10800000" flipV="1">
                  <a:off x="5360050" y="2616993"/>
                  <a:ext cx="326875" cy="2795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34" name="Straight Connector 84">
                  <a:extLst>
                    <a:ext uri="{FF2B5EF4-FFF2-40B4-BE49-F238E27FC236}">
                      <a16:creationId xmlns:a16="http://schemas.microsoft.com/office/drawing/2014/main" id="{58BE2C01-9E99-4891-9829-308B1AA3699D}"/>
                    </a:ext>
                  </a:extLst>
                </p:cNvPr>
                <p:cNvCxnSpPr>
                  <a:cxnSpLocks noChangeShapeType="1"/>
                </p:cNvCxnSpPr>
                <p:nvPr/>
              </p:nvCxnSpPr>
              <p:spPr bwMode="auto">
                <a:xfrm flipV="1">
                  <a:off x="5117095" y="2897505"/>
                  <a:ext cx="226668" cy="2667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0615" name="Flowchart: Connector 62">
                <a:extLst>
                  <a:ext uri="{FF2B5EF4-FFF2-40B4-BE49-F238E27FC236}">
                    <a16:creationId xmlns:a16="http://schemas.microsoft.com/office/drawing/2014/main" id="{E2E7A8C1-4A84-4120-995A-92451D7C9148}"/>
                  </a:ext>
                </a:extLst>
              </p:cNvPr>
              <p:cNvSpPr>
                <a:spLocks noChangeArrowheads="1"/>
              </p:cNvSpPr>
              <p:nvPr/>
            </p:nvSpPr>
            <p:spPr bwMode="auto">
              <a:xfrm>
                <a:off x="6271345" y="290085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16" name="Flowchart: Connector 62">
                <a:extLst>
                  <a:ext uri="{FF2B5EF4-FFF2-40B4-BE49-F238E27FC236}">
                    <a16:creationId xmlns:a16="http://schemas.microsoft.com/office/drawing/2014/main" id="{A3855905-02E5-4859-AAB9-3157F8AB2723}"/>
                  </a:ext>
                </a:extLst>
              </p:cNvPr>
              <p:cNvSpPr>
                <a:spLocks noChangeArrowheads="1"/>
              </p:cNvSpPr>
              <p:nvPr/>
            </p:nvSpPr>
            <p:spPr bwMode="auto">
              <a:xfrm>
                <a:off x="6581215" y="2873561"/>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17" name="Flowchart: Connector 62">
                <a:extLst>
                  <a:ext uri="{FF2B5EF4-FFF2-40B4-BE49-F238E27FC236}">
                    <a16:creationId xmlns:a16="http://schemas.microsoft.com/office/drawing/2014/main" id="{6BF7873B-F4E6-4D0D-BAB7-703A90F8D253}"/>
                  </a:ext>
                </a:extLst>
              </p:cNvPr>
              <p:cNvSpPr>
                <a:spLocks noChangeArrowheads="1"/>
              </p:cNvSpPr>
              <p:nvPr/>
            </p:nvSpPr>
            <p:spPr bwMode="auto">
              <a:xfrm>
                <a:off x="6755290" y="2554908"/>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20618" name="Flowchart: Connector 62">
                <a:extLst>
                  <a:ext uri="{FF2B5EF4-FFF2-40B4-BE49-F238E27FC236}">
                    <a16:creationId xmlns:a16="http://schemas.microsoft.com/office/drawing/2014/main" id="{29B43C8E-25B4-4EE4-9285-F5F0229CECC0}"/>
                  </a:ext>
                </a:extLst>
              </p:cNvPr>
              <p:cNvSpPr>
                <a:spLocks noChangeArrowheads="1"/>
              </p:cNvSpPr>
              <p:nvPr/>
            </p:nvSpPr>
            <p:spPr bwMode="auto">
              <a:xfrm>
                <a:off x="7039445" y="2599965"/>
                <a:ext cx="44450" cy="46038"/>
              </a:xfrm>
              <a:prstGeom prst="flowChartConnector">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cxnSp>
            <p:nvCxnSpPr>
              <p:cNvPr id="20619" name="Straight Connector 57">
                <a:extLst>
                  <a:ext uri="{FF2B5EF4-FFF2-40B4-BE49-F238E27FC236}">
                    <a16:creationId xmlns:a16="http://schemas.microsoft.com/office/drawing/2014/main" id="{6D7067D9-C812-4C18-9FDA-355446420BEB}"/>
                  </a:ext>
                </a:extLst>
              </p:cNvPr>
              <p:cNvCxnSpPr>
                <a:cxnSpLocks noChangeShapeType="1"/>
              </p:cNvCxnSpPr>
              <p:nvPr/>
            </p:nvCxnSpPr>
            <p:spPr bwMode="auto">
              <a:xfrm rot="5400000">
                <a:off x="6369015" y="2834883"/>
                <a:ext cx="117110" cy="4242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0" name="Straight Connector 58">
                <a:extLst>
                  <a:ext uri="{FF2B5EF4-FFF2-40B4-BE49-F238E27FC236}">
                    <a16:creationId xmlns:a16="http://schemas.microsoft.com/office/drawing/2014/main" id="{47DDB017-7E29-4BE3-B00A-067B98406D03}"/>
                  </a:ext>
                </a:extLst>
              </p:cNvPr>
              <p:cNvCxnSpPr>
                <a:cxnSpLocks noChangeShapeType="1"/>
              </p:cNvCxnSpPr>
              <p:nvPr/>
            </p:nvCxnSpPr>
            <p:spPr bwMode="auto">
              <a:xfrm rot="5400000">
                <a:off x="6402286" y="2811003"/>
                <a:ext cx="155208" cy="5684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1" name="Straight Connector 60">
                <a:extLst>
                  <a:ext uri="{FF2B5EF4-FFF2-40B4-BE49-F238E27FC236}">
                    <a16:creationId xmlns:a16="http://schemas.microsoft.com/office/drawing/2014/main" id="{DB3BA299-8F63-4BF8-A181-ADEFD6E3AF11}"/>
                  </a:ext>
                </a:extLst>
              </p:cNvPr>
              <p:cNvCxnSpPr>
                <a:cxnSpLocks noChangeShapeType="1"/>
              </p:cNvCxnSpPr>
              <p:nvPr/>
            </p:nvCxnSpPr>
            <p:spPr bwMode="auto">
              <a:xfrm rot="5400000">
                <a:off x="6436966" y="2779009"/>
                <a:ext cx="193309" cy="636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2" name="Straight Connector 61">
                <a:extLst>
                  <a:ext uri="{FF2B5EF4-FFF2-40B4-BE49-F238E27FC236}">
                    <a16:creationId xmlns:a16="http://schemas.microsoft.com/office/drawing/2014/main" id="{7D8E22E3-B430-4502-9476-DAD2696E1821}"/>
                  </a:ext>
                </a:extLst>
              </p:cNvPr>
              <p:cNvCxnSpPr>
                <a:cxnSpLocks noChangeShapeType="1"/>
              </p:cNvCxnSpPr>
              <p:nvPr/>
            </p:nvCxnSpPr>
            <p:spPr bwMode="auto">
              <a:xfrm rot="5400000">
                <a:off x="6472988" y="2748358"/>
                <a:ext cx="231412" cy="773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3" name="Straight Connector 64">
                <a:extLst>
                  <a:ext uri="{FF2B5EF4-FFF2-40B4-BE49-F238E27FC236}">
                    <a16:creationId xmlns:a16="http://schemas.microsoft.com/office/drawing/2014/main" id="{7B439072-8931-49D4-AC71-B7C426B01E6F}"/>
                  </a:ext>
                </a:extLst>
              </p:cNvPr>
              <p:cNvCxnSpPr>
                <a:cxnSpLocks noChangeShapeType="1"/>
              </p:cNvCxnSpPr>
              <p:nvPr/>
            </p:nvCxnSpPr>
            <p:spPr bwMode="auto">
              <a:xfrm rot="5400000">
                <a:off x="6512215" y="2706746"/>
                <a:ext cx="279158" cy="98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4" name="Straight Connector 65">
                <a:extLst>
                  <a:ext uri="{FF2B5EF4-FFF2-40B4-BE49-F238E27FC236}">
                    <a16:creationId xmlns:a16="http://schemas.microsoft.com/office/drawing/2014/main" id="{6D91BA2C-1BCE-47C4-9C1C-24A758F67B3D}"/>
                  </a:ext>
                </a:extLst>
              </p:cNvPr>
              <p:cNvCxnSpPr>
                <a:cxnSpLocks noChangeShapeType="1"/>
              </p:cNvCxnSpPr>
              <p:nvPr/>
            </p:nvCxnSpPr>
            <p:spPr bwMode="auto">
              <a:xfrm rot="5400000">
                <a:off x="6559547" y="2668156"/>
                <a:ext cx="306753" cy="10441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5" name="Straight Connector 66">
                <a:extLst>
                  <a:ext uri="{FF2B5EF4-FFF2-40B4-BE49-F238E27FC236}">
                    <a16:creationId xmlns:a16="http://schemas.microsoft.com/office/drawing/2014/main" id="{85A261E9-A245-4479-AE04-0BA85301621A}"/>
                  </a:ext>
                </a:extLst>
              </p:cNvPr>
              <p:cNvCxnSpPr>
                <a:cxnSpLocks noChangeShapeType="1"/>
              </p:cNvCxnSpPr>
              <p:nvPr/>
            </p:nvCxnSpPr>
            <p:spPr bwMode="auto">
              <a:xfrm rot="5400000">
                <a:off x="6640511" y="2661012"/>
                <a:ext cx="254360" cy="8536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6" name="Straight Connector 67">
                <a:extLst>
                  <a:ext uri="{FF2B5EF4-FFF2-40B4-BE49-F238E27FC236}">
                    <a16:creationId xmlns:a16="http://schemas.microsoft.com/office/drawing/2014/main" id="{3281C593-1A5F-4BEC-93B4-DC8C60DC5078}"/>
                  </a:ext>
                </a:extLst>
              </p:cNvPr>
              <p:cNvCxnSpPr>
                <a:cxnSpLocks noChangeShapeType="1"/>
              </p:cNvCxnSpPr>
              <p:nvPr/>
            </p:nvCxnSpPr>
            <p:spPr bwMode="auto">
              <a:xfrm rot="5400000">
                <a:off x="6723852" y="2651485"/>
                <a:ext cx="204361" cy="7346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7" name="Straight Connector 68">
                <a:extLst>
                  <a:ext uri="{FF2B5EF4-FFF2-40B4-BE49-F238E27FC236}">
                    <a16:creationId xmlns:a16="http://schemas.microsoft.com/office/drawing/2014/main" id="{1BA75790-9582-43AF-ACC5-E606CC6F298E}"/>
                  </a:ext>
                </a:extLst>
              </p:cNvPr>
              <p:cNvCxnSpPr>
                <a:cxnSpLocks noChangeShapeType="1"/>
              </p:cNvCxnSpPr>
              <p:nvPr/>
            </p:nvCxnSpPr>
            <p:spPr bwMode="auto">
              <a:xfrm rot="5400000">
                <a:off x="6808387" y="2643152"/>
                <a:ext cx="154353" cy="5441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8" name="Straight Connector 69">
                <a:extLst>
                  <a:ext uri="{FF2B5EF4-FFF2-40B4-BE49-F238E27FC236}">
                    <a16:creationId xmlns:a16="http://schemas.microsoft.com/office/drawing/2014/main" id="{1BFDF43C-874A-486E-B8BA-9F0E04048200}"/>
                  </a:ext>
                </a:extLst>
              </p:cNvPr>
              <p:cNvCxnSpPr>
                <a:cxnSpLocks noChangeShapeType="1"/>
              </p:cNvCxnSpPr>
              <p:nvPr/>
            </p:nvCxnSpPr>
            <p:spPr bwMode="auto">
              <a:xfrm rot="5400000">
                <a:off x="6885780" y="2632437"/>
                <a:ext cx="109104" cy="401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29" name="Straight Connector 70">
                <a:extLst>
                  <a:ext uri="{FF2B5EF4-FFF2-40B4-BE49-F238E27FC236}">
                    <a16:creationId xmlns:a16="http://schemas.microsoft.com/office/drawing/2014/main" id="{2971E384-3636-4E5B-B7B3-502C57996775}"/>
                  </a:ext>
                </a:extLst>
              </p:cNvPr>
              <p:cNvCxnSpPr>
                <a:cxnSpLocks noChangeShapeType="1"/>
              </p:cNvCxnSpPr>
              <p:nvPr/>
            </p:nvCxnSpPr>
            <p:spPr bwMode="auto">
              <a:xfrm rot="5400000">
                <a:off x="6336828" y="2874195"/>
                <a:ext cx="61311" cy="1960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630" name="Straight Connector 79">
                <a:extLst>
                  <a:ext uri="{FF2B5EF4-FFF2-40B4-BE49-F238E27FC236}">
                    <a16:creationId xmlns:a16="http://schemas.microsoft.com/office/drawing/2014/main" id="{7FE3F332-54F5-42F5-BD52-BCDA71507E6D}"/>
                  </a:ext>
                </a:extLst>
              </p:cNvPr>
              <p:cNvCxnSpPr>
                <a:cxnSpLocks noChangeShapeType="1"/>
              </p:cNvCxnSpPr>
              <p:nvPr/>
            </p:nvCxnSpPr>
            <p:spPr bwMode="auto">
              <a:xfrm rot="5400000">
                <a:off x="6957216" y="2627674"/>
                <a:ext cx="68627" cy="282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sp>
        <p:nvSpPr>
          <p:cNvPr id="118" name="Rectangle 117">
            <a:extLst>
              <a:ext uri="{FF2B5EF4-FFF2-40B4-BE49-F238E27FC236}">
                <a16:creationId xmlns:a16="http://schemas.microsoft.com/office/drawing/2014/main" id="{B489BF2B-CB66-4ED2-9CFF-67CBC9349F9D}"/>
              </a:ext>
            </a:extLst>
          </p:cNvPr>
          <p:cNvSpPr/>
          <p:nvPr/>
        </p:nvSpPr>
        <p:spPr bwMode="auto">
          <a:xfrm>
            <a:off x="4384886" y="3830733"/>
            <a:ext cx="1714500" cy="236538"/>
          </a:xfrm>
          <a:prstGeom prst="rect">
            <a:avLst/>
          </a:prstGeom>
          <a:ln>
            <a:solidFill>
              <a:schemeClr val="accent1">
                <a:lumMod val="5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119" name="Line Callout 1 118">
            <a:extLst>
              <a:ext uri="{FF2B5EF4-FFF2-40B4-BE49-F238E27FC236}">
                <a16:creationId xmlns:a16="http://schemas.microsoft.com/office/drawing/2014/main" id="{4A665022-7CF8-442A-AE92-9E4BC6F0BE4F}"/>
              </a:ext>
            </a:extLst>
          </p:cNvPr>
          <p:cNvSpPr/>
          <p:nvPr/>
        </p:nvSpPr>
        <p:spPr bwMode="auto">
          <a:xfrm>
            <a:off x="4908762" y="3522759"/>
            <a:ext cx="1030287" cy="238125"/>
          </a:xfrm>
          <a:prstGeom prst="borderCallout1">
            <a:avLst>
              <a:gd name="adj1" fmla="val -8096"/>
              <a:gd name="adj2" fmla="val 51761"/>
              <a:gd name="adj3" fmla="val -61225"/>
              <a:gd name="adj4" fmla="val 61330"/>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120" name="Line Callout 1 119">
            <a:extLst>
              <a:ext uri="{FF2B5EF4-FFF2-40B4-BE49-F238E27FC236}">
                <a16:creationId xmlns:a16="http://schemas.microsoft.com/office/drawing/2014/main" id="{B650A6AD-C808-4C17-A2F1-B10D202F8FE8}"/>
              </a:ext>
            </a:extLst>
          </p:cNvPr>
          <p:cNvSpPr/>
          <p:nvPr/>
        </p:nvSpPr>
        <p:spPr bwMode="auto">
          <a:xfrm>
            <a:off x="6269249" y="2378172"/>
            <a:ext cx="815975" cy="236537"/>
          </a:xfrm>
          <a:prstGeom prst="borderCallout1">
            <a:avLst>
              <a:gd name="adj1" fmla="val 97049"/>
              <a:gd name="adj2" fmla="val 48905"/>
              <a:gd name="adj3" fmla="val 311861"/>
              <a:gd name="adj4" fmla="val 5035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121" name="Line Callout 1 120">
            <a:extLst>
              <a:ext uri="{FF2B5EF4-FFF2-40B4-BE49-F238E27FC236}">
                <a16:creationId xmlns:a16="http://schemas.microsoft.com/office/drawing/2014/main" id="{CDAE9042-A200-408D-AEFE-A53F60796EF6}"/>
              </a:ext>
            </a:extLst>
          </p:cNvPr>
          <p:cNvSpPr/>
          <p:nvPr/>
        </p:nvSpPr>
        <p:spPr bwMode="auto">
          <a:xfrm>
            <a:off x="4003886" y="2232122"/>
            <a:ext cx="831850" cy="236537"/>
          </a:xfrm>
          <a:prstGeom prst="borderCallout1">
            <a:avLst>
              <a:gd name="adj1" fmla="val 97049"/>
              <a:gd name="adj2" fmla="val 48905"/>
              <a:gd name="adj3" fmla="val 87988"/>
              <a:gd name="adj4" fmla="val 63217"/>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122" name="Flowchart: Delay 2">
            <a:extLst>
              <a:ext uri="{FF2B5EF4-FFF2-40B4-BE49-F238E27FC236}">
                <a16:creationId xmlns:a16="http://schemas.microsoft.com/office/drawing/2014/main" id="{9D467984-0854-435C-84A3-20B4BC603F8D}"/>
              </a:ext>
            </a:extLst>
          </p:cNvPr>
          <p:cNvSpPr>
            <a:spLocks noChangeArrowheads="1"/>
          </p:cNvSpPr>
          <p:nvPr/>
        </p:nvSpPr>
        <p:spPr bwMode="auto">
          <a:xfrm>
            <a:off x="4302336" y="2633758"/>
            <a:ext cx="360362" cy="330200"/>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sp>
        <p:nvSpPr>
          <p:cNvPr id="123" name="Flowchart: Delay 3">
            <a:extLst>
              <a:ext uri="{FF2B5EF4-FFF2-40B4-BE49-F238E27FC236}">
                <a16:creationId xmlns:a16="http://schemas.microsoft.com/office/drawing/2014/main" id="{9CD1D1C4-00EF-443B-A709-CE59C5C3D227}"/>
              </a:ext>
            </a:extLst>
          </p:cNvPr>
          <p:cNvSpPr>
            <a:spLocks noChangeArrowheads="1"/>
          </p:cNvSpPr>
          <p:nvPr/>
        </p:nvSpPr>
        <p:spPr bwMode="auto">
          <a:xfrm>
            <a:off x="5442161" y="3054446"/>
            <a:ext cx="361950" cy="330200"/>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grpSp>
        <p:nvGrpSpPr>
          <p:cNvPr id="20494" name="Group 4">
            <a:extLst>
              <a:ext uri="{FF2B5EF4-FFF2-40B4-BE49-F238E27FC236}">
                <a16:creationId xmlns:a16="http://schemas.microsoft.com/office/drawing/2014/main" id="{5C1C9A36-79E0-4652-8F1E-9465A13BD372}"/>
              </a:ext>
            </a:extLst>
          </p:cNvPr>
          <p:cNvGrpSpPr>
            <a:grpSpLocks/>
          </p:cNvGrpSpPr>
          <p:nvPr/>
        </p:nvGrpSpPr>
        <p:grpSpPr bwMode="auto">
          <a:xfrm>
            <a:off x="6569287" y="3098896"/>
            <a:ext cx="293687" cy="239712"/>
            <a:chOff x="5282492" y="2872128"/>
            <a:chExt cx="374678" cy="307240"/>
          </a:xfrm>
        </p:grpSpPr>
        <p:sp>
          <p:nvSpPr>
            <p:cNvPr id="177" name="Flowchart: Extract 5">
              <a:extLst>
                <a:ext uri="{FF2B5EF4-FFF2-40B4-BE49-F238E27FC236}">
                  <a16:creationId xmlns:a16="http://schemas.microsoft.com/office/drawing/2014/main" id="{0ECE5046-0C8C-4468-A0A3-FA98CB186ED8}"/>
                </a:ext>
              </a:extLst>
            </p:cNvPr>
            <p:cNvSpPr>
              <a:spLocks noChangeArrowheads="1"/>
            </p:cNvSpPr>
            <p:nvPr/>
          </p:nvSpPr>
          <p:spPr bwMode="auto">
            <a:xfrm rot="5400000">
              <a:off x="5263554" y="2891066"/>
              <a:ext cx="307240" cy="269363"/>
            </a:xfrm>
            <a:prstGeom prst="flowChartExtract">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sp>
          <p:nvSpPr>
            <p:cNvPr id="178" name="Flowchart: Connector 6">
              <a:extLst>
                <a:ext uri="{FF2B5EF4-FFF2-40B4-BE49-F238E27FC236}">
                  <a16:creationId xmlns:a16="http://schemas.microsoft.com/office/drawing/2014/main" id="{5A879679-D1F9-4B2B-91AA-0FFAD6B49E16}"/>
                </a:ext>
              </a:extLst>
            </p:cNvPr>
            <p:cNvSpPr>
              <a:spLocks noChangeArrowheads="1"/>
            </p:cNvSpPr>
            <p:nvPr/>
          </p:nvSpPr>
          <p:spPr bwMode="auto">
            <a:xfrm>
              <a:off x="5541729" y="2967759"/>
              <a:ext cx="115441" cy="115979"/>
            </a:xfrm>
            <a:prstGeom prst="flowChartConnector">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grpSp>
      <p:cxnSp>
        <p:nvCxnSpPr>
          <p:cNvPr id="20495" name="Straight Connector 7">
            <a:extLst>
              <a:ext uri="{FF2B5EF4-FFF2-40B4-BE49-F238E27FC236}">
                <a16:creationId xmlns:a16="http://schemas.microsoft.com/office/drawing/2014/main" id="{D80032D0-8604-44C5-90C4-4FC5ADF1E1F4}"/>
              </a:ext>
            </a:extLst>
          </p:cNvPr>
          <p:cNvCxnSpPr>
            <a:cxnSpLocks noChangeShapeType="1"/>
            <a:stCxn id="123" idx="3"/>
          </p:cNvCxnSpPr>
          <p:nvPr/>
        </p:nvCxnSpPr>
        <p:spPr bwMode="auto">
          <a:xfrm flipV="1">
            <a:off x="5804112" y="3219546"/>
            <a:ext cx="7651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96" name="Straight Connector 8">
            <a:extLst>
              <a:ext uri="{FF2B5EF4-FFF2-40B4-BE49-F238E27FC236}">
                <a16:creationId xmlns:a16="http://schemas.microsoft.com/office/drawing/2014/main" id="{F0CEE248-7AC4-4116-AB50-BC1A64F7F7F2}"/>
              </a:ext>
            </a:extLst>
          </p:cNvPr>
          <p:cNvCxnSpPr>
            <a:cxnSpLocks noChangeShapeType="1"/>
          </p:cNvCxnSpPr>
          <p:nvPr/>
        </p:nvCxnSpPr>
        <p:spPr bwMode="auto">
          <a:xfrm>
            <a:off x="6862973" y="3219546"/>
            <a:ext cx="592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97" name="Elbow Connector 9">
            <a:extLst>
              <a:ext uri="{FF2B5EF4-FFF2-40B4-BE49-F238E27FC236}">
                <a16:creationId xmlns:a16="http://schemas.microsoft.com/office/drawing/2014/main" id="{B8F77A6E-5049-4A36-85D5-574A2AF5E5A1}"/>
              </a:ext>
            </a:extLst>
          </p:cNvPr>
          <p:cNvCxnSpPr>
            <a:cxnSpLocks noChangeShapeType="1"/>
            <a:stCxn id="122" idx="3"/>
          </p:cNvCxnSpPr>
          <p:nvPr/>
        </p:nvCxnSpPr>
        <p:spPr bwMode="auto">
          <a:xfrm>
            <a:off x="4662699" y="2798859"/>
            <a:ext cx="779463" cy="314325"/>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98" name="Straight Connector 10">
            <a:extLst>
              <a:ext uri="{FF2B5EF4-FFF2-40B4-BE49-F238E27FC236}">
                <a16:creationId xmlns:a16="http://schemas.microsoft.com/office/drawing/2014/main" id="{8B89D361-7DD2-4CF0-9AB8-8276D91C8847}"/>
              </a:ext>
            </a:extLst>
          </p:cNvPr>
          <p:cNvCxnSpPr>
            <a:cxnSpLocks noChangeShapeType="1"/>
          </p:cNvCxnSpPr>
          <p:nvPr/>
        </p:nvCxnSpPr>
        <p:spPr bwMode="auto">
          <a:xfrm rot="10800000" flipV="1">
            <a:off x="3791161" y="3324321"/>
            <a:ext cx="1651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499" name="Straight Connector 11">
            <a:extLst>
              <a:ext uri="{FF2B5EF4-FFF2-40B4-BE49-F238E27FC236}">
                <a16:creationId xmlns:a16="http://schemas.microsoft.com/office/drawing/2014/main" id="{99A28050-7D57-4928-A1D5-6A2BEA4881FB}"/>
              </a:ext>
            </a:extLst>
          </p:cNvPr>
          <p:cNvCxnSpPr>
            <a:cxnSpLocks noChangeShapeType="1"/>
          </p:cNvCxnSpPr>
          <p:nvPr/>
        </p:nvCxnSpPr>
        <p:spPr bwMode="auto">
          <a:xfrm rot="10800000">
            <a:off x="3821324" y="2887758"/>
            <a:ext cx="4810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00" name="Straight Connector 12">
            <a:extLst>
              <a:ext uri="{FF2B5EF4-FFF2-40B4-BE49-F238E27FC236}">
                <a16:creationId xmlns:a16="http://schemas.microsoft.com/office/drawing/2014/main" id="{93310261-C4F5-459B-8BDC-CEF03A480529}"/>
              </a:ext>
            </a:extLst>
          </p:cNvPr>
          <p:cNvCxnSpPr>
            <a:cxnSpLocks noChangeShapeType="1"/>
          </p:cNvCxnSpPr>
          <p:nvPr/>
        </p:nvCxnSpPr>
        <p:spPr bwMode="auto">
          <a:xfrm rot="10800000">
            <a:off x="3821324" y="2708371"/>
            <a:ext cx="4810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1" name="TextBox 13">
            <a:extLst>
              <a:ext uri="{FF2B5EF4-FFF2-40B4-BE49-F238E27FC236}">
                <a16:creationId xmlns:a16="http://schemas.microsoft.com/office/drawing/2014/main" id="{7E1A1EBA-923B-44A8-B84F-D187A1E674FD}"/>
              </a:ext>
            </a:extLst>
          </p:cNvPr>
          <p:cNvSpPr txBox="1">
            <a:spLocks noChangeArrowheads="1"/>
          </p:cNvSpPr>
          <p:nvPr/>
        </p:nvSpPr>
        <p:spPr bwMode="auto">
          <a:xfrm>
            <a:off x="3557799" y="2724247"/>
            <a:ext cx="2635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b</a:t>
            </a:r>
          </a:p>
        </p:txBody>
      </p:sp>
      <p:sp>
        <p:nvSpPr>
          <p:cNvPr id="132" name="TextBox 14">
            <a:extLst>
              <a:ext uri="{FF2B5EF4-FFF2-40B4-BE49-F238E27FC236}">
                <a16:creationId xmlns:a16="http://schemas.microsoft.com/office/drawing/2014/main" id="{A9F55EB9-48ED-4BCC-B8A6-3CE6E080E7C0}"/>
              </a:ext>
            </a:extLst>
          </p:cNvPr>
          <p:cNvSpPr txBox="1">
            <a:spLocks noChangeArrowheads="1"/>
          </p:cNvSpPr>
          <p:nvPr/>
        </p:nvSpPr>
        <p:spPr bwMode="auto">
          <a:xfrm>
            <a:off x="3549862" y="2513108"/>
            <a:ext cx="2635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a</a:t>
            </a:r>
          </a:p>
        </p:txBody>
      </p:sp>
      <p:sp>
        <p:nvSpPr>
          <p:cNvPr id="133" name="TextBox 15">
            <a:extLst>
              <a:ext uri="{FF2B5EF4-FFF2-40B4-BE49-F238E27FC236}">
                <a16:creationId xmlns:a16="http://schemas.microsoft.com/office/drawing/2014/main" id="{3C5C5A99-3A2B-4DAE-BA21-F0811B1D271E}"/>
              </a:ext>
            </a:extLst>
          </p:cNvPr>
          <p:cNvSpPr txBox="1">
            <a:spLocks noChangeArrowheads="1"/>
          </p:cNvSpPr>
          <p:nvPr/>
        </p:nvSpPr>
        <p:spPr bwMode="auto">
          <a:xfrm>
            <a:off x="3556212" y="3143347"/>
            <a:ext cx="25558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c</a:t>
            </a:r>
          </a:p>
        </p:txBody>
      </p:sp>
      <p:sp>
        <p:nvSpPr>
          <p:cNvPr id="136" name="TextBox 18">
            <a:extLst>
              <a:ext uri="{FF2B5EF4-FFF2-40B4-BE49-F238E27FC236}">
                <a16:creationId xmlns:a16="http://schemas.microsoft.com/office/drawing/2014/main" id="{6935234C-87B1-45A3-9917-2AC6C0A58509}"/>
              </a:ext>
            </a:extLst>
          </p:cNvPr>
          <p:cNvSpPr txBox="1">
            <a:spLocks noChangeArrowheads="1"/>
          </p:cNvSpPr>
          <p:nvPr/>
        </p:nvSpPr>
        <p:spPr bwMode="auto">
          <a:xfrm>
            <a:off x="7485273" y="3084608"/>
            <a:ext cx="2555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y</a:t>
            </a:r>
          </a:p>
        </p:txBody>
      </p:sp>
      <p:cxnSp>
        <p:nvCxnSpPr>
          <p:cNvPr id="138" name="Elbow Connector 24">
            <a:extLst>
              <a:ext uri="{FF2B5EF4-FFF2-40B4-BE49-F238E27FC236}">
                <a16:creationId xmlns:a16="http://schemas.microsoft.com/office/drawing/2014/main" id="{89057CEA-95B0-4E4D-A414-1948E9943CA8}"/>
              </a:ext>
            </a:extLst>
          </p:cNvPr>
          <p:cNvCxnSpPr>
            <a:cxnSpLocks noChangeShapeType="1"/>
          </p:cNvCxnSpPr>
          <p:nvPr/>
        </p:nvCxnSpPr>
        <p:spPr bwMode="auto">
          <a:xfrm flipV="1">
            <a:off x="3384761" y="2992534"/>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139" name="Elbow Connector 28">
            <a:extLst>
              <a:ext uri="{FF2B5EF4-FFF2-40B4-BE49-F238E27FC236}">
                <a16:creationId xmlns:a16="http://schemas.microsoft.com/office/drawing/2014/main" id="{EDE5F606-9053-4A32-9093-79A955EEB86E}"/>
              </a:ext>
            </a:extLst>
          </p:cNvPr>
          <p:cNvCxnSpPr>
            <a:cxnSpLocks noChangeShapeType="1"/>
          </p:cNvCxnSpPr>
          <p:nvPr/>
        </p:nvCxnSpPr>
        <p:spPr bwMode="auto">
          <a:xfrm flipV="1">
            <a:off x="3384761" y="2722659"/>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140" name="Elbow Connector 29">
            <a:extLst>
              <a:ext uri="{FF2B5EF4-FFF2-40B4-BE49-F238E27FC236}">
                <a16:creationId xmlns:a16="http://schemas.microsoft.com/office/drawing/2014/main" id="{06998B9E-AA46-478A-B8AD-098BB43D01B8}"/>
              </a:ext>
            </a:extLst>
          </p:cNvPr>
          <p:cNvCxnSpPr>
            <a:cxnSpLocks noChangeShapeType="1"/>
          </p:cNvCxnSpPr>
          <p:nvPr/>
        </p:nvCxnSpPr>
        <p:spPr bwMode="auto">
          <a:xfrm flipV="1">
            <a:off x="3384761" y="3383059"/>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sp>
        <p:nvSpPr>
          <p:cNvPr id="141" name="Freeform 30">
            <a:extLst>
              <a:ext uri="{FF2B5EF4-FFF2-40B4-BE49-F238E27FC236}">
                <a16:creationId xmlns:a16="http://schemas.microsoft.com/office/drawing/2014/main" id="{EC07E504-C6FB-42E9-8330-D7BBD36118A8}"/>
              </a:ext>
            </a:extLst>
          </p:cNvPr>
          <p:cNvSpPr>
            <a:spLocks/>
          </p:cNvSpPr>
          <p:nvPr/>
        </p:nvSpPr>
        <p:spPr bwMode="auto">
          <a:xfrm>
            <a:off x="4761123" y="2603597"/>
            <a:ext cx="438150" cy="123825"/>
          </a:xfrm>
          <a:custGeom>
            <a:avLst/>
            <a:gdLst>
              <a:gd name="T0" fmla="*/ 0 w 503245"/>
              <a:gd name="T1" fmla="*/ 197031 h 196669"/>
              <a:gd name="T2" fmla="*/ 203404 w 503245"/>
              <a:gd name="T3" fmla="*/ 196188 h 196669"/>
              <a:gd name="T4" fmla="*/ 342784 w 503245"/>
              <a:gd name="T5" fmla="*/ 374 h 196669"/>
              <a:gd name="T6" fmla="*/ 503229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050"/>
          </a:p>
        </p:txBody>
      </p:sp>
      <p:sp>
        <p:nvSpPr>
          <p:cNvPr id="143" name="Freeform 32">
            <a:extLst>
              <a:ext uri="{FF2B5EF4-FFF2-40B4-BE49-F238E27FC236}">
                <a16:creationId xmlns:a16="http://schemas.microsoft.com/office/drawing/2014/main" id="{65C3A749-14A6-4D4A-89B5-F6A33AB24D44}"/>
              </a:ext>
            </a:extLst>
          </p:cNvPr>
          <p:cNvSpPr>
            <a:spLocks/>
          </p:cNvSpPr>
          <p:nvPr/>
        </p:nvSpPr>
        <p:spPr bwMode="auto">
          <a:xfrm>
            <a:off x="6177174" y="3089371"/>
            <a:ext cx="258763" cy="100012"/>
          </a:xfrm>
          <a:custGeom>
            <a:avLst/>
            <a:gdLst>
              <a:gd name="T0" fmla="*/ 0 w 503245"/>
              <a:gd name="T1" fmla="*/ 197031 h 196669"/>
              <a:gd name="T2" fmla="*/ 203404 w 503245"/>
              <a:gd name="T3" fmla="*/ 196188 h 196669"/>
              <a:gd name="T4" fmla="*/ 342784 w 503245"/>
              <a:gd name="T5" fmla="*/ 374 h 196669"/>
              <a:gd name="T6" fmla="*/ 503231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050"/>
          </a:p>
        </p:txBody>
      </p:sp>
      <p:sp>
        <p:nvSpPr>
          <p:cNvPr id="145" name="Freeform 34">
            <a:extLst>
              <a:ext uri="{FF2B5EF4-FFF2-40B4-BE49-F238E27FC236}">
                <a16:creationId xmlns:a16="http://schemas.microsoft.com/office/drawing/2014/main" id="{FBB1186A-3251-4462-90B1-93DD10F59588}"/>
              </a:ext>
            </a:extLst>
          </p:cNvPr>
          <p:cNvSpPr>
            <a:spLocks/>
          </p:cNvSpPr>
          <p:nvPr/>
        </p:nvSpPr>
        <p:spPr bwMode="auto">
          <a:xfrm flipV="1">
            <a:off x="6855036" y="2862358"/>
            <a:ext cx="393700" cy="152400"/>
          </a:xfrm>
          <a:custGeom>
            <a:avLst/>
            <a:gdLst>
              <a:gd name="T0" fmla="*/ 0 w 503245"/>
              <a:gd name="T1" fmla="*/ 197031 h 196669"/>
              <a:gd name="T2" fmla="*/ 203404 w 503245"/>
              <a:gd name="T3" fmla="*/ 196188 h 196669"/>
              <a:gd name="T4" fmla="*/ 342784 w 503245"/>
              <a:gd name="T5" fmla="*/ 374 h 196669"/>
              <a:gd name="T6" fmla="*/ 503229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050"/>
          </a:p>
        </p:txBody>
      </p:sp>
      <p:sp>
        <p:nvSpPr>
          <p:cNvPr id="148" name="TextBox 37">
            <a:extLst>
              <a:ext uri="{FF2B5EF4-FFF2-40B4-BE49-F238E27FC236}">
                <a16:creationId xmlns:a16="http://schemas.microsoft.com/office/drawing/2014/main" id="{467964FD-9011-447D-8AD2-064A4AA8090E}"/>
              </a:ext>
            </a:extLst>
          </p:cNvPr>
          <p:cNvSpPr txBox="1">
            <a:spLocks noChangeArrowheads="1"/>
          </p:cNvSpPr>
          <p:nvPr/>
        </p:nvSpPr>
        <p:spPr bwMode="auto">
          <a:xfrm>
            <a:off x="4908761" y="3517997"/>
            <a:ext cx="9715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t</a:t>
            </a:r>
            <a:r>
              <a:rPr lang="en-US" sz="1050" baseline="-25000"/>
              <a:t>2</a:t>
            </a:r>
            <a:r>
              <a:rPr lang="en-US" sz="1050"/>
              <a:t>=f(t</a:t>
            </a:r>
            <a:r>
              <a:rPr lang="en-US" sz="1050" baseline="-25000"/>
              <a:t>2d</a:t>
            </a:r>
            <a:r>
              <a:rPr lang="en-US" sz="1050"/>
              <a:t>,t</a:t>
            </a:r>
            <a:r>
              <a:rPr lang="en-US" sz="1050" baseline="-25000"/>
              <a:t>2c</a:t>
            </a:r>
            <a:r>
              <a:rPr lang="en-US" sz="1050"/>
              <a:t>,c</a:t>
            </a:r>
            <a:r>
              <a:rPr lang="en-US" sz="1050" baseline="-25000"/>
              <a:t>2</a:t>
            </a:r>
            <a:r>
              <a:rPr lang="en-US" sz="1050"/>
              <a:t>)</a:t>
            </a:r>
          </a:p>
        </p:txBody>
      </p:sp>
      <p:grpSp>
        <p:nvGrpSpPr>
          <p:cNvPr id="20512" name="Group 45">
            <a:extLst>
              <a:ext uri="{FF2B5EF4-FFF2-40B4-BE49-F238E27FC236}">
                <a16:creationId xmlns:a16="http://schemas.microsoft.com/office/drawing/2014/main" id="{CB155928-3EED-42BD-AB1A-3104A854624D}"/>
              </a:ext>
            </a:extLst>
          </p:cNvPr>
          <p:cNvGrpSpPr>
            <a:grpSpLocks/>
          </p:cNvGrpSpPr>
          <p:nvPr/>
        </p:nvGrpSpPr>
        <p:grpSpPr bwMode="auto">
          <a:xfrm>
            <a:off x="6543886" y="3210022"/>
            <a:ext cx="131762" cy="319087"/>
            <a:chOff x="4744668" y="3352190"/>
            <a:chExt cx="115215" cy="345645"/>
          </a:xfrm>
        </p:grpSpPr>
        <p:cxnSp>
          <p:nvCxnSpPr>
            <p:cNvPr id="20585" name="Straight Connector 39">
              <a:extLst>
                <a:ext uri="{FF2B5EF4-FFF2-40B4-BE49-F238E27FC236}">
                  <a16:creationId xmlns:a16="http://schemas.microsoft.com/office/drawing/2014/main" id="{E6A6965D-12ED-49A6-A0DB-0FC6A81F8286}"/>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6" name="Straight Connector 41">
              <a:extLst>
                <a:ext uri="{FF2B5EF4-FFF2-40B4-BE49-F238E27FC236}">
                  <a16:creationId xmlns:a16="http://schemas.microsoft.com/office/drawing/2014/main" id="{0AC73EB2-BF71-4F99-AA46-D1DE83C92632}"/>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7" name="Straight Connector 42">
              <a:extLst>
                <a:ext uri="{FF2B5EF4-FFF2-40B4-BE49-F238E27FC236}">
                  <a16:creationId xmlns:a16="http://schemas.microsoft.com/office/drawing/2014/main" id="{A472AB48-E97C-464A-B707-2098C0F2F4FF}"/>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8" name="Straight Connector 43">
              <a:extLst>
                <a:ext uri="{FF2B5EF4-FFF2-40B4-BE49-F238E27FC236}">
                  <a16:creationId xmlns:a16="http://schemas.microsoft.com/office/drawing/2014/main" id="{1B9A13F9-B5CE-4062-A8AF-2252D0F7552C}"/>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9" name="Straight Connector 44">
              <a:extLst>
                <a:ext uri="{FF2B5EF4-FFF2-40B4-BE49-F238E27FC236}">
                  <a16:creationId xmlns:a16="http://schemas.microsoft.com/office/drawing/2014/main" id="{913C1500-0307-4A3C-BA31-DD40194AE8B9}"/>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0513" name="Group 52">
            <a:extLst>
              <a:ext uri="{FF2B5EF4-FFF2-40B4-BE49-F238E27FC236}">
                <a16:creationId xmlns:a16="http://schemas.microsoft.com/office/drawing/2014/main" id="{0D88650E-D380-4020-88D3-57066ECEA492}"/>
              </a:ext>
            </a:extLst>
          </p:cNvPr>
          <p:cNvGrpSpPr>
            <a:grpSpLocks/>
          </p:cNvGrpSpPr>
          <p:nvPr/>
        </p:nvGrpSpPr>
        <p:grpSpPr bwMode="auto">
          <a:xfrm>
            <a:off x="5492961" y="3087783"/>
            <a:ext cx="87312" cy="211138"/>
            <a:chOff x="4744668" y="3352190"/>
            <a:chExt cx="115215" cy="345645"/>
          </a:xfrm>
        </p:grpSpPr>
        <p:cxnSp>
          <p:nvCxnSpPr>
            <p:cNvPr id="20580" name="Straight Connector 53">
              <a:extLst>
                <a:ext uri="{FF2B5EF4-FFF2-40B4-BE49-F238E27FC236}">
                  <a16:creationId xmlns:a16="http://schemas.microsoft.com/office/drawing/2014/main" id="{D5A15383-F25F-4DB1-9797-321D897DF440}"/>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1" name="Straight Connector 54">
              <a:extLst>
                <a:ext uri="{FF2B5EF4-FFF2-40B4-BE49-F238E27FC236}">
                  <a16:creationId xmlns:a16="http://schemas.microsoft.com/office/drawing/2014/main" id="{883C0AAF-123D-4DA5-8861-6DABF32B121F}"/>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2" name="Straight Connector 55">
              <a:extLst>
                <a:ext uri="{FF2B5EF4-FFF2-40B4-BE49-F238E27FC236}">
                  <a16:creationId xmlns:a16="http://schemas.microsoft.com/office/drawing/2014/main" id="{5F9483CB-30F2-404C-A1DB-AD69D49678D5}"/>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3" name="Straight Connector 56">
              <a:extLst>
                <a:ext uri="{FF2B5EF4-FFF2-40B4-BE49-F238E27FC236}">
                  <a16:creationId xmlns:a16="http://schemas.microsoft.com/office/drawing/2014/main" id="{B4F4D677-7AE7-49A4-9E4E-ABDB6DF07DF5}"/>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84" name="Straight Connector 57">
              <a:extLst>
                <a:ext uri="{FF2B5EF4-FFF2-40B4-BE49-F238E27FC236}">
                  <a16:creationId xmlns:a16="http://schemas.microsoft.com/office/drawing/2014/main" id="{9986104A-5B5D-4EAF-8AF3-2518A678F12D}"/>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54" name="TextBox 60">
            <a:extLst>
              <a:ext uri="{FF2B5EF4-FFF2-40B4-BE49-F238E27FC236}">
                <a16:creationId xmlns:a16="http://schemas.microsoft.com/office/drawing/2014/main" id="{276E94E7-439B-4368-977C-CAFFC213EF7D}"/>
              </a:ext>
            </a:extLst>
          </p:cNvPr>
          <p:cNvSpPr txBox="1">
            <a:spLocks noChangeArrowheads="1"/>
          </p:cNvSpPr>
          <p:nvPr/>
        </p:nvSpPr>
        <p:spPr bwMode="auto">
          <a:xfrm>
            <a:off x="7155074" y="3222722"/>
            <a:ext cx="3397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C</a:t>
            </a:r>
            <a:r>
              <a:rPr lang="en-US" sz="1050" baseline="-25000"/>
              <a:t>3</a:t>
            </a:r>
            <a:endParaRPr lang="en-US" sz="1050"/>
          </a:p>
        </p:txBody>
      </p:sp>
      <p:sp>
        <p:nvSpPr>
          <p:cNvPr id="155" name="TextBox 63">
            <a:extLst>
              <a:ext uri="{FF2B5EF4-FFF2-40B4-BE49-F238E27FC236}">
                <a16:creationId xmlns:a16="http://schemas.microsoft.com/office/drawing/2014/main" id="{DADF59B3-013D-4C59-B531-1C7798157D10}"/>
              </a:ext>
            </a:extLst>
          </p:cNvPr>
          <p:cNvSpPr txBox="1">
            <a:spLocks noChangeArrowheads="1"/>
          </p:cNvSpPr>
          <p:nvPr/>
        </p:nvSpPr>
        <p:spPr bwMode="auto">
          <a:xfrm>
            <a:off x="4451562" y="3832321"/>
            <a:ext cx="16652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dirty="0" err="1"/>
              <a:t>t</a:t>
            </a:r>
            <a:r>
              <a:rPr lang="en-US" sz="1050" baseline="-25000" dirty="0" err="1"/>
              <a:t>total</a:t>
            </a:r>
            <a:r>
              <a:rPr lang="en-US" sz="1050" dirty="0"/>
              <a:t>= f(t</a:t>
            </a:r>
            <a:r>
              <a:rPr lang="en-US" sz="1050" baseline="-25000" dirty="0"/>
              <a:t>2a</a:t>
            </a:r>
            <a:r>
              <a:rPr lang="en-US" sz="1050" dirty="0"/>
              <a:t>,t</a:t>
            </a:r>
            <a:r>
              <a:rPr lang="en-US" sz="1050" baseline="-25000" dirty="0"/>
              <a:t>2b</a:t>
            </a:r>
            <a:r>
              <a:rPr lang="en-US" sz="1050" dirty="0"/>
              <a:t>,t</a:t>
            </a:r>
            <a:r>
              <a:rPr lang="en-US" sz="1050" baseline="-25000" dirty="0"/>
              <a:t>2c</a:t>
            </a:r>
            <a:r>
              <a:rPr lang="en-US" sz="1050" dirty="0"/>
              <a:t>,C</a:t>
            </a:r>
            <a:r>
              <a:rPr lang="en-US" sz="1050" baseline="-25000" dirty="0"/>
              <a:t>1</a:t>
            </a:r>
            <a:r>
              <a:rPr lang="en-US" sz="1050" dirty="0"/>
              <a:t>,C</a:t>
            </a:r>
            <a:r>
              <a:rPr lang="en-US" sz="1050" baseline="-25000" dirty="0"/>
              <a:t>2</a:t>
            </a:r>
            <a:r>
              <a:rPr lang="en-US" sz="1050" dirty="0"/>
              <a:t>,C</a:t>
            </a:r>
            <a:r>
              <a:rPr lang="en-US" sz="1050" baseline="-25000" dirty="0"/>
              <a:t>3</a:t>
            </a:r>
            <a:r>
              <a:rPr lang="en-US" sz="1050" dirty="0"/>
              <a:t>)</a:t>
            </a:r>
          </a:p>
        </p:txBody>
      </p:sp>
      <p:sp>
        <p:nvSpPr>
          <p:cNvPr id="156" name="Rectangle 64">
            <a:extLst>
              <a:ext uri="{FF2B5EF4-FFF2-40B4-BE49-F238E27FC236}">
                <a16:creationId xmlns:a16="http://schemas.microsoft.com/office/drawing/2014/main" id="{707D3783-2533-4238-9E15-3EA01F8A1FB8}"/>
              </a:ext>
            </a:extLst>
          </p:cNvPr>
          <p:cNvSpPr>
            <a:spLocks noChangeArrowheads="1"/>
          </p:cNvSpPr>
          <p:nvPr/>
        </p:nvSpPr>
        <p:spPr bwMode="auto">
          <a:xfrm>
            <a:off x="3145048" y="2603596"/>
            <a:ext cx="3302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2a</a:t>
            </a:r>
            <a:endParaRPr lang="en-US" sz="1050">
              <a:latin typeface="Arial" charset="0"/>
              <a:cs typeface="Arial" charset="0"/>
            </a:endParaRPr>
          </a:p>
        </p:txBody>
      </p:sp>
      <p:sp>
        <p:nvSpPr>
          <p:cNvPr id="157" name="Rectangle 65">
            <a:extLst>
              <a:ext uri="{FF2B5EF4-FFF2-40B4-BE49-F238E27FC236}">
                <a16:creationId xmlns:a16="http://schemas.microsoft.com/office/drawing/2014/main" id="{AE186DD9-6E49-47A3-9C52-801BB44C622E}"/>
              </a:ext>
            </a:extLst>
          </p:cNvPr>
          <p:cNvSpPr>
            <a:spLocks noChangeArrowheads="1"/>
          </p:cNvSpPr>
          <p:nvPr/>
        </p:nvSpPr>
        <p:spPr bwMode="auto">
          <a:xfrm>
            <a:off x="3145048" y="2903633"/>
            <a:ext cx="330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2b</a:t>
            </a:r>
            <a:endParaRPr lang="en-US" sz="1050">
              <a:latin typeface="Arial" charset="0"/>
              <a:cs typeface="Arial" charset="0"/>
            </a:endParaRPr>
          </a:p>
        </p:txBody>
      </p:sp>
      <p:sp>
        <p:nvSpPr>
          <p:cNvPr id="158" name="Rectangle 66">
            <a:extLst>
              <a:ext uri="{FF2B5EF4-FFF2-40B4-BE49-F238E27FC236}">
                <a16:creationId xmlns:a16="http://schemas.microsoft.com/office/drawing/2014/main" id="{C509EAF8-F0D8-4037-92DF-29BAA7A02540}"/>
              </a:ext>
            </a:extLst>
          </p:cNvPr>
          <p:cNvSpPr>
            <a:spLocks noChangeArrowheads="1"/>
          </p:cNvSpPr>
          <p:nvPr/>
        </p:nvSpPr>
        <p:spPr bwMode="auto">
          <a:xfrm>
            <a:off x="3113298" y="3292572"/>
            <a:ext cx="3238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2c</a:t>
            </a:r>
            <a:endParaRPr lang="en-US" sz="1050">
              <a:latin typeface="Arial" charset="0"/>
              <a:cs typeface="Arial" charset="0"/>
            </a:endParaRPr>
          </a:p>
        </p:txBody>
      </p:sp>
      <p:cxnSp>
        <p:nvCxnSpPr>
          <p:cNvPr id="161" name="Straight Connector 160">
            <a:extLst>
              <a:ext uri="{FF2B5EF4-FFF2-40B4-BE49-F238E27FC236}">
                <a16:creationId xmlns:a16="http://schemas.microsoft.com/office/drawing/2014/main" id="{2DB6D69A-85B9-48B1-A6EF-0C00BF72E039}"/>
              </a:ext>
            </a:extLst>
          </p:cNvPr>
          <p:cNvCxnSpPr>
            <a:stCxn id="148" idx="0"/>
          </p:cNvCxnSpPr>
          <p:nvPr/>
        </p:nvCxnSpPr>
        <p:spPr bwMode="auto">
          <a:xfrm flipV="1">
            <a:off x="5394537" y="3400522"/>
            <a:ext cx="155575" cy="117475"/>
          </a:xfrm>
          <a:prstGeom prst="line">
            <a:avLst/>
          </a:prstGeom>
          <a:ln>
            <a:solidFill>
              <a:schemeClr val="accent1">
                <a:lumMod val="50000"/>
              </a:schemeClr>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241" name="Rectangle 240">
            <a:extLst>
              <a:ext uri="{FF2B5EF4-FFF2-40B4-BE49-F238E27FC236}">
                <a16:creationId xmlns:a16="http://schemas.microsoft.com/office/drawing/2014/main" id="{1FB01E91-7830-4D2F-98F1-7EF83FB45ABC}"/>
              </a:ext>
            </a:extLst>
          </p:cNvPr>
          <p:cNvSpPr/>
          <p:nvPr/>
        </p:nvSpPr>
        <p:spPr bwMode="auto">
          <a:xfrm>
            <a:off x="4446799" y="5905597"/>
            <a:ext cx="1712913" cy="236537"/>
          </a:xfrm>
          <a:prstGeom prst="rect">
            <a:avLst/>
          </a:prstGeom>
          <a:ln>
            <a:solidFill>
              <a:schemeClr val="accent1">
                <a:lumMod val="5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242" name="Line Callout 1 241">
            <a:extLst>
              <a:ext uri="{FF2B5EF4-FFF2-40B4-BE49-F238E27FC236}">
                <a16:creationId xmlns:a16="http://schemas.microsoft.com/office/drawing/2014/main" id="{D799A1C7-E6B0-40F2-B194-A7438234E122}"/>
              </a:ext>
            </a:extLst>
          </p:cNvPr>
          <p:cNvSpPr/>
          <p:nvPr/>
        </p:nvSpPr>
        <p:spPr bwMode="auto">
          <a:xfrm>
            <a:off x="4969087" y="5597622"/>
            <a:ext cx="1031875" cy="238125"/>
          </a:xfrm>
          <a:prstGeom prst="borderCallout1">
            <a:avLst>
              <a:gd name="adj1" fmla="val -8096"/>
              <a:gd name="adj2" fmla="val 51761"/>
              <a:gd name="adj3" fmla="val -61225"/>
              <a:gd name="adj4" fmla="val 61330"/>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243" name="Line Callout 1 242">
            <a:extLst>
              <a:ext uri="{FF2B5EF4-FFF2-40B4-BE49-F238E27FC236}">
                <a16:creationId xmlns:a16="http://schemas.microsoft.com/office/drawing/2014/main" id="{589168FE-DC62-428A-AFC7-BC9C7A1F9F3A}"/>
              </a:ext>
            </a:extLst>
          </p:cNvPr>
          <p:cNvSpPr/>
          <p:nvPr/>
        </p:nvSpPr>
        <p:spPr bwMode="auto">
          <a:xfrm>
            <a:off x="6329574" y="4453033"/>
            <a:ext cx="815975" cy="236538"/>
          </a:xfrm>
          <a:prstGeom prst="borderCallout1">
            <a:avLst>
              <a:gd name="adj1" fmla="val 97049"/>
              <a:gd name="adj2" fmla="val 48905"/>
              <a:gd name="adj3" fmla="val 311861"/>
              <a:gd name="adj4" fmla="val 50352"/>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244" name="Line Callout 1 243">
            <a:extLst>
              <a:ext uri="{FF2B5EF4-FFF2-40B4-BE49-F238E27FC236}">
                <a16:creationId xmlns:a16="http://schemas.microsoft.com/office/drawing/2014/main" id="{441B0720-202C-49AD-B1AF-88F4A5B6D4FC}"/>
              </a:ext>
            </a:extLst>
          </p:cNvPr>
          <p:cNvSpPr/>
          <p:nvPr/>
        </p:nvSpPr>
        <p:spPr bwMode="auto">
          <a:xfrm>
            <a:off x="4065799" y="4306983"/>
            <a:ext cx="830263" cy="236538"/>
          </a:xfrm>
          <a:prstGeom prst="borderCallout1">
            <a:avLst>
              <a:gd name="adj1" fmla="val 97049"/>
              <a:gd name="adj2" fmla="val 48905"/>
              <a:gd name="adj3" fmla="val 87988"/>
              <a:gd name="adj4" fmla="val 63217"/>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tx1"/>
              </a:solidFill>
            </a:endParaRPr>
          </a:p>
        </p:txBody>
      </p:sp>
      <p:sp>
        <p:nvSpPr>
          <p:cNvPr id="245" name="Flowchart: Delay 2">
            <a:extLst>
              <a:ext uri="{FF2B5EF4-FFF2-40B4-BE49-F238E27FC236}">
                <a16:creationId xmlns:a16="http://schemas.microsoft.com/office/drawing/2014/main" id="{61EAACF6-678E-415E-B5E2-AA7DE91BF184}"/>
              </a:ext>
            </a:extLst>
          </p:cNvPr>
          <p:cNvSpPr>
            <a:spLocks noChangeArrowheads="1"/>
          </p:cNvSpPr>
          <p:nvPr/>
        </p:nvSpPr>
        <p:spPr bwMode="auto">
          <a:xfrm>
            <a:off x="4362661" y="4708621"/>
            <a:ext cx="360362" cy="330200"/>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sp>
        <p:nvSpPr>
          <p:cNvPr id="246" name="Flowchart: Delay 3">
            <a:extLst>
              <a:ext uri="{FF2B5EF4-FFF2-40B4-BE49-F238E27FC236}">
                <a16:creationId xmlns:a16="http://schemas.microsoft.com/office/drawing/2014/main" id="{BD175A35-7BA9-42B5-B41D-8B344A8C086C}"/>
              </a:ext>
            </a:extLst>
          </p:cNvPr>
          <p:cNvSpPr>
            <a:spLocks noChangeArrowheads="1"/>
          </p:cNvSpPr>
          <p:nvPr/>
        </p:nvSpPr>
        <p:spPr bwMode="auto">
          <a:xfrm>
            <a:off x="5504074" y="5129308"/>
            <a:ext cx="360363" cy="330200"/>
          </a:xfrm>
          <a:prstGeom prst="flowChartDelay">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grpSp>
        <p:nvGrpSpPr>
          <p:cNvPr id="20526" name="Group 4">
            <a:extLst>
              <a:ext uri="{FF2B5EF4-FFF2-40B4-BE49-F238E27FC236}">
                <a16:creationId xmlns:a16="http://schemas.microsoft.com/office/drawing/2014/main" id="{C06BCBDD-1715-4D25-A969-8990081FA4F5}"/>
              </a:ext>
            </a:extLst>
          </p:cNvPr>
          <p:cNvGrpSpPr>
            <a:grpSpLocks/>
          </p:cNvGrpSpPr>
          <p:nvPr/>
        </p:nvGrpSpPr>
        <p:grpSpPr bwMode="auto">
          <a:xfrm>
            <a:off x="6629612" y="5173759"/>
            <a:ext cx="293687" cy="239713"/>
            <a:chOff x="5282492" y="2872128"/>
            <a:chExt cx="374678" cy="307240"/>
          </a:xfrm>
        </p:grpSpPr>
        <p:sp>
          <p:nvSpPr>
            <p:cNvPr id="248" name="Flowchart: Extract 5">
              <a:extLst>
                <a:ext uri="{FF2B5EF4-FFF2-40B4-BE49-F238E27FC236}">
                  <a16:creationId xmlns:a16="http://schemas.microsoft.com/office/drawing/2014/main" id="{791B5C1A-D8CE-4C0A-8579-49794D5FBBDB}"/>
                </a:ext>
              </a:extLst>
            </p:cNvPr>
            <p:cNvSpPr>
              <a:spLocks noChangeArrowheads="1"/>
            </p:cNvSpPr>
            <p:nvPr/>
          </p:nvSpPr>
          <p:spPr bwMode="auto">
            <a:xfrm rot="5400000">
              <a:off x="5263553" y="2891067"/>
              <a:ext cx="307240" cy="269363"/>
            </a:xfrm>
            <a:prstGeom prst="flowChartExtract">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sp>
          <p:nvSpPr>
            <p:cNvPr id="249" name="Flowchart: Connector 6">
              <a:extLst>
                <a:ext uri="{FF2B5EF4-FFF2-40B4-BE49-F238E27FC236}">
                  <a16:creationId xmlns:a16="http://schemas.microsoft.com/office/drawing/2014/main" id="{390A35A9-F15C-42D9-8808-FC5A3534B947}"/>
                </a:ext>
              </a:extLst>
            </p:cNvPr>
            <p:cNvSpPr>
              <a:spLocks noChangeArrowheads="1"/>
            </p:cNvSpPr>
            <p:nvPr/>
          </p:nvSpPr>
          <p:spPr bwMode="auto">
            <a:xfrm>
              <a:off x="5541729" y="2967759"/>
              <a:ext cx="115441" cy="115977"/>
            </a:xfrm>
            <a:prstGeom prst="flowChartConnector">
              <a:avLst/>
            </a:prstGeom>
            <a:solidFill>
              <a:schemeClr val="accent1"/>
            </a:solidFill>
            <a:ln w="9525" algn="ctr">
              <a:solidFill>
                <a:schemeClr val="tx1"/>
              </a:solidFill>
              <a:round/>
              <a:headEnd/>
              <a:tailEnd/>
            </a:ln>
          </p:spPr>
          <p:txBody>
            <a:bodyPr anchor="ctr"/>
            <a:lstStyle/>
            <a:p>
              <a:pPr eaLnBrk="1" hangingPunct="1">
                <a:defRPr/>
              </a:pPr>
              <a:endParaRPr lang="en-US" sz="1050">
                <a:latin typeface="Arial" charset="0"/>
                <a:cs typeface="Arial" charset="0"/>
              </a:endParaRPr>
            </a:p>
          </p:txBody>
        </p:sp>
      </p:grpSp>
      <p:cxnSp>
        <p:nvCxnSpPr>
          <p:cNvPr id="20527" name="Straight Connector 7">
            <a:extLst>
              <a:ext uri="{FF2B5EF4-FFF2-40B4-BE49-F238E27FC236}">
                <a16:creationId xmlns:a16="http://schemas.microsoft.com/office/drawing/2014/main" id="{03A6E560-8611-4A0A-B213-F0682972A8A7}"/>
              </a:ext>
            </a:extLst>
          </p:cNvPr>
          <p:cNvCxnSpPr>
            <a:cxnSpLocks noChangeShapeType="1"/>
            <a:stCxn id="246" idx="3"/>
          </p:cNvCxnSpPr>
          <p:nvPr/>
        </p:nvCxnSpPr>
        <p:spPr bwMode="auto">
          <a:xfrm flipV="1">
            <a:off x="5864437" y="5292821"/>
            <a:ext cx="7651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28" name="Straight Connector 8">
            <a:extLst>
              <a:ext uri="{FF2B5EF4-FFF2-40B4-BE49-F238E27FC236}">
                <a16:creationId xmlns:a16="http://schemas.microsoft.com/office/drawing/2014/main" id="{4B6BC80E-458A-4743-832D-1F85671852AF}"/>
              </a:ext>
            </a:extLst>
          </p:cNvPr>
          <p:cNvCxnSpPr>
            <a:cxnSpLocks noChangeShapeType="1"/>
          </p:cNvCxnSpPr>
          <p:nvPr/>
        </p:nvCxnSpPr>
        <p:spPr bwMode="auto">
          <a:xfrm>
            <a:off x="6923298" y="5292821"/>
            <a:ext cx="592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29" name="Elbow Connector 9">
            <a:extLst>
              <a:ext uri="{FF2B5EF4-FFF2-40B4-BE49-F238E27FC236}">
                <a16:creationId xmlns:a16="http://schemas.microsoft.com/office/drawing/2014/main" id="{31383A75-037E-4FE8-AC26-9F53E60A9863}"/>
              </a:ext>
            </a:extLst>
          </p:cNvPr>
          <p:cNvCxnSpPr>
            <a:cxnSpLocks noChangeShapeType="1"/>
            <a:stCxn id="245" idx="3"/>
          </p:cNvCxnSpPr>
          <p:nvPr/>
        </p:nvCxnSpPr>
        <p:spPr bwMode="auto">
          <a:xfrm>
            <a:off x="4723023" y="4872134"/>
            <a:ext cx="781050" cy="315913"/>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30" name="Straight Connector 10">
            <a:extLst>
              <a:ext uri="{FF2B5EF4-FFF2-40B4-BE49-F238E27FC236}">
                <a16:creationId xmlns:a16="http://schemas.microsoft.com/office/drawing/2014/main" id="{5B51CB8E-0C71-4C32-A390-BBFE3E355902}"/>
              </a:ext>
            </a:extLst>
          </p:cNvPr>
          <p:cNvCxnSpPr>
            <a:cxnSpLocks noChangeShapeType="1"/>
          </p:cNvCxnSpPr>
          <p:nvPr/>
        </p:nvCxnSpPr>
        <p:spPr bwMode="auto">
          <a:xfrm rot="10800000" flipV="1">
            <a:off x="3851487" y="5399183"/>
            <a:ext cx="16525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31" name="Straight Connector 11">
            <a:extLst>
              <a:ext uri="{FF2B5EF4-FFF2-40B4-BE49-F238E27FC236}">
                <a16:creationId xmlns:a16="http://schemas.microsoft.com/office/drawing/2014/main" id="{F45413F8-9B27-418A-AB98-644956D2586B}"/>
              </a:ext>
            </a:extLst>
          </p:cNvPr>
          <p:cNvCxnSpPr>
            <a:cxnSpLocks noChangeShapeType="1"/>
          </p:cNvCxnSpPr>
          <p:nvPr/>
        </p:nvCxnSpPr>
        <p:spPr bwMode="auto">
          <a:xfrm rot="10800000">
            <a:off x="3881649" y="4962621"/>
            <a:ext cx="4810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32" name="Straight Connector 12">
            <a:extLst>
              <a:ext uri="{FF2B5EF4-FFF2-40B4-BE49-F238E27FC236}">
                <a16:creationId xmlns:a16="http://schemas.microsoft.com/office/drawing/2014/main" id="{7664DBC7-496B-499B-964B-C947AFDDAD62}"/>
              </a:ext>
            </a:extLst>
          </p:cNvPr>
          <p:cNvCxnSpPr>
            <a:cxnSpLocks noChangeShapeType="1"/>
          </p:cNvCxnSpPr>
          <p:nvPr/>
        </p:nvCxnSpPr>
        <p:spPr bwMode="auto">
          <a:xfrm rot="10800000">
            <a:off x="3881649" y="4783233"/>
            <a:ext cx="4810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56" name="TextBox 13">
            <a:extLst>
              <a:ext uri="{FF2B5EF4-FFF2-40B4-BE49-F238E27FC236}">
                <a16:creationId xmlns:a16="http://schemas.microsoft.com/office/drawing/2014/main" id="{9DB9C12A-F65C-469C-B054-A243507E62AD}"/>
              </a:ext>
            </a:extLst>
          </p:cNvPr>
          <p:cNvSpPr txBox="1">
            <a:spLocks noChangeArrowheads="1"/>
          </p:cNvSpPr>
          <p:nvPr/>
        </p:nvSpPr>
        <p:spPr bwMode="auto">
          <a:xfrm>
            <a:off x="3618124" y="4799108"/>
            <a:ext cx="2635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b</a:t>
            </a:r>
          </a:p>
        </p:txBody>
      </p:sp>
      <p:sp>
        <p:nvSpPr>
          <p:cNvPr id="257" name="TextBox 14">
            <a:extLst>
              <a:ext uri="{FF2B5EF4-FFF2-40B4-BE49-F238E27FC236}">
                <a16:creationId xmlns:a16="http://schemas.microsoft.com/office/drawing/2014/main" id="{A20E478F-D05A-4772-AB35-9F82A7F20F8D}"/>
              </a:ext>
            </a:extLst>
          </p:cNvPr>
          <p:cNvSpPr txBox="1">
            <a:spLocks noChangeArrowheads="1"/>
          </p:cNvSpPr>
          <p:nvPr/>
        </p:nvSpPr>
        <p:spPr bwMode="auto">
          <a:xfrm>
            <a:off x="3610187" y="4587971"/>
            <a:ext cx="2635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a</a:t>
            </a:r>
          </a:p>
        </p:txBody>
      </p:sp>
      <p:sp>
        <p:nvSpPr>
          <p:cNvPr id="258" name="TextBox 15">
            <a:extLst>
              <a:ext uri="{FF2B5EF4-FFF2-40B4-BE49-F238E27FC236}">
                <a16:creationId xmlns:a16="http://schemas.microsoft.com/office/drawing/2014/main" id="{3263560A-5C2E-4CF5-8F82-B7D81C3D8BCD}"/>
              </a:ext>
            </a:extLst>
          </p:cNvPr>
          <p:cNvSpPr txBox="1">
            <a:spLocks noChangeArrowheads="1"/>
          </p:cNvSpPr>
          <p:nvPr/>
        </p:nvSpPr>
        <p:spPr bwMode="auto">
          <a:xfrm>
            <a:off x="3616537" y="5218208"/>
            <a:ext cx="25558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c</a:t>
            </a:r>
          </a:p>
        </p:txBody>
      </p:sp>
      <p:sp>
        <p:nvSpPr>
          <p:cNvPr id="259" name="TextBox 18">
            <a:extLst>
              <a:ext uri="{FF2B5EF4-FFF2-40B4-BE49-F238E27FC236}">
                <a16:creationId xmlns:a16="http://schemas.microsoft.com/office/drawing/2014/main" id="{E28E1839-983A-461B-8845-F35490099F8F}"/>
              </a:ext>
            </a:extLst>
          </p:cNvPr>
          <p:cNvSpPr txBox="1">
            <a:spLocks noChangeArrowheads="1"/>
          </p:cNvSpPr>
          <p:nvPr/>
        </p:nvSpPr>
        <p:spPr bwMode="auto">
          <a:xfrm>
            <a:off x="7545598" y="5157883"/>
            <a:ext cx="2555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y</a:t>
            </a:r>
          </a:p>
        </p:txBody>
      </p:sp>
      <p:cxnSp>
        <p:nvCxnSpPr>
          <p:cNvPr id="260" name="Elbow Connector 24">
            <a:extLst>
              <a:ext uri="{FF2B5EF4-FFF2-40B4-BE49-F238E27FC236}">
                <a16:creationId xmlns:a16="http://schemas.microsoft.com/office/drawing/2014/main" id="{7A3923BB-A3DC-405D-A202-EA9B58F51505}"/>
              </a:ext>
            </a:extLst>
          </p:cNvPr>
          <p:cNvCxnSpPr>
            <a:cxnSpLocks noChangeShapeType="1"/>
          </p:cNvCxnSpPr>
          <p:nvPr/>
        </p:nvCxnSpPr>
        <p:spPr bwMode="auto">
          <a:xfrm flipV="1">
            <a:off x="3445086" y="5067397"/>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261" name="Elbow Connector 28">
            <a:extLst>
              <a:ext uri="{FF2B5EF4-FFF2-40B4-BE49-F238E27FC236}">
                <a16:creationId xmlns:a16="http://schemas.microsoft.com/office/drawing/2014/main" id="{FE0D64BE-B924-4945-AB19-504AF68DECD7}"/>
              </a:ext>
            </a:extLst>
          </p:cNvPr>
          <p:cNvCxnSpPr>
            <a:cxnSpLocks noChangeShapeType="1"/>
          </p:cNvCxnSpPr>
          <p:nvPr/>
        </p:nvCxnSpPr>
        <p:spPr bwMode="auto">
          <a:xfrm flipV="1">
            <a:off x="3445086" y="4797522"/>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cxnSp>
        <p:nvCxnSpPr>
          <p:cNvPr id="262" name="Elbow Connector 29">
            <a:extLst>
              <a:ext uri="{FF2B5EF4-FFF2-40B4-BE49-F238E27FC236}">
                <a16:creationId xmlns:a16="http://schemas.microsoft.com/office/drawing/2014/main" id="{7E4067E8-491F-4635-AB02-93B300B46878}"/>
              </a:ext>
            </a:extLst>
          </p:cNvPr>
          <p:cNvCxnSpPr>
            <a:cxnSpLocks noChangeShapeType="1"/>
          </p:cNvCxnSpPr>
          <p:nvPr/>
        </p:nvCxnSpPr>
        <p:spPr bwMode="auto">
          <a:xfrm flipV="1">
            <a:off x="3445086" y="5457922"/>
            <a:ext cx="360362" cy="180975"/>
          </a:xfrm>
          <a:prstGeom prst="bentConnector3">
            <a:avLst>
              <a:gd name="adj1" fmla="val 50000"/>
            </a:avLst>
          </a:prstGeom>
          <a:ln>
            <a:headEnd/>
            <a:tailEnd/>
          </a:ln>
          <a:effectLst/>
        </p:spPr>
        <p:style>
          <a:lnRef idx="2">
            <a:schemeClr val="accent1"/>
          </a:lnRef>
          <a:fillRef idx="0">
            <a:schemeClr val="accent1"/>
          </a:fillRef>
          <a:effectRef idx="1">
            <a:schemeClr val="accent1"/>
          </a:effectRef>
          <a:fontRef idx="minor">
            <a:schemeClr val="tx1"/>
          </a:fontRef>
        </p:style>
      </p:cxnSp>
      <p:sp>
        <p:nvSpPr>
          <p:cNvPr id="264" name="Freeform 32">
            <a:extLst>
              <a:ext uri="{FF2B5EF4-FFF2-40B4-BE49-F238E27FC236}">
                <a16:creationId xmlns:a16="http://schemas.microsoft.com/office/drawing/2014/main" id="{836A2802-08A4-4F2C-94B0-F85884993223}"/>
              </a:ext>
            </a:extLst>
          </p:cNvPr>
          <p:cNvSpPr>
            <a:spLocks/>
          </p:cNvSpPr>
          <p:nvPr/>
        </p:nvSpPr>
        <p:spPr bwMode="auto">
          <a:xfrm>
            <a:off x="6237499" y="5164234"/>
            <a:ext cx="258763" cy="100013"/>
          </a:xfrm>
          <a:custGeom>
            <a:avLst/>
            <a:gdLst>
              <a:gd name="T0" fmla="*/ 0 w 503245"/>
              <a:gd name="T1" fmla="*/ 197031 h 196669"/>
              <a:gd name="T2" fmla="*/ 203404 w 503245"/>
              <a:gd name="T3" fmla="*/ 196188 h 196669"/>
              <a:gd name="T4" fmla="*/ 342784 w 503245"/>
              <a:gd name="T5" fmla="*/ 374 h 196669"/>
              <a:gd name="T6" fmla="*/ 503231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050"/>
          </a:p>
        </p:txBody>
      </p:sp>
      <p:sp>
        <p:nvSpPr>
          <p:cNvPr id="265" name="Freeform 34">
            <a:extLst>
              <a:ext uri="{FF2B5EF4-FFF2-40B4-BE49-F238E27FC236}">
                <a16:creationId xmlns:a16="http://schemas.microsoft.com/office/drawing/2014/main" id="{74ADE11C-C783-47CC-A3BA-E0EDFB76D129}"/>
              </a:ext>
            </a:extLst>
          </p:cNvPr>
          <p:cNvSpPr>
            <a:spLocks/>
          </p:cNvSpPr>
          <p:nvPr/>
        </p:nvSpPr>
        <p:spPr bwMode="auto">
          <a:xfrm flipV="1">
            <a:off x="6915361" y="4935633"/>
            <a:ext cx="393700" cy="153988"/>
          </a:xfrm>
          <a:custGeom>
            <a:avLst/>
            <a:gdLst>
              <a:gd name="T0" fmla="*/ 0 w 503245"/>
              <a:gd name="T1" fmla="*/ 197031 h 196669"/>
              <a:gd name="T2" fmla="*/ 203404 w 503245"/>
              <a:gd name="T3" fmla="*/ 196188 h 196669"/>
              <a:gd name="T4" fmla="*/ 342784 w 503245"/>
              <a:gd name="T5" fmla="*/ 374 h 196669"/>
              <a:gd name="T6" fmla="*/ 503229 w 503245"/>
              <a:gd name="T7" fmla="*/ 0 h 196669"/>
              <a:gd name="T8" fmla="*/ 0 60000 65536"/>
              <a:gd name="T9" fmla="*/ 0 60000 65536"/>
              <a:gd name="T10" fmla="*/ 0 60000 65536"/>
              <a:gd name="T11" fmla="*/ 0 60000 65536"/>
              <a:gd name="T12" fmla="*/ 0 w 503245"/>
              <a:gd name="T13" fmla="*/ 0 h 196669"/>
              <a:gd name="T14" fmla="*/ 503245 w 503245"/>
              <a:gd name="T15" fmla="*/ 196669 h 196669"/>
            </a:gdLst>
            <a:ahLst/>
            <a:cxnLst>
              <a:cxn ang="T8">
                <a:pos x="T0" y="T1"/>
              </a:cxn>
              <a:cxn ang="T9">
                <a:pos x="T2" y="T3"/>
              </a:cxn>
              <a:cxn ang="T10">
                <a:pos x="T4" y="T5"/>
              </a:cxn>
              <a:cxn ang="T11">
                <a:pos x="T6" y="T7"/>
              </a:cxn>
            </a:cxnLst>
            <a:rect l="T12" t="T13" r="T14" b="T15"/>
            <a:pathLst>
              <a:path w="503245" h="196669">
                <a:moveTo>
                  <a:pt x="0" y="196669"/>
                </a:moveTo>
                <a:lnTo>
                  <a:pt x="203410" y="195828"/>
                </a:lnTo>
                <a:lnTo>
                  <a:pt x="342794" y="374"/>
                </a:lnTo>
                <a:lnTo>
                  <a:pt x="503245" y="0"/>
                </a:ln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050"/>
          </a:p>
        </p:txBody>
      </p:sp>
      <p:sp>
        <p:nvSpPr>
          <p:cNvPr id="266" name="TextBox 37">
            <a:extLst>
              <a:ext uri="{FF2B5EF4-FFF2-40B4-BE49-F238E27FC236}">
                <a16:creationId xmlns:a16="http://schemas.microsoft.com/office/drawing/2014/main" id="{5689DDBA-6DD2-4180-B79B-9D6E4C104950}"/>
              </a:ext>
            </a:extLst>
          </p:cNvPr>
          <p:cNvSpPr txBox="1">
            <a:spLocks noChangeArrowheads="1"/>
          </p:cNvSpPr>
          <p:nvPr/>
        </p:nvSpPr>
        <p:spPr bwMode="auto">
          <a:xfrm>
            <a:off x="4969087" y="5592858"/>
            <a:ext cx="93487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t</a:t>
            </a:r>
            <a:r>
              <a:rPr lang="en-US" sz="1050" baseline="-25000"/>
              <a:t>2</a:t>
            </a:r>
            <a:r>
              <a:rPr lang="en-US" sz="1050"/>
              <a:t>=f(t</a:t>
            </a:r>
            <a:r>
              <a:rPr lang="en-US" sz="1050" baseline="-25000"/>
              <a:t>2d</a:t>
            </a:r>
            <a:r>
              <a:rPr lang="en-US" sz="1050"/>
              <a:t>,t</a:t>
            </a:r>
            <a:r>
              <a:rPr lang="en-US" sz="1050" baseline="-25000"/>
              <a:t>2c</a:t>
            </a:r>
            <a:r>
              <a:rPr lang="en-US" sz="1050"/>
              <a:t>,c</a:t>
            </a:r>
            <a:r>
              <a:rPr lang="en-US" sz="1050" baseline="-25000"/>
              <a:t>2</a:t>
            </a:r>
            <a:r>
              <a:rPr lang="en-US" sz="1050"/>
              <a:t>)</a:t>
            </a:r>
          </a:p>
        </p:txBody>
      </p:sp>
      <p:grpSp>
        <p:nvGrpSpPr>
          <p:cNvPr id="20543" name="Group 45">
            <a:extLst>
              <a:ext uri="{FF2B5EF4-FFF2-40B4-BE49-F238E27FC236}">
                <a16:creationId xmlns:a16="http://schemas.microsoft.com/office/drawing/2014/main" id="{7EA9A66F-F71C-4A5E-8777-B9A6D7141786}"/>
              </a:ext>
            </a:extLst>
          </p:cNvPr>
          <p:cNvGrpSpPr>
            <a:grpSpLocks/>
          </p:cNvGrpSpPr>
          <p:nvPr/>
        </p:nvGrpSpPr>
        <p:grpSpPr bwMode="auto">
          <a:xfrm>
            <a:off x="6604211" y="5283297"/>
            <a:ext cx="131762" cy="320675"/>
            <a:chOff x="4744668" y="3352190"/>
            <a:chExt cx="115215" cy="345645"/>
          </a:xfrm>
        </p:grpSpPr>
        <p:cxnSp>
          <p:nvCxnSpPr>
            <p:cNvPr id="20573" name="Straight Connector 39">
              <a:extLst>
                <a:ext uri="{FF2B5EF4-FFF2-40B4-BE49-F238E27FC236}">
                  <a16:creationId xmlns:a16="http://schemas.microsoft.com/office/drawing/2014/main" id="{ED005108-A59B-4407-9BB2-0FA2ED45DCB9}"/>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4" name="Straight Connector 41">
              <a:extLst>
                <a:ext uri="{FF2B5EF4-FFF2-40B4-BE49-F238E27FC236}">
                  <a16:creationId xmlns:a16="http://schemas.microsoft.com/office/drawing/2014/main" id="{258D5547-696A-48DA-B9EA-C8CB3BFF6478}"/>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5" name="Straight Connector 42">
              <a:extLst>
                <a:ext uri="{FF2B5EF4-FFF2-40B4-BE49-F238E27FC236}">
                  <a16:creationId xmlns:a16="http://schemas.microsoft.com/office/drawing/2014/main" id="{432148B3-8455-499A-9669-A0C47E79CDC0}"/>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6" name="Straight Connector 43">
              <a:extLst>
                <a:ext uri="{FF2B5EF4-FFF2-40B4-BE49-F238E27FC236}">
                  <a16:creationId xmlns:a16="http://schemas.microsoft.com/office/drawing/2014/main" id="{D720A06D-676B-4129-A815-BFB0F1E88D58}"/>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7" name="Straight Connector 44">
              <a:extLst>
                <a:ext uri="{FF2B5EF4-FFF2-40B4-BE49-F238E27FC236}">
                  <a16:creationId xmlns:a16="http://schemas.microsoft.com/office/drawing/2014/main" id="{A4872954-266C-491A-AD4D-46030D73ED5A}"/>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0544" name="Group 52">
            <a:extLst>
              <a:ext uri="{FF2B5EF4-FFF2-40B4-BE49-F238E27FC236}">
                <a16:creationId xmlns:a16="http://schemas.microsoft.com/office/drawing/2014/main" id="{B1A83ED9-FDCE-4C5D-B9A1-09C51368B745}"/>
              </a:ext>
            </a:extLst>
          </p:cNvPr>
          <p:cNvGrpSpPr>
            <a:grpSpLocks/>
          </p:cNvGrpSpPr>
          <p:nvPr/>
        </p:nvGrpSpPr>
        <p:grpSpPr bwMode="auto">
          <a:xfrm>
            <a:off x="5553286" y="5162647"/>
            <a:ext cx="88900" cy="211137"/>
            <a:chOff x="4744668" y="3352190"/>
            <a:chExt cx="115215" cy="345645"/>
          </a:xfrm>
        </p:grpSpPr>
        <p:cxnSp>
          <p:nvCxnSpPr>
            <p:cNvPr id="20568" name="Straight Connector 53">
              <a:extLst>
                <a:ext uri="{FF2B5EF4-FFF2-40B4-BE49-F238E27FC236}">
                  <a16:creationId xmlns:a16="http://schemas.microsoft.com/office/drawing/2014/main" id="{031817B4-1962-449A-BA42-FCC1D4C29939}"/>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9" name="Straight Connector 54">
              <a:extLst>
                <a:ext uri="{FF2B5EF4-FFF2-40B4-BE49-F238E27FC236}">
                  <a16:creationId xmlns:a16="http://schemas.microsoft.com/office/drawing/2014/main" id="{1F8EF544-6DEF-4F9E-98A8-3630CA92ED17}"/>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0" name="Straight Connector 55">
              <a:extLst>
                <a:ext uri="{FF2B5EF4-FFF2-40B4-BE49-F238E27FC236}">
                  <a16:creationId xmlns:a16="http://schemas.microsoft.com/office/drawing/2014/main" id="{867608F4-4C21-4871-B958-494E2C0C3D72}"/>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1" name="Straight Connector 56">
              <a:extLst>
                <a:ext uri="{FF2B5EF4-FFF2-40B4-BE49-F238E27FC236}">
                  <a16:creationId xmlns:a16="http://schemas.microsoft.com/office/drawing/2014/main" id="{78F348BD-2B2F-4D05-8BE6-255936376C4D}"/>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72" name="Straight Connector 57">
              <a:extLst>
                <a:ext uri="{FF2B5EF4-FFF2-40B4-BE49-F238E27FC236}">
                  <a16:creationId xmlns:a16="http://schemas.microsoft.com/office/drawing/2014/main" id="{CF2FD61D-D6DF-4917-978E-B1C6B7F234BC}"/>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79" name="TextBox 60">
            <a:extLst>
              <a:ext uri="{FF2B5EF4-FFF2-40B4-BE49-F238E27FC236}">
                <a16:creationId xmlns:a16="http://schemas.microsoft.com/office/drawing/2014/main" id="{2DEB5902-C7E5-4B27-95BE-03F7FC3DE942}"/>
              </a:ext>
            </a:extLst>
          </p:cNvPr>
          <p:cNvSpPr txBox="1">
            <a:spLocks noChangeArrowheads="1"/>
          </p:cNvSpPr>
          <p:nvPr/>
        </p:nvSpPr>
        <p:spPr bwMode="auto">
          <a:xfrm>
            <a:off x="7215399" y="5297583"/>
            <a:ext cx="3397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a:t>C</a:t>
            </a:r>
            <a:r>
              <a:rPr lang="en-US" sz="1050" baseline="-25000"/>
              <a:t>3</a:t>
            </a:r>
            <a:endParaRPr lang="en-US" sz="1050"/>
          </a:p>
        </p:txBody>
      </p:sp>
      <p:sp>
        <p:nvSpPr>
          <p:cNvPr id="280" name="TextBox 63">
            <a:extLst>
              <a:ext uri="{FF2B5EF4-FFF2-40B4-BE49-F238E27FC236}">
                <a16:creationId xmlns:a16="http://schemas.microsoft.com/office/drawing/2014/main" id="{4B8556B6-B981-456D-BF51-168A116FC13B}"/>
              </a:ext>
            </a:extLst>
          </p:cNvPr>
          <p:cNvSpPr txBox="1">
            <a:spLocks noChangeArrowheads="1"/>
          </p:cNvSpPr>
          <p:nvPr/>
        </p:nvSpPr>
        <p:spPr bwMode="auto">
          <a:xfrm>
            <a:off x="4511887" y="5907183"/>
            <a:ext cx="16652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50" dirty="0" err="1"/>
              <a:t>t</a:t>
            </a:r>
            <a:r>
              <a:rPr lang="en-US" sz="1050" baseline="-25000" dirty="0" err="1"/>
              <a:t>total</a:t>
            </a:r>
            <a:r>
              <a:rPr lang="en-US" sz="1050" dirty="0"/>
              <a:t>= f(t</a:t>
            </a:r>
            <a:r>
              <a:rPr lang="en-US" sz="1050" baseline="-25000" dirty="0"/>
              <a:t>2a</a:t>
            </a:r>
            <a:r>
              <a:rPr lang="en-US" sz="1050" dirty="0"/>
              <a:t>,t</a:t>
            </a:r>
            <a:r>
              <a:rPr lang="en-US" sz="1050" baseline="-25000" dirty="0"/>
              <a:t>2b</a:t>
            </a:r>
            <a:r>
              <a:rPr lang="en-US" sz="1050" dirty="0"/>
              <a:t>,t</a:t>
            </a:r>
            <a:r>
              <a:rPr lang="en-US" sz="1050" baseline="-25000" dirty="0"/>
              <a:t>2c</a:t>
            </a:r>
            <a:r>
              <a:rPr lang="en-US" sz="1050" dirty="0"/>
              <a:t>,C</a:t>
            </a:r>
            <a:r>
              <a:rPr lang="en-US" sz="1050" baseline="-25000" dirty="0"/>
              <a:t>1</a:t>
            </a:r>
            <a:r>
              <a:rPr lang="en-US" sz="1050" dirty="0"/>
              <a:t>,C</a:t>
            </a:r>
            <a:r>
              <a:rPr lang="en-US" sz="1050" baseline="-25000" dirty="0"/>
              <a:t>2</a:t>
            </a:r>
            <a:r>
              <a:rPr lang="en-US" sz="1050" dirty="0"/>
              <a:t>,C</a:t>
            </a:r>
            <a:r>
              <a:rPr lang="en-US" sz="1050" baseline="-25000" dirty="0"/>
              <a:t>3</a:t>
            </a:r>
            <a:r>
              <a:rPr lang="en-US" sz="1050" dirty="0"/>
              <a:t>)</a:t>
            </a:r>
          </a:p>
        </p:txBody>
      </p:sp>
      <p:sp>
        <p:nvSpPr>
          <p:cNvPr id="281" name="Rectangle 64">
            <a:extLst>
              <a:ext uri="{FF2B5EF4-FFF2-40B4-BE49-F238E27FC236}">
                <a16:creationId xmlns:a16="http://schemas.microsoft.com/office/drawing/2014/main" id="{23540B40-55E9-4267-89C8-FFDE60D8F40B}"/>
              </a:ext>
            </a:extLst>
          </p:cNvPr>
          <p:cNvSpPr>
            <a:spLocks noChangeArrowheads="1"/>
          </p:cNvSpPr>
          <p:nvPr/>
        </p:nvSpPr>
        <p:spPr bwMode="auto">
          <a:xfrm>
            <a:off x="3206961" y="4676872"/>
            <a:ext cx="3286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2a</a:t>
            </a:r>
            <a:endParaRPr lang="en-US" sz="1050">
              <a:latin typeface="Arial" charset="0"/>
              <a:cs typeface="Arial" charset="0"/>
            </a:endParaRPr>
          </a:p>
        </p:txBody>
      </p:sp>
      <p:sp>
        <p:nvSpPr>
          <p:cNvPr id="282" name="Rectangle 65">
            <a:extLst>
              <a:ext uri="{FF2B5EF4-FFF2-40B4-BE49-F238E27FC236}">
                <a16:creationId xmlns:a16="http://schemas.microsoft.com/office/drawing/2014/main" id="{119D3FBB-35EF-4BE1-81C6-41F643F96ECC}"/>
              </a:ext>
            </a:extLst>
          </p:cNvPr>
          <p:cNvSpPr>
            <a:spLocks noChangeArrowheads="1"/>
          </p:cNvSpPr>
          <p:nvPr/>
        </p:nvSpPr>
        <p:spPr bwMode="auto">
          <a:xfrm>
            <a:off x="3206961" y="4978496"/>
            <a:ext cx="3286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2b</a:t>
            </a:r>
            <a:endParaRPr lang="en-US" sz="1050">
              <a:latin typeface="Arial" charset="0"/>
              <a:cs typeface="Arial" charset="0"/>
            </a:endParaRPr>
          </a:p>
        </p:txBody>
      </p:sp>
      <p:sp>
        <p:nvSpPr>
          <p:cNvPr id="283" name="Rectangle 66">
            <a:extLst>
              <a:ext uri="{FF2B5EF4-FFF2-40B4-BE49-F238E27FC236}">
                <a16:creationId xmlns:a16="http://schemas.microsoft.com/office/drawing/2014/main" id="{99A4956A-36EA-40F7-8FF8-E443655757F6}"/>
              </a:ext>
            </a:extLst>
          </p:cNvPr>
          <p:cNvSpPr>
            <a:spLocks noChangeArrowheads="1"/>
          </p:cNvSpPr>
          <p:nvPr/>
        </p:nvSpPr>
        <p:spPr bwMode="auto">
          <a:xfrm>
            <a:off x="3175211" y="5367433"/>
            <a:ext cx="32226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en-US" sz="1050">
                <a:latin typeface="Arial" charset="0"/>
                <a:cs typeface="Arial" charset="0"/>
              </a:rPr>
              <a:t>t</a:t>
            </a:r>
            <a:r>
              <a:rPr lang="en-US" sz="1050" baseline="-25000">
                <a:latin typeface="Arial" charset="0"/>
                <a:cs typeface="Arial" charset="0"/>
              </a:rPr>
              <a:t>2c</a:t>
            </a:r>
            <a:endParaRPr lang="en-US" sz="1050">
              <a:latin typeface="Arial" charset="0"/>
              <a:cs typeface="Arial" charset="0"/>
            </a:endParaRPr>
          </a:p>
        </p:txBody>
      </p:sp>
      <p:cxnSp>
        <p:nvCxnSpPr>
          <p:cNvPr id="284" name="Straight Connector 283">
            <a:extLst>
              <a:ext uri="{FF2B5EF4-FFF2-40B4-BE49-F238E27FC236}">
                <a16:creationId xmlns:a16="http://schemas.microsoft.com/office/drawing/2014/main" id="{8BDD8ACC-09C2-4B34-828F-AA802CEC3EDD}"/>
              </a:ext>
            </a:extLst>
          </p:cNvPr>
          <p:cNvCxnSpPr>
            <a:stCxn id="266" idx="0"/>
          </p:cNvCxnSpPr>
          <p:nvPr/>
        </p:nvCxnSpPr>
        <p:spPr bwMode="auto">
          <a:xfrm flipV="1">
            <a:off x="5436522" y="5475384"/>
            <a:ext cx="173914" cy="117474"/>
          </a:xfrm>
          <a:prstGeom prst="line">
            <a:avLst/>
          </a:prstGeom>
          <a:ln>
            <a:solidFill>
              <a:schemeClr val="accent1">
                <a:lumMod val="50000"/>
              </a:schemeClr>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20551" name="Rectangle 4">
            <a:extLst>
              <a:ext uri="{FF2B5EF4-FFF2-40B4-BE49-F238E27FC236}">
                <a16:creationId xmlns:a16="http://schemas.microsoft.com/office/drawing/2014/main" id="{B50908BF-2251-468E-998F-26427C0A94C3}"/>
              </a:ext>
            </a:extLst>
          </p:cNvPr>
          <p:cNvSpPr>
            <a:spLocks noChangeArrowheads="1"/>
          </p:cNvSpPr>
          <p:nvPr/>
        </p:nvSpPr>
        <p:spPr bwMode="auto">
          <a:xfrm>
            <a:off x="4835737" y="4848322"/>
            <a:ext cx="153987" cy="46037"/>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0552" name="Rectangle 285">
            <a:extLst>
              <a:ext uri="{FF2B5EF4-FFF2-40B4-BE49-F238E27FC236}">
                <a16:creationId xmlns:a16="http://schemas.microsoft.com/office/drawing/2014/main" id="{BF4B7CE7-509F-4A06-870A-D4173DB9D15C}"/>
              </a:ext>
            </a:extLst>
          </p:cNvPr>
          <p:cNvSpPr>
            <a:spLocks noChangeArrowheads="1"/>
          </p:cNvSpPr>
          <p:nvPr/>
        </p:nvSpPr>
        <p:spPr bwMode="auto">
          <a:xfrm>
            <a:off x="5224673" y="5168996"/>
            <a:ext cx="153988" cy="4445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0553" name="Rectangle 286">
            <a:extLst>
              <a:ext uri="{FF2B5EF4-FFF2-40B4-BE49-F238E27FC236}">
                <a16:creationId xmlns:a16="http://schemas.microsoft.com/office/drawing/2014/main" id="{26D987E3-71C4-4DC9-AB92-D3BA11094431}"/>
              </a:ext>
            </a:extLst>
          </p:cNvPr>
          <p:cNvSpPr>
            <a:spLocks noChangeArrowheads="1"/>
          </p:cNvSpPr>
          <p:nvPr/>
        </p:nvSpPr>
        <p:spPr bwMode="auto">
          <a:xfrm rot="5400000">
            <a:off x="5035762" y="4988022"/>
            <a:ext cx="153987" cy="46037"/>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0554" name="Rectangle 287">
            <a:extLst>
              <a:ext uri="{FF2B5EF4-FFF2-40B4-BE49-F238E27FC236}">
                <a16:creationId xmlns:a16="http://schemas.microsoft.com/office/drawing/2014/main" id="{CCC9DCD0-E10A-4A6B-8881-2B005CB45A76}"/>
              </a:ext>
            </a:extLst>
          </p:cNvPr>
          <p:cNvSpPr>
            <a:spLocks noChangeArrowheads="1"/>
          </p:cNvSpPr>
          <p:nvPr/>
        </p:nvSpPr>
        <p:spPr bwMode="auto">
          <a:xfrm>
            <a:off x="4081673" y="5373783"/>
            <a:ext cx="153988" cy="46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0555" name="Rectangle 288">
            <a:extLst>
              <a:ext uri="{FF2B5EF4-FFF2-40B4-BE49-F238E27FC236}">
                <a16:creationId xmlns:a16="http://schemas.microsoft.com/office/drawing/2014/main" id="{DC25DE7C-DCA7-424B-8D6A-0D5F44466A9E}"/>
              </a:ext>
            </a:extLst>
          </p:cNvPr>
          <p:cNvSpPr>
            <a:spLocks noChangeArrowheads="1"/>
          </p:cNvSpPr>
          <p:nvPr/>
        </p:nvSpPr>
        <p:spPr bwMode="auto">
          <a:xfrm>
            <a:off x="4667462" y="5376958"/>
            <a:ext cx="153987" cy="46038"/>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20556" name="Group 52">
            <a:extLst>
              <a:ext uri="{FF2B5EF4-FFF2-40B4-BE49-F238E27FC236}">
                <a16:creationId xmlns:a16="http://schemas.microsoft.com/office/drawing/2014/main" id="{E14893EF-C546-4C42-90D3-163BFD5BA1B8}"/>
              </a:ext>
            </a:extLst>
          </p:cNvPr>
          <p:cNvGrpSpPr>
            <a:grpSpLocks/>
          </p:cNvGrpSpPr>
          <p:nvPr/>
        </p:nvGrpSpPr>
        <p:grpSpPr bwMode="auto">
          <a:xfrm>
            <a:off x="4756361" y="4929284"/>
            <a:ext cx="88900" cy="409575"/>
            <a:chOff x="4744668" y="3352190"/>
            <a:chExt cx="115215" cy="345645"/>
          </a:xfrm>
        </p:grpSpPr>
        <p:cxnSp>
          <p:nvCxnSpPr>
            <p:cNvPr id="20564" name="Straight Connector 53">
              <a:extLst>
                <a:ext uri="{FF2B5EF4-FFF2-40B4-BE49-F238E27FC236}">
                  <a16:creationId xmlns:a16="http://schemas.microsoft.com/office/drawing/2014/main" id="{7035591E-79FB-4925-AB8C-CB47696FD66C}"/>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5" name="Straight Connector 54">
              <a:extLst>
                <a:ext uri="{FF2B5EF4-FFF2-40B4-BE49-F238E27FC236}">
                  <a16:creationId xmlns:a16="http://schemas.microsoft.com/office/drawing/2014/main" id="{723DF8A3-D9BC-4627-80CF-4B9CDC608766}"/>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6" name="Straight Connector 55">
              <a:extLst>
                <a:ext uri="{FF2B5EF4-FFF2-40B4-BE49-F238E27FC236}">
                  <a16:creationId xmlns:a16="http://schemas.microsoft.com/office/drawing/2014/main" id="{1F760AD6-B942-48C0-A72F-4EBD8472787E}"/>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7" name="Straight Connector 56">
              <a:extLst>
                <a:ext uri="{FF2B5EF4-FFF2-40B4-BE49-F238E27FC236}">
                  <a16:creationId xmlns:a16="http://schemas.microsoft.com/office/drawing/2014/main" id="{E2B8F9C4-20BA-4EDF-B878-ED5DB87863B5}"/>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0557" name="Group 52">
            <a:extLst>
              <a:ext uri="{FF2B5EF4-FFF2-40B4-BE49-F238E27FC236}">
                <a16:creationId xmlns:a16="http://schemas.microsoft.com/office/drawing/2014/main" id="{7FAB7030-38E5-46AA-9813-71B7F7E43974}"/>
              </a:ext>
            </a:extLst>
          </p:cNvPr>
          <p:cNvGrpSpPr>
            <a:grpSpLocks/>
          </p:cNvGrpSpPr>
          <p:nvPr/>
        </p:nvGrpSpPr>
        <p:grpSpPr bwMode="auto">
          <a:xfrm>
            <a:off x="4916699" y="4934047"/>
            <a:ext cx="87313" cy="409575"/>
            <a:chOff x="4744668" y="3352190"/>
            <a:chExt cx="115215" cy="345645"/>
          </a:xfrm>
        </p:grpSpPr>
        <p:cxnSp>
          <p:nvCxnSpPr>
            <p:cNvPr id="20560" name="Straight Connector 53">
              <a:extLst>
                <a:ext uri="{FF2B5EF4-FFF2-40B4-BE49-F238E27FC236}">
                  <a16:creationId xmlns:a16="http://schemas.microsoft.com/office/drawing/2014/main" id="{4580CC29-32F0-4BAF-97F3-94BF78FC56EE}"/>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1" name="Straight Connector 54">
              <a:extLst>
                <a:ext uri="{FF2B5EF4-FFF2-40B4-BE49-F238E27FC236}">
                  <a16:creationId xmlns:a16="http://schemas.microsoft.com/office/drawing/2014/main" id="{85981D6A-6A26-42E4-9A23-DA3D80050D76}"/>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2" name="Straight Connector 55">
              <a:extLst>
                <a:ext uri="{FF2B5EF4-FFF2-40B4-BE49-F238E27FC236}">
                  <a16:creationId xmlns:a16="http://schemas.microsoft.com/office/drawing/2014/main" id="{9DE9BE48-72D8-49B4-939C-62DA65102E71}"/>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0563" name="Straight Connector 56">
              <a:extLst>
                <a:ext uri="{FF2B5EF4-FFF2-40B4-BE49-F238E27FC236}">
                  <a16:creationId xmlns:a16="http://schemas.microsoft.com/office/drawing/2014/main" id="{12B6C6FF-A422-4472-9F24-7D387726138D}"/>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9" name="Straight Connector 8">
            <a:extLst>
              <a:ext uri="{FF2B5EF4-FFF2-40B4-BE49-F238E27FC236}">
                <a16:creationId xmlns:a16="http://schemas.microsoft.com/office/drawing/2014/main" id="{E2E5C05D-CDB6-471B-9042-DE967B404159}"/>
              </a:ext>
            </a:extLst>
          </p:cNvPr>
          <p:cNvCxnSpPr/>
          <p:nvPr/>
        </p:nvCxnSpPr>
        <p:spPr bwMode="auto">
          <a:xfrm flipV="1">
            <a:off x="5189749" y="4587971"/>
            <a:ext cx="614363" cy="220662"/>
          </a:xfrm>
          <a:prstGeom prst="line">
            <a:avLst/>
          </a:prstGeom>
          <a:ln>
            <a:solidFill>
              <a:schemeClr val="accent1">
                <a:lumMod val="50000"/>
              </a:schemeClr>
            </a:solidFill>
            <a:headEnd type="none" w="med" len="med"/>
            <a:tailEnd type="none" w="med" len="med"/>
          </a:ln>
          <a:effectLst/>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D5CF14A0-97E2-4A2B-A0A0-71026730A628}"/>
              </a:ext>
            </a:extLst>
          </p:cNvPr>
          <p:cNvSpPr/>
          <p:nvPr/>
        </p:nvSpPr>
        <p:spPr bwMode="auto">
          <a:xfrm>
            <a:off x="5804111" y="4306983"/>
            <a:ext cx="1028700" cy="476250"/>
          </a:xfrm>
          <a:prstGeom prst="rect">
            <a:avLst/>
          </a:prstGeom>
          <a:solidFill>
            <a:schemeClr val="accent1">
              <a:lumMod val="40000"/>
              <a:lumOff val="60000"/>
            </a:schemeClr>
          </a:solidFill>
          <a:ln>
            <a:solidFill>
              <a:schemeClr val="accent1">
                <a:lumMod val="50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anchor="ctr"/>
          <a:lstStyle/>
          <a:p>
            <a:pPr eaLnBrk="1" hangingPunct="1">
              <a:defRPr/>
            </a:pPr>
            <a:r>
              <a:rPr lang="en-US" sz="1400" dirty="0">
                <a:solidFill>
                  <a:schemeClr val="tx1"/>
                </a:solidFill>
              </a:rPr>
              <a:t>Delay &gt; 0</a:t>
            </a:r>
          </a:p>
          <a:p>
            <a:pPr eaLnBrk="1" hangingPunct="1">
              <a:defRPr/>
            </a:pPr>
            <a:r>
              <a:rPr lang="en-US" sz="1400" dirty="0"/>
              <a:t>Area &gt;0</a:t>
            </a:r>
            <a:endParaRPr lang="en-US" sz="14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C3A7FEAF-E398-44EC-91E9-ED05326BAE3E}"/>
              </a:ext>
            </a:extLst>
          </p:cNvPr>
          <p:cNvSpPr>
            <a:spLocks noGrp="1"/>
          </p:cNvSpPr>
          <p:nvPr>
            <p:ph type="title"/>
          </p:nvPr>
        </p:nvSpPr>
        <p:spPr/>
        <p:txBody>
          <a:bodyPr/>
          <a:lstStyle/>
          <a:p>
            <a:r>
              <a:rPr lang="en-US" altLang="en-US"/>
              <a:t>Estimating Parasitic Devices</a:t>
            </a:r>
          </a:p>
        </p:txBody>
      </p:sp>
      <p:sp>
        <p:nvSpPr>
          <p:cNvPr id="10" name="Line Callout 1 9">
            <a:extLst>
              <a:ext uri="{FF2B5EF4-FFF2-40B4-BE49-F238E27FC236}">
                <a16:creationId xmlns:a16="http://schemas.microsoft.com/office/drawing/2014/main" id="{A97BA7EE-A239-4AB3-A0BC-C9C837E5367B}"/>
              </a:ext>
            </a:extLst>
          </p:cNvPr>
          <p:cNvSpPr/>
          <p:nvPr/>
        </p:nvSpPr>
        <p:spPr bwMode="auto">
          <a:xfrm>
            <a:off x="2954338" y="4468814"/>
            <a:ext cx="831850" cy="236537"/>
          </a:xfrm>
          <a:prstGeom prst="borderCallout1">
            <a:avLst>
              <a:gd name="adj1" fmla="val 97049"/>
              <a:gd name="adj2" fmla="val 48905"/>
              <a:gd name="adj3" fmla="val 87988"/>
              <a:gd name="adj4" fmla="val 63217"/>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sz="1600">
              <a:solidFill>
                <a:schemeClr val="tx1"/>
              </a:solidFill>
            </a:endParaRPr>
          </a:p>
        </p:txBody>
      </p:sp>
      <p:grpSp>
        <p:nvGrpSpPr>
          <p:cNvPr id="21508" name="Group 72">
            <a:extLst>
              <a:ext uri="{FF2B5EF4-FFF2-40B4-BE49-F238E27FC236}">
                <a16:creationId xmlns:a16="http://schemas.microsoft.com/office/drawing/2014/main" id="{141EB4C2-C4D6-4C03-8C7B-6F3048A4BFA7}"/>
              </a:ext>
            </a:extLst>
          </p:cNvPr>
          <p:cNvGrpSpPr>
            <a:grpSpLocks/>
          </p:cNvGrpSpPr>
          <p:nvPr/>
        </p:nvGrpSpPr>
        <p:grpSpPr bwMode="auto">
          <a:xfrm>
            <a:off x="2168525" y="1857375"/>
            <a:ext cx="3663950" cy="750888"/>
            <a:chOff x="5097379" y="1148668"/>
            <a:chExt cx="3664035" cy="750860"/>
          </a:xfrm>
        </p:grpSpPr>
        <p:sp>
          <p:nvSpPr>
            <p:cNvPr id="4" name="Rectangle 3">
              <a:extLst>
                <a:ext uri="{FF2B5EF4-FFF2-40B4-BE49-F238E27FC236}">
                  <a16:creationId xmlns:a16="http://schemas.microsoft.com/office/drawing/2014/main" id="{6B167577-5B14-4FAA-8982-2E107875EBEB}"/>
                </a:ext>
              </a:extLst>
            </p:cNvPr>
            <p:cNvSpPr/>
            <p:nvPr/>
          </p:nvSpPr>
          <p:spPr bwMode="auto">
            <a:xfrm>
              <a:off x="5118017" y="1778882"/>
              <a:ext cx="1620875" cy="106358"/>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5" name="L-Shape 4">
              <a:extLst>
                <a:ext uri="{FF2B5EF4-FFF2-40B4-BE49-F238E27FC236}">
                  <a16:creationId xmlns:a16="http://schemas.microsoft.com/office/drawing/2014/main" id="{96985B9E-1485-4EB9-A7A4-DD32CE583F07}"/>
                </a:ext>
              </a:extLst>
            </p:cNvPr>
            <p:cNvSpPr/>
            <p:nvPr/>
          </p:nvSpPr>
          <p:spPr bwMode="auto">
            <a:xfrm>
              <a:off x="6305495" y="1331224"/>
              <a:ext cx="442922" cy="371461"/>
            </a:xfrm>
            <a:prstGeom prst="corner">
              <a:avLst>
                <a:gd name="adj1" fmla="val 36992"/>
                <a:gd name="adj2" fmla="val 34460"/>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6" name="L-Shape 5">
              <a:extLst>
                <a:ext uri="{FF2B5EF4-FFF2-40B4-BE49-F238E27FC236}">
                  <a16:creationId xmlns:a16="http://schemas.microsoft.com/office/drawing/2014/main" id="{4815EB62-D21D-44C6-8C31-BF359BE8C47C}"/>
                </a:ext>
              </a:extLst>
            </p:cNvPr>
            <p:cNvSpPr/>
            <p:nvPr/>
          </p:nvSpPr>
          <p:spPr bwMode="auto">
            <a:xfrm rot="10800000">
              <a:off x="5968937" y="1242328"/>
              <a:ext cx="466736" cy="371461"/>
            </a:xfrm>
            <a:prstGeom prst="corner">
              <a:avLst>
                <a:gd name="adj1" fmla="val 36992"/>
                <a:gd name="adj2" fmla="val 34460"/>
              </a:avLst>
            </a:prstGeom>
            <a:solidFill>
              <a:schemeClr val="accent1">
                <a:lumMod val="40000"/>
                <a:lumOff val="60000"/>
              </a:schemeClr>
            </a:solidFill>
            <a:ln w="9525" cap="flat" cmpd="sng" algn="ctr">
              <a:no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21565" name="Flowchart: Delay 2">
              <a:extLst>
                <a:ext uri="{FF2B5EF4-FFF2-40B4-BE49-F238E27FC236}">
                  <a16:creationId xmlns:a16="http://schemas.microsoft.com/office/drawing/2014/main" id="{9295C6AB-E3C1-4514-BD86-84FD7A403CCE}"/>
                </a:ext>
              </a:extLst>
            </p:cNvPr>
            <p:cNvSpPr>
              <a:spLocks noChangeArrowheads="1"/>
            </p:cNvSpPr>
            <p:nvPr/>
          </p:nvSpPr>
          <p:spPr bwMode="auto">
            <a:xfrm>
              <a:off x="5608201" y="1148668"/>
              <a:ext cx="360056" cy="330299"/>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1566" name="Flowchart: Delay 3">
              <a:extLst>
                <a:ext uri="{FF2B5EF4-FFF2-40B4-BE49-F238E27FC236}">
                  <a16:creationId xmlns:a16="http://schemas.microsoft.com/office/drawing/2014/main" id="{7D088C7C-5329-4618-BB23-9C42EDF5029C}"/>
                </a:ext>
              </a:extLst>
            </p:cNvPr>
            <p:cNvSpPr>
              <a:spLocks noChangeArrowheads="1"/>
            </p:cNvSpPr>
            <p:nvPr/>
          </p:nvSpPr>
          <p:spPr bwMode="auto">
            <a:xfrm>
              <a:off x="6748873" y="1569229"/>
              <a:ext cx="361047" cy="330299"/>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21567" name="Group 4">
              <a:extLst>
                <a:ext uri="{FF2B5EF4-FFF2-40B4-BE49-F238E27FC236}">
                  <a16:creationId xmlns:a16="http://schemas.microsoft.com/office/drawing/2014/main" id="{6147CC50-7C36-4D2A-A5DB-80307DB3B2B2}"/>
                </a:ext>
              </a:extLst>
            </p:cNvPr>
            <p:cNvGrpSpPr>
              <a:grpSpLocks/>
            </p:cNvGrpSpPr>
            <p:nvPr/>
          </p:nvGrpSpPr>
          <p:grpSpPr bwMode="auto">
            <a:xfrm>
              <a:off x="7875658" y="1613864"/>
              <a:ext cx="293599" cy="240037"/>
              <a:chOff x="5282492" y="2872128"/>
              <a:chExt cx="374678" cy="307240"/>
            </a:xfrm>
          </p:grpSpPr>
          <p:sp>
            <p:nvSpPr>
              <p:cNvPr id="21595" name="Flowchart: Extract 5">
                <a:extLst>
                  <a:ext uri="{FF2B5EF4-FFF2-40B4-BE49-F238E27FC236}">
                    <a16:creationId xmlns:a16="http://schemas.microsoft.com/office/drawing/2014/main" id="{EFBE8A69-1362-48E1-B768-087B97D62332}"/>
                  </a:ext>
                </a:extLst>
              </p:cNvPr>
              <p:cNvSpPr>
                <a:spLocks noChangeArrowheads="1"/>
              </p:cNvSpPr>
              <p:nvPr/>
            </p:nvSpPr>
            <p:spPr bwMode="auto">
              <a:xfrm rot="5400000">
                <a:off x="5263290" y="2891330"/>
                <a:ext cx="307240" cy="268835"/>
              </a:xfrm>
              <a:prstGeom prst="flowChartExtra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sp>
            <p:nvSpPr>
              <p:cNvPr id="21596" name="Flowchart: Connector 6">
                <a:extLst>
                  <a:ext uri="{FF2B5EF4-FFF2-40B4-BE49-F238E27FC236}">
                    <a16:creationId xmlns:a16="http://schemas.microsoft.com/office/drawing/2014/main" id="{8852A3A9-E22E-49DC-94BB-F9CF2AF98C6B}"/>
                  </a:ext>
                </a:extLst>
              </p:cNvPr>
              <p:cNvSpPr>
                <a:spLocks noChangeArrowheads="1"/>
              </p:cNvSpPr>
              <p:nvPr/>
            </p:nvSpPr>
            <p:spPr bwMode="auto">
              <a:xfrm>
                <a:off x="5541955" y="2968140"/>
                <a:ext cx="115215" cy="115215"/>
              </a:xfrm>
              <a:prstGeom prst="flowChartConnector">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cxnSp>
          <p:nvCxnSpPr>
            <p:cNvPr id="21568" name="Straight Connector 7">
              <a:extLst>
                <a:ext uri="{FF2B5EF4-FFF2-40B4-BE49-F238E27FC236}">
                  <a16:creationId xmlns:a16="http://schemas.microsoft.com/office/drawing/2014/main" id="{6C7B100A-0179-470A-92AF-5B2C1816AA16}"/>
                </a:ext>
              </a:extLst>
            </p:cNvPr>
            <p:cNvCxnSpPr>
              <a:cxnSpLocks noChangeShapeType="1"/>
              <a:stCxn id="21566" idx="3"/>
            </p:cNvCxnSpPr>
            <p:nvPr/>
          </p:nvCxnSpPr>
          <p:spPr bwMode="auto">
            <a:xfrm flipV="1">
              <a:off x="7109920" y="1733882"/>
              <a:ext cx="7657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9" name="Straight Connector 8">
              <a:extLst>
                <a:ext uri="{FF2B5EF4-FFF2-40B4-BE49-F238E27FC236}">
                  <a16:creationId xmlns:a16="http://schemas.microsoft.com/office/drawing/2014/main" id="{66C1CC5E-F6A2-44DB-A005-77A78ABF7F00}"/>
                </a:ext>
              </a:extLst>
            </p:cNvPr>
            <p:cNvCxnSpPr>
              <a:cxnSpLocks noChangeShapeType="1"/>
            </p:cNvCxnSpPr>
            <p:nvPr/>
          </p:nvCxnSpPr>
          <p:spPr bwMode="auto">
            <a:xfrm>
              <a:off x="8169256" y="1733882"/>
              <a:ext cx="59215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70" name="Elbow Connector 9">
              <a:extLst>
                <a:ext uri="{FF2B5EF4-FFF2-40B4-BE49-F238E27FC236}">
                  <a16:creationId xmlns:a16="http://schemas.microsoft.com/office/drawing/2014/main" id="{04CD6A31-8A8A-4D3E-B83B-F13954F54183}"/>
                </a:ext>
              </a:extLst>
            </p:cNvPr>
            <p:cNvCxnSpPr>
              <a:cxnSpLocks noChangeShapeType="1"/>
              <a:stCxn id="21565" idx="3"/>
            </p:cNvCxnSpPr>
            <p:nvPr/>
          </p:nvCxnSpPr>
          <p:spPr bwMode="auto">
            <a:xfrm>
              <a:off x="5968257" y="1313321"/>
              <a:ext cx="780616" cy="315421"/>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71" name="Straight Connector 10">
              <a:extLst>
                <a:ext uri="{FF2B5EF4-FFF2-40B4-BE49-F238E27FC236}">
                  <a16:creationId xmlns:a16="http://schemas.microsoft.com/office/drawing/2014/main" id="{B0B4B12B-F8B9-4544-AAC6-89123ED3C538}"/>
                </a:ext>
              </a:extLst>
            </p:cNvPr>
            <p:cNvCxnSpPr>
              <a:cxnSpLocks noChangeShapeType="1"/>
            </p:cNvCxnSpPr>
            <p:nvPr/>
          </p:nvCxnSpPr>
          <p:spPr bwMode="auto">
            <a:xfrm rot="10800000" flipV="1">
              <a:off x="5097379" y="1839023"/>
              <a:ext cx="165149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72" name="Straight Connector 11">
              <a:extLst>
                <a:ext uri="{FF2B5EF4-FFF2-40B4-BE49-F238E27FC236}">
                  <a16:creationId xmlns:a16="http://schemas.microsoft.com/office/drawing/2014/main" id="{65E91DCE-B974-403F-97DD-A2B0ACF4624C}"/>
                </a:ext>
              </a:extLst>
            </p:cNvPr>
            <p:cNvCxnSpPr>
              <a:cxnSpLocks noChangeShapeType="1"/>
            </p:cNvCxnSpPr>
            <p:nvPr/>
          </p:nvCxnSpPr>
          <p:spPr bwMode="auto">
            <a:xfrm rot="10800000">
              <a:off x="5127136" y="1403584"/>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73" name="Straight Connector 12">
              <a:extLst>
                <a:ext uri="{FF2B5EF4-FFF2-40B4-BE49-F238E27FC236}">
                  <a16:creationId xmlns:a16="http://schemas.microsoft.com/office/drawing/2014/main" id="{F6554054-E14E-4D07-B8CA-1AA6E3C944F9}"/>
                </a:ext>
              </a:extLst>
            </p:cNvPr>
            <p:cNvCxnSpPr>
              <a:cxnSpLocks noChangeShapeType="1"/>
            </p:cNvCxnSpPr>
            <p:nvPr/>
          </p:nvCxnSpPr>
          <p:spPr bwMode="auto">
            <a:xfrm rot="10800000">
              <a:off x="5127136" y="1223060"/>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1574" name="Group 52">
              <a:extLst>
                <a:ext uri="{FF2B5EF4-FFF2-40B4-BE49-F238E27FC236}">
                  <a16:creationId xmlns:a16="http://schemas.microsoft.com/office/drawing/2014/main" id="{6C70543C-E4F1-4103-BC1A-2DD99CCA830E}"/>
                </a:ext>
              </a:extLst>
            </p:cNvPr>
            <p:cNvGrpSpPr>
              <a:grpSpLocks/>
            </p:cNvGrpSpPr>
            <p:nvPr/>
          </p:nvGrpSpPr>
          <p:grpSpPr bwMode="auto">
            <a:xfrm>
              <a:off x="6799394" y="1602920"/>
              <a:ext cx="87678" cy="210777"/>
              <a:chOff x="4744668" y="3352190"/>
              <a:chExt cx="115215" cy="345645"/>
            </a:xfrm>
          </p:grpSpPr>
          <p:cxnSp>
            <p:nvCxnSpPr>
              <p:cNvPr id="21590" name="Straight Connector 53">
                <a:extLst>
                  <a:ext uri="{FF2B5EF4-FFF2-40B4-BE49-F238E27FC236}">
                    <a16:creationId xmlns:a16="http://schemas.microsoft.com/office/drawing/2014/main" id="{731AECA8-A0B5-47FB-8542-ADFC1B5E6072}"/>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91" name="Straight Connector 54">
                <a:extLst>
                  <a:ext uri="{FF2B5EF4-FFF2-40B4-BE49-F238E27FC236}">
                    <a16:creationId xmlns:a16="http://schemas.microsoft.com/office/drawing/2014/main" id="{7F686CCE-F627-41B3-9E80-7786686C7351}"/>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92" name="Straight Connector 55">
                <a:extLst>
                  <a:ext uri="{FF2B5EF4-FFF2-40B4-BE49-F238E27FC236}">
                    <a16:creationId xmlns:a16="http://schemas.microsoft.com/office/drawing/2014/main" id="{BEB9E97A-38F0-462A-A6EC-BBD1CB1665AA}"/>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93" name="Straight Connector 56">
                <a:extLst>
                  <a:ext uri="{FF2B5EF4-FFF2-40B4-BE49-F238E27FC236}">
                    <a16:creationId xmlns:a16="http://schemas.microsoft.com/office/drawing/2014/main" id="{6EB8D1D7-8C8C-4971-823B-80AB11E493E8}"/>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94" name="Straight Connector 57">
                <a:extLst>
                  <a:ext uri="{FF2B5EF4-FFF2-40B4-BE49-F238E27FC236}">
                    <a16:creationId xmlns:a16="http://schemas.microsoft.com/office/drawing/2014/main" id="{34249FCE-3422-4249-97E0-463D75988ADA}"/>
                  </a:ext>
                </a:extLst>
              </p:cNvPr>
              <p:cNvCxnSpPr>
                <a:cxnSpLocks noChangeShapeType="1"/>
              </p:cNvCxnSpPr>
              <p:nvPr/>
            </p:nvCxnSpPr>
            <p:spPr bwMode="auto">
              <a:xfrm>
                <a:off x="4756882" y="3697835"/>
                <a:ext cx="914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1575" name="Rectangle 49">
              <a:extLst>
                <a:ext uri="{FF2B5EF4-FFF2-40B4-BE49-F238E27FC236}">
                  <a16:creationId xmlns:a16="http://schemas.microsoft.com/office/drawing/2014/main" id="{291D31E2-40A8-4736-9A41-7031F8E96BF7}"/>
                </a:ext>
              </a:extLst>
            </p:cNvPr>
            <p:cNvSpPr>
              <a:spLocks noChangeArrowheads="1"/>
            </p:cNvSpPr>
            <p:nvPr/>
          </p:nvSpPr>
          <p:spPr bwMode="auto">
            <a:xfrm>
              <a:off x="6081182" y="1289267"/>
              <a:ext cx="153923" cy="4571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3200"/>
            </a:p>
          </p:txBody>
        </p:sp>
        <p:sp>
          <p:nvSpPr>
            <p:cNvPr id="21576" name="Rectangle 50">
              <a:extLst>
                <a:ext uri="{FF2B5EF4-FFF2-40B4-BE49-F238E27FC236}">
                  <a16:creationId xmlns:a16="http://schemas.microsoft.com/office/drawing/2014/main" id="{2772C783-C762-4D49-BBC9-985A965B23E1}"/>
                </a:ext>
              </a:extLst>
            </p:cNvPr>
            <p:cNvSpPr>
              <a:spLocks noChangeArrowheads="1"/>
            </p:cNvSpPr>
            <p:nvPr/>
          </p:nvSpPr>
          <p:spPr bwMode="auto">
            <a:xfrm>
              <a:off x="6470524" y="1608812"/>
              <a:ext cx="153923" cy="4571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3200"/>
            </a:p>
          </p:txBody>
        </p:sp>
        <p:sp>
          <p:nvSpPr>
            <p:cNvPr id="21577" name="Rectangle 51">
              <a:extLst>
                <a:ext uri="{FF2B5EF4-FFF2-40B4-BE49-F238E27FC236}">
                  <a16:creationId xmlns:a16="http://schemas.microsoft.com/office/drawing/2014/main" id="{8F358E3D-64B4-452B-847E-4E98E342B02C}"/>
                </a:ext>
              </a:extLst>
            </p:cNvPr>
            <p:cNvSpPr>
              <a:spLocks noChangeArrowheads="1"/>
            </p:cNvSpPr>
            <p:nvPr/>
          </p:nvSpPr>
          <p:spPr bwMode="auto">
            <a:xfrm rot="5400000">
              <a:off x="6281603" y="1428266"/>
              <a:ext cx="153923" cy="4571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3200"/>
            </a:p>
          </p:txBody>
        </p:sp>
        <p:sp>
          <p:nvSpPr>
            <p:cNvPr id="21578" name="Rectangle 52">
              <a:extLst>
                <a:ext uri="{FF2B5EF4-FFF2-40B4-BE49-F238E27FC236}">
                  <a16:creationId xmlns:a16="http://schemas.microsoft.com/office/drawing/2014/main" id="{CE21A506-015A-4F1A-B0FD-C48C3D5D2DB3}"/>
                </a:ext>
              </a:extLst>
            </p:cNvPr>
            <p:cNvSpPr>
              <a:spLocks noChangeArrowheads="1"/>
            </p:cNvSpPr>
            <p:nvPr/>
          </p:nvSpPr>
          <p:spPr bwMode="auto">
            <a:xfrm>
              <a:off x="5327248" y="1814518"/>
              <a:ext cx="153923" cy="4571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3200"/>
            </a:p>
          </p:txBody>
        </p:sp>
        <p:sp>
          <p:nvSpPr>
            <p:cNvPr id="21579" name="Rectangle 53">
              <a:extLst>
                <a:ext uri="{FF2B5EF4-FFF2-40B4-BE49-F238E27FC236}">
                  <a16:creationId xmlns:a16="http://schemas.microsoft.com/office/drawing/2014/main" id="{0B311D04-D9A8-4949-BEE9-5AE30753AC4D}"/>
                </a:ext>
              </a:extLst>
            </p:cNvPr>
            <p:cNvSpPr>
              <a:spLocks noChangeArrowheads="1"/>
            </p:cNvSpPr>
            <p:nvPr/>
          </p:nvSpPr>
          <p:spPr bwMode="auto">
            <a:xfrm>
              <a:off x="5913358" y="1817533"/>
              <a:ext cx="153923" cy="4571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3200"/>
            </a:p>
          </p:txBody>
        </p:sp>
        <p:grpSp>
          <p:nvGrpSpPr>
            <p:cNvPr id="21580" name="Group 52">
              <a:extLst>
                <a:ext uri="{FF2B5EF4-FFF2-40B4-BE49-F238E27FC236}">
                  <a16:creationId xmlns:a16="http://schemas.microsoft.com/office/drawing/2014/main" id="{A9D336EF-8422-4A53-8878-BC25A4788B8A}"/>
                </a:ext>
              </a:extLst>
            </p:cNvPr>
            <p:cNvGrpSpPr>
              <a:grpSpLocks/>
            </p:cNvGrpSpPr>
            <p:nvPr/>
          </p:nvGrpSpPr>
          <p:grpSpPr bwMode="auto">
            <a:xfrm>
              <a:off x="6002192" y="1369735"/>
              <a:ext cx="87678" cy="409154"/>
              <a:chOff x="4744668" y="3352190"/>
              <a:chExt cx="115215" cy="345645"/>
            </a:xfrm>
          </p:grpSpPr>
          <p:cxnSp>
            <p:nvCxnSpPr>
              <p:cNvPr id="21586" name="Straight Connector 53">
                <a:extLst>
                  <a:ext uri="{FF2B5EF4-FFF2-40B4-BE49-F238E27FC236}">
                    <a16:creationId xmlns:a16="http://schemas.microsoft.com/office/drawing/2014/main" id="{30310C10-320B-45A6-BAC2-1B4DDDD0D860}"/>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7" name="Straight Connector 54">
                <a:extLst>
                  <a:ext uri="{FF2B5EF4-FFF2-40B4-BE49-F238E27FC236}">
                    <a16:creationId xmlns:a16="http://schemas.microsoft.com/office/drawing/2014/main" id="{8DD90352-4F41-438A-8615-790E6A15D921}"/>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8" name="Straight Connector 55">
                <a:extLst>
                  <a:ext uri="{FF2B5EF4-FFF2-40B4-BE49-F238E27FC236}">
                    <a16:creationId xmlns:a16="http://schemas.microsoft.com/office/drawing/2014/main" id="{8BFA264D-FA57-498D-8576-BF537D21B9A6}"/>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9" name="Straight Connector 56">
                <a:extLst>
                  <a:ext uri="{FF2B5EF4-FFF2-40B4-BE49-F238E27FC236}">
                    <a16:creationId xmlns:a16="http://schemas.microsoft.com/office/drawing/2014/main" id="{9B6171FE-4750-4145-9B27-E58FDF6C20C3}"/>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1581" name="Group 52">
              <a:extLst>
                <a:ext uri="{FF2B5EF4-FFF2-40B4-BE49-F238E27FC236}">
                  <a16:creationId xmlns:a16="http://schemas.microsoft.com/office/drawing/2014/main" id="{1467B226-AB9A-42DB-B7BE-972DF9CC4ED5}"/>
                </a:ext>
              </a:extLst>
            </p:cNvPr>
            <p:cNvGrpSpPr>
              <a:grpSpLocks/>
            </p:cNvGrpSpPr>
            <p:nvPr/>
          </p:nvGrpSpPr>
          <p:grpSpPr bwMode="auto">
            <a:xfrm>
              <a:off x="6161553" y="1374164"/>
              <a:ext cx="87678" cy="409154"/>
              <a:chOff x="4744668" y="3352190"/>
              <a:chExt cx="115215" cy="345645"/>
            </a:xfrm>
          </p:grpSpPr>
          <p:cxnSp>
            <p:nvCxnSpPr>
              <p:cNvPr id="21582" name="Straight Connector 53">
                <a:extLst>
                  <a:ext uri="{FF2B5EF4-FFF2-40B4-BE49-F238E27FC236}">
                    <a16:creationId xmlns:a16="http://schemas.microsoft.com/office/drawing/2014/main" id="{A24F0555-06D7-4384-AB0C-E44D8FF7F48A}"/>
                  </a:ext>
                </a:extLst>
              </p:cNvPr>
              <p:cNvCxnSpPr>
                <a:cxnSpLocks noChangeShapeType="1"/>
              </p:cNvCxnSpPr>
              <p:nvPr/>
            </p:nvCxnSpPr>
            <p:spPr bwMode="auto">
              <a:xfrm rot="5400000">
                <a:off x="4725619" y="3429000"/>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3" name="Straight Connector 54">
                <a:extLst>
                  <a:ext uri="{FF2B5EF4-FFF2-40B4-BE49-F238E27FC236}">
                    <a16:creationId xmlns:a16="http://schemas.microsoft.com/office/drawing/2014/main" id="{4A128BA6-49D6-4465-BC6C-C3BD45214D93}"/>
                  </a:ext>
                </a:extLst>
              </p:cNvPr>
              <p:cNvCxnSpPr>
                <a:cxnSpLocks noChangeShapeType="1"/>
              </p:cNvCxnSpPr>
              <p:nvPr/>
            </p:nvCxnSpPr>
            <p:spPr bwMode="auto">
              <a:xfrm>
                <a:off x="4744668" y="3505810"/>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4" name="Straight Connector 55">
                <a:extLst>
                  <a:ext uri="{FF2B5EF4-FFF2-40B4-BE49-F238E27FC236}">
                    <a16:creationId xmlns:a16="http://schemas.microsoft.com/office/drawing/2014/main" id="{36950812-0BC9-49E4-969A-A24AC969E41E}"/>
                  </a:ext>
                </a:extLst>
              </p:cNvPr>
              <p:cNvCxnSpPr>
                <a:cxnSpLocks noChangeShapeType="1"/>
              </p:cNvCxnSpPr>
              <p:nvPr/>
            </p:nvCxnSpPr>
            <p:spPr bwMode="auto">
              <a:xfrm>
                <a:off x="4744668" y="3544215"/>
                <a:ext cx="11521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85" name="Straight Connector 56">
                <a:extLst>
                  <a:ext uri="{FF2B5EF4-FFF2-40B4-BE49-F238E27FC236}">
                    <a16:creationId xmlns:a16="http://schemas.microsoft.com/office/drawing/2014/main" id="{32EFA12D-5D21-43A4-8B47-7578B9E88A59}"/>
                  </a:ext>
                </a:extLst>
              </p:cNvPr>
              <p:cNvCxnSpPr>
                <a:cxnSpLocks noChangeShapeType="1"/>
              </p:cNvCxnSpPr>
              <p:nvPr/>
            </p:nvCxnSpPr>
            <p:spPr bwMode="auto">
              <a:xfrm rot="5400000">
                <a:off x="4725620" y="3621025"/>
                <a:ext cx="15362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sp>
        <p:nvSpPr>
          <p:cNvPr id="67" name="TextBox 66">
            <a:extLst>
              <a:ext uri="{FF2B5EF4-FFF2-40B4-BE49-F238E27FC236}">
                <a16:creationId xmlns:a16="http://schemas.microsoft.com/office/drawing/2014/main" id="{51CF1E1E-FD64-4A70-8555-FFD81F34ECFB}"/>
              </a:ext>
            </a:extLst>
          </p:cNvPr>
          <p:cNvSpPr txBox="1"/>
          <p:nvPr/>
        </p:nvSpPr>
        <p:spPr>
          <a:xfrm>
            <a:off x="1905000" y="3160713"/>
            <a:ext cx="4191000" cy="277812"/>
          </a:xfrm>
          <a:prstGeom prst="rect">
            <a:avLst/>
          </a:prstGeom>
          <a:ln>
            <a:noFill/>
          </a:ln>
        </p:spPr>
        <p:style>
          <a:lnRef idx="2">
            <a:schemeClr val="dk1"/>
          </a:lnRef>
          <a:fillRef idx="1">
            <a:schemeClr val="lt1"/>
          </a:fillRef>
          <a:effectRef idx="0">
            <a:schemeClr val="dk1"/>
          </a:effectRef>
          <a:fontRef idx="minor">
            <a:schemeClr val="dk1"/>
          </a:fontRef>
        </p:style>
        <p:txBody>
          <a:bodyPr>
            <a:spAutoFit/>
          </a:bodyPr>
          <a:lstStyle/>
          <a:p>
            <a:pPr marL="285750" indent="-285750">
              <a:buClr>
                <a:schemeClr val="accent1"/>
              </a:buClr>
              <a:buFont typeface="Wingdings" pitchFamily="2" charset="2"/>
              <a:buChar char="§"/>
              <a:defRPr/>
            </a:pPr>
            <a:r>
              <a:rPr lang="en-US" sz="1200" dirty="0"/>
              <a:t>All </a:t>
            </a:r>
            <a:r>
              <a:rPr lang="en-US" sz="1200" dirty="0" err="1"/>
              <a:t>parasitics</a:t>
            </a:r>
            <a:r>
              <a:rPr lang="en-US" sz="1200" dirty="0"/>
              <a:t> depend on  interconnect length</a:t>
            </a:r>
          </a:p>
        </p:txBody>
      </p:sp>
      <p:sp>
        <p:nvSpPr>
          <p:cNvPr id="68" name="TextBox 67">
            <a:extLst>
              <a:ext uri="{FF2B5EF4-FFF2-40B4-BE49-F238E27FC236}">
                <a16:creationId xmlns:a16="http://schemas.microsoft.com/office/drawing/2014/main" id="{61299051-A8B8-416F-8924-7F1C3ACB5930}"/>
              </a:ext>
            </a:extLst>
          </p:cNvPr>
          <p:cNvSpPr txBox="1"/>
          <p:nvPr/>
        </p:nvSpPr>
        <p:spPr>
          <a:xfrm>
            <a:off x="1905000" y="1323975"/>
            <a:ext cx="4191000" cy="306388"/>
          </a:xfrm>
          <a:prstGeom prst="rect">
            <a:avLst/>
          </a:prstGeom>
          <a:solidFill>
            <a:schemeClr val="accent1"/>
          </a:solidFill>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1400" dirty="0">
                <a:solidFill>
                  <a:schemeClr val="bg1"/>
                </a:solidFill>
              </a:rPr>
              <a:t>Generalization</a:t>
            </a:r>
          </a:p>
        </p:txBody>
      </p:sp>
      <p:sp>
        <p:nvSpPr>
          <p:cNvPr id="69" name="TextBox 68">
            <a:extLst>
              <a:ext uri="{FF2B5EF4-FFF2-40B4-BE49-F238E27FC236}">
                <a16:creationId xmlns:a16="http://schemas.microsoft.com/office/drawing/2014/main" id="{60F52303-9450-4715-B921-94B243F6AB80}"/>
              </a:ext>
            </a:extLst>
          </p:cNvPr>
          <p:cNvSpPr txBox="1"/>
          <p:nvPr/>
        </p:nvSpPr>
        <p:spPr>
          <a:xfrm>
            <a:off x="2432050" y="4035426"/>
            <a:ext cx="2978150" cy="277813"/>
          </a:xfrm>
          <a:prstGeom prst="rect">
            <a:avLst/>
          </a:prstGeom>
          <a:ln>
            <a:solidFill>
              <a:schemeClr val="accent1">
                <a:lumMod val="50000"/>
              </a:schemeClr>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defRPr/>
            </a:pPr>
            <a:r>
              <a:rPr lang="en-US" sz="1200" dirty="0"/>
              <a:t>R = length </a:t>
            </a:r>
            <a:r>
              <a:rPr lang="en-US" sz="1200" dirty="0">
                <a:latin typeface="Arial Unicode MS"/>
                <a:ea typeface="Arial Unicode MS"/>
                <a:cs typeface="Arial Unicode MS"/>
              </a:rPr>
              <a:t>∙ </a:t>
            </a:r>
            <a:r>
              <a:rPr lang="en-US" sz="1200" dirty="0" err="1">
                <a:latin typeface="Arial Unicode MS"/>
                <a:ea typeface="Arial Unicode MS"/>
                <a:cs typeface="Arial Unicode MS"/>
              </a:rPr>
              <a:t>R</a:t>
            </a:r>
            <a:r>
              <a:rPr lang="en-US" sz="1200" baseline="-25000" dirty="0" err="1">
                <a:latin typeface="Arial Unicode MS"/>
                <a:ea typeface="Arial Unicode MS"/>
                <a:cs typeface="Arial Unicode MS"/>
              </a:rPr>
              <a:t>unit</a:t>
            </a:r>
            <a:r>
              <a:rPr lang="en-US" sz="1200" baseline="-25000" dirty="0">
                <a:latin typeface="Arial Unicode MS"/>
                <a:ea typeface="Arial Unicode MS"/>
                <a:cs typeface="Arial Unicode MS"/>
              </a:rPr>
              <a:t> length</a:t>
            </a:r>
            <a:endParaRPr lang="en-US" sz="1200" baseline="-25000" dirty="0"/>
          </a:p>
        </p:txBody>
      </p:sp>
      <p:sp>
        <p:nvSpPr>
          <p:cNvPr id="70" name="TextBox 69">
            <a:extLst>
              <a:ext uri="{FF2B5EF4-FFF2-40B4-BE49-F238E27FC236}">
                <a16:creationId xmlns:a16="http://schemas.microsoft.com/office/drawing/2014/main" id="{5281E3D4-5FE0-4F51-BC8C-4C97DDC52985}"/>
              </a:ext>
            </a:extLst>
          </p:cNvPr>
          <p:cNvSpPr txBox="1"/>
          <p:nvPr/>
        </p:nvSpPr>
        <p:spPr>
          <a:xfrm>
            <a:off x="2432050" y="4486276"/>
            <a:ext cx="2978150" cy="277813"/>
          </a:xfrm>
          <a:prstGeom prst="rect">
            <a:avLst/>
          </a:prstGeom>
          <a:ln>
            <a:solidFill>
              <a:schemeClr val="accent1">
                <a:lumMod val="50000"/>
              </a:schemeClr>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defRPr/>
            </a:pPr>
            <a:r>
              <a:rPr lang="en-US" sz="1200" dirty="0"/>
              <a:t>C = length </a:t>
            </a:r>
            <a:r>
              <a:rPr lang="en-US" sz="1200" dirty="0">
                <a:latin typeface="Arial Unicode MS"/>
                <a:ea typeface="Arial Unicode MS"/>
                <a:cs typeface="Arial Unicode MS"/>
              </a:rPr>
              <a:t>∙ </a:t>
            </a:r>
            <a:r>
              <a:rPr lang="en-US" sz="1200" dirty="0" err="1">
                <a:latin typeface="Arial Unicode MS"/>
                <a:ea typeface="Arial Unicode MS"/>
                <a:cs typeface="Arial Unicode MS"/>
              </a:rPr>
              <a:t>C</a:t>
            </a:r>
            <a:r>
              <a:rPr lang="en-US" sz="1200" baseline="-25000" dirty="0" err="1">
                <a:latin typeface="Arial Unicode MS"/>
                <a:ea typeface="Arial Unicode MS"/>
                <a:cs typeface="Arial Unicode MS"/>
              </a:rPr>
              <a:t>unit</a:t>
            </a:r>
            <a:r>
              <a:rPr lang="en-US" sz="1200" baseline="-25000" dirty="0">
                <a:latin typeface="Arial Unicode MS"/>
                <a:ea typeface="Arial Unicode MS"/>
                <a:cs typeface="Arial Unicode MS"/>
              </a:rPr>
              <a:t> length</a:t>
            </a:r>
            <a:endParaRPr lang="en-US" sz="1200" baseline="-25000" dirty="0"/>
          </a:p>
        </p:txBody>
      </p:sp>
      <p:sp>
        <p:nvSpPr>
          <p:cNvPr id="71" name="TextBox 70">
            <a:extLst>
              <a:ext uri="{FF2B5EF4-FFF2-40B4-BE49-F238E27FC236}">
                <a16:creationId xmlns:a16="http://schemas.microsoft.com/office/drawing/2014/main" id="{A102806A-28E5-4A51-8266-D1F1C94CB088}"/>
              </a:ext>
            </a:extLst>
          </p:cNvPr>
          <p:cNvSpPr txBox="1"/>
          <p:nvPr/>
        </p:nvSpPr>
        <p:spPr>
          <a:xfrm>
            <a:off x="2895600" y="4937126"/>
            <a:ext cx="2051050" cy="277813"/>
          </a:xfrm>
          <a:prstGeom prst="rect">
            <a:avLst/>
          </a:prstGeom>
          <a:ln>
            <a:solidFill>
              <a:schemeClr val="accent1">
                <a:lumMod val="50000"/>
              </a:schemeClr>
            </a:solidFill>
          </a:ln>
        </p:spPr>
        <p:style>
          <a:lnRef idx="2">
            <a:schemeClr val="accent2"/>
          </a:lnRef>
          <a:fillRef idx="1">
            <a:schemeClr val="lt1"/>
          </a:fillRef>
          <a:effectRef idx="0">
            <a:schemeClr val="accent2"/>
          </a:effectRef>
          <a:fontRef idx="minor">
            <a:schemeClr val="dk1"/>
          </a:fontRef>
        </p:style>
        <p:txBody>
          <a:bodyPr wrap="none">
            <a:spAutoFit/>
          </a:bodyPr>
          <a:lstStyle/>
          <a:p>
            <a:pPr algn="ctr" eaLnBrk="1" hangingPunct="1">
              <a:defRPr/>
            </a:pPr>
            <a:r>
              <a:rPr lang="en-US" sz="1200" dirty="0"/>
              <a:t>Area = length </a:t>
            </a:r>
            <a:r>
              <a:rPr lang="en-US" sz="1200" dirty="0">
                <a:latin typeface="Arial Unicode MS"/>
                <a:ea typeface="Arial Unicode MS"/>
                <a:cs typeface="Arial Unicode MS"/>
              </a:rPr>
              <a:t>∙ </a:t>
            </a:r>
            <a:r>
              <a:rPr lang="en-US" sz="1200" dirty="0" err="1">
                <a:latin typeface="Arial Unicode MS"/>
                <a:ea typeface="Arial Unicode MS"/>
                <a:cs typeface="Arial Unicode MS"/>
              </a:rPr>
              <a:t>Area</a:t>
            </a:r>
            <a:r>
              <a:rPr lang="en-US" sz="1200" baseline="-25000" dirty="0" err="1">
                <a:latin typeface="Arial Unicode MS"/>
                <a:ea typeface="Arial Unicode MS"/>
                <a:cs typeface="Arial Unicode MS"/>
              </a:rPr>
              <a:t>unit</a:t>
            </a:r>
            <a:r>
              <a:rPr lang="en-US" sz="1200" baseline="-25000" dirty="0">
                <a:latin typeface="Arial Unicode MS"/>
                <a:ea typeface="Arial Unicode MS"/>
                <a:cs typeface="Arial Unicode MS"/>
              </a:rPr>
              <a:t> length</a:t>
            </a:r>
            <a:endParaRPr lang="en-US" sz="1200" baseline="-25000" dirty="0"/>
          </a:p>
        </p:txBody>
      </p:sp>
      <p:sp>
        <p:nvSpPr>
          <p:cNvPr id="72" name="TextBox 71">
            <a:extLst>
              <a:ext uri="{FF2B5EF4-FFF2-40B4-BE49-F238E27FC236}">
                <a16:creationId xmlns:a16="http://schemas.microsoft.com/office/drawing/2014/main" id="{1EA452D5-9B01-4511-8139-3193E7E23488}"/>
              </a:ext>
            </a:extLst>
          </p:cNvPr>
          <p:cNvSpPr txBox="1"/>
          <p:nvPr/>
        </p:nvSpPr>
        <p:spPr>
          <a:xfrm>
            <a:off x="6248400" y="1903413"/>
            <a:ext cx="4191000" cy="461962"/>
          </a:xfrm>
          <a:prstGeom prst="rect">
            <a:avLst/>
          </a:prstGeom>
          <a:noFill/>
        </p:spPr>
        <p:txBody>
          <a:bodyPr>
            <a:spAutoFit/>
          </a:bodyPr>
          <a:lstStyle/>
          <a:p>
            <a:pPr marL="285750" indent="-285750">
              <a:buClr>
                <a:schemeClr val="accent1"/>
              </a:buClr>
              <a:buFont typeface="Wingdings" pitchFamily="2" charset="2"/>
              <a:buChar char="§"/>
              <a:defRPr/>
            </a:pPr>
            <a:r>
              <a:rPr lang="en-US" sz="1200" dirty="0">
                <a:solidFill>
                  <a:schemeClr val="dk1"/>
                </a:solidFill>
              </a:rPr>
              <a:t>The more the </a:t>
            </a:r>
            <a:r>
              <a:rPr lang="en-US" sz="1200" dirty="0" err="1">
                <a:solidFill>
                  <a:schemeClr val="dk1"/>
                </a:solidFill>
              </a:rPr>
              <a:t>fanout</a:t>
            </a:r>
            <a:r>
              <a:rPr lang="en-US" sz="1200" dirty="0">
                <a:solidFill>
                  <a:schemeClr val="dk1"/>
                </a:solidFill>
              </a:rPr>
              <a:t> (output connections)  the larger the length</a:t>
            </a:r>
          </a:p>
        </p:txBody>
      </p:sp>
      <p:sp>
        <p:nvSpPr>
          <p:cNvPr id="74" name="TextBox 73">
            <a:extLst>
              <a:ext uri="{FF2B5EF4-FFF2-40B4-BE49-F238E27FC236}">
                <a16:creationId xmlns:a16="http://schemas.microsoft.com/office/drawing/2014/main" id="{CAA737E6-51B9-4F89-813D-28E6446FA7BB}"/>
              </a:ext>
            </a:extLst>
          </p:cNvPr>
          <p:cNvSpPr txBox="1"/>
          <p:nvPr/>
        </p:nvSpPr>
        <p:spPr>
          <a:xfrm>
            <a:off x="6248400" y="1323975"/>
            <a:ext cx="4191000" cy="306388"/>
          </a:xfrm>
          <a:prstGeom prst="rect">
            <a:avLst/>
          </a:prstGeom>
          <a:solidFill>
            <a:schemeClr val="accent1"/>
          </a:solidFill>
          <a:effectLst/>
        </p:spPr>
        <p:style>
          <a:lnRef idx="1">
            <a:schemeClr val="accent1"/>
          </a:lnRef>
          <a:fillRef idx="2">
            <a:schemeClr val="accent1"/>
          </a:fillRef>
          <a:effectRef idx="1">
            <a:schemeClr val="accent1"/>
          </a:effectRef>
          <a:fontRef idx="minor">
            <a:schemeClr val="dk1"/>
          </a:fontRef>
        </p:style>
        <p:txBody>
          <a:bodyPr>
            <a:spAutoFit/>
          </a:bodyPr>
          <a:lstStyle/>
          <a:p>
            <a:pPr algn="ctr" eaLnBrk="1" hangingPunct="1">
              <a:defRPr/>
            </a:pPr>
            <a:r>
              <a:rPr lang="en-US" sz="1400" dirty="0">
                <a:solidFill>
                  <a:schemeClr val="bg1"/>
                </a:solidFill>
              </a:rPr>
              <a:t>Length components</a:t>
            </a:r>
          </a:p>
        </p:txBody>
      </p:sp>
      <p:sp>
        <p:nvSpPr>
          <p:cNvPr id="21516" name="Flowchart: Delay 2">
            <a:extLst>
              <a:ext uri="{FF2B5EF4-FFF2-40B4-BE49-F238E27FC236}">
                <a16:creationId xmlns:a16="http://schemas.microsoft.com/office/drawing/2014/main" id="{9DD6F98B-09C2-439E-9B7A-D44416CE9162}"/>
              </a:ext>
            </a:extLst>
          </p:cNvPr>
          <p:cNvSpPr>
            <a:spLocks noChangeArrowheads="1"/>
          </p:cNvSpPr>
          <p:nvPr/>
        </p:nvSpPr>
        <p:spPr bwMode="auto">
          <a:xfrm>
            <a:off x="6553201" y="2735263"/>
            <a:ext cx="360363" cy="33020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21517" name="Group 78">
            <a:extLst>
              <a:ext uri="{FF2B5EF4-FFF2-40B4-BE49-F238E27FC236}">
                <a16:creationId xmlns:a16="http://schemas.microsoft.com/office/drawing/2014/main" id="{A2F6CF7C-7F01-4704-9A07-4A20023E8FB6}"/>
              </a:ext>
            </a:extLst>
          </p:cNvPr>
          <p:cNvGrpSpPr>
            <a:grpSpLocks/>
          </p:cNvGrpSpPr>
          <p:nvPr/>
        </p:nvGrpSpPr>
        <p:grpSpPr bwMode="auto">
          <a:xfrm>
            <a:off x="6477000" y="2809875"/>
            <a:ext cx="76200" cy="203200"/>
            <a:chOff x="5081535" y="2539381"/>
            <a:chExt cx="481065" cy="180524"/>
          </a:xfrm>
        </p:grpSpPr>
        <p:cxnSp>
          <p:nvCxnSpPr>
            <p:cNvPr id="21560" name="Straight Connector 11">
              <a:extLst>
                <a:ext uri="{FF2B5EF4-FFF2-40B4-BE49-F238E27FC236}">
                  <a16:creationId xmlns:a16="http://schemas.microsoft.com/office/drawing/2014/main" id="{740E7800-5013-4E4A-974B-D09988E5278E}"/>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1" name="Straight Connector 12">
              <a:extLst>
                <a:ext uri="{FF2B5EF4-FFF2-40B4-BE49-F238E27FC236}">
                  <a16:creationId xmlns:a16="http://schemas.microsoft.com/office/drawing/2014/main" id="{9389EEC1-9DC4-4FEE-83DE-B50778182146}"/>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1518" name="Straight Connector 11">
            <a:extLst>
              <a:ext uri="{FF2B5EF4-FFF2-40B4-BE49-F238E27FC236}">
                <a16:creationId xmlns:a16="http://schemas.microsoft.com/office/drawing/2014/main" id="{C589326B-F3A0-4864-A233-1B11055F0795}"/>
              </a:ext>
            </a:extLst>
          </p:cNvPr>
          <p:cNvCxnSpPr>
            <a:cxnSpLocks noChangeShapeType="1"/>
          </p:cNvCxnSpPr>
          <p:nvPr/>
        </p:nvCxnSpPr>
        <p:spPr bwMode="auto">
          <a:xfrm flipH="1">
            <a:off x="6913564" y="2900363"/>
            <a:ext cx="2492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19" name="Straight Connector 11">
            <a:extLst>
              <a:ext uri="{FF2B5EF4-FFF2-40B4-BE49-F238E27FC236}">
                <a16:creationId xmlns:a16="http://schemas.microsoft.com/office/drawing/2014/main" id="{E8E7E5CF-1FD6-4925-B3BF-111FD5586905}"/>
              </a:ext>
            </a:extLst>
          </p:cNvPr>
          <p:cNvCxnSpPr>
            <a:cxnSpLocks noChangeShapeType="1"/>
          </p:cNvCxnSpPr>
          <p:nvPr/>
        </p:nvCxnSpPr>
        <p:spPr bwMode="auto">
          <a:xfrm flipH="1">
            <a:off x="7162800" y="2608263"/>
            <a:ext cx="114300" cy="292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0" name="Straight Connector 11">
            <a:extLst>
              <a:ext uri="{FF2B5EF4-FFF2-40B4-BE49-F238E27FC236}">
                <a16:creationId xmlns:a16="http://schemas.microsoft.com/office/drawing/2014/main" id="{82171015-003F-42EE-BEA5-835DAA2B1450}"/>
              </a:ext>
            </a:extLst>
          </p:cNvPr>
          <p:cNvCxnSpPr>
            <a:cxnSpLocks noChangeShapeType="1"/>
          </p:cNvCxnSpPr>
          <p:nvPr/>
        </p:nvCxnSpPr>
        <p:spPr bwMode="auto">
          <a:xfrm flipH="1">
            <a:off x="7162801" y="2890838"/>
            <a:ext cx="314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1" name="Straight Connector 11">
            <a:extLst>
              <a:ext uri="{FF2B5EF4-FFF2-40B4-BE49-F238E27FC236}">
                <a16:creationId xmlns:a16="http://schemas.microsoft.com/office/drawing/2014/main" id="{38AC59F5-CDEC-45BC-86E3-D220F6919627}"/>
              </a:ext>
            </a:extLst>
          </p:cNvPr>
          <p:cNvCxnSpPr>
            <a:cxnSpLocks noChangeShapeType="1"/>
          </p:cNvCxnSpPr>
          <p:nvPr/>
        </p:nvCxnSpPr>
        <p:spPr bwMode="auto">
          <a:xfrm flipH="1" flipV="1">
            <a:off x="7172325" y="2900363"/>
            <a:ext cx="107950" cy="260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522" name="Flowchart: Delay 2">
            <a:extLst>
              <a:ext uri="{FF2B5EF4-FFF2-40B4-BE49-F238E27FC236}">
                <a16:creationId xmlns:a16="http://schemas.microsoft.com/office/drawing/2014/main" id="{ACEC76A7-2C54-4174-ABA1-230983C2FB67}"/>
              </a:ext>
            </a:extLst>
          </p:cNvPr>
          <p:cNvSpPr>
            <a:spLocks noChangeArrowheads="1"/>
          </p:cNvSpPr>
          <p:nvPr/>
        </p:nvSpPr>
        <p:spPr bwMode="auto">
          <a:xfrm>
            <a:off x="7848601" y="2741613"/>
            <a:ext cx="360363" cy="33020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21523" name="Group 106">
            <a:extLst>
              <a:ext uri="{FF2B5EF4-FFF2-40B4-BE49-F238E27FC236}">
                <a16:creationId xmlns:a16="http://schemas.microsoft.com/office/drawing/2014/main" id="{0CCD51F6-10B1-4100-8148-DDB35AA03F0D}"/>
              </a:ext>
            </a:extLst>
          </p:cNvPr>
          <p:cNvGrpSpPr>
            <a:grpSpLocks/>
          </p:cNvGrpSpPr>
          <p:nvPr/>
        </p:nvGrpSpPr>
        <p:grpSpPr bwMode="auto">
          <a:xfrm>
            <a:off x="7772400" y="2816225"/>
            <a:ext cx="76200" cy="203200"/>
            <a:chOff x="5081535" y="2539381"/>
            <a:chExt cx="481065" cy="180524"/>
          </a:xfrm>
        </p:grpSpPr>
        <p:cxnSp>
          <p:nvCxnSpPr>
            <p:cNvPr id="21558" name="Straight Connector 11">
              <a:extLst>
                <a:ext uri="{FF2B5EF4-FFF2-40B4-BE49-F238E27FC236}">
                  <a16:creationId xmlns:a16="http://schemas.microsoft.com/office/drawing/2014/main" id="{C92AC2D1-AD98-4F9B-86C5-33BFDD2B9B90}"/>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59" name="Straight Connector 12">
              <a:extLst>
                <a:ext uri="{FF2B5EF4-FFF2-40B4-BE49-F238E27FC236}">
                  <a16:creationId xmlns:a16="http://schemas.microsoft.com/office/drawing/2014/main" id="{6F0F0E0F-8964-47EF-9BEE-2016EF9E9475}"/>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1524" name="Straight Connector 11">
            <a:extLst>
              <a:ext uri="{FF2B5EF4-FFF2-40B4-BE49-F238E27FC236}">
                <a16:creationId xmlns:a16="http://schemas.microsoft.com/office/drawing/2014/main" id="{6FD139E0-9934-423E-9731-374AFE35ACE7}"/>
              </a:ext>
            </a:extLst>
          </p:cNvPr>
          <p:cNvCxnSpPr>
            <a:cxnSpLocks noChangeShapeType="1"/>
          </p:cNvCxnSpPr>
          <p:nvPr/>
        </p:nvCxnSpPr>
        <p:spPr bwMode="auto">
          <a:xfrm flipH="1">
            <a:off x="8208964" y="2906713"/>
            <a:ext cx="2492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5" name="Straight Connector 11">
            <a:extLst>
              <a:ext uri="{FF2B5EF4-FFF2-40B4-BE49-F238E27FC236}">
                <a16:creationId xmlns:a16="http://schemas.microsoft.com/office/drawing/2014/main" id="{99E5FD88-477D-4488-953A-25F118D81ADD}"/>
              </a:ext>
            </a:extLst>
          </p:cNvPr>
          <p:cNvCxnSpPr>
            <a:cxnSpLocks noChangeShapeType="1"/>
          </p:cNvCxnSpPr>
          <p:nvPr/>
        </p:nvCxnSpPr>
        <p:spPr bwMode="auto">
          <a:xfrm flipH="1">
            <a:off x="8458200" y="2614613"/>
            <a:ext cx="114300" cy="292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6" name="Straight Connector 11">
            <a:extLst>
              <a:ext uri="{FF2B5EF4-FFF2-40B4-BE49-F238E27FC236}">
                <a16:creationId xmlns:a16="http://schemas.microsoft.com/office/drawing/2014/main" id="{153F54A4-2560-4C74-B962-AA389FE13089}"/>
              </a:ext>
            </a:extLst>
          </p:cNvPr>
          <p:cNvCxnSpPr>
            <a:cxnSpLocks noChangeShapeType="1"/>
          </p:cNvCxnSpPr>
          <p:nvPr/>
        </p:nvCxnSpPr>
        <p:spPr bwMode="auto">
          <a:xfrm flipH="1">
            <a:off x="8458201" y="2682875"/>
            <a:ext cx="225425" cy="2238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7" name="Straight Connector 11">
            <a:extLst>
              <a:ext uri="{FF2B5EF4-FFF2-40B4-BE49-F238E27FC236}">
                <a16:creationId xmlns:a16="http://schemas.microsoft.com/office/drawing/2014/main" id="{8C6C66AD-98C9-4D17-892C-DBC566AEDC1D}"/>
              </a:ext>
            </a:extLst>
          </p:cNvPr>
          <p:cNvCxnSpPr>
            <a:cxnSpLocks noChangeShapeType="1"/>
          </p:cNvCxnSpPr>
          <p:nvPr/>
        </p:nvCxnSpPr>
        <p:spPr bwMode="auto">
          <a:xfrm flipH="1">
            <a:off x="8458201" y="2898775"/>
            <a:ext cx="314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8" name="Straight Connector 11">
            <a:extLst>
              <a:ext uri="{FF2B5EF4-FFF2-40B4-BE49-F238E27FC236}">
                <a16:creationId xmlns:a16="http://schemas.microsoft.com/office/drawing/2014/main" id="{CF055A44-B049-44C5-92FD-8B42F697086D}"/>
              </a:ext>
            </a:extLst>
          </p:cNvPr>
          <p:cNvCxnSpPr>
            <a:cxnSpLocks noChangeShapeType="1"/>
          </p:cNvCxnSpPr>
          <p:nvPr/>
        </p:nvCxnSpPr>
        <p:spPr bwMode="auto">
          <a:xfrm flipH="1" flipV="1">
            <a:off x="8467725" y="2906714"/>
            <a:ext cx="215900" cy="2063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29" name="Straight Connector 11">
            <a:extLst>
              <a:ext uri="{FF2B5EF4-FFF2-40B4-BE49-F238E27FC236}">
                <a16:creationId xmlns:a16="http://schemas.microsoft.com/office/drawing/2014/main" id="{E8489A02-1802-4A30-801F-B33039DB2829}"/>
              </a:ext>
            </a:extLst>
          </p:cNvPr>
          <p:cNvCxnSpPr>
            <a:cxnSpLocks noChangeShapeType="1"/>
          </p:cNvCxnSpPr>
          <p:nvPr/>
        </p:nvCxnSpPr>
        <p:spPr bwMode="auto">
          <a:xfrm flipH="1" flipV="1">
            <a:off x="8467725" y="2906713"/>
            <a:ext cx="107950" cy="260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530" name="Flowchart: Delay 2">
            <a:extLst>
              <a:ext uri="{FF2B5EF4-FFF2-40B4-BE49-F238E27FC236}">
                <a16:creationId xmlns:a16="http://schemas.microsoft.com/office/drawing/2014/main" id="{2C927349-25FC-45E9-A30E-3F4E2A8EC4FD}"/>
              </a:ext>
            </a:extLst>
          </p:cNvPr>
          <p:cNvSpPr>
            <a:spLocks noChangeArrowheads="1"/>
          </p:cNvSpPr>
          <p:nvPr/>
        </p:nvSpPr>
        <p:spPr bwMode="auto">
          <a:xfrm>
            <a:off x="9220201" y="2719389"/>
            <a:ext cx="360363" cy="331787"/>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600"/>
          </a:p>
        </p:txBody>
      </p:sp>
      <p:grpSp>
        <p:nvGrpSpPr>
          <p:cNvPr id="21531" name="Group 118">
            <a:extLst>
              <a:ext uri="{FF2B5EF4-FFF2-40B4-BE49-F238E27FC236}">
                <a16:creationId xmlns:a16="http://schemas.microsoft.com/office/drawing/2014/main" id="{C9C924BA-CF33-45F0-9941-1A62B5CD156B}"/>
              </a:ext>
            </a:extLst>
          </p:cNvPr>
          <p:cNvGrpSpPr>
            <a:grpSpLocks/>
          </p:cNvGrpSpPr>
          <p:nvPr/>
        </p:nvGrpSpPr>
        <p:grpSpPr bwMode="auto">
          <a:xfrm>
            <a:off x="9144000" y="2794000"/>
            <a:ext cx="76200" cy="204788"/>
            <a:chOff x="5081535" y="2539381"/>
            <a:chExt cx="481065" cy="180524"/>
          </a:xfrm>
        </p:grpSpPr>
        <p:cxnSp>
          <p:nvCxnSpPr>
            <p:cNvPr id="21556" name="Straight Connector 11">
              <a:extLst>
                <a:ext uri="{FF2B5EF4-FFF2-40B4-BE49-F238E27FC236}">
                  <a16:creationId xmlns:a16="http://schemas.microsoft.com/office/drawing/2014/main" id="{328FEF0C-CC93-4F6C-8F43-12DB0E76084E}"/>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57" name="Straight Connector 12">
              <a:extLst>
                <a:ext uri="{FF2B5EF4-FFF2-40B4-BE49-F238E27FC236}">
                  <a16:creationId xmlns:a16="http://schemas.microsoft.com/office/drawing/2014/main" id="{93258B71-CC6A-4DE6-A10F-E61DDDCB8B49}"/>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1532" name="Straight Connector 11">
            <a:extLst>
              <a:ext uri="{FF2B5EF4-FFF2-40B4-BE49-F238E27FC236}">
                <a16:creationId xmlns:a16="http://schemas.microsoft.com/office/drawing/2014/main" id="{7C2E8F14-8E1C-449B-9AAA-5D37B42E31FE}"/>
              </a:ext>
            </a:extLst>
          </p:cNvPr>
          <p:cNvCxnSpPr>
            <a:cxnSpLocks noChangeShapeType="1"/>
          </p:cNvCxnSpPr>
          <p:nvPr/>
        </p:nvCxnSpPr>
        <p:spPr bwMode="auto">
          <a:xfrm flipH="1">
            <a:off x="9580564" y="2886075"/>
            <a:ext cx="2492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3" name="Straight Connector 11">
            <a:extLst>
              <a:ext uri="{FF2B5EF4-FFF2-40B4-BE49-F238E27FC236}">
                <a16:creationId xmlns:a16="http://schemas.microsoft.com/office/drawing/2014/main" id="{FAA51319-CE4A-4F18-9D81-0CEC72C0A987}"/>
              </a:ext>
            </a:extLst>
          </p:cNvPr>
          <p:cNvCxnSpPr>
            <a:cxnSpLocks noChangeShapeType="1"/>
          </p:cNvCxnSpPr>
          <p:nvPr/>
        </p:nvCxnSpPr>
        <p:spPr bwMode="auto">
          <a:xfrm flipH="1">
            <a:off x="9829800" y="2593975"/>
            <a:ext cx="114300" cy="292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4" name="Straight Connector 11">
            <a:extLst>
              <a:ext uri="{FF2B5EF4-FFF2-40B4-BE49-F238E27FC236}">
                <a16:creationId xmlns:a16="http://schemas.microsoft.com/office/drawing/2014/main" id="{503FD201-D1E1-47A0-BE15-38B93CD4EFCF}"/>
              </a:ext>
            </a:extLst>
          </p:cNvPr>
          <p:cNvCxnSpPr>
            <a:cxnSpLocks noChangeShapeType="1"/>
          </p:cNvCxnSpPr>
          <p:nvPr/>
        </p:nvCxnSpPr>
        <p:spPr bwMode="auto">
          <a:xfrm flipH="1">
            <a:off x="9829801" y="2660651"/>
            <a:ext cx="225425" cy="2254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5" name="Straight Connector 11">
            <a:extLst>
              <a:ext uri="{FF2B5EF4-FFF2-40B4-BE49-F238E27FC236}">
                <a16:creationId xmlns:a16="http://schemas.microsoft.com/office/drawing/2014/main" id="{E7CDC6C9-C106-4B8E-B4CA-52E9B1B7E74B}"/>
              </a:ext>
            </a:extLst>
          </p:cNvPr>
          <p:cNvCxnSpPr>
            <a:cxnSpLocks noChangeShapeType="1"/>
          </p:cNvCxnSpPr>
          <p:nvPr/>
        </p:nvCxnSpPr>
        <p:spPr bwMode="auto">
          <a:xfrm flipH="1">
            <a:off x="9829801" y="2876550"/>
            <a:ext cx="314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6" name="Straight Connector 11">
            <a:extLst>
              <a:ext uri="{FF2B5EF4-FFF2-40B4-BE49-F238E27FC236}">
                <a16:creationId xmlns:a16="http://schemas.microsoft.com/office/drawing/2014/main" id="{E077B04C-DF8F-457B-A2B3-AE5A6327A701}"/>
              </a:ext>
            </a:extLst>
          </p:cNvPr>
          <p:cNvCxnSpPr>
            <a:cxnSpLocks noChangeShapeType="1"/>
          </p:cNvCxnSpPr>
          <p:nvPr/>
        </p:nvCxnSpPr>
        <p:spPr bwMode="auto">
          <a:xfrm flipH="1" flipV="1">
            <a:off x="9839325" y="2886076"/>
            <a:ext cx="215900" cy="2063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7" name="Straight Connector 11">
            <a:extLst>
              <a:ext uri="{FF2B5EF4-FFF2-40B4-BE49-F238E27FC236}">
                <a16:creationId xmlns:a16="http://schemas.microsoft.com/office/drawing/2014/main" id="{5ABFD737-7243-4A7C-8057-D355CABF1DE1}"/>
              </a:ext>
            </a:extLst>
          </p:cNvPr>
          <p:cNvCxnSpPr>
            <a:cxnSpLocks noChangeShapeType="1"/>
          </p:cNvCxnSpPr>
          <p:nvPr/>
        </p:nvCxnSpPr>
        <p:spPr bwMode="auto">
          <a:xfrm flipH="1" flipV="1">
            <a:off x="9839325" y="2886075"/>
            <a:ext cx="107950" cy="260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8" name="Straight Connector 11">
            <a:extLst>
              <a:ext uri="{FF2B5EF4-FFF2-40B4-BE49-F238E27FC236}">
                <a16:creationId xmlns:a16="http://schemas.microsoft.com/office/drawing/2014/main" id="{7E176FDF-D465-4AB8-A74C-4DA528A7C1E8}"/>
              </a:ext>
            </a:extLst>
          </p:cNvPr>
          <p:cNvCxnSpPr>
            <a:cxnSpLocks noChangeShapeType="1"/>
          </p:cNvCxnSpPr>
          <p:nvPr/>
        </p:nvCxnSpPr>
        <p:spPr bwMode="auto">
          <a:xfrm flipH="1" flipV="1">
            <a:off x="9839326" y="2886076"/>
            <a:ext cx="284163" cy="1063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39" name="Straight Connector 11">
            <a:extLst>
              <a:ext uri="{FF2B5EF4-FFF2-40B4-BE49-F238E27FC236}">
                <a16:creationId xmlns:a16="http://schemas.microsoft.com/office/drawing/2014/main" id="{3BB6ED80-86BE-4692-8B69-7F65180CBD3C}"/>
              </a:ext>
            </a:extLst>
          </p:cNvPr>
          <p:cNvCxnSpPr>
            <a:cxnSpLocks noChangeShapeType="1"/>
          </p:cNvCxnSpPr>
          <p:nvPr/>
        </p:nvCxnSpPr>
        <p:spPr bwMode="auto">
          <a:xfrm flipH="1">
            <a:off x="9839326" y="2757489"/>
            <a:ext cx="282575" cy="128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0" name="TextBox 129">
            <a:extLst>
              <a:ext uri="{FF2B5EF4-FFF2-40B4-BE49-F238E27FC236}">
                <a16:creationId xmlns:a16="http://schemas.microsoft.com/office/drawing/2014/main" id="{9A830A3D-E6B3-40A7-88B3-8038B7C8941E}"/>
              </a:ext>
            </a:extLst>
          </p:cNvPr>
          <p:cNvSpPr txBox="1"/>
          <p:nvPr/>
        </p:nvSpPr>
        <p:spPr>
          <a:xfrm>
            <a:off x="6299200" y="3424238"/>
            <a:ext cx="4191000" cy="461962"/>
          </a:xfrm>
          <a:prstGeom prst="rect">
            <a:avLst/>
          </a:prstGeom>
          <a:noFill/>
        </p:spPr>
        <p:txBody>
          <a:bodyPr>
            <a:spAutoFit/>
          </a:bodyPr>
          <a:lstStyle/>
          <a:p>
            <a:pPr marL="285750" indent="-285750">
              <a:buClr>
                <a:schemeClr val="accent1"/>
              </a:buClr>
              <a:buFont typeface="Wingdings" pitchFamily="2" charset="2"/>
              <a:buChar char="§"/>
              <a:defRPr/>
            </a:pPr>
            <a:r>
              <a:rPr lang="en-US" sz="1200" dirty="0">
                <a:solidFill>
                  <a:schemeClr val="dk1"/>
                </a:solidFill>
              </a:rPr>
              <a:t>The larger the chip (the more gates it has)  the more the length </a:t>
            </a:r>
          </a:p>
        </p:txBody>
      </p:sp>
      <p:grpSp>
        <p:nvGrpSpPr>
          <p:cNvPr id="21541" name="Group 159">
            <a:extLst>
              <a:ext uri="{FF2B5EF4-FFF2-40B4-BE49-F238E27FC236}">
                <a16:creationId xmlns:a16="http://schemas.microsoft.com/office/drawing/2014/main" id="{6E345458-FDED-4AB5-9621-F645B43F48E1}"/>
              </a:ext>
            </a:extLst>
          </p:cNvPr>
          <p:cNvGrpSpPr>
            <a:grpSpLocks/>
          </p:cNvGrpSpPr>
          <p:nvPr/>
        </p:nvGrpSpPr>
        <p:grpSpPr bwMode="auto">
          <a:xfrm>
            <a:off x="6859588" y="4035425"/>
            <a:ext cx="800100" cy="755650"/>
            <a:chOff x="5185615" y="4013178"/>
            <a:chExt cx="1100062" cy="1039431"/>
          </a:xfrm>
        </p:grpSpPr>
        <p:sp>
          <p:nvSpPr>
            <p:cNvPr id="148" name="Rectangle 147">
              <a:extLst>
                <a:ext uri="{FF2B5EF4-FFF2-40B4-BE49-F238E27FC236}">
                  <a16:creationId xmlns:a16="http://schemas.microsoft.com/office/drawing/2014/main" id="{8ACBDE20-4DA8-46A8-8B11-609FFEE4213F}"/>
                </a:ext>
              </a:extLst>
            </p:cNvPr>
            <p:cNvSpPr/>
            <p:nvPr/>
          </p:nvSpPr>
          <p:spPr bwMode="auto">
            <a:xfrm>
              <a:off x="5185615" y="4050301"/>
              <a:ext cx="1084783" cy="1002308"/>
            </a:xfrm>
            <a:prstGeom prst="rect">
              <a:avLst/>
            </a:prstGeom>
            <a:solidFill>
              <a:schemeClr val="accent1">
                <a:lumMod val="40000"/>
                <a:lumOff val="60000"/>
              </a:schemeClr>
            </a:solidFill>
            <a:ln>
              <a:solidFill>
                <a:schemeClr val="accent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p>
              <a:pPr eaLnBrk="1" hangingPunct="1">
                <a:defRPr/>
              </a:pPr>
              <a:endParaRPr lang="en-US" sz="3200">
                <a:solidFill>
                  <a:schemeClr val="tx1"/>
                </a:solidFill>
              </a:endParaRPr>
            </a:p>
          </p:txBody>
        </p:sp>
        <p:sp>
          <p:nvSpPr>
            <p:cNvPr id="132" name="Flowchart: Delay 2">
              <a:extLst>
                <a:ext uri="{FF2B5EF4-FFF2-40B4-BE49-F238E27FC236}">
                  <a16:creationId xmlns:a16="http://schemas.microsoft.com/office/drawing/2014/main" id="{D59476C5-5A6F-4329-B12D-178AD2CDCEE9}"/>
                </a:ext>
              </a:extLst>
            </p:cNvPr>
            <p:cNvSpPr>
              <a:spLocks noChangeArrowheads="1"/>
            </p:cNvSpPr>
            <p:nvPr/>
          </p:nvSpPr>
          <p:spPr bwMode="auto">
            <a:xfrm>
              <a:off x="5334036" y="4380036"/>
              <a:ext cx="360139" cy="329736"/>
            </a:xfrm>
            <a:prstGeom prst="flowChartDelay">
              <a:avLst/>
            </a:prstGeom>
            <a:solidFill>
              <a:schemeClr val="accent1"/>
            </a:solidFill>
            <a:ln w="9525" algn="ctr">
              <a:solidFill>
                <a:schemeClr val="accent1">
                  <a:lumMod val="50000"/>
                </a:schemeClr>
              </a:solidFill>
              <a:round/>
              <a:headEnd/>
              <a:tailEnd/>
            </a:ln>
          </p:spPr>
          <p:txBody>
            <a:bodyPr anchor="ctr"/>
            <a:lstStyle/>
            <a:p>
              <a:pPr eaLnBrk="1" hangingPunct="1">
                <a:defRPr/>
              </a:pPr>
              <a:endParaRPr lang="en-US" sz="1600">
                <a:latin typeface="Arial" charset="0"/>
                <a:cs typeface="Arial" charset="0"/>
              </a:endParaRPr>
            </a:p>
          </p:txBody>
        </p:sp>
        <p:grpSp>
          <p:nvGrpSpPr>
            <p:cNvPr id="21546" name="Group 132">
              <a:extLst>
                <a:ext uri="{FF2B5EF4-FFF2-40B4-BE49-F238E27FC236}">
                  <a16:creationId xmlns:a16="http://schemas.microsoft.com/office/drawing/2014/main" id="{B112221F-2CFD-46CF-BB18-925CF117CE3E}"/>
                </a:ext>
              </a:extLst>
            </p:cNvPr>
            <p:cNvGrpSpPr>
              <a:grpSpLocks/>
            </p:cNvGrpSpPr>
            <p:nvPr/>
          </p:nvGrpSpPr>
          <p:grpSpPr bwMode="auto">
            <a:xfrm>
              <a:off x="5257800" y="4454579"/>
              <a:ext cx="76200" cy="203820"/>
              <a:chOff x="5081535" y="2539381"/>
              <a:chExt cx="481065" cy="180524"/>
            </a:xfrm>
          </p:grpSpPr>
          <p:cxnSp>
            <p:nvCxnSpPr>
              <p:cNvPr id="134" name="Straight Connector 11">
                <a:extLst>
                  <a:ext uri="{FF2B5EF4-FFF2-40B4-BE49-F238E27FC236}">
                    <a16:creationId xmlns:a16="http://schemas.microsoft.com/office/drawing/2014/main" id="{684903D0-B9AC-45C3-8F4B-BE584B4967B2}"/>
                  </a:ext>
                </a:extLst>
              </p:cNvPr>
              <p:cNvCxnSpPr>
                <a:cxnSpLocks noChangeShapeType="1"/>
              </p:cNvCxnSpPr>
              <p:nvPr/>
            </p:nvCxnSpPr>
            <p:spPr bwMode="auto">
              <a:xfrm rot="10800000">
                <a:off x="5080537" y="2718988"/>
                <a:ext cx="482289" cy="0"/>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cxnSp>
            <p:nvCxnSpPr>
              <p:cNvPr id="135" name="Straight Connector 12">
                <a:extLst>
                  <a:ext uri="{FF2B5EF4-FFF2-40B4-BE49-F238E27FC236}">
                    <a16:creationId xmlns:a16="http://schemas.microsoft.com/office/drawing/2014/main" id="{1D0819BE-00E7-4057-9C6F-A00DB0BFE9A5}"/>
                  </a:ext>
                </a:extLst>
              </p:cNvPr>
              <p:cNvCxnSpPr>
                <a:cxnSpLocks noChangeShapeType="1"/>
              </p:cNvCxnSpPr>
              <p:nvPr/>
            </p:nvCxnSpPr>
            <p:spPr bwMode="auto">
              <a:xfrm rot="10800000">
                <a:off x="5080537" y="2539117"/>
                <a:ext cx="482289" cy="0"/>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grpSp>
        <p:cxnSp>
          <p:nvCxnSpPr>
            <p:cNvPr id="136" name="Straight Connector 11">
              <a:extLst>
                <a:ext uri="{FF2B5EF4-FFF2-40B4-BE49-F238E27FC236}">
                  <a16:creationId xmlns:a16="http://schemas.microsoft.com/office/drawing/2014/main" id="{D9F40D72-7332-44D2-A7CD-B750894F342A}"/>
                </a:ext>
              </a:extLst>
            </p:cNvPr>
            <p:cNvCxnSpPr>
              <a:cxnSpLocks noChangeShapeType="1"/>
            </p:cNvCxnSpPr>
            <p:nvPr/>
          </p:nvCxnSpPr>
          <p:spPr bwMode="auto">
            <a:xfrm flipH="1">
              <a:off x="5694175" y="4545996"/>
              <a:ext cx="248824" cy="0"/>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cxnSp>
          <p:nvCxnSpPr>
            <p:cNvPr id="137" name="Straight Connector 11">
              <a:extLst>
                <a:ext uri="{FF2B5EF4-FFF2-40B4-BE49-F238E27FC236}">
                  <a16:creationId xmlns:a16="http://schemas.microsoft.com/office/drawing/2014/main" id="{D9A175D4-B9A2-48B8-AB85-0871654F0A0C}"/>
                </a:ext>
              </a:extLst>
            </p:cNvPr>
            <p:cNvCxnSpPr>
              <a:cxnSpLocks noChangeShapeType="1"/>
              <a:stCxn id="153" idx="4"/>
            </p:cNvCxnSpPr>
            <p:nvPr/>
          </p:nvCxnSpPr>
          <p:spPr bwMode="auto">
            <a:xfrm flipH="1">
              <a:off x="5942998" y="4089607"/>
              <a:ext cx="61115" cy="456388"/>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cxnSp>
          <p:nvCxnSpPr>
            <p:cNvPr id="138" name="Straight Connector 11">
              <a:extLst>
                <a:ext uri="{FF2B5EF4-FFF2-40B4-BE49-F238E27FC236}">
                  <a16:creationId xmlns:a16="http://schemas.microsoft.com/office/drawing/2014/main" id="{7F4C1454-7491-4552-9118-0BB90DFA19E4}"/>
                </a:ext>
              </a:extLst>
            </p:cNvPr>
            <p:cNvCxnSpPr>
              <a:cxnSpLocks noChangeShapeType="1"/>
            </p:cNvCxnSpPr>
            <p:nvPr/>
          </p:nvCxnSpPr>
          <p:spPr bwMode="auto">
            <a:xfrm flipH="1">
              <a:off x="5942998" y="4537261"/>
              <a:ext cx="314303" cy="0"/>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cxnSp>
          <p:nvCxnSpPr>
            <p:cNvPr id="139" name="Straight Connector 11">
              <a:extLst>
                <a:ext uri="{FF2B5EF4-FFF2-40B4-BE49-F238E27FC236}">
                  <a16:creationId xmlns:a16="http://schemas.microsoft.com/office/drawing/2014/main" id="{F418DAB4-9B34-48AF-9ADA-560F59329FAF}"/>
                </a:ext>
              </a:extLst>
            </p:cNvPr>
            <p:cNvCxnSpPr>
              <a:cxnSpLocks noChangeShapeType="1"/>
            </p:cNvCxnSpPr>
            <p:nvPr/>
          </p:nvCxnSpPr>
          <p:spPr bwMode="auto">
            <a:xfrm flipH="1" flipV="1">
              <a:off x="5953912" y="4545996"/>
              <a:ext cx="106950" cy="259858"/>
            </a:xfrm>
            <a:prstGeom prst="line">
              <a:avLst/>
            </a:prstGeom>
            <a:noFill/>
            <a:ln w="9525" algn="ctr">
              <a:solidFill>
                <a:schemeClr val="accent1">
                  <a:lumMod val="50000"/>
                </a:schemeClr>
              </a:solidFill>
              <a:round/>
              <a:headEnd/>
              <a:tailEnd/>
            </a:ln>
            <a:extLst>
              <a:ext uri="{909E8E84-426E-40DD-AFC4-6F175D3DCCD1}">
                <a14:hiddenFill xmlns:a14="http://schemas.microsoft.com/office/drawing/2010/main">
                  <a:noFill/>
                </a14:hiddenFill>
              </a:ext>
            </a:extLst>
          </p:spPr>
        </p:cxnSp>
        <p:sp>
          <p:nvSpPr>
            <p:cNvPr id="151" name="Oval 150">
              <a:extLst>
                <a:ext uri="{FF2B5EF4-FFF2-40B4-BE49-F238E27FC236}">
                  <a16:creationId xmlns:a16="http://schemas.microsoft.com/office/drawing/2014/main" id="{1D6B33DE-C55D-4EF6-A55F-2B0450AE5842}"/>
                </a:ext>
              </a:extLst>
            </p:cNvPr>
            <p:cNvSpPr/>
            <p:nvPr/>
          </p:nvSpPr>
          <p:spPr bwMode="auto">
            <a:xfrm>
              <a:off x="6021574" y="4759996"/>
              <a:ext cx="78576" cy="76429"/>
            </a:xfrm>
            <a:prstGeom prst="ellipse">
              <a:avLst/>
            </a:prstGeom>
            <a:solidFill>
              <a:schemeClr val="accent1"/>
            </a:solidFill>
            <a:ln w="9525" cap="flat" cmpd="sng" algn="ctr">
              <a:solidFill>
                <a:schemeClr val="accent1">
                  <a:lumMod val="50000"/>
                </a:schemeClr>
              </a:solid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152" name="Oval 151">
              <a:extLst>
                <a:ext uri="{FF2B5EF4-FFF2-40B4-BE49-F238E27FC236}">
                  <a16:creationId xmlns:a16="http://schemas.microsoft.com/office/drawing/2014/main" id="{92D0D5D2-640E-447F-8FE9-EE281A9E98A6}"/>
                </a:ext>
              </a:extLst>
            </p:cNvPr>
            <p:cNvSpPr/>
            <p:nvPr/>
          </p:nvSpPr>
          <p:spPr bwMode="auto">
            <a:xfrm>
              <a:off x="6204918" y="4497955"/>
              <a:ext cx="80759" cy="76429"/>
            </a:xfrm>
            <a:prstGeom prst="ellipse">
              <a:avLst/>
            </a:prstGeom>
            <a:solidFill>
              <a:schemeClr val="accent1"/>
            </a:solidFill>
            <a:ln w="9525" cap="flat" cmpd="sng" algn="ctr">
              <a:solidFill>
                <a:schemeClr val="accent1">
                  <a:lumMod val="50000"/>
                </a:schemeClr>
              </a:solid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153" name="Oval 152">
              <a:extLst>
                <a:ext uri="{FF2B5EF4-FFF2-40B4-BE49-F238E27FC236}">
                  <a16:creationId xmlns:a16="http://schemas.microsoft.com/office/drawing/2014/main" id="{A4EB2321-EC52-411E-B5F7-C11D955F305D}"/>
                </a:ext>
              </a:extLst>
            </p:cNvPr>
            <p:cNvSpPr/>
            <p:nvPr/>
          </p:nvSpPr>
          <p:spPr bwMode="auto">
            <a:xfrm>
              <a:off x="5962643" y="4013178"/>
              <a:ext cx="80758" cy="76429"/>
            </a:xfrm>
            <a:prstGeom prst="ellipse">
              <a:avLst/>
            </a:prstGeom>
            <a:solidFill>
              <a:schemeClr val="accent1"/>
            </a:solidFill>
            <a:ln w="9525" cap="flat" cmpd="sng" algn="ctr">
              <a:solidFill>
                <a:schemeClr val="accent1">
                  <a:lumMod val="50000"/>
                </a:schemeClr>
              </a:solid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grpSp>
      <p:grpSp>
        <p:nvGrpSpPr>
          <p:cNvPr id="159" name="Group 158">
            <a:extLst>
              <a:ext uri="{FF2B5EF4-FFF2-40B4-BE49-F238E27FC236}">
                <a16:creationId xmlns:a16="http://schemas.microsoft.com/office/drawing/2014/main" id="{6C60E2A0-5173-4D7F-BD36-1AD77A1E3AB2}"/>
              </a:ext>
            </a:extLst>
          </p:cNvPr>
          <p:cNvGrpSpPr/>
          <p:nvPr/>
        </p:nvGrpSpPr>
        <p:grpSpPr>
          <a:xfrm>
            <a:off x="8422959" y="3955237"/>
            <a:ext cx="1358654" cy="1246598"/>
            <a:chOff x="6702256" y="4000421"/>
            <a:chExt cx="1868702" cy="1714579"/>
          </a:xfrm>
          <a:solidFill>
            <a:schemeClr val="accent1">
              <a:lumMod val="40000"/>
              <a:lumOff val="60000"/>
            </a:schemeClr>
          </a:solidFill>
        </p:grpSpPr>
        <p:sp>
          <p:nvSpPr>
            <p:cNvPr id="149" name="Rectangle 148">
              <a:extLst>
                <a:ext uri="{FF2B5EF4-FFF2-40B4-BE49-F238E27FC236}">
                  <a16:creationId xmlns:a16="http://schemas.microsoft.com/office/drawing/2014/main" id="{0156489B-A5FE-4E85-ACA4-EC35FA2C10A3}"/>
                </a:ext>
              </a:extLst>
            </p:cNvPr>
            <p:cNvSpPr/>
            <p:nvPr/>
          </p:nvSpPr>
          <p:spPr bwMode="auto">
            <a:xfrm>
              <a:off x="6702256" y="4028418"/>
              <a:ext cx="1828595" cy="1686582"/>
            </a:xfrm>
            <a:prstGeom prst="rect">
              <a:avLst/>
            </a:prstGeom>
            <a:grpFill/>
            <a:ln>
              <a:solidFill>
                <a:schemeClr val="accent1">
                  <a:lumMod val="50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p>
              <a:pPr eaLnBrk="1" hangingPunct="1">
                <a:defRPr/>
              </a:pPr>
              <a:endParaRPr lang="en-US" sz="3200">
                <a:solidFill>
                  <a:schemeClr val="tx1"/>
                </a:solidFill>
              </a:endParaRPr>
            </a:p>
          </p:txBody>
        </p:sp>
        <p:sp>
          <p:nvSpPr>
            <p:cNvPr id="140" name="Flowchart: Delay 2">
              <a:extLst>
                <a:ext uri="{FF2B5EF4-FFF2-40B4-BE49-F238E27FC236}">
                  <a16:creationId xmlns:a16="http://schemas.microsoft.com/office/drawing/2014/main" id="{27AEACA7-AA1D-431D-B5AD-2312D4AFCB8F}"/>
                </a:ext>
              </a:extLst>
            </p:cNvPr>
            <p:cNvSpPr>
              <a:spLocks noChangeArrowheads="1"/>
            </p:cNvSpPr>
            <p:nvPr/>
          </p:nvSpPr>
          <p:spPr bwMode="auto">
            <a:xfrm>
              <a:off x="6858000" y="4684987"/>
              <a:ext cx="360056" cy="330299"/>
            </a:xfrm>
            <a:prstGeom prst="flowChartDelay">
              <a:avLst/>
            </a:prstGeom>
            <a:grpFill/>
            <a:ln w="9525" algn="ctr">
              <a:solidFill>
                <a:schemeClr val="accent1">
                  <a:lumMod val="50000"/>
                </a:schemeClr>
              </a:solidFill>
              <a:round/>
              <a:headEnd/>
              <a:tailEnd/>
            </a:ln>
          </p:spPr>
          <p:txBody>
            <a:bodyPr anchor="ctr"/>
            <a:lstStyle/>
            <a:p>
              <a:pPr eaLnBrk="1" hangingPunct="1">
                <a:defRPr/>
              </a:pPr>
              <a:endParaRPr lang="en-US" sz="1600">
                <a:latin typeface="Arial" charset="0"/>
                <a:cs typeface="Arial" charset="0"/>
              </a:endParaRPr>
            </a:p>
          </p:txBody>
        </p:sp>
        <p:grpSp>
          <p:nvGrpSpPr>
            <p:cNvPr id="141" name="Group 140">
              <a:extLst>
                <a:ext uri="{FF2B5EF4-FFF2-40B4-BE49-F238E27FC236}">
                  <a16:creationId xmlns:a16="http://schemas.microsoft.com/office/drawing/2014/main" id="{6610BAF1-803B-438C-AB28-CBA42682A3A2}"/>
                </a:ext>
              </a:extLst>
            </p:cNvPr>
            <p:cNvGrpSpPr/>
            <p:nvPr/>
          </p:nvGrpSpPr>
          <p:grpSpPr>
            <a:xfrm>
              <a:off x="6781800" y="4759379"/>
              <a:ext cx="76200" cy="203820"/>
              <a:chOff x="5081535" y="2539381"/>
              <a:chExt cx="481065" cy="180524"/>
            </a:xfrm>
            <a:grpFill/>
          </p:grpSpPr>
          <p:cxnSp>
            <p:nvCxnSpPr>
              <p:cNvPr id="142" name="Straight Connector 11">
                <a:extLst>
                  <a:ext uri="{FF2B5EF4-FFF2-40B4-BE49-F238E27FC236}">
                    <a16:creationId xmlns:a16="http://schemas.microsoft.com/office/drawing/2014/main" id="{C62E3637-898C-4922-B8ED-939C7418AD60}"/>
                  </a:ext>
                </a:extLst>
              </p:cNvPr>
              <p:cNvCxnSpPr>
                <a:cxnSpLocks noChangeShapeType="1"/>
              </p:cNvCxnSpPr>
              <p:nvPr/>
            </p:nvCxnSpPr>
            <p:spPr bwMode="auto">
              <a:xfrm rot="10800000">
                <a:off x="5081535" y="2719905"/>
                <a:ext cx="481065" cy="0"/>
              </a:xfrm>
              <a:prstGeom prst="line">
                <a:avLst/>
              </a:prstGeom>
              <a:grpFill/>
              <a:ln w="9525" algn="ctr">
                <a:solidFill>
                  <a:schemeClr val="accent1">
                    <a:lumMod val="50000"/>
                  </a:schemeClr>
                </a:solidFill>
                <a:round/>
                <a:headEnd/>
                <a:tailEnd/>
              </a:ln>
            </p:spPr>
          </p:cxnSp>
          <p:cxnSp>
            <p:nvCxnSpPr>
              <p:cNvPr id="143" name="Straight Connector 12">
                <a:extLst>
                  <a:ext uri="{FF2B5EF4-FFF2-40B4-BE49-F238E27FC236}">
                    <a16:creationId xmlns:a16="http://schemas.microsoft.com/office/drawing/2014/main" id="{730C2515-E732-455E-BA2E-EB1E5BDA0963}"/>
                  </a:ext>
                </a:extLst>
              </p:cNvPr>
              <p:cNvCxnSpPr>
                <a:cxnSpLocks noChangeShapeType="1"/>
              </p:cNvCxnSpPr>
              <p:nvPr/>
            </p:nvCxnSpPr>
            <p:spPr bwMode="auto">
              <a:xfrm rot="10800000">
                <a:off x="5081535" y="2539381"/>
                <a:ext cx="481065" cy="0"/>
              </a:xfrm>
              <a:prstGeom prst="line">
                <a:avLst/>
              </a:prstGeom>
              <a:grpFill/>
              <a:ln w="9525" algn="ctr">
                <a:solidFill>
                  <a:schemeClr val="accent1">
                    <a:lumMod val="50000"/>
                  </a:schemeClr>
                </a:solidFill>
                <a:round/>
                <a:headEnd/>
                <a:tailEnd/>
              </a:ln>
            </p:spPr>
          </p:cxnSp>
        </p:grpSp>
        <p:cxnSp>
          <p:nvCxnSpPr>
            <p:cNvPr id="144" name="Straight Connector 11">
              <a:extLst>
                <a:ext uri="{FF2B5EF4-FFF2-40B4-BE49-F238E27FC236}">
                  <a16:creationId xmlns:a16="http://schemas.microsoft.com/office/drawing/2014/main" id="{DC1C8776-9FA1-410D-AF78-95AEB63A31DC}"/>
                </a:ext>
              </a:extLst>
            </p:cNvPr>
            <p:cNvCxnSpPr>
              <a:cxnSpLocks noChangeShapeType="1"/>
            </p:cNvCxnSpPr>
            <p:nvPr/>
          </p:nvCxnSpPr>
          <p:spPr bwMode="auto">
            <a:xfrm flipH="1">
              <a:off x="7218056" y="4850136"/>
              <a:ext cx="249544" cy="0"/>
            </a:xfrm>
            <a:prstGeom prst="line">
              <a:avLst/>
            </a:prstGeom>
            <a:grpFill/>
            <a:ln w="9525" algn="ctr">
              <a:solidFill>
                <a:schemeClr val="accent1">
                  <a:lumMod val="50000"/>
                </a:schemeClr>
              </a:solidFill>
              <a:round/>
              <a:headEnd/>
              <a:tailEnd/>
            </a:ln>
          </p:spPr>
        </p:cxnSp>
        <p:grpSp>
          <p:nvGrpSpPr>
            <p:cNvPr id="150" name="Group 149">
              <a:extLst>
                <a:ext uri="{FF2B5EF4-FFF2-40B4-BE49-F238E27FC236}">
                  <a16:creationId xmlns:a16="http://schemas.microsoft.com/office/drawing/2014/main" id="{EDB6B26B-9CBB-44B1-9527-80AD3A831978}"/>
                </a:ext>
              </a:extLst>
            </p:cNvPr>
            <p:cNvGrpSpPr/>
            <p:nvPr/>
          </p:nvGrpSpPr>
          <p:grpSpPr>
            <a:xfrm>
              <a:off x="7454264" y="4071212"/>
              <a:ext cx="1036479" cy="1409797"/>
              <a:chOff x="7467600" y="4516496"/>
              <a:chExt cx="432959" cy="588904"/>
            </a:xfrm>
            <a:grpFill/>
          </p:grpSpPr>
          <p:cxnSp>
            <p:nvCxnSpPr>
              <p:cNvPr id="145" name="Straight Connector 11">
                <a:extLst>
                  <a:ext uri="{FF2B5EF4-FFF2-40B4-BE49-F238E27FC236}">
                    <a16:creationId xmlns:a16="http://schemas.microsoft.com/office/drawing/2014/main" id="{89BEC94C-1851-478D-AA56-BCD9599629EB}"/>
                  </a:ext>
                </a:extLst>
              </p:cNvPr>
              <p:cNvCxnSpPr>
                <a:cxnSpLocks noChangeShapeType="1"/>
                <a:stCxn id="155" idx="3"/>
              </p:cNvCxnSpPr>
              <p:nvPr/>
            </p:nvCxnSpPr>
            <p:spPr bwMode="auto">
              <a:xfrm flipH="1">
                <a:off x="7467600" y="4516496"/>
                <a:ext cx="181170" cy="330290"/>
              </a:xfrm>
              <a:prstGeom prst="line">
                <a:avLst/>
              </a:prstGeom>
              <a:grpFill/>
              <a:ln w="9525" algn="ctr">
                <a:solidFill>
                  <a:schemeClr val="accent1">
                    <a:lumMod val="50000"/>
                  </a:schemeClr>
                </a:solidFill>
                <a:round/>
                <a:headEnd/>
                <a:tailEnd/>
              </a:ln>
            </p:spPr>
          </p:cxnSp>
          <p:cxnSp>
            <p:nvCxnSpPr>
              <p:cNvPr id="146" name="Straight Connector 11">
                <a:extLst>
                  <a:ext uri="{FF2B5EF4-FFF2-40B4-BE49-F238E27FC236}">
                    <a16:creationId xmlns:a16="http://schemas.microsoft.com/office/drawing/2014/main" id="{9E92527B-B181-4CE4-8838-57169DC7540A}"/>
                  </a:ext>
                </a:extLst>
              </p:cNvPr>
              <p:cNvCxnSpPr>
                <a:cxnSpLocks noChangeShapeType="1"/>
                <a:stCxn id="156" idx="2"/>
              </p:cNvCxnSpPr>
              <p:nvPr/>
            </p:nvCxnSpPr>
            <p:spPr bwMode="auto">
              <a:xfrm flipH="1">
                <a:off x="7467600" y="4844272"/>
                <a:ext cx="432959" cy="0"/>
              </a:xfrm>
              <a:prstGeom prst="line">
                <a:avLst/>
              </a:prstGeom>
              <a:grpFill/>
              <a:ln w="9525" algn="ctr">
                <a:solidFill>
                  <a:schemeClr val="accent1">
                    <a:lumMod val="50000"/>
                  </a:schemeClr>
                </a:solidFill>
                <a:round/>
                <a:headEnd/>
                <a:tailEnd/>
              </a:ln>
            </p:spPr>
          </p:cxnSp>
          <p:cxnSp>
            <p:nvCxnSpPr>
              <p:cNvPr id="147" name="Straight Connector 11">
                <a:extLst>
                  <a:ext uri="{FF2B5EF4-FFF2-40B4-BE49-F238E27FC236}">
                    <a16:creationId xmlns:a16="http://schemas.microsoft.com/office/drawing/2014/main" id="{C625E8F6-8AB2-491A-9F42-3F33D58BCFD1}"/>
                  </a:ext>
                </a:extLst>
              </p:cNvPr>
              <p:cNvCxnSpPr>
                <a:cxnSpLocks noChangeShapeType="1"/>
              </p:cNvCxnSpPr>
              <p:nvPr/>
            </p:nvCxnSpPr>
            <p:spPr bwMode="auto">
              <a:xfrm flipH="1" flipV="1">
                <a:off x="7477125" y="4844383"/>
                <a:ext cx="107763" cy="261017"/>
              </a:xfrm>
              <a:prstGeom prst="line">
                <a:avLst/>
              </a:prstGeom>
              <a:grpFill/>
              <a:ln w="9525" algn="ctr">
                <a:solidFill>
                  <a:schemeClr val="accent1">
                    <a:lumMod val="50000"/>
                  </a:schemeClr>
                </a:solidFill>
                <a:round/>
                <a:headEnd/>
                <a:tailEnd/>
              </a:ln>
            </p:spPr>
          </p:cxnSp>
        </p:grpSp>
        <p:sp>
          <p:nvSpPr>
            <p:cNvPr id="155" name="Oval 154">
              <a:extLst>
                <a:ext uri="{FF2B5EF4-FFF2-40B4-BE49-F238E27FC236}">
                  <a16:creationId xmlns:a16="http://schemas.microsoft.com/office/drawing/2014/main" id="{418AF0F9-AD19-40B1-AD9B-7EAD9CE100E8}"/>
                </a:ext>
              </a:extLst>
            </p:cNvPr>
            <p:cNvSpPr/>
            <p:nvPr/>
          </p:nvSpPr>
          <p:spPr bwMode="auto">
            <a:xfrm>
              <a:off x="7876228" y="4000421"/>
              <a:ext cx="80215" cy="76200"/>
            </a:xfrm>
            <a:prstGeom prst="ellipse">
              <a:avLst/>
            </a:prstGeom>
            <a:grpFill/>
            <a:ln w="9525" cap="flat" cmpd="sng" algn="ctr">
              <a:solidFill>
                <a:schemeClr val="accent1">
                  <a:lumMod val="50000"/>
                </a:schemeClr>
              </a:solid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sp>
          <p:nvSpPr>
            <p:cNvPr id="156" name="Oval 155">
              <a:extLst>
                <a:ext uri="{FF2B5EF4-FFF2-40B4-BE49-F238E27FC236}">
                  <a16:creationId xmlns:a16="http://schemas.microsoft.com/office/drawing/2014/main" id="{EC075A31-8226-4890-9F10-88209B36880B}"/>
                </a:ext>
              </a:extLst>
            </p:cNvPr>
            <p:cNvSpPr/>
            <p:nvPr/>
          </p:nvSpPr>
          <p:spPr bwMode="auto">
            <a:xfrm>
              <a:off x="8490743" y="4812036"/>
              <a:ext cx="80215" cy="76200"/>
            </a:xfrm>
            <a:prstGeom prst="ellipse">
              <a:avLst/>
            </a:prstGeom>
            <a:grpFill/>
            <a:ln w="9525" cap="flat" cmpd="sng" algn="ctr">
              <a:solidFill>
                <a:schemeClr val="accent1">
                  <a:lumMod val="50000"/>
                </a:schemeClr>
              </a:solidFill>
              <a:prstDash val="solid"/>
              <a:round/>
              <a:headEnd type="none" w="med" len="med"/>
              <a:tailEnd type="none" w="med" len="med"/>
            </a:ln>
            <a:effectLst/>
          </p:spPr>
          <p:txBody>
            <a:bodyPr anchor="ctr"/>
            <a:lstStyle/>
            <a:p>
              <a:pPr eaLnBrk="1" hangingPunct="1">
                <a:defRPr/>
              </a:pPr>
              <a:endParaRPr lang="en-US" sz="3200">
                <a:latin typeface="Arial" charset="0"/>
                <a:cs typeface="Arial" charset="0"/>
              </a:endParaRPr>
            </a:p>
          </p:txBody>
        </p:sp>
      </p:grpSp>
      <p:sp>
        <p:nvSpPr>
          <p:cNvPr id="161" name="TextBox 160">
            <a:extLst>
              <a:ext uri="{FF2B5EF4-FFF2-40B4-BE49-F238E27FC236}">
                <a16:creationId xmlns:a16="http://schemas.microsoft.com/office/drawing/2014/main" id="{D1863467-4C71-4592-B253-170A96E40497}"/>
              </a:ext>
            </a:extLst>
          </p:cNvPr>
          <p:cNvSpPr txBox="1"/>
          <p:nvPr/>
        </p:nvSpPr>
        <p:spPr>
          <a:xfrm>
            <a:off x="6745288" y="5438776"/>
            <a:ext cx="3313112" cy="276225"/>
          </a:xfrm>
          <a:prstGeom prst="rect">
            <a:avLst/>
          </a:prstGeom>
          <a:ln>
            <a:solidFill>
              <a:schemeClr val="accent1">
                <a:lumMod val="50000"/>
              </a:schemeClr>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defRPr/>
            </a:pPr>
            <a:r>
              <a:rPr lang="en-US" sz="1200" dirty="0"/>
              <a:t>length = f (gate count, </a:t>
            </a:r>
            <a:r>
              <a:rPr lang="en-US" sz="1200" dirty="0" err="1"/>
              <a:t>fanout</a:t>
            </a:r>
            <a:r>
              <a:rPr lang="en-US" sz="1200" dirty="0"/>
              <a:t>)</a:t>
            </a:r>
            <a:endParaRPr lang="en-US" sz="1200" baseline="-25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8342DE6-E917-4EE0-AC8C-6B42BB0CA3F3}"/>
              </a:ext>
            </a:extLst>
          </p:cNvPr>
          <p:cNvSpPr>
            <a:spLocks noGrp="1"/>
          </p:cNvSpPr>
          <p:nvPr>
            <p:ph type="title"/>
          </p:nvPr>
        </p:nvSpPr>
        <p:spPr/>
        <p:txBody>
          <a:bodyPr/>
          <a:lstStyle/>
          <a:p>
            <a:r>
              <a:rPr lang="en-US" altLang="en-US"/>
              <a:t>Library: Wire Load Syntax</a:t>
            </a:r>
          </a:p>
        </p:txBody>
      </p:sp>
      <p:sp>
        <p:nvSpPr>
          <p:cNvPr id="4" name="Rectangle 3">
            <a:extLst>
              <a:ext uri="{FF2B5EF4-FFF2-40B4-BE49-F238E27FC236}">
                <a16:creationId xmlns:a16="http://schemas.microsoft.com/office/drawing/2014/main" id="{8AEE8C76-195C-4167-BD20-F4980D5879E1}"/>
              </a:ext>
            </a:extLst>
          </p:cNvPr>
          <p:cNvSpPr/>
          <p:nvPr/>
        </p:nvSpPr>
        <p:spPr>
          <a:xfrm>
            <a:off x="1981201" y="1524000"/>
            <a:ext cx="8220075" cy="4186238"/>
          </a:xfrm>
          <a:prstGeom prst="rect">
            <a:avLst/>
          </a:prstGeom>
          <a:solidFill>
            <a:schemeClr val="accent1">
              <a:lumMod val="20000"/>
              <a:lumOff val="80000"/>
            </a:schemeClr>
          </a:solidFill>
          <a:ln w="28575">
            <a:solidFill>
              <a:schemeClr val="accent1">
                <a:lumMod val="75000"/>
              </a:schemeClr>
            </a:solidFill>
          </a:ln>
        </p:spPr>
        <p:txBody>
          <a:bodyPr>
            <a:spAutoFit/>
          </a:bodyPr>
          <a:lstStyle/>
          <a:p>
            <a:pPr>
              <a:tabLst>
                <a:tab pos="457200" algn="l"/>
              </a:tabLst>
              <a:defRPr/>
            </a:pPr>
            <a:r>
              <a:rPr lang="en-US" sz="1400" dirty="0" err="1">
                <a:solidFill>
                  <a:srgbClr val="0000CC"/>
                </a:solidFill>
                <a:latin typeface="Courier New" pitchFamily="49" charset="0"/>
                <a:cs typeface="Courier New" pitchFamily="49" charset="0"/>
              </a:rPr>
              <a:t>wire_load</a:t>
            </a:r>
            <a:r>
              <a:rPr lang="en-US" sz="1400" dirty="0">
                <a:latin typeface="Courier New" pitchFamily="49" charset="0"/>
                <a:cs typeface="Courier New" pitchFamily="49" charset="0"/>
              </a:rPr>
              <a:t> (</a:t>
            </a:r>
            <a:r>
              <a:rPr lang="en-US" sz="1400" i="1" dirty="0">
                <a:latin typeface="Courier New" pitchFamily="49" charset="0"/>
                <a:cs typeface="Courier New" pitchFamily="49" charset="0"/>
              </a:rPr>
              <a:t>name</a:t>
            </a:r>
            <a:r>
              <a:rPr lang="en-US" sz="1400" dirty="0">
                <a:latin typeface="Courier New" pitchFamily="49" charset="0"/>
                <a:cs typeface="Courier New" pitchFamily="49" charset="0"/>
              </a:rPr>
              <a:t>) { </a:t>
            </a:r>
          </a:p>
          <a:p>
            <a:pPr lvl="1">
              <a:tabLst>
                <a:tab pos="457200" algn="l"/>
              </a:tabLst>
              <a:defRPr/>
            </a:pPr>
            <a:r>
              <a:rPr lang="en-US" sz="1400" dirty="0">
                <a:solidFill>
                  <a:srgbClr val="0000CC"/>
                </a:solidFill>
                <a:latin typeface="Courier New" pitchFamily="49" charset="0"/>
                <a:cs typeface="Courier New" pitchFamily="49" charset="0"/>
              </a:rPr>
              <a:t>area</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 </a:t>
            </a:r>
          </a:p>
          <a:p>
            <a:pPr lvl="1">
              <a:tabLst>
                <a:tab pos="457200" algn="l"/>
              </a:tabLst>
              <a:defRPr/>
            </a:pPr>
            <a:r>
              <a:rPr lang="en-US" sz="1400" dirty="0">
                <a:solidFill>
                  <a:srgbClr val="0000CC"/>
                </a:solidFill>
                <a:latin typeface="Courier New" pitchFamily="49" charset="0"/>
                <a:cs typeface="Courier New" pitchFamily="49" charset="0"/>
              </a:rPr>
              <a:t>capacitance</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 </a:t>
            </a:r>
          </a:p>
          <a:p>
            <a:pPr lvl="1">
              <a:tabLst>
                <a:tab pos="457200" algn="l"/>
              </a:tabLst>
              <a:defRPr/>
            </a:pPr>
            <a:r>
              <a:rPr lang="en-US" sz="1400" dirty="0">
                <a:solidFill>
                  <a:srgbClr val="0000CC"/>
                </a:solidFill>
                <a:latin typeface="Courier New" pitchFamily="49" charset="0"/>
                <a:cs typeface="Courier New" pitchFamily="49" charset="0"/>
              </a:rPr>
              <a:t>resistance</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 </a:t>
            </a:r>
          </a:p>
          <a:p>
            <a:pPr lvl="1">
              <a:tabLst>
                <a:tab pos="457200" algn="l"/>
              </a:tabLst>
              <a:defRPr/>
            </a:pPr>
            <a:r>
              <a:rPr lang="en-US" sz="1400" dirty="0">
                <a:solidFill>
                  <a:srgbClr val="0000CC"/>
                </a:solidFill>
                <a:latin typeface="Courier New" pitchFamily="49" charset="0"/>
                <a:cs typeface="Courier New" pitchFamily="49" charset="0"/>
              </a:rPr>
              <a:t>slope</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a:t>
            </a:r>
          </a:p>
          <a:p>
            <a:pPr marL="457200">
              <a:tabLst>
                <a:tab pos="457200" algn="l"/>
              </a:tabLst>
              <a:defRPr/>
            </a:pPr>
            <a:r>
              <a:rPr lang="en-US" sz="1400" dirty="0">
                <a:latin typeface="Courier New" pitchFamily="49" charset="0"/>
                <a:cs typeface="Courier New" pitchFamily="49" charset="0"/>
              </a:rPr>
              <a:t>{</a:t>
            </a:r>
            <a:r>
              <a:rPr lang="en-US" sz="1400" dirty="0" err="1">
                <a:solidFill>
                  <a:srgbClr val="0000CC"/>
                </a:solidFill>
                <a:latin typeface="Courier New" pitchFamily="49" charset="0"/>
                <a:cs typeface="Courier New" pitchFamily="49" charset="0"/>
              </a:rPr>
              <a:t>fanout_length</a:t>
            </a:r>
            <a:r>
              <a:rPr lang="en-US" sz="1400" dirty="0">
                <a:latin typeface="Courier New" pitchFamily="49" charset="0"/>
                <a:cs typeface="Courier New" pitchFamily="49" charset="0"/>
              </a:rPr>
              <a:t> (</a:t>
            </a:r>
            <a:r>
              <a:rPr lang="en-US" sz="1400" i="1" dirty="0" err="1">
                <a:latin typeface="Courier New" pitchFamily="49" charset="0"/>
                <a:cs typeface="Courier New" pitchFamily="49" charset="0"/>
              </a:rPr>
              <a:t>fanout</a:t>
            </a:r>
            <a:r>
              <a:rPr lang="en-US" sz="1400" i="1" dirty="0">
                <a:latin typeface="Courier New" pitchFamily="49" charset="0"/>
                <a:cs typeface="Courier New" pitchFamily="49" charset="0"/>
              </a:rPr>
              <a:t>, length</a:t>
            </a:r>
            <a:r>
              <a:rPr lang="en-US" sz="1400" dirty="0">
                <a:latin typeface="Courier New" pitchFamily="49" charset="0"/>
                <a:cs typeface="Courier New" pitchFamily="49" charset="0"/>
              </a:rPr>
              <a:t>) ;</a:t>
            </a:r>
          </a:p>
          <a:p>
            <a:pPr marL="457200">
              <a:tabLst>
                <a:tab pos="457200" algn="l"/>
              </a:tabLst>
              <a:defRPr/>
            </a:pPr>
            <a:r>
              <a:rPr lang="en-US" sz="1400" dirty="0">
                <a:latin typeface="Courier New" pitchFamily="49" charset="0"/>
                <a:cs typeface="Courier New" pitchFamily="49" charset="0"/>
              </a:rPr>
              <a:t>...</a:t>
            </a:r>
          </a:p>
          <a:p>
            <a:pPr marL="457200">
              <a:tabLst>
                <a:tab pos="457200" algn="l"/>
              </a:tabLst>
              <a:defRPr/>
            </a:pPr>
            <a:r>
              <a:rPr lang="en-US" sz="1400" dirty="0">
                <a:latin typeface="Courier New" pitchFamily="49" charset="0"/>
                <a:cs typeface="Courier New" pitchFamily="49" charset="0"/>
              </a:rPr>
              <a:t>}</a:t>
            </a:r>
          </a:p>
          <a:p>
            <a:pPr>
              <a:tabLst>
                <a:tab pos="457200" algn="l"/>
              </a:tabLst>
              <a:defRPr/>
            </a:pPr>
            <a:r>
              <a:rPr lang="en-US" sz="1400" dirty="0">
                <a:latin typeface="Courier New" pitchFamily="49" charset="0"/>
                <a:cs typeface="Courier New" pitchFamily="49" charset="0"/>
              </a:rPr>
              <a:t>}</a:t>
            </a:r>
          </a:p>
          <a:p>
            <a:pPr>
              <a:tabLst>
                <a:tab pos="457200" algn="l"/>
              </a:tabLst>
              <a:defRPr/>
            </a:pPr>
            <a:r>
              <a:rPr lang="en-US" sz="1400" dirty="0" err="1">
                <a:solidFill>
                  <a:srgbClr val="0000CC"/>
                </a:solidFill>
                <a:latin typeface="Courier New" pitchFamily="49" charset="0"/>
                <a:cs typeface="Courier New" pitchFamily="49" charset="0"/>
              </a:rPr>
              <a:t>wire_load_selection</a:t>
            </a:r>
            <a:r>
              <a:rPr lang="en-US" sz="1400" dirty="0">
                <a:latin typeface="Courier New" pitchFamily="49" charset="0"/>
                <a:cs typeface="Courier New" pitchFamily="49" charset="0"/>
              </a:rPr>
              <a:t> (</a:t>
            </a:r>
            <a:r>
              <a:rPr lang="en-US" sz="1400" i="1" dirty="0">
                <a:latin typeface="Courier New" pitchFamily="49" charset="0"/>
                <a:cs typeface="Courier New" pitchFamily="49" charset="0"/>
              </a:rPr>
              <a:t>name</a:t>
            </a:r>
            <a:r>
              <a:rPr lang="en-US" sz="1400" dirty="0">
                <a:latin typeface="Courier New" pitchFamily="49" charset="0"/>
                <a:cs typeface="Courier New" pitchFamily="49" charset="0"/>
              </a:rPr>
              <a:t>) { </a:t>
            </a:r>
          </a:p>
          <a:p>
            <a:pPr>
              <a:tabLst>
                <a:tab pos="457200" algn="l"/>
              </a:tabLst>
              <a:defRPr/>
            </a:pPr>
            <a:r>
              <a:rPr lang="en-US" sz="1400" dirty="0">
                <a:latin typeface="Courier New" pitchFamily="49" charset="0"/>
                <a:cs typeface="Courier New" pitchFamily="49" charset="0"/>
              </a:rPr>
              <a:t>	</a:t>
            </a:r>
            <a:r>
              <a:rPr lang="ru-RU" sz="1400" dirty="0">
                <a:latin typeface="Courier New" pitchFamily="49" charset="0"/>
                <a:cs typeface="Courier New" pitchFamily="49" charset="0"/>
              </a:rPr>
              <a:t>{</a:t>
            </a:r>
            <a:r>
              <a:rPr lang="en-US" sz="1400" dirty="0" err="1">
                <a:solidFill>
                  <a:srgbClr val="0000CC"/>
                </a:solidFill>
                <a:latin typeface="Courier New" pitchFamily="49" charset="0"/>
                <a:cs typeface="Courier New" pitchFamily="49" charset="0"/>
              </a:rPr>
              <a:t>wire_load_from_area</a:t>
            </a:r>
            <a:r>
              <a:rPr lang="en-US" sz="1400" dirty="0">
                <a:latin typeface="Courier New" pitchFamily="49" charset="0"/>
                <a:cs typeface="Courier New" pitchFamily="49" charset="0"/>
              </a:rPr>
              <a:t> (</a:t>
            </a:r>
            <a:r>
              <a:rPr lang="en-US" sz="1400" i="1" dirty="0">
                <a:latin typeface="Courier New" pitchFamily="49" charset="0"/>
                <a:cs typeface="Courier New" pitchFamily="49" charset="0"/>
              </a:rPr>
              <a:t>min_area1</a:t>
            </a:r>
            <a:r>
              <a:rPr lang="en-US" sz="1400" dirty="0">
                <a:latin typeface="Courier New" pitchFamily="49" charset="0"/>
                <a:cs typeface="Courier New" pitchFamily="49" charset="0"/>
              </a:rPr>
              <a:t>,</a:t>
            </a:r>
            <a:r>
              <a:rPr lang="en-US" sz="1400" i="1" dirty="0">
                <a:latin typeface="Courier New" pitchFamily="49" charset="0"/>
                <a:cs typeface="Courier New" pitchFamily="49" charset="0"/>
              </a:rPr>
              <a:t>max_area1</a:t>
            </a:r>
            <a:r>
              <a:rPr lang="en-US" sz="1400" dirty="0">
                <a:latin typeface="Courier New" pitchFamily="49" charset="0"/>
                <a:cs typeface="Courier New" pitchFamily="49" charset="0"/>
              </a:rPr>
              <a:t>,</a:t>
            </a:r>
            <a:r>
              <a:rPr lang="en-US" sz="1400" i="1" dirty="0">
                <a:latin typeface="Courier New" pitchFamily="49" charset="0"/>
                <a:cs typeface="Courier New" pitchFamily="49" charset="0"/>
              </a:rPr>
              <a:t>wire_load_name1</a:t>
            </a:r>
            <a:r>
              <a:rPr lang="en-US" sz="1400" dirty="0">
                <a:latin typeface="Courier New" pitchFamily="49" charset="0"/>
                <a:cs typeface="Courier New" pitchFamily="49" charset="0"/>
              </a:rPr>
              <a:t>);</a:t>
            </a:r>
            <a:endParaRPr lang="ru-RU" sz="1400" dirty="0">
              <a:latin typeface="Courier New" pitchFamily="49" charset="0"/>
              <a:cs typeface="Courier New" pitchFamily="49" charset="0"/>
            </a:endParaRPr>
          </a:p>
          <a:p>
            <a:pPr>
              <a:tabLst>
                <a:tab pos="457200" algn="l"/>
              </a:tabLst>
              <a:defRPr/>
            </a:pPr>
            <a:r>
              <a:rPr lang="ru-RU" sz="1400" dirty="0">
                <a:latin typeface="Courier New" pitchFamily="49" charset="0"/>
                <a:cs typeface="Courier New" pitchFamily="49" charset="0"/>
              </a:rPr>
              <a:t>	...}</a:t>
            </a:r>
            <a:endParaRPr lang="en-US" sz="1400" dirty="0">
              <a:latin typeface="Courier New" pitchFamily="49" charset="0"/>
              <a:cs typeface="Courier New" pitchFamily="49" charset="0"/>
            </a:endParaRPr>
          </a:p>
          <a:p>
            <a:pPr>
              <a:tabLst>
                <a:tab pos="457200" algn="l"/>
              </a:tabLst>
              <a:defRPr/>
            </a:pPr>
            <a:r>
              <a:rPr lang="en-US" sz="1400" dirty="0">
                <a:latin typeface="Courier New" pitchFamily="49" charset="0"/>
                <a:cs typeface="Courier New" pitchFamily="49" charset="0"/>
              </a:rPr>
              <a:t>}</a:t>
            </a:r>
            <a:endParaRPr lang="ru-RU" sz="1400" dirty="0">
              <a:latin typeface="Courier New" pitchFamily="49" charset="0"/>
              <a:cs typeface="Courier New" pitchFamily="49" charset="0"/>
            </a:endParaRPr>
          </a:p>
          <a:p>
            <a:pPr eaLnBrk="1" hangingPunct="1">
              <a:defRPr/>
            </a:pPr>
            <a:r>
              <a:rPr lang="en-US" sz="1400" dirty="0" err="1">
                <a:solidFill>
                  <a:srgbClr val="0000CC"/>
                </a:solidFill>
                <a:latin typeface="Courier New" pitchFamily="49" charset="0"/>
                <a:cs typeface="Courier New" pitchFamily="49" charset="0"/>
              </a:rPr>
              <a:t>default_wire_load</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name </a:t>
            </a:r>
            <a:r>
              <a:rPr lang="en-US" sz="1400" dirty="0">
                <a:latin typeface="Courier New" pitchFamily="49" charset="0"/>
                <a:cs typeface="Courier New" pitchFamily="49" charset="0"/>
              </a:rPr>
              <a:t>;</a:t>
            </a:r>
          </a:p>
          <a:p>
            <a:pPr eaLnBrk="1" hangingPunct="1">
              <a:defRPr/>
            </a:pPr>
            <a:r>
              <a:rPr lang="en-US" sz="1400" dirty="0" err="1">
                <a:solidFill>
                  <a:srgbClr val="0000CC"/>
                </a:solidFill>
                <a:latin typeface="Courier New" pitchFamily="49" charset="0"/>
                <a:cs typeface="Courier New" pitchFamily="49" charset="0"/>
              </a:rPr>
              <a:t>default_wire_load_selection</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name </a:t>
            </a:r>
            <a:r>
              <a:rPr lang="en-US" sz="1400" dirty="0">
                <a:latin typeface="Courier New" pitchFamily="49" charset="0"/>
                <a:cs typeface="Courier New" pitchFamily="49" charset="0"/>
              </a:rPr>
              <a:t>; </a:t>
            </a:r>
            <a:endParaRPr lang="ru-RU" sz="1400" dirty="0">
              <a:latin typeface="Courier New" pitchFamily="49" charset="0"/>
              <a:cs typeface="Courier New" pitchFamily="49" charset="0"/>
            </a:endParaRPr>
          </a:p>
          <a:p>
            <a:pPr eaLnBrk="1" hangingPunct="1">
              <a:defRPr/>
            </a:pPr>
            <a:r>
              <a:rPr lang="en-US" sz="1400" dirty="0" err="1">
                <a:solidFill>
                  <a:srgbClr val="0000CC"/>
                </a:solidFill>
                <a:latin typeface="Courier New" pitchFamily="49" charset="0"/>
                <a:cs typeface="Courier New" pitchFamily="49" charset="0"/>
              </a:rPr>
              <a:t>default_wire_load_area</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a:t>
            </a:r>
          </a:p>
          <a:p>
            <a:pPr eaLnBrk="1" hangingPunct="1">
              <a:defRPr/>
            </a:pPr>
            <a:r>
              <a:rPr lang="en-US" sz="1400" dirty="0" err="1">
                <a:solidFill>
                  <a:srgbClr val="0000CC"/>
                </a:solidFill>
                <a:latin typeface="Courier New" pitchFamily="49" charset="0"/>
                <a:cs typeface="Courier New" pitchFamily="49" charset="0"/>
              </a:rPr>
              <a:t>default_wire_load_capacitance</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a:t>
            </a:r>
          </a:p>
          <a:p>
            <a:pPr eaLnBrk="1" hangingPunct="1">
              <a:defRPr/>
            </a:pPr>
            <a:r>
              <a:rPr lang="en-US" sz="1400" dirty="0" err="1">
                <a:solidFill>
                  <a:srgbClr val="0000CC"/>
                </a:solidFill>
                <a:latin typeface="Courier New" pitchFamily="49" charset="0"/>
                <a:cs typeface="Courier New" pitchFamily="49" charset="0"/>
              </a:rPr>
              <a:t>default_wire_load_resistance</a:t>
            </a:r>
            <a:r>
              <a:rPr lang="en-US" sz="1400" dirty="0">
                <a:latin typeface="Courier New" pitchFamily="49" charset="0"/>
                <a:cs typeface="Courier New" pitchFamily="49" charset="0"/>
              </a:rPr>
              <a:t> : </a:t>
            </a:r>
            <a:r>
              <a:rPr lang="en-US" sz="1400" i="1" dirty="0">
                <a:latin typeface="Courier New" pitchFamily="49" charset="0"/>
                <a:cs typeface="Courier New" pitchFamily="49" charset="0"/>
              </a:rPr>
              <a:t>float </a:t>
            </a:r>
            <a:r>
              <a:rPr lang="en-US" sz="1400" dirty="0">
                <a:latin typeface="Courier New" pitchFamily="49" charset="0"/>
                <a:cs typeface="Courier New" pitchFamily="49" charset="0"/>
              </a:rPr>
              <a:t>;</a:t>
            </a:r>
          </a:p>
          <a:p>
            <a:pPr eaLnBrk="1" hangingPunct="1">
              <a:defRPr/>
            </a:pPr>
            <a:r>
              <a:rPr lang="en-US" sz="1400" dirty="0" err="1">
                <a:solidFill>
                  <a:srgbClr val="0000CC"/>
                </a:solidFill>
                <a:latin typeface="Courier New" pitchFamily="49" charset="0"/>
                <a:cs typeface="Courier New" pitchFamily="49" charset="0"/>
              </a:rPr>
              <a:t>default_wire_load_mode</a:t>
            </a:r>
            <a:r>
              <a:rPr lang="en-US" sz="1400" dirty="0">
                <a:latin typeface="Courier New" pitchFamily="49" charset="0"/>
                <a:cs typeface="Courier New" pitchFamily="49" charset="0"/>
              </a:rPr>
              <a:t> : top | segmented | enclosed ;</a:t>
            </a:r>
            <a:endParaRPr lang="ru-RU" sz="1400" dirty="0">
              <a:latin typeface="Courier New" pitchFamily="49" charset="0"/>
              <a:cs typeface="Courier New"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6A693489-B1F1-4145-BC22-918FD5C3C397}"/>
              </a:ext>
            </a:extLst>
          </p:cNvPr>
          <p:cNvSpPr>
            <a:spLocks noGrp="1"/>
          </p:cNvSpPr>
          <p:nvPr>
            <p:ph type="title"/>
          </p:nvPr>
        </p:nvSpPr>
        <p:spPr/>
        <p:txBody>
          <a:bodyPr/>
          <a:lstStyle/>
          <a:p>
            <a:r>
              <a:rPr lang="en-US" altLang="en-US"/>
              <a:t>Library: Wire Load Example</a:t>
            </a:r>
          </a:p>
        </p:txBody>
      </p:sp>
      <p:sp>
        <p:nvSpPr>
          <p:cNvPr id="4" name="Rectangle 3">
            <a:extLst>
              <a:ext uri="{FF2B5EF4-FFF2-40B4-BE49-F238E27FC236}">
                <a16:creationId xmlns:a16="http://schemas.microsoft.com/office/drawing/2014/main" id="{F44492A4-7934-4D11-9BC3-13177CD92A71}"/>
              </a:ext>
            </a:extLst>
          </p:cNvPr>
          <p:cNvSpPr/>
          <p:nvPr/>
        </p:nvSpPr>
        <p:spPr>
          <a:xfrm>
            <a:off x="1965325" y="1524000"/>
            <a:ext cx="8261350" cy="4186238"/>
          </a:xfrm>
          <a:prstGeom prst="rect">
            <a:avLst/>
          </a:prstGeom>
          <a:solidFill>
            <a:schemeClr val="accent1">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tabLst>
                <a:tab pos="233363" algn="l"/>
                <a:tab pos="457200" algn="l"/>
                <a:tab pos="690563" algn="l"/>
                <a:tab pos="1025525" algn="l"/>
                <a:tab pos="1371600" algn="l"/>
              </a:tabLst>
              <a:defRPr/>
            </a:pPr>
            <a:r>
              <a:rPr lang="en-US" sz="1400" b="1"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wire_load</a:t>
            </a:r>
            <a:r>
              <a:rPr lang="en-US" sz="1400" dirty="0">
                <a:solidFill>
                  <a:schemeClr val="bg2">
                    <a:lumMod val="50000"/>
                  </a:schemeClr>
                </a:solidFill>
                <a:latin typeface="Courier New" pitchFamily="49" charset="0"/>
                <a:cs typeface="Courier New" pitchFamily="49" charset="0"/>
              </a:rPr>
              <a:t> (“8000”) {</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a:solidFill>
                  <a:srgbClr val="0000CC"/>
                </a:solidFill>
                <a:latin typeface="Courier New" pitchFamily="49" charset="0"/>
                <a:cs typeface="Courier New" pitchFamily="49" charset="0"/>
              </a:rPr>
              <a:t>capacitance</a:t>
            </a:r>
            <a:r>
              <a:rPr lang="en-US" sz="1400" dirty="0">
                <a:solidFill>
                  <a:schemeClr val="bg2">
                    <a:lumMod val="50000"/>
                  </a:schemeClr>
                </a:solidFill>
                <a:latin typeface="Courier New" pitchFamily="49" charset="0"/>
                <a:cs typeface="Courier New" pitchFamily="49" charset="0"/>
              </a:rPr>
              <a:t> : 0.024051;</a:t>
            </a:r>
          </a:p>
          <a:p>
            <a:pPr lvl="1">
              <a:tabLst>
                <a:tab pos="233363" algn="l"/>
                <a:tab pos="457200" algn="l"/>
                <a:tab pos="690563" algn="l"/>
                <a:tab pos="1025525" algn="l"/>
                <a:tab pos="1371600" algn="l"/>
              </a:tabLst>
              <a:defRPr/>
            </a:pPr>
            <a:r>
              <a:rPr lang="en-US" sz="1400" dirty="0">
                <a:solidFill>
                  <a:srgbClr val="0000CC"/>
                </a:solidFill>
                <a:latin typeface="Courier New" pitchFamily="49" charset="0"/>
                <a:cs typeface="Courier New" pitchFamily="49" charset="0"/>
              </a:rPr>
              <a:t>resistance</a:t>
            </a:r>
            <a:r>
              <a:rPr lang="en-US" sz="1400" dirty="0">
                <a:solidFill>
                  <a:schemeClr val="bg2">
                    <a:lumMod val="50000"/>
                  </a:schemeClr>
                </a:solidFill>
                <a:latin typeface="Courier New" pitchFamily="49" charset="0"/>
                <a:cs typeface="Courier New" pitchFamily="49" charset="0"/>
              </a:rPr>
              <a:t> : 1.860000e-03;</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a:solidFill>
                  <a:srgbClr val="0000CC"/>
                </a:solidFill>
                <a:latin typeface="Courier New" pitchFamily="49" charset="0"/>
                <a:cs typeface="Courier New" pitchFamily="49" charset="0"/>
              </a:rPr>
              <a:t>area</a:t>
            </a:r>
            <a:r>
              <a:rPr lang="en-US" sz="1400" dirty="0">
                <a:solidFill>
                  <a:schemeClr val="bg2">
                    <a:lumMod val="50000"/>
                  </a:schemeClr>
                </a:solidFill>
                <a:latin typeface="Courier New" pitchFamily="49" charset="0"/>
                <a:cs typeface="Courier New" pitchFamily="49" charset="0"/>
              </a:rPr>
              <a:t> : 0.010000;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a:solidFill>
                  <a:srgbClr val="0000CC"/>
                </a:solidFill>
                <a:latin typeface="Courier New" pitchFamily="49" charset="0"/>
                <a:cs typeface="Courier New" pitchFamily="49" charset="0"/>
              </a:rPr>
              <a:t>slope</a:t>
            </a:r>
            <a:r>
              <a:rPr lang="en-US" sz="1400" dirty="0">
                <a:solidFill>
                  <a:schemeClr val="bg2">
                    <a:lumMod val="50000"/>
                  </a:schemeClr>
                </a:solidFill>
                <a:latin typeface="Courier New" pitchFamily="49" charset="0"/>
                <a:cs typeface="Courier New" pitchFamily="49" charset="0"/>
              </a:rPr>
              <a:t> : 30.285426;</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fanout_length</a:t>
            </a:r>
            <a:r>
              <a:rPr lang="en-US" sz="1400" dirty="0">
                <a:solidFill>
                  <a:schemeClr val="bg2">
                    <a:lumMod val="50000"/>
                  </a:schemeClr>
                </a:solidFill>
                <a:latin typeface="Courier New" pitchFamily="49" charset="0"/>
                <a:cs typeface="Courier New" pitchFamily="49" charset="0"/>
              </a:rPr>
              <a:t>("1", "8.2750360");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fanout_length</a:t>
            </a:r>
            <a:r>
              <a:rPr lang="en-US" sz="1400" dirty="0">
                <a:solidFill>
                  <a:schemeClr val="bg2">
                    <a:lumMod val="50000"/>
                  </a:schemeClr>
                </a:solidFill>
                <a:latin typeface="Courier New" pitchFamily="49" charset="0"/>
                <a:cs typeface="Courier New" pitchFamily="49" charset="0"/>
              </a:rPr>
              <a:t>("2", "18.4914880");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fanout_length</a:t>
            </a:r>
            <a:r>
              <a:rPr lang="en-US" sz="1400" dirty="0">
                <a:solidFill>
                  <a:schemeClr val="bg2">
                    <a:lumMod val="50000"/>
                  </a:schemeClr>
                </a:solidFill>
                <a:latin typeface="Courier New" pitchFamily="49" charset="0"/>
                <a:cs typeface="Courier New" pitchFamily="49" charset="0"/>
              </a:rPr>
              <a:t>("3", "29.3531220");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p>
          <a:p>
            <a:pPr>
              <a:tabLst>
                <a:tab pos="233363" algn="l"/>
                <a:tab pos="457200" algn="l"/>
                <a:tab pos="690563" algn="l"/>
                <a:tab pos="1025525" algn="l"/>
                <a:tab pos="1371600" algn="l"/>
              </a:tabLst>
              <a:defRPr/>
            </a:pPr>
            <a:endParaRPr lang="en-US" sz="1400" dirty="0">
              <a:solidFill>
                <a:schemeClr val="bg2">
                  <a:lumMod val="50000"/>
                </a:schemeClr>
              </a:solidFill>
              <a:latin typeface="Courier New" pitchFamily="49" charset="0"/>
              <a:cs typeface="Courier New" pitchFamily="49" charset="0"/>
            </a:endParaRP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default_wire_load</a:t>
            </a:r>
            <a:r>
              <a:rPr lang="en-US" sz="1400" dirty="0">
                <a:solidFill>
                  <a:schemeClr val="bg2">
                    <a:lumMod val="50000"/>
                  </a:schemeClr>
                </a:solidFill>
                <a:latin typeface="Courier New" pitchFamily="49" charset="0"/>
                <a:cs typeface="Courier New" pitchFamily="49" charset="0"/>
              </a:rPr>
              <a:t> : "8000";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default_wire_load_selection</a:t>
            </a:r>
            <a:r>
              <a:rPr lang="en-US" sz="1400" dirty="0">
                <a:solidFill>
                  <a:schemeClr val="bg2">
                    <a:lumMod val="50000"/>
                  </a:schemeClr>
                </a:solidFill>
                <a:latin typeface="Courier New" pitchFamily="49" charset="0"/>
                <a:cs typeface="Courier New" pitchFamily="49" charset="0"/>
              </a:rPr>
              <a:t> : "</a:t>
            </a:r>
            <a:r>
              <a:rPr lang="en-US" sz="1400" dirty="0" err="1">
                <a:solidFill>
                  <a:schemeClr val="bg2">
                    <a:lumMod val="50000"/>
                  </a:schemeClr>
                </a:solidFill>
                <a:latin typeface="Courier New" pitchFamily="49" charset="0"/>
                <a:cs typeface="Courier New" pitchFamily="49" charset="0"/>
              </a:rPr>
              <a:t>predcaps</a:t>
            </a:r>
            <a:r>
              <a:rPr lang="en-US" sz="1400" dirty="0">
                <a:solidFill>
                  <a:schemeClr val="bg2">
                    <a:lumMod val="50000"/>
                  </a:schemeClr>
                </a:solidFill>
                <a:latin typeface="Courier New" pitchFamily="49" charset="0"/>
                <a:cs typeface="Courier New" pitchFamily="49" charset="0"/>
              </a:rPr>
              <a:t>";</a:t>
            </a:r>
          </a:p>
          <a:p>
            <a:pPr>
              <a:tabLst>
                <a:tab pos="233363" algn="l"/>
                <a:tab pos="457200" algn="l"/>
                <a:tab pos="690563" algn="l"/>
                <a:tab pos="1025525" algn="l"/>
                <a:tab pos="1371600" algn="l"/>
              </a:tabLst>
              <a:defRPr/>
            </a:pPr>
            <a:endParaRPr lang="en-US" sz="1400" dirty="0">
              <a:solidFill>
                <a:schemeClr val="bg2">
                  <a:lumMod val="50000"/>
                </a:schemeClr>
              </a:solidFill>
              <a:latin typeface="Courier New" pitchFamily="49" charset="0"/>
              <a:cs typeface="Courier New" pitchFamily="49" charset="0"/>
            </a:endParaRP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wire_load_selection</a:t>
            </a:r>
            <a:r>
              <a:rPr lang="en-US" sz="1400" dirty="0">
                <a:solidFill>
                  <a:schemeClr val="bg2">
                    <a:lumMod val="50000"/>
                  </a:schemeClr>
                </a:solidFill>
                <a:latin typeface="Courier New" pitchFamily="49" charset="0"/>
                <a:cs typeface="Courier New" pitchFamily="49" charset="0"/>
              </a:rPr>
              <a:t> (</a:t>
            </a:r>
            <a:r>
              <a:rPr lang="en-US" sz="1400" dirty="0" err="1">
                <a:solidFill>
                  <a:schemeClr val="bg2">
                    <a:lumMod val="50000"/>
                  </a:schemeClr>
                </a:solidFill>
                <a:latin typeface="Courier New" pitchFamily="49" charset="0"/>
                <a:cs typeface="Courier New" pitchFamily="49" charset="0"/>
              </a:rPr>
              <a:t>predcaps</a:t>
            </a:r>
            <a:r>
              <a:rPr lang="en-US" sz="1400" dirty="0">
                <a:solidFill>
                  <a:schemeClr val="bg2">
                    <a:lumMod val="50000"/>
                  </a:schemeClr>
                </a:solidFill>
                <a:latin typeface="Courier New" pitchFamily="49" charset="0"/>
                <a:cs typeface="Courier New" pitchFamily="49" charset="0"/>
              </a:rPr>
              <a:t>) {</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wire_load_from_area</a:t>
            </a:r>
            <a:r>
              <a:rPr lang="en-US" sz="1400" dirty="0">
                <a:solidFill>
                  <a:schemeClr val="bg2">
                    <a:lumMod val="50000"/>
                  </a:schemeClr>
                </a:solidFill>
                <a:latin typeface="Courier New" pitchFamily="49" charset="0"/>
                <a:cs typeface="Courier New" pitchFamily="49" charset="0"/>
              </a:rPr>
              <a:t> (0.000000,200.000000, “4000");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wire_load_from_area</a:t>
            </a:r>
            <a:r>
              <a:rPr lang="en-US" sz="1400" dirty="0">
                <a:solidFill>
                  <a:schemeClr val="bg2">
                    <a:lumMod val="50000"/>
                  </a:schemeClr>
                </a:solidFill>
                <a:latin typeface="Courier New" pitchFamily="49" charset="0"/>
                <a:cs typeface="Courier New" pitchFamily="49" charset="0"/>
              </a:rPr>
              <a:t> (200.000000,8000.000000, "8000");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r>
              <a:rPr lang="en-US" sz="1400" dirty="0" err="1">
                <a:solidFill>
                  <a:srgbClr val="0000CC"/>
                </a:solidFill>
                <a:latin typeface="Courier New" pitchFamily="49" charset="0"/>
                <a:cs typeface="Courier New" pitchFamily="49" charset="0"/>
              </a:rPr>
              <a:t>wire_load_from_area</a:t>
            </a:r>
            <a:r>
              <a:rPr lang="en-US" sz="1400" dirty="0">
                <a:solidFill>
                  <a:schemeClr val="bg2">
                    <a:lumMod val="50000"/>
                  </a:schemeClr>
                </a:solidFill>
                <a:latin typeface="Courier New" pitchFamily="49" charset="0"/>
                <a:cs typeface="Courier New" pitchFamily="49" charset="0"/>
              </a:rPr>
              <a:t> (8000.000000,16000.000000, "16000");</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	}</a:t>
            </a:r>
          </a:p>
          <a:p>
            <a:pPr>
              <a:tabLst>
                <a:tab pos="233363" algn="l"/>
                <a:tab pos="457200" algn="l"/>
                <a:tab pos="690563" algn="l"/>
                <a:tab pos="1025525" algn="l"/>
                <a:tab pos="1371600" algn="l"/>
              </a:tabLst>
              <a:defRPr/>
            </a:pPr>
            <a:r>
              <a:rPr lang="en-US" sz="1400" dirty="0">
                <a:solidFill>
                  <a:schemeClr val="bg2">
                    <a:lumMod val="50000"/>
                  </a:schemeClr>
                </a:solidFill>
                <a:latin typeface="Courier New" pitchFamily="49" charset="0"/>
                <a:cs typeface="Courier New" pitchFamily="49"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136C7EB2-7E23-4852-A4BB-C18F856D9226}"/>
              </a:ext>
            </a:extLst>
          </p:cNvPr>
          <p:cNvSpPr>
            <a:spLocks noGrp="1"/>
          </p:cNvSpPr>
          <p:nvPr>
            <p:ph type="title"/>
          </p:nvPr>
        </p:nvSpPr>
        <p:spPr/>
        <p:txBody>
          <a:bodyPr/>
          <a:lstStyle/>
          <a:p>
            <a:r>
              <a:rPr lang="en-US" altLang="en-US"/>
              <a:t>Library: Wire Load </a:t>
            </a:r>
            <a:r>
              <a:rPr lang="ru-RU" altLang="en-US"/>
              <a:t>Table</a:t>
            </a:r>
            <a:endParaRPr lang="en-US" altLang="en-US"/>
          </a:p>
        </p:txBody>
      </p:sp>
      <p:sp>
        <p:nvSpPr>
          <p:cNvPr id="4" name="Rectangle 3">
            <a:extLst>
              <a:ext uri="{FF2B5EF4-FFF2-40B4-BE49-F238E27FC236}">
                <a16:creationId xmlns:a16="http://schemas.microsoft.com/office/drawing/2014/main" id="{E112AC22-4FEA-40BE-9865-80E41068D976}"/>
              </a:ext>
            </a:extLst>
          </p:cNvPr>
          <p:cNvSpPr/>
          <p:nvPr/>
        </p:nvSpPr>
        <p:spPr>
          <a:xfrm>
            <a:off x="1947863" y="1277938"/>
            <a:ext cx="7758112" cy="2646878"/>
          </a:xfrm>
          <a:prstGeom prst="rect">
            <a:avLst/>
          </a:prstGeom>
          <a:solidFill>
            <a:schemeClr val="accent1">
              <a:lumMod val="20000"/>
              <a:lumOff val="80000"/>
            </a:schemeClr>
          </a:solidFill>
          <a:ln w="28575">
            <a:solidFill>
              <a:schemeClr val="accent1">
                <a:lumMod val="75000"/>
              </a:schemeClr>
            </a:solidFill>
          </a:ln>
        </p:spPr>
        <p:txBody>
          <a:bodyPr>
            <a:spAutoFit/>
          </a:bodyPr>
          <a:lstStyle/>
          <a:p>
            <a:pPr eaLnBrk="1" hangingPunct="1">
              <a:defRPr/>
            </a:pPr>
            <a:endParaRPr lang="ru-RU" b="1" dirty="0">
              <a:latin typeface="Courier New" pitchFamily="49" charset="0"/>
              <a:cs typeface="Courier New" pitchFamily="49" charset="0"/>
            </a:endParaRPr>
          </a:p>
          <a:p>
            <a:pPr eaLnBrk="1" hangingPunct="1">
              <a:defRPr/>
            </a:pPr>
            <a:r>
              <a:rPr lang="en-US" sz="1600" dirty="0" err="1">
                <a:solidFill>
                  <a:srgbClr val="0000CC"/>
                </a:solidFill>
                <a:latin typeface="Courier New" pitchFamily="49" charset="0"/>
                <a:cs typeface="Courier New" pitchFamily="49" charset="0"/>
              </a:rPr>
              <a:t>wire_load_table</a:t>
            </a:r>
            <a:r>
              <a:rPr lang="ru-RU" sz="1600" dirty="0">
                <a:solidFill>
                  <a:srgbClr val="0000CC"/>
                </a:solidFill>
                <a:latin typeface="Courier New" pitchFamily="49" charset="0"/>
                <a:cs typeface="Courier New" pitchFamily="49" charset="0"/>
              </a:rPr>
              <a:t> </a:t>
            </a:r>
            <a:r>
              <a:rPr lang="en-US" sz="1600" dirty="0">
                <a:solidFill>
                  <a:srgbClr val="0000CC"/>
                </a:solidFill>
                <a:latin typeface="Courier New" pitchFamily="49" charset="0"/>
                <a:cs typeface="Courier New" pitchFamily="49" charset="0"/>
              </a:rPr>
              <a:t>(</a:t>
            </a:r>
            <a:r>
              <a:rPr lang="en-US" sz="1600" i="1" dirty="0">
                <a:solidFill>
                  <a:srgbClr val="0000CC"/>
                </a:solidFill>
                <a:latin typeface="Courier New" pitchFamily="49" charset="0"/>
                <a:cs typeface="Courier New" pitchFamily="49" charset="0"/>
              </a:rPr>
              <a:t>name</a:t>
            </a:r>
            <a:r>
              <a:rPr lang="en-US" sz="1600" dirty="0">
                <a:latin typeface="Courier New" pitchFamily="49" charset="0"/>
                <a:cs typeface="Courier New" pitchFamily="49" charset="0"/>
              </a:rPr>
              <a:t>) {</a:t>
            </a:r>
          </a:p>
          <a:p>
            <a:pPr lvl="1" eaLnBrk="1" hangingPunct="1">
              <a:defRPr/>
            </a:pPr>
            <a:r>
              <a:rPr lang="en-US" sz="1600" dirty="0" err="1">
                <a:solidFill>
                  <a:srgbClr val="0000CC"/>
                </a:solidFill>
                <a:latin typeface="Courier New" pitchFamily="49" charset="0"/>
                <a:cs typeface="Courier New" pitchFamily="49" charset="0"/>
              </a:rPr>
              <a:t>fanout_length</a:t>
            </a:r>
            <a:r>
              <a:rPr lang="en-US" sz="1600" dirty="0">
                <a:solidFill>
                  <a:srgbClr val="0000CC"/>
                </a:solidFill>
                <a:latin typeface="Courier New" pitchFamily="49" charset="0"/>
                <a:cs typeface="Courier New" pitchFamily="49" charset="0"/>
              </a:rPr>
              <a:t>(</a:t>
            </a:r>
            <a:r>
              <a:rPr lang="en-US" sz="1600" i="1" dirty="0" err="1">
                <a:solidFill>
                  <a:srgbClr val="0000CC"/>
                </a:solidFill>
                <a:latin typeface="Courier New" pitchFamily="49" charset="0"/>
                <a:cs typeface="Courier New" pitchFamily="49" charset="0"/>
              </a:rPr>
              <a:t>fanout</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length</a:t>
            </a:r>
            <a:r>
              <a:rPr lang="en-US" sz="1600" dirty="0">
                <a:latin typeface="Courier New" pitchFamily="49" charset="0"/>
                <a:cs typeface="Courier New" pitchFamily="49" charset="0"/>
              </a:rPr>
              <a:t>);</a:t>
            </a:r>
          </a:p>
          <a:p>
            <a:pPr lvl="1" eaLnBrk="1" hangingPunct="1">
              <a:defRPr/>
            </a:pPr>
            <a:r>
              <a:rPr lang="en-US" sz="1600" dirty="0" err="1">
                <a:solidFill>
                  <a:srgbClr val="0000CC"/>
                </a:solidFill>
                <a:latin typeface="Courier New" pitchFamily="49" charset="0"/>
                <a:cs typeface="Courier New" pitchFamily="49" charset="0"/>
              </a:rPr>
              <a:t>fanout_capacitance</a:t>
            </a:r>
            <a:r>
              <a:rPr lang="en-US" sz="1600" dirty="0">
                <a:solidFill>
                  <a:srgbClr val="0000CC"/>
                </a:solidFill>
                <a:latin typeface="Courier New" pitchFamily="49" charset="0"/>
                <a:cs typeface="Courier New" pitchFamily="49" charset="0"/>
              </a:rPr>
              <a:t>(</a:t>
            </a:r>
            <a:r>
              <a:rPr lang="en-US" sz="1600" i="1" dirty="0" err="1">
                <a:solidFill>
                  <a:srgbClr val="0000CC"/>
                </a:solidFill>
                <a:latin typeface="Courier New" pitchFamily="49" charset="0"/>
                <a:cs typeface="Courier New" pitchFamily="49" charset="0"/>
              </a:rPr>
              <a:t>fanout</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capacitance</a:t>
            </a:r>
            <a:r>
              <a:rPr lang="en-US" sz="1600" dirty="0">
                <a:latin typeface="Courier New" pitchFamily="49" charset="0"/>
                <a:cs typeface="Courier New" pitchFamily="49" charset="0"/>
              </a:rPr>
              <a:t>);</a:t>
            </a:r>
          </a:p>
          <a:p>
            <a:pPr lvl="1" eaLnBrk="1" hangingPunct="1">
              <a:defRPr/>
            </a:pPr>
            <a:r>
              <a:rPr lang="en-US" sz="1600" dirty="0" err="1">
                <a:solidFill>
                  <a:srgbClr val="0000CC"/>
                </a:solidFill>
                <a:latin typeface="Courier New" pitchFamily="49" charset="0"/>
                <a:cs typeface="Courier New" pitchFamily="49" charset="0"/>
              </a:rPr>
              <a:t>fanout_resistance</a:t>
            </a:r>
            <a:r>
              <a:rPr lang="en-US" sz="1600" dirty="0">
                <a:solidFill>
                  <a:srgbClr val="0000CC"/>
                </a:solidFill>
                <a:latin typeface="Courier New" pitchFamily="49" charset="0"/>
                <a:cs typeface="Courier New" pitchFamily="49" charset="0"/>
              </a:rPr>
              <a:t>(</a:t>
            </a:r>
            <a:r>
              <a:rPr lang="en-US" sz="1600" i="1" dirty="0" err="1">
                <a:solidFill>
                  <a:srgbClr val="0000CC"/>
                </a:solidFill>
                <a:latin typeface="Courier New" pitchFamily="49" charset="0"/>
                <a:cs typeface="Courier New" pitchFamily="49" charset="0"/>
              </a:rPr>
              <a:t>fanout</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resistance</a:t>
            </a:r>
            <a:r>
              <a:rPr lang="en-US" sz="1600" dirty="0">
                <a:latin typeface="Courier New" pitchFamily="49" charset="0"/>
                <a:cs typeface="Courier New" pitchFamily="49" charset="0"/>
              </a:rPr>
              <a:t>);</a:t>
            </a:r>
          </a:p>
          <a:p>
            <a:pPr lvl="1" eaLnBrk="1" hangingPunct="1">
              <a:defRPr/>
            </a:pPr>
            <a:r>
              <a:rPr lang="en-US" sz="1600" dirty="0" err="1">
                <a:solidFill>
                  <a:srgbClr val="0000CC"/>
                </a:solidFill>
                <a:latin typeface="Courier New" pitchFamily="49" charset="0"/>
                <a:cs typeface="Courier New" pitchFamily="49" charset="0"/>
              </a:rPr>
              <a:t>fanout_area</a:t>
            </a:r>
            <a:r>
              <a:rPr lang="en-US" sz="1600" dirty="0">
                <a:solidFill>
                  <a:srgbClr val="0000CC"/>
                </a:solidFill>
                <a:latin typeface="Courier New" pitchFamily="49" charset="0"/>
                <a:cs typeface="Courier New" pitchFamily="49" charset="0"/>
              </a:rPr>
              <a:t>(</a:t>
            </a:r>
            <a:r>
              <a:rPr lang="en-US" sz="1600" i="1" dirty="0" err="1">
                <a:solidFill>
                  <a:srgbClr val="0000CC"/>
                </a:solidFill>
                <a:latin typeface="Courier New" pitchFamily="49" charset="0"/>
                <a:cs typeface="Courier New" pitchFamily="49" charset="0"/>
              </a:rPr>
              <a:t>fanout</a:t>
            </a:r>
            <a:r>
              <a:rPr lang="en-US" sz="1600" dirty="0">
                <a:latin typeface="Courier New" pitchFamily="49" charset="0"/>
                <a:cs typeface="Courier New" pitchFamily="49" charset="0"/>
              </a:rPr>
              <a:t>, </a:t>
            </a:r>
            <a:r>
              <a:rPr lang="en-US" sz="1600" i="1" dirty="0">
                <a:latin typeface="Courier New" pitchFamily="49" charset="0"/>
                <a:cs typeface="Courier New" pitchFamily="49" charset="0"/>
              </a:rPr>
              <a:t>area</a:t>
            </a:r>
            <a:r>
              <a:rPr lang="en-US" sz="1600" dirty="0">
                <a:latin typeface="Courier New" pitchFamily="49" charset="0"/>
                <a:cs typeface="Courier New" pitchFamily="49" charset="0"/>
              </a:rPr>
              <a:t>);</a:t>
            </a:r>
          </a:p>
          <a:p>
            <a:pPr lvl="1" eaLnBrk="1" hangingPunct="1">
              <a:defRPr/>
            </a:pPr>
            <a:r>
              <a:rPr lang="en-US" sz="1600" dirty="0">
                <a:latin typeface="Courier New" pitchFamily="49" charset="0"/>
                <a:cs typeface="Courier New" pitchFamily="49" charset="0"/>
              </a:rPr>
              <a:t>...</a:t>
            </a:r>
          </a:p>
          <a:p>
            <a:pPr eaLnBrk="1" hangingPunct="1">
              <a:defRPr/>
            </a:pPr>
            <a:r>
              <a:rPr lang="en-US" sz="1600" dirty="0">
                <a:latin typeface="Courier New" pitchFamily="49" charset="0"/>
                <a:cs typeface="Courier New" pitchFamily="49" charset="0"/>
              </a:rPr>
              <a:t>}</a:t>
            </a:r>
          </a:p>
          <a:p>
            <a:pPr eaLnBrk="1" hangingPunct="1">
              <a:defRPr/>
            </a:pPr>
            <a:endParaRPr lang="en-US" dirty="0">
              <a:latin typeface="Courier New" pitchFamily="49" charset="0"/>
              <a:cs typeface="Courier New" pitchFamily="49" charset="0"/>
            </a:endParaRPr>
          </a:p>
          <a:p>
            <a:pPr eaLnBrk="1" hangingPunct="1">
              <a:defRPr/>
            </a:pPr>
            <a:endParaRPr lang="en-US" dirty="0">
              <a:latin typeface="Courier New" pitchFamily="49" charset="0"/>
              <a:cs typeface="Courier New"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BF9ACEC6-0B62-421F-8DCC-5277A4CBBE6D}"/>
              </a:ext>
            </a:extLst>
          </p:cNvPr>
          <p:cNvSpPr>
            <a:spLocks noGrp="1"/>
          </p:cNvSpPr>
          <p:nvPr>
            <p:ph type="title"/>
          </p:nvPr>
        </p:nvSpPr>
        <p:spPr/>
        <p:txBody>
          <a:bodyPr/>
          <a:lstStyle/>
          <a:p>
            <a:r>
              <a:rPr lang="en-US" altLang="en-US"/>
              <a:t>Interconnect Trees: Best-case Tree</a:t>
            </a:r>
          </a:p>
        </p:txBody>
      </p:sp>
      <p:sp>
        <p:nvSpPr>
          <p:cNvPr id="27651" name="Content Placeholder 2">
            <a:extLst>
              <a:ext uri="{FF2B5EF4-FFF2-40B4-BE49-F238E27FC236}">
                <a16:creationId xmlns:a16="http://schemas.microsoft.com/office/drawing/2014/main" id="{5A0B9BAC-513E-45BC-88A7-3615E4F2ECBA}"/>
              </a:ext>
            </a:extLst>
          </p:cNvPr>
          <p:cNvSpPr>
            <a:spLocks noGrp="1"/>
          </p:cNvSpPr>
          <p:nvPr>
            <p:ph type="body" sz="quarter" idx="10"/>
          </p:nvPr>
        </p:nvSpPr>
        <p:spPr/>
        <p:txBody>
          <a:bodyPr/>
          <a:lstStyle/>
          <a:p>
            <a:r>
              <a:rPr lang="en-US" altLang="en-US" sz="2000" dirty="0"/>
              <a:t>Assumed that: </a:t>
            </a:r>
          </a:p>
          <a:p>
            <a:pPr lvl="1"/>
            <a:r>
              <a:rPr lang="en-US" altLang="en-US" sz="1600" dirty="0"/>
              <a:t>Load pin is physically adjacent to the driver</a:t>
            </a:r>
          </a:p>
          <a:p>
            <a:pPr lvl="1"/>
            <a:r>
              <a:rPr lang="en-US" altLang="en-US" sz="1600" dirty="0"/>
              <a:t>None of the wire resistance is in the path to the destination pin</a:t>
            </a:r>
          </a:p>
          <a:p>
            <a:pPr lvl="1"/>
            <a:r>
              <a:rPr lang="en-US" altLang="en-US" sz="1600" dirty="0"/>
              <a:t>Wire capacitance and pin capacitances act as load on the driver pin</a:t>
            </a:r>
          </a:p>
        </p:txBody>
      </p:sp>
      <p:grpSp>
        <p:nvGrpSpPr>
          <p:cNvPr id="27652" name="Group 228">
            <a:extLst>
              <a:ext uri="{FF2B5EF4-FFF2-40B4-BE49-F238E27FC236}">
                <a16:creationId xmlns:a16="http://schemas.microsoft.com/office/drawing/2014/main" id="{8F1BC64C-2C96-476E-AA04-BADDEA4D5B39}"/>
              </a:ext>
            </a:extLst>
          </p:cNvPr>
          <p:cNvGrpSpPr>
            <a:grpSpLocks/>
          </p:cNvGrpSpPr>
          <p:nvPr/>
        </p:nvGrpSpPr>
        <p:grpSpPr bwMode="auto">
          <a:xfrm>
            <a:off x="4052888" y="2857501"/>
            <a:ext cx="3930650" cy="2798763"/>
            <a:chOff x="2528557" y="2857184"/>
            <a:chExt cx="3930898" cy="2799326"/>
          </a:xfrm>
        </p:grpSpPr>
        <p:grpSp>
          <p:nvGrpSpPr>
            <p:cNvPr id="27653" name="Group 225">
              <a:extLst>
                <a:ext uri="{FF2B5EF4-FFF2-40B4-BE49-F238E27FC236}">
                  <a16:creationId xmlns:a16="http://schemas.microsoft.com/office/drawing/2014/main" id="{DD915197-F9E7-4D26-A180-F9BBC326173F}"/>
                </a:ext>
              </a:extLst>
            </p:cNvPr>
            <p:cNvGrpSpPr>
              <a:grpSpLocks/>
            </p:cNvGrpSpPr>
            <p:nvPr/>
          </p:nvGrpSpPr>
          <p:grpSpPr bwMode="auto">
            <a:xfrm>
              <a:off x="2528557" y="3128477"/>
              <a:ext cx="3930898" cy="2528033"/>
              <a:chOff x="2528557" y="3128477"/>
              <a:chExt cx="3930898" cy="2528033"/>
            </a:xfrm>
          </p:grpSpPr>
          <p:grpSp>
            <p:nvGrpSpPr>
              <p:cNvPr id="27656" name="Group 4">
                <a:extLst>
                  <a:ext uri="{FF2B5EF4-FFF2-40B4-BE49-F238E27FC236}">
                    <a16:creationId xmlns:a16="http://schemas.microsoft.com/office/drawing/2014/main" id="{FE3FE22E-1407-45E0-AC2C-79C0780386F2}"/>
                  </a:ext>
                </a:extLst>
              </p:cNvPr>
              <p:cNvGrpSpPr>
                <a:grpSpLocks/>
              </p:cNvGrpSpPr>
              <p:nvPr/>
            </p:nvGrpSpPr>
            <p:grpSpPr bwMode="auto">
              <a:xfrm>
                <a:off x="3362326" y="3245573"/>
                <a:ext cx="2024064" cy="1976433"/>
                <a:chOff x="3788571" y="3697959"/>
                <a:chExt cx="2024064" cy="1976433"/>
              </a:xfrm>
            </p:grpSpPr>
            <p:cxnSp>
              <p:nvCxnSpPr>
                <p:cNvPr id="27734" name="Elbow Connector 131">
                  <a:extLst>
                    <a:ext uri="{FF2B5EF4-FFF2-40B4-BE49-F238E27FC236}">
                      <a16:creationId xmlns:a16="http://schemas.microsoft.com/office/drawing/2014/main" id="{CB44AA9B-7864-4987-9565-E0A90CCAE171}"/>
                    </a:ext>
                  </a:extLst>
                </p:cNvPr>
                <p:cNvCxnSpPr>
                  <a:cxnSpLocks noChangeShapeType="1"/>
                </p:cNvCxnSpPr>
                <p:nvPr/>
              </p:nvCxnSpPr>
              <p:spPr bwMode="auto">
                <a:xfrm flipV="1">
                  <a:off x="3788571" y="3697959"/>
                  <a:ext cx="1171575" cy="1047750"/>
                </a:xfrm>
                <a:prstGeom prst="bentConnector3">
                  <a:avLst>
                    <a:gd name="adj1" fmla="val 81708"/>
                  </a:avLst>
                </a:prstGeom>
                <a:noFill/>
                <a:ln w="9525" algn="ctr">
                  <a:solidFill>
                    <a:schemeClr val="tx1"/>
                  </a:solidFill>
                  <a:round/>
                  <a:headEnd/>
                  <a:tailEnd/>
                </a:ln>
              </p:spPr>
            </p:cxnSp>
            <p:cxnSp>
              <p:nvCxnSpPr>
                <p:cNvPr id="27735" name="Straight Connector 132">
                  <a:extLst>
                    <a:ext uri="{FF2B5EF4-FFF2-40B4-BE49-F238E27FC236}">
                      <a16:creationId xmlns:a16="http://schemas.microsoft.com/office/drawing/2014/main" id="{769E295A-1863-49A7-B3F8-0234926A429F}"/>
                    </a:ext>
                  </a:extLst>
                </p:cNvPr>
                <p:cNvCxnSpPr>
                  <a:cxnSpLocks noChangeShapeType="1"/>
                </p:cNvCxnSpPr>
                <p:nvPr/>
              </p:nvCxnSpPr>
              <p:spPr bwMode="auto">
                <a:xfrm rot="10800000">
                  <a:off x="4745835" y="4380576"/>
                  <a:ext cx="1066800" cy="0"/>
                </a:xfrm>
                <a:prstGeom prst="line">
                  <a:avLst/>
                </a:prstGeom>
                <a:noFill/>
                <a:ln w="9525" algn="ctr">
                  <a:solidFill>
                    <a:schemeClr val="tx1"/>
                  </a:solidFill>
                  <a:round/>
                  <a:headEnd/>
                  <a:tailEnd/>
                </a:ln>
              </p:spPr>
            </p:cxnSp>
            <p:cxnSp>
              <p:nvCxnSpPr>
                <p:cNvPr id="27736" name="Elbow Connector 133">
                  <a:extLst>
                    <a:ext uri="{FF2B5EF4-FFF2-40B4-BE49-F238E27FC236}">
                      <a16:creationId xmlns:a16="http://schemas.microsoft.com/office/drawing/2014/main" id="{CF34317B-E822-4959-9E42-1868C5CA80C8}"/>
                    </a:ext>
                  </a:extLst>
                </p:cNvPr>
                <p:cNvCxnSpPr>
                  <a:cxnSpLocks noChangeShapeType="1"/>
                </p:cNvCxnSpPr>
                <p:nvPr/>
              </p:nvCxnSpPr>
              <p:spPr bwMode="auto">
                <a:xfrm rot="10800000">
                  <a:off x="4751389" y="4761897"/>
                  <a:ext cx="1038225" cy="274320"/>
                </a:xfrm>
                <a:prstGeom prst="bentConnector3">
                  <a:avLst>
                    <a:gd name="adj1" fmla="val 100227"/>
                  </a:avLst>
                </a:prstGeom>
                <a:noFill/>
                <a:ln w="9525" algn="ctr">
                  <a:solidFill>
                    <a:schemeClr val="tx1"/>
                  </a:solidFill>
                  <a:round/>
                  <a:headEnd/>
                  <a:tailEnd/>
                </a:ln>
              </p:spPr>
            </p:cxnSp>
            <p:cxnSp>
              <p:nvCxnSpPr>
                <p:cNvPr id="27737" name="Elbow Connector 134">
                  <a:extLst>
                    <a:ext uri="{FF2B5EF4-FFF2-40B4-BE49-F238E27FC236}">
                      <a16:creationId xmlns:a16="http://schemas.microsoft.com/office/drawing/2014/main" id="{972F0CE9-E2A8-46E3-A945-7C031024BB64}"/>
                    </a:ext>
                  </a:extLst>
                </p:cNvPr>
                <p:cNvCxnSpPr>
                  <a:cxnSpLocks noChangeShapeType="1"/>
                </p:cNvCxnSpPr>
                <p:nvPr/>
              </p:nvCxnSpPr>
              <p:spPr bwMode="auto">
                <a:xfrm rot="10800000">
                  <a:off x="4751389" y="5026692"/>
                  <a:ext cx="1057275" cy="647700"/>
                </a:xfrm>
                <a:prstGeom prst="bentConnector3">
                  <a:avLst>
                    <a:gd name="adj1" fmla="val 100227"/>
                  </a:avLst>
                </a:prstGeom>
                <a:noFill/>
                <a:ln w="9525" algn="ctr">
                  <a:solidFill>
                    <a:schemeClr val="tx1"/>
                  </a:solidFill>
                  <a:round/>
                  <a:headEnd/>
                  <a:tailEnd/>
                </a:ln>
              </p:spPr>
            </p:cxnSp>
          </p:grpSp>
          <p:grpSp>
            <p:nvGrpSpPr>
              <p:cNvPr id="27657" name="Group 154">
                <a:extLst>
                  <a:ext uri="{FF2B5EF4-FFF2-40B4-BE49-F238E27FC236}">
                    <a16:creationId xmlns:a16="http://schemas.microsoft.com/office/drawing/2014/main" id="{3CF294C3-35AD-4B59-A47C-5665C422A5FD}"/>
                  </a:ext>
                </a:extLst>
              </p:cNvPr>
              <p:cNvGrpSpPr>
                <a:grpSpLocks/>
              </p:cNvGrpSpPr>
              <p:nvPr/>
            </p:nvGrpSpPr>
            <p:grpSpPr bwMode="auto">
              <a:xfrm>
                <a:off x="2528557" y="3884487"/>
                <a:ext cx="840057" cy="802896"/>
                <a:chOff x="2528557" y="3884487"/>
                <a:chExt cx="840057" cy="802896"/>
              </a:xfrm>
            </p:grpSpPr>
            <p:grpSp>
              <p:nvGrpSpPr>
                <p:cNvPr id="27715" name="Group 135">
                  <a:extLst>
                    <a:ext uri="{FF2B5EF4-FFF2-40B4-BE49-F238E27FC236}">
                      <a16:creationId xmlns:a16="http://schemas.microsoft.com/office/drawing/2014/main" id="{D9922285-5B6D-4396-9F21-8E2077EFC4AF}"/>
                    </a:ext>
                  </a:extLst>
                </p:cNvPr>
                <p:cNvGrpSpPr>
                  <a:grpSpLocks/>
                </p:cNvGrpSpPr>
                <p:nvPr/>
              </p:nvGrpSpPr>
              <p:grpSpPr bwMode="auto">
                <a:xfrm>
                  <a:off x="2528557" y="3884487"/>
                  <a:ext cx="729623" cy="802896"/>
                  <a:chOff x="6465567" y="1011059"/>
                  <a:chExt cx="436256" cy="480067"/>
                </a:xfrm>
              </p:grpSpPr>
              <p:sp>
                <p:nvSpPr>
                  <p:cNvPr id="137" name="Flowchart: Delay 2">
                    <a:extLst>
                      <a:ext uri="{FF2B5EF4-FFF2-40B4-BE49-F238E27FC236}">
                        <a16:creationId xmlns:a16="http://schemas.microsoft.com/office/drawing/2014/main" id="{C0C118A1-B961-4A82-BE3B-22C96F679B3B}"/>
                      </a:ext>
                    </a:extLst>
                  </p:cNvPr>
                  <p:cNvSpPr>
                    <a:spLocks noChangeArrowheads="1"/>
                  </p:cNvSpPr>
                  <p:nvPr/>
                </p:nvSpPr>
                <p:spPr bwMode="auto">
                  <a:xfrm>
                    <a:off x="6541508" y="1011069"/>
                    <a:ext cx="359768" cy="480390"/>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bg1"/>
                      </a:solidFill>
                    </a:endParaRPr>
                  </a:p>
                </p:txBody>
              </p:sp>
              <p:grpSp>
                <p:nvGrpSpPr>
                  <p:cNvPr id="27731" name="Group 137">
                    <a:extLst>
                      <a:ext uri="{FF2B5EF4-FFF2-40B4-BE49-F238E27FC236}">
                        <a16:creationId xmlns:a16="http://schemas.microsoft.com/office/drawing/2014/main" id="{5E8866AB-078B-41F5-962E-C08D230C2795}"/>
                      </a:ext>
                    </a:extLst>
                  </p:cNvPr>
                  <p:cNvGrpSpPr>
                    <a:grpSpLocks/>
                  </p:cNvGrpSpPr>
                  <p:nvPr/>
                </p:nvGrpSpPr>
                <p:grpSpPr bwMode="auto">
                  <a:xfrm>
                    <a:off x="6465567" y="1153793"/>
                    <a:ext cx="76200" cy="203820"/>
                    <a:chOff x="5081535" y="2539381"/>
                    <a:chExt cx="481065" cy="180524"/>
                  </a:xfrm>
                </p:grpSpPr>
                <p:cxnSp>
                  <p:nvCxnSpPr>
                    <p:cNvPr id="27732" name="Straight Connector 11">
                      <a:extLst>
                        <a:ext uri="{FF2B5EF4-FFF2-40B4-BE49-F238E27FC236}">
                          <a16:creationId xmlns:a16="http://schemas.microsoft.com/office/drawing/2014/main" id="{E15D4A5F-5AA3-4E49-B5A0-7BD2451EF24D}"/>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733" name="Straight Connector 12">
                      <a:extLst>
                        <a:ext uri="{FF2B5EF4-FFF2-40B4-BE49-F238E27FC236}">
                          <a16:creationId xmlns:a16="http://schemas.microsoft.com/office/drawing/2014/main" id="{602D0ABC-D66B-403A-92A9-C7B3462A0C7B}"/>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sp>
              <p:nvSpPr>
                <p:cNvPr id="27716" name="TextBox 140">
                  <a:extLst>
                    <a:ext uri="{FF2B5EF4-FFF2-40B4-BE49-F238E27FC236}">
                      <a16:creationId xmlns:a16="http://schemas.microsoft.com/office/drawing/2014/main" id="{FDF49718-76C6-4C83-881D-A49FA141B74E}"/>
                    </a:ext>
                  </a:extLst>
                </p:cNvPr>
                <p:cNvSpPr txBox="1">
                  <a:spLocks noChangeArrowheads="1"/>
                </p:cNvSpPr>
                <p:nvPr/>
              </p:nvSpPr>
              <p:spPr bwMode="auto">
                <a:xfrm>
                  <a:off x="2720226" y="3989463"/>
                  <a:ext cx="5309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err="1"/>
                    <a:t>R</a:t>
                  </a:r>
                  <a:r>
                    <a:rPr lang="en-US" altLang="en-US" sz="1100" baseline="-25000" dirty="0" err="1"/>
                    <a:t>drive</a:t>
                  </a:r>
                  <a:r>
                    <a:rPr lang="en-US" altLang="en-US" sz="1100" dirty="0"/>
                    <a:t> </a:t>
                  </a:r>
                </a:p>
              </p:txBody>
            </p:sp>
            <p:sp>
              <p:nvSpPr>
                <p:cNvPr id="27717" name="TextBox 141">
                  <a:extLst>
                    <a:ext uri="{FF2B5EF4-FFF2-40B4-BE49-F238E27FC236}">
                      <a16:creationId xmlns:a16="http://schemas.microsoft.com/office/drawing/2014/main" id="{3279A4C9-F522-4489-A0C7-15E289327CC8}"/>
                    </a:ext>
                  </a:extLst>
                </p:cNvPr>
                <p:cNvSpPr txBox="1">
                  <a:spLocks noChangeArrowheads="1"/>
                </p:cNvSpPr>
                <p:nvPr/>
              </p:nvSpPr>
              <p:spPr bwMode="auto">
                <a:xfrm>
                  <a:off x="2705806" y="4341686"/>
                  <a:ext cx="45717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err="1"/>
                    <a:t>C</a:t>
                  </a:r>
                  <a:r>
                    <a:rPr lang="en-US" altLang="en-US" sz="1100" baseline="-25000" dirty="0" err="1"/>
                    <a:t>out</a:t>
                  </a:r>
                  <a:r>
                    <a:rPr lang="en-US" altLang="en-US" sz="1100" dirty="0">
                      <a:solidFill>
                        <a:schemeClr val="bg1"/>
                      </a:solidFill>
                    </a:rPr>
                    <a:t> </a:t>
                  </a:r>
                </a:p>
              </p:txBody>
            </p:sp>
            <p:grpSp>
              <p:nvGrpSpPr>
                <p:cNvPr id="27718" name="Group 142">
                  <a:extLst>
                    <a:ext uri="{FF2B5EF4-FFF2-40B4-BE49-F238E27FC236}">
                      <a16:creationId xmlns:a16="http://schemas.microsoft.com/office/drawing/2014/main" id="{E82D6CB9-6442-40B0-9CA0-F15CF80CD673}"/>
                    </a:ext>
                  </a:extLst>
                </p:cNvPr>
                <p:cNvGrpSpPr>
                  <a:grpSpLocks/>
                </p:cNvGrpSpPr>
                <p:nvPr/>
              </p:nvGrpSpPr>
              <p:grpSpPr bwMode="auto">
                <a:xfrm>
                  <a:off x="2775481" y="4260003"/>
                  <a:ext cx="593133" cy="227333"/>
                  <a:chOff x="4956767" y="2022704"/>
                  <a:chExt cx="1822450" cy="698500"/>
                </a:xfrm>
              </p:grpSpPr>
              <p:sp>
                <p:nvSpPr>
                  <p:cNvPr id="27719" name="Freeform 143">
                    <a:extLst>
                      <a:ext uri="{FF2B5EF4-FFF2-40B4-BE49-F238E27FC236}">
                        <a16:creationId xmlns:a16="http://schemas.microsoft.com/office/drawing/2014/main" id="{DFB2C114-4033-49E9-A492-93BEE43390E5}"/>
                      </a:ext>
                    </a:extLst>
                  </p:cNvPr>
                  <p:cNvSpPr>
                    <a:spLocks/>
                  </p:cNvSpPr>
                  <p:nvPr/>
                </p:nvSpPr>
                <p:spPr bwMode="auto">
                  <a:xfrm>
                    <a:off x="5344117" y="2022704"/>
                    <a:ext cx="444500"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700 w 444500"/>
                      <a:gd name="T11" fmla="*/ 228600 h 234950"/>
                      <a:gd name="T12" fmla="*/ 317500 w 444500"/>
                      <a:gd name="T13" fmla="*/ 6350 h 234950"/>
                      <a:gd name="T14" fmla="*/ 381000 w 444500"/>
                      <a:gd name="T15" fmla="*/ 234950 h 234950"/>
                      <a:gd name="T16" fmla="*/ 444500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bg1"/>
                      </a:solidFill>
                    </a:endParaRPr>
                  </a:p>
                </p:txBody>
              </p:sp>
              <p:cxnSp>
                <p:nvCxnSpPr>
                  <p:cNvPr id="27720" name="Straight Connector 144">
                    <a:extLst>
                      <a:ext uri="{FF2B5EF4-FFF2-40B4-BE49-F238E27FC236}">
                        <a16:creationId xmlns:a16="http://schemas.microsoft.com/office/drawing/2014/main" id="{8AA607FA-BDA2-4B50-99DB-B55E1E76424A}"/>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7721" name="Straight Connector 145">
                    <a:extLst>
                      <a:ext uri="{FF2B5EF4-FFF2-40B4-BE49-F238E27FC236}">
                        <a16:creationId xmlns:a16="http://schemas.microsoft.com/office/drawing/2014/main" id="{DEB9BB1F-1762-45C1-BEAA-273CB6CCC182}"/>
                      </a:ext>
                    </a:extLst>
                  </p:cNvPr>
                  <p:cNvCxnSpPr>
                    <a:cxnSpLocks noChangeShapeType="1"/>
                    <a:stCxn id="27719" idx="8"/>
                  </p:cNvCxnSpPr>
                  <p:nvPr/>
                </p:nvCxnSpPr>
                <p:spPr bwMode="auto">
                  <a:xfrm>
                    <a:off x="5788617" y="2130654"/>
                    <a:ext cx="990600" cy="0"/>
                  </a:xfrm>
                  <a:prstGeom prst="line">
                    <a:avLst/>
                  </a:prstGeom>
                  <a:noFill/>
                  <a:ln w="9525" algn="ctr">
                    <a:solidFill>
                      <a:schemeClr val="tx1"/>
                    </a:solidFill>
                    <a:round/>
                    <a:headEnd/>
                    <a:tailEnd/>
                  </a:ln>
                </p:spPr>
              </p:cxnSp>
              <p:grpSp>
                <p:nvGrpSpPr>
                  <p:cNvPr id="27722" name="Group 146">
                    <a:extLst>
                      <a:ext uri="{FF2B5EF4-FFF2-40B4-BE49-F238E27FC236}">
                        <a16:creationId xmlns:a16="http://schemas.microsoft.com/office/drawing/2014/main" id="{8BAA5312-9914-4DB2-B03A-89E6BDC62C70}"/>
                      </a:ext>
                    </a:extLst>
                  </p:cNvPr>
                  <p:cNvGrpSpPr>
                    <a:grpSpLocks/>
                  </p:cNvGrpSpPr>
                  <p:nvPr/>
                </p:nvGrpSpPr>
                <p:grpSpPr bwMode="auto">
                  <a:xfrm>
                    <a:off x="5928317" y="2137004"/>
                    <a:ext cx="235743" cy="584200"/>
                    <a:chOff x="2241550" y="1447800"/>
                    <a:chExt cx="235743" cy="584200"/>
                  </a:xfrm>
                </p:grpSpPr>
                <p:cxnSp>
                  <p:nvCxnSpPr>
                    <p:cNvPr id="27723" name="Straight Connector 147">
                      <a:extLst>
                        <a:ext uri="{FF2B5EF4-FFF2-40B4-BE49-F238E27FC236}">
                          <a16:creationId xmlns:a16="http://schemas.microsoft.com/office/drawing/2014/main" id="{2592FDCF-7D98-4F35-A95D-C7EDBB84C13D}"/>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7724" name="Straight Connector 148">
                      <a:extLst>
                        <a:ext uri="{FF2B5EF4-FFF2-40B4-BE49-F238E27FC236}">
                          <a16:creationId xmlns:a16="http://schemas.microsoft.com/office/drawing/2014/main" id="{B916DEA5-8392-4887-91FF-62794161E926}"/>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50" name="Arc 149">
                      <a:extLst>
                        <a:ext uri="{FF2B5EF4-FFF2-40B4-BE49-F238E27FC236}">
                          <a16:creationId xmlns:a16="http://schemas.microsoft.com/office/drawing/2014/main" id="{101B1836-E0AF-4730-AA43-F684C7BB2113}"/>
                        </a:ext>
                      </a:extLst>
                    </p:cNvPr>
                    <p:cNvSpPr/>
                    <p:nvPr/>
                  </p:nvSpPr>
                  <p:spPr bwMode="auto">
                    <a:xfrm>
                      <a:off x="2243006" y="1716539"/>
                      <a:ext cx="234145" cy="73182"/>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Arial" charset="0"/>
                        <a:cs typeface="Arial" charset="0"/>
                      </a:endParaRPr>
                    </a:p>
                  </p:txBody>
                </p:sp>
                <p:cxnSp>
                  <p:nvCxnSpPr>
                    <p:cNvPr id="27726" name="Straight Connector 150">
                      <a:extLst>
                        <a:ext uri="{FF2B5EF4-FFF2-40B4-BE49-F238E27FC236}">
                          <a16:creationId xmlns:a16="http://schemas.microsoft.com/office/drawing/2014/main" id="{4FA16C3E-2CA3-47CE-A722-1FAC4C47ABF6}"/>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7727" name="Straight Connector 151">
                      <a:extLst>
                        <a:ext uri="{FF2B5EF4-FFF2-40B4-BE49-F238E27FC236}">
                          <a16:creationId xmlns:a16="http://schemas.microsoft.com/office/drawing/2014/main" id="{41C1680B-6C69-4C62-AB89-1AABC9D9748C}"/>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7728" name="Straight Connector 152">
                      <a:extLst>
                        <a:ext uri="{FF2B5EF4-FFF2-40B4-BE49-F238E27FC236}">
                          <a16:creationId xmlns:a16="http://schemas.microsoft.com/office/drawing/2014/main" id="{E62D7413-F085-4B34-A94F-C8D708B59C6E}"/>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7729" name="Straight Connector 153">
                      <a:extLst>
                        <a:ext uri="{FF2B5EF4-FFF2-40B4-BE49-F238E27FC236}">
                          <a16:creationId xmlns:a16="http://schemas.microsoft.com/office/drawing/2014/main" id="{7D8C8A00-2C98-4BD2-BA32-2D14DD1CC825}"/>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grpSp>
            <p:nvGrpSpPr>
              <p:cNvPr id="27658" name="Group 168">
                <a:extLst>
                  <a:ext uri="{FF2B5EF4-FFF2-40B4-BE49-F238E27FC236}">
                    <a16:creationId xmlns:a16="http://schemas.microsoft.com/office/drawing/2014/main" id="{45F1431D-664D-41F1-933B-CF5AB4251920}"/>
                  </a:ext>
                </a:extLst>
              </p:cNvPr>
              <p:cNvGrpSpPr>
                <a:grpSpLocks/>
              </p:cNvGrpSpPr>
              <p:nvPr/>
            </p:nvGrpSpPr>
            <p:grpSpPr bwMode="auto">
              <a:xfrm>
                <a:off x="5372894" y="4505253"/>
                <a:ext cx="635000" cy="512618"/>
                <a:chOff x="3332242" y="4896917"/>
                <a:chExt cx="635000" cy="512618"/>
              </a:xfrm>
            </p:grpSpPr>
            <p:sp>
              <p:nvSpPr>
                <p:cNvPr id="156" name="Flowchart: Delay 2">
                  <a:extLst>
                    <a:ext uri="{FF2B5EF4-FFF2-40B4-BE49-F238E27FC236}">
                      <a16:creationId xmlns:a16="http://schemas.microsoft.com/office/drawing/2014/main" id="{EDB9B1AD-4BAE-4129-BA92-5A70A1BE2FFA}"/>
                    </a:ext>
                  </a:extLst>
                </p:cNvPr>
                <p:cNvSpPr>
                  <a:spLocks noChangeArrowheads="1"/>
                </p:cNvSpPr>
                <p:nvPr/>
              </p:nvSpPr>
              <p:spPr bwMode="auto">
                <a:xfrm>
                  <a:off x="3409089" y="4897005"/>
                  <a:ext cx="558835" cy="512866"/>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bg1"/>
                    </a:solidFill>
                  </a:endParaRPr>
                </a:p>
              </p:txBody>
            </p:sp>
            <p:grpSp>
              <p:nvGrpSpPr>
                <p:cNvPr id="27703" name="Group 156">
                  <a:extLst>
                    <a:ext uri="{FF2B5EF4-FFF2-40B4-BE49-F238E27FC236}">
                      <a16:creationId xmlns:a16="http://schemas.microsoft.com/office/drawing/2014/main" id="{6E27C7AF-3D96-4227-A0D7-01FD54CA7B58}"/>
                    </a:ext>
                  </a:extLst>
                </p:cNvPr>
                <p:cNvGrpSpPr>
                  <a:grpSpLocks/>
                </p:cNvGrpSpPr>
                <p:nvPr/>
              </p:nvGrpSpPr>
              <p:grpSpPr bwMode="auto">
                <a:xfrm>
                  <a:off x="3332242" y="4971309"/>
                  <a:ext cx="225961" cy="203820"/>
                  <a:chOff x="5081535" y="2539381"/>
                  <a:chExt cx="1426534" cy="180524"/>
                </a:xfrm>
              </p:grpSpPr>
              <p:cxnSp>
                <p:nvCxnSpPr>
                  <p:cNvPr id="27713" name="Straight Connector 11">
                    <a:extLst>
                      <a:ext uri="{FF2B5EF4-FFF2-40B4-BE49-F238E27FC236}">
                        <a16:creationId xmlns:a16="http://schemas.microsoft.com/office/drawing/2014/main" id="{DC60495D-F9A2-4056-A80C-E9E4D6FD3CD2}"/>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714" name="Straight Connector 12">
                    <a:extLst>
                      <a:ext uri="{FF2B5EF4-FFF2-40B4-BE49-F238E27FC236}">
                        <a16:creationId xmlns:a16="http://schemas.microsoft.com/office/drawing/2014/main" id="{1AA8F413-AA12-4FE3-A4D9-AE98AD2D3942}"/>
                      </a:ext>
                    </a:extLst>
                  </p:cNvPr>
                  <p:cNvCxnSpPr>
                    <a:cxnSpLocks noChangeShapeType="1"/>
                  </p:cNvCxnSpPr>
                  <p:nvPr/>
                </p:nvCxnSpPr>
                <p:spPr bwMode="auto">
                  <a:xfrm flipH="1">
                    <a:off x="5081535" y="2539381"/>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7704" name="TextBox 159">
                  <a:extLst>
                    <a:ext uri="{FF2B5EF4-FFF2-40B4-BE49-F238E27FC236}">
                      <a16:creationId xmlns:a16="http://schemas.microsoft.com/office/drawing/2014/main" id="{811418A5-EDB4-47CE-9780-61907245F1EB}"/>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a:t>
                  </a:r>
                  <a:r>
                    <a:rPr lang="en-US" altLang="en-US" sz="1100" baseline="-25000" dirty="0"/>
                    <a:t>1</a:t>
                  </a:r>
                  <a:r>
                    <a:rPr lang="en-US" altLang="en-US" sz="1100" dirty="0"/>
                    <a:t> </a:t>
                  </a:r>
                </a:p>
              </p:txBody>
            </p:sp>
            <p:grpSp>
              <p:nvGrpSpPr>
                <p:cNvPr id="27705" name="Group 160">
                  <a:extLst>
                    <a:ext uri="{FF2B5EF4-FFF2-40B4-BE49-F238E27FC236}">
                      <a16:creationId xmlns:a16="http://schemas.microsoft.com/office/drawing/2014/main" id="{6F81C6B8-6625-4310-8DC0-B73EF4D2DE26}"/>
                    </a:ext>
                  </a:extLst>
                </p:cNvPr>
                <p:cNvGrpSpPr>
                  <a:grpSpLocks/>
                </p:cNvGrpSpPr>
                <p:nvPr/>
              </p:nvGrpSpPr>
              <p:grpSpPr bwMode="auto">
                <a:xfrm>
                  <a:off x="3473987" y="4964393"/>
                  <a:ext cx="152400" cy="377666"/>
                  <a:chOff x="2241550" y="1447800"/>
                  <a:chExt cx="235743" cy="584200"/>
                </a:xfrm>
              </p:grpSpPr>
              <p:cxnSp>
                <p:nvCxnSpPr>
                  <p:cNvPr id="27706" name="Straight Connector 161">
                    <a:extLst>
                      <a:ext uri="{FF2B5EF4-FFF2-40B4-BE49-F238E27FC236}">
                        <a16:creationId xmlns:a16="http://schemas.microsoft.com/office/drawing/2014/main" id="{8569BF4D-C6CF-49A7-9FAB-61F7508E9C65}"/>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7707" name="Straight Connector 162">
                    <a:extLst>
                      <a:ext uri="{FF2B5EF4-FFF2-40B4-BE49-F238E27FC236}">
                        <a16:creationId xmlns:a16="http://schemas.microsoft.com/office/drawing/2014/main" id="{967B6AB6-740B-494A-82A6-0AA92D39505C}"/>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64" name="Arc 163">
                    <a:extLst>
                      <a:ext uri="{FF2B5EF4-FFF2-40B4-BE49-F238E27FC236}">
                        <a16:creationId xmlns:a16="http://schemas.microsoft.com/office/drawing/2014/main" id="{7A44652C-DDAC-4707-874C-006D65D7A8F1}"/>
                      </a:ext>
                    </a:extLst>
                  </p:cNvPr>
                  <p:cNvSpPr/>
                  <p:nvPr/>
                </p:nvSpPr>
                <p:spPr bwMode="auto">
                  <a:xfrm>
                    <a:off x="2249217" y="1714440"/>
                    <a:ext cx="228390" cy="76140"/>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Arial" charset="0"/>
                      <a:cs typeface="Arial" charset="0"/>
                    </a:endParaRPr>
                  </a:p>
                </p:txBody>
              </p:sp>
              <p:cxnSp>
                <p:nvCxnSpPr>
                  <p:cNvPr id="27709" name="Straight Connector 164">
                    <a:extLst>
                      <a:ext uri="{FF2B5EF4-FFF2-40B4-BE49-F238E27FC236}">
                        <a16:creationId xmlns:a16="http://schemas.microsoft.com/office/drawing/2014/main" id="{68E3B7BB-A9FE-4694-B810-01822527FB68}"/>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7710" name="Straight Connector 165">
                    <a:extLst>
                      <a:ext uri="{FF2B5EF4-FFF2-40B4-BE49-F238E27FC236}">
                        <a16:creationId xmlns:a16="http://schemas.microsoft.com/office/drawing/2014/main" id="{D749D784-4D64-4E24-B8FE-7245BFE0B3C2}"/>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7711" name="Straight Connector 166">
                    <a:extLst>
                      <a:ext uri="{FF2B5EF4-FFF2-40B4-BE49-F238E27FC236}">
                        <a16:creationId xmlns:a16="http://schemas.microsoft.com/office/drawing/2014/main" id="{4D42DF2A-BFFD-49C0-81EC-769554772B83}"/>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7712" name="Straight Connector 167">
                    <a:extLst>
                      <a:ext uri="{FF2B5EF4-FFF2-40B4-BE49-F238E27FC236}">
                        <a16:creationId xmlns:a16="http://schemas.microsoft.com/office/drawing/2014/main" id="{81B9F705-A18D-466B-A015-05ACAA9EB9D3}"/>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7659" name="Group 169">
                <a:extLst>
                  <a:ext uri="{FF2B5EF4-FFF2-40B4-BE49-F238E27FC236}">
                    <a16:creationId xmlns:a16="http://schemas.microsoft.com/office/drawing/2014/main" id="{5B6A0A14-2A10-4C6F-8928-EA17B2ED3AC9}"/>
                  </a:ext>
                </a:extLst>
              </p:cNvPr>
              <p:cNvGrpSpPr>
                <a:grpSpLocks/>
              </p:cNvGrpSpPr>
              <p:nvPr/>
            </p:nvGrpSpPr>
            <p:grpSpPr bwMode="auto">
              <a:xfrm>
                <a:off x="5382419" y="3850956"/>
                <a:ext cx="635000" cy="512618"/>
                <a:chOff x="3332242" y="4896917"/>
                <a:chExt cx="635000" cy="512618"/>
              </a:xfrm>
            </p:grpSpPr>
            <p:sp>
              <p:nvSpPr>
                <p:cNvPr id="171" name="Flowchart: Delay 2">
                  <a:extLst>
                    <a:ext uri="{FF2B5EF4-FFF2-40B4-BE49-F238E27FC236}">
                      <a16:creationId xmlns:a16="http://schemas.microsoft.com/office/drawing/2014/main" id="{16B50D7F-99FB-4145-AE15-411D17CAD1F9}"/>
                    </a:ext>
                  </a:extLst>
                </p:cNvPr>
                <p:cNvSpPr>
                  <a:spLocks noChangeArrowheads="1"/>
                </p:cNvSpPr>
                <p:nvPr/>
              </p:nvSpPr>
              <p:spPr bwMode="auto">
                <a:xfrm>
                  <a:off x="3409090" y="4897120"/>
                  <a:ext cx="558835" cy="512866"/>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bg1"/>
                    </a:solidFill>
                  </a:endParaRPr>
                </a:p>
              </p:txBody>
            </p:sp>
            <p:grpSp>
              <p:nvGrpSpPr>
                <p:cNvPr id="27690" name="Group 171">
                  <a:extLst>
                    <a:ext uri="{FF2B5EF4-FFF2-40B4-BE49-F238E27FC236}">
                      <a16:creationId xmlns:a16="http://schemas.microsoft.com/office/drawing/2014/main" id="{2B5FF849-F73E-482E-878F-D4CD3EE5B491}"/>
                    </a:ext>
                  </a:extLst>
                </p:cNvPr>
                <p:cNvGrpSpPr>
                  <a:grpSpLocks/>
                </p:cNvGrpSpPr>
                <p:nvPr/>
              </p:nvGrpSpPr>
              <p:grpSpPr bwMode="auto">
                <a:xfrm>
                  <a:off x="3332242" y="4971309"/>
                  <a:ext cx="225961" cy="203820"/>
                  <a:chOff x="5081535" y="2539381"/>
                  <a:chExt cx="1426534" cy="180524"/>
                </a:xfrm>
              </p:grpSpPr>
              <p:cxnSp>
                <p:nvCxnSpPr>
                  <p:cNvPr id="27700" name="Straight Connector 11">
                    <a:extLst>
                      <a:ext uri="{FF2B5EF4-FFF2-40B4-BE49-F238E27FC236}">
                        <a16:creationId xmlns:a16="http://schemas.microsoft.com/office/drawing/2014/main" id="{1821AAED-380D-4C43-81AB-8A2C2F023C96}"/>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701" name="Straight Connector 12">
                    <a:extLst>
                      <a:ext uri="{FF2B5EF4-FFF2-40B4-BE49-F238E27FC236}">
                        <a16:creationId xmlns:a16="http://schemas.microsoft.com/office/drawing/2014/main" id="{89EDF972-A561-49E2-916F-C91F8B7C59DB}"/>
                      </a:ext>
                    </a:extLst>
                  </p:cNvPr>
                  <p:cNvCxnSpPr>
                    <a:cxnSpLocks noChangeShapeType="1"/>
                  </p:cNvCxnSpPr>
                  <p:nvPr/>
                </p:nvCxnSpPr>
                <p:spPr bwMode="auto">
                  <a:xfrm flipH="1">
                    <a:off x="5081535" y="2539381"/>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7691" name="TextBox 172">
                  <a:extLst>
                    <a:ext uri="{FF2B5EF4-FFF2-40B4-BE49-F238E27FC236}">
                      <a16:creationId xmlns:a16="http://schemas.microsoft.com/office/drawing/2014/main" id="{935458B2-08AA-4A43-8DCD-E576EA4A4501}"/>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a:t>
                  </a:r>
                  <a:r>
                    <a:rPr lang="en-US" altLang="en-US" sz="1100" baseline="-25000" dirty="0"/>
                    <a:t>1</a:t>
                  </a:r>
                  <a:r>
                    <a:rPr lang="en-US" altLang="en-US" sz="1100" dirty="0">
                      <a:solidFill>
                        <a:schemeClr val="bg1"/>
                      </a:solidFill>
                    </a:rPr>
                    <a:t> </a:t>
                  </a:r>
                </a:p>
              </p:txBody>
            </p:sp>
            <p:grpSp>
              <p:nvGrpSpPr>
                <p:cNvPr id="27692" name="Group 173">
                  <a:extLst>
                    <a:ext uri="{FF2B5EF4-FFF2-40B4-BE49-F238E27FC236}">
                      <a16:creationId xmlns:a16="http://schemas.microsoft.com/office/drawing/2014/main" id="{86028AFF-1249-46FC-9E12-9E45D195217E}"/>
                    </a:ext>
                  </a:extLst>
                </p:cNvPr>
                <p:cNvGrpSpPr>
                  <a:grpSpLocks/>
                </p:cNvGrpSpPr>
                <p:nvPr/>
              </p:nvGrpSpPr>
              <p:grpSpPr bwMode="auto">
                <a:xfrm>
                  <a:off x="3473987" y="4964393"/>
                  <a:ext cx="152400" cy="377666"/>
                  <a:chOff x="2241550" y="1447800"/>
                  <a:chExt cx="235743" cy="584200"/>
                </a:xfrm>
              </p:grpSpPr>
              <p:cxnSp>
                <p:nvCxnSpPr>
                  <p:cNvPr id="27693" name="Straight Connector 174">
                    <a:extLst>
                      <a:ext uri="{FF2B5EF4-FFF2-40B4-BE49-F238E27FC236}">
                        <a16:creationId xmlns:a16="http://schemas.microsoft.com/office/drawing/2014/main" id="{B4963D93-5BDA-4C12-8281-0357F29A59DD}"/>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7694" name="Straight Connector 175">
                    <a:extLst>
                      <a:ext uri="{FF2B5EF4-FFF2-40B4-BE49-F238E27FC236}">
                        <a16:creationId xmlns:a16="http://schemas.microsoft.com/office/drawing/2014/main" id="{ECE9453B-EBED-45C2-A446-E9BAF0104299}"/>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77" name="Arc 176">
                    <a:extLst>
                      <a:ext uri="{FF2B5EF4-FFF2-40B4-BE49-F238E27FC236}">
                        <a16:creationId xmlns:a16="http://schemas.microsoft.com/office/drawing/2014/main" id="{07209049-DB60-4DF1-BF43-5CECD0FFEAB0}"/>
                      </a:ext>
                    </a:extLst>
                  </p:cNvPr>
                  <p:cNvSpPr/>
                  <p:nvPr/>
                </p:nvSpPr>
                <p:spPr bwMode="auto">
                  <a:xfrm>
                    <a:off x="2249218" y="1714618"/>
                    <a:ext cx="228390" cy="76140"/>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Arial" charset="0"/>
                      <a:cs typeface="Arial" charset="0"/>
                    </a:endParaRPr>
                  </a:p>
                </p:txBody>
              </p:sp>
              <p:cxnSp>
                <p:nvCxnSpPr>
                  <p:cNvPr id="27696" name="Straight Connector 177">
                    <a:extLst>
                      <a:ext uri="{FF2B5EF4-FFF2-40B4-BE49-F238E27FC236}">
                        <a16:creationId xmlns:a16="http://schemas.microsoft.com/office/drawing/2014/main" id="{8A212490-82DF-4C23-90BB-4492525DBC0C}"/>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7697" name="Straight Connector 178">
                    <a:extLst>
                      <a:ext uri="{FF2B5EF4-FFF2-40B4-BE49-F238E27FC236}">
                        <a16:creationId xmlns:a16="http://schemas.microsoft.com/office/drawing/2014/main" id="{372EF31B-59F4-4563-A61F-2860226821FE}"/>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7698" name="Straight Connector 179">
                    <a:extLst>
                      <a:ext uri="{FF2B5EF4-FFF2-40B4-BE49-F238E27FC236}">
                        <a16:creationId xmlns:a16="http://schemas.microsoft.com/office/drawing/2014/main" id="{71B9A7E5-38D3-4C11-911C-23883ABEF42F}"/>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7699" name="Straight Connector 180">
                    <a:extLst>
                      <a:ext uri="{FF2B5EF4-FFF2-40B4-BE49-F238E27FC236}">
                        <a16:creationId xmlns:a16="http://schemas.microsoft.com/office/drawing/2014/main" id="{A1D3D88B-D1B5-4F4A-B1E2-00E7A3085B8E}"/>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7660" name="Group 183">
                <a:extLst>
                  <a:ext uri="{FF2B5EF4-FFF2-40B4-BE49-F238E27FC236}">
                    <a16:creationId xmlns:a16="http://schemas.microsoft.com/office/drawing/2014/main" id="{B59094EF-2215-4477-81F2-21C3A091586D}"/>
                  </a:ext>
                </a:extLst>
              </p:cNvPr>
              <p:cNvGrpSpPr>
                <a:grpSpLocks/>
              </p:cNvGrpSpPr>
              <p:nvPr/>
            </p:nvGrpSpPr>
            <p:grpSpPr bwMode="auto">
              <a:xfrm>
                <a:off x="5372894" y="5143892"/>
                <a:ext cx="635000" cy="512618"/>
                <a:chOff x="3332242" y="4896917"/>
                <a:chExt cx="635000" cy="512618"/>
              </a:xfrm>
            </p:grpSpPr>
            <p:sp>
              <p:nvSpPr>
                <p:cNvPr id="185" name="Flowchart: Delay 2">
                  <a:extLst>
                    <a:ext uri="{FF2B5EF4-FFF2-40B4-BE49-F238E27FC236}">
                      <a16:creationId xmlns:a16="http://schemas.microsoft.com/office/drawing/2014/main" id="{5CFD46E1-8554-4D80-BF08-208D32601AD3}"/>
                    </a:ext>
                  </a:extLst>
                </p:cNvPr>
                <p:cNvSpPr>
                  <a:spLocks noChangeArrowheads="1"/>
                </p:cNvSpPr>
                <p:nvPr/>
              </p:nvSpPr>
              <p:spPr bwMode="auto">
                <a:xfrm>
                  <a:off x="3409089" y="4896669"/>
                  <a:ext cx="558835" cy="512866"/>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solidFill>
                      <a:schemeClr val="bg1"/>
                    </a:solidFill>
                  </a:endParaRPr>
                </a:p>
              </p:txBody>
            </p:sp>
            <p:grpSp>
              <p:nvGrpSpPr>
                <p:cNvPr id="27677" name="Group 185">
                  <a:extLst>
                    <a:ext uri="{FF2B5EF4-FFF2-40B4-BE49-F238E27FC236}">
                      <a16:creationId xmlns:a16="http://schemas.microsoft.com/office/drawing/2014/main" id="{4AC12FBC-2DAD-47E3-99E3-8894E82B02A8}"/>
                    </a:ext>
                  </a:extLst>
                </p:cNvPr>
                <p:cNvGrpSpPr>
                  <a:grpSpLocks/>
                </p:cNvGrpSpPr>
                <p:nvPr/>
              </p:nvGrpSpPr>
              <p:grpSpPr bwMode="auto">
                <a:xfrm>
                  <a:off x="3332242" y="4971309"/>
                  <a:ext cx="225961" cy="203820"/>
                  <a:chOff x="5081535" y="2539381"/>
                  <a:chExt cx="1426534" cy="180524"/>
                </a:xfrm>
              </p:grpSpPr>
              <p:cxnSp>
                <p:nvCxnSpPr>
                  <p:cNvPr id="27687" name="Straight Connector 11">
                    <a:extLst>
                      <a:ext uri="{FF2B5EF4-FFF2-40B4-BE49-F238E27FC236}">
                        <a16:creationId xmlns:a16="http://schemas.microsoft.com/office/drawing/2014/main" id="{0AB2D7D8-C159-4E5F-A7D2-4116F3CAFCED}"/>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688" name="Straight Connector 12">
                    <a:extLst>
                      <a:ext uri="{FF2B5EF4-FFF2-40B4-BE49-F238E27FC236}">
                        <a16:creationId xmlns:a16="http://schemas.microsoft.com/office/drawing/2014/main" id="{288524E2-CC00-4AD3-A2A2-F8BF89091C58}"/>
                      </a:ext>
                    </a:extLst>
                  </p:cNvPr>
                  <p:cNvCxnSpPr>
                    <a:cxnSpLocks noChangeShapeType="1"/>
                  </p:cNvCxnSpPr>
                  <p:nvPr/>
                </p:nvCxnSpPr>
                <p:spPr bwMode="auto">
                  <a:xfrm flipH="1">
                    <a:off x="5081535" y="2539381"/>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7678" name="TextBox 186">
                  <a:extLst>
                    <a:ext uri="{FF2B5EF4-FFF2-40B4-BE49-F238E27FC236}">
                      <a16:creationId xmlns:a16="http://schemas.microsoft.com/office/drawing/2014/main" id="{CBFBF6E1-4F8F-4CB9-9406-C89180348717}"/>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a:t>C</a:t>
                  </a:r>
                  <a:r>
                    <a:rPr lang="en-US" altLang="en-US" sz="1100" baseline="-25000" dirty="0"/>
                    <a:t>1</a:t>
                  </a:r>
                  <a:r>
                    <a:rPr lang="en-US" altLang="en-US" sz="1100" dirty="0">
                      <a:solidFill>
                        <a:schemeClr val="bg1"/>
                      </a:solidFill>
                    </a:rPr>
                    <a:t> </a:t>
                  </a:r>
                </a:p>
              </p:txBody>
            </p:sp>
            <p:grpSp>
              <p:nvGrpSpPr>
                <p:cNvPr id="27679" name="Group 187">
                  <a:extLst>
                    <a:ext uri="{FF2B5EF4-FFF2-40B4-BE49-F238E27FC236}">
                      <a16:creationId xmlns:a16="http://schemas.microsoft.com/office/drawing/2014/main" id="{C65B4FC0-4065-4ECC-AE50-F4D0A9763E6C}"/>
                    </a:ext>
                  </a:extLst>
                </p:cNvPr>
                <p:cNvGrpSpPr>
                  <a:grpSpLocks/>
                </p:cNvGrpSpPr>
                <p:nvPr/>
              </p:nvGrpSpPr>
              <p:grpSpPr bwMode="auto">
                <a:xfrm>
                  <a:off x="3473987" y="4964393"/>
                  <a:ext cx="152400" cy="377666"/>
                  <a:chOff x="2241550" y="1447800"/>
                  <a:chExt cx="235743" cy="584200"/>
                </a:xfrm>
              </p:grpSpPr>
              <p:cxnSp>
                <p:nvCxnSpPr>
                  <p:cNvPr id="27680" name="Straight Connector 188">
                    <a:extLst>
                      <a:ext uri="{FF2B5EF4-FFF2-40B4-BE49-F238E27FC236}">
                        <a16:creationId xmlns:a16="http://schemas.microsoft.com/office/drawing/2014/main" id="{EE57B27A-B26E-45E0-8553-D6E2D5803EC2}"/>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7681" name="Straight Connector 189">
                    <a:extLst>
                      <a:ext uri="{FF2B5EF4-FFF2-40B4-BE49-F238E27FC236}">
                        <a16:creationId xmlns:a16="http://schemas.microsoft.com/office/drawing/2014/main" id="{3E47DA5A-74E7-4B47-A12C-1BE3AB3B7884}"/>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91" name="Arc 190">
                    <a:extLst>
                      <a:ext uri="{FF2B5EF4-FFF2-40B4-BE49-F238E27FC236}">
                        <a16:creationId xmlns:a16="http://schemas.microsoft.com/office/drawing/2014/main" id="{AB294558-0815-4481-BC7F-4B28B85ECB6B}"/>
                      </a:ext>
                    </a:extLst>
                  </p:cNvPr>
                  <p:cNvSpPr/>
                  <p:nvPr/>
                </p:nvSpPr>
                <p:spPr bwMode="auto">
                  <a:xfrm>
                    <a:off x="2249217" y="1713920"/>
                    <a:ext cx="228390" cy="76140"/>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Arial" charset="0"/>
                      <a:cs typeface="Arial" charset="0"/>
                    </a:endParaRPr>
                  </a:p>
                </p:txBody>
              </p:sp>
              <p:cxnSp>
                <p:nvCxnSpPr>
                  <p:cNvPr id="27683" name="Straight Connector 191">
                    <a:extLst>
                      <a:ext uri="{FF2B5EF4-FFF2-40B4-BE49-F238E27FC236}">
                        <a16:creationId xmlns:a16="http://schemas.microsoft.com/office/drawing/2014/main" id="{BB0B18A8-C46C-4A08-9376-D98B9C1C536C}"/>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7684" name="Straight Connector 192">
                    <a:extLst>
                      <a:ext uri="{FF2B5EF4-FFF2-40B4-BE49-F238E27FC236}">
                        <a16:creationId xmlns:a16="http://schemas.microsoft.com/office/drawing/2014/main" id="{6C0A232D-77B7-4FF3-9BA1-A0EFC2038AD0}"/>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7685" name="Straight Connector 193">
                    <a:extLst>
                      <a:ext uri="{FF2B5EF4-FFF2-40B4-BE49-F238E27FC236}">
                        <a16:creationId xmlns:a16="http://schemas.microsoft.com/office/drawing/2014/main" id="{D5C4F23A-DD7D-44AF-880D-DF05233FCEDB}"/>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7686" name="Straight Connector 194">
                    <a:extLst>
                      <a:ext uri="{FF2B5EF4-FFF2-40B4-BE49-F238E27FC236}">
                        <a16:creationId xmlns:a16="http://schemas.microsoft.com/office/drawing/2014/main" id="{ECBEBD62-485C-46D5-B2E7-34A6EA102FBA}"/>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cxnSp>
            <p:nvCxnSpPr>
              <p:cNvPr id="27661" name="Straight Connector 199">
                <a:extLst>
                  <a:ext uri="{FF2B5EF4-FFF2-40B4-BE49-F238E27FC236}">
                    <a16:creationId xmlns:a16="http://schemas.microsoft.com/office/drawing/2014/main" id="{2E8884C0-B376-4AA7-815A-DECD325DF516}"/>
                  </a:ext>
                </a:extLst>
              </p:cNvPr>
              <p:cNvCxnSpPr>
                <a:cxnSpLocks noChangeShapeType="1"/>
              </p:cNvCxnSpPr>
              <p:nvPr/>
            </p:nvCxnSpPr>
            <p:spPr bwMode="auto">
              <a:xfrm flipH="1">
                <a:off x="6034008" y="5400201"/>
                <a:ext cx="415922" cy="0"/>
              </a:xfrm>
              <a:prstGeom prst="line">
                <a:avLst/>
              </a:prstGeom>
              <a:noFill/>
              <a:ln w="9525" algn="ctr">
                <a:solidFill>
                  <a:schemeClr val="tx1"/>
                </a:solidFill>
                <a:round/>
                <a:headEnd/>
                <a:tailEnd/>
              </a:ln>
            </p:spPr>
          </p:cxnSp>
          <p:cxnSp>
            <p:nvCxnSpPr>
              <p:cNvPr id="27662" name="Straight Connector 201">
                <a:extLst>
                  <a:ext uri="{FF2B5EF4-FFF2-40B4-BE49-F238E27FC236}">
                    <a16:creationId xmlns:a16="http://schemas.microsoft.com/office/drawing/2014/main" id="{E2773F43-E28A-4184-A6E1-AA5971B8AFAF}"/>
                  </a:ext>
                </a:extLst>
              </p:cNvPr>
              <p:cNvCxnSpPr>
                <a:cxnSpLocks noChangeShapeType="1"/>
              </p:cNvCxnSpPr>
              <p:nvPr/>
            </p:nvCxnSpPr>
            <p:spPr bwMode="auto">
              <a:xfrm flipH="1">
                <a:off x="6031630" y="4761562"/>
                <a:ext cx="415922" cy="0"/>
              </a:xfrm>
              <a:prstGeom prst="line">
                <a:avLst/>
              </a:prstGeom>
              <a:noFill/>
              <a:ln w="9525" algn="ctr">
                <a:solidFill>
                  <a:schemeClr val="tx1"/>
                </a:solidFill>
                <a:round/>
                <a:headEnd/>
                <a:tailEnd/>
              </a:ln>
            </p:spPr>
          </p:cxnSp>
          <p:cxnSp>
            <p:nvCxnSpPr>
              <p:cNvPr id="27663" name="Straight Connector 202">
                <a:extLst>
                  <a:ext uri="{FF2B5EF4-FFF2-40B4-BE49-F238E27FC236}">
                    <a16:creationId xmlns:a16="http://schemas.microsoft.com/office/drawing/2014/main" id="{F4A9598C-C4BB-4AA6-A03A-9EBCAB96C13F}"/>
                  </a:ext>
                </a:extLst>
              </p:cNvPr>
              <p:cNvCxnSpPr>
                <a:cxnSpLocks noChangeShapeType="1"/>
              </p:cNvCxnSpPr>
              <p:nvPr/>
            </p:nvCxnSpPr>
            <p:spPr bwMode="auto">
              <a:xfrm flipH="1">
                <a:off x="6043533" y="4107265"/>
                <a:ext cx="415922" cy="0"/>
              </a:xfrm>
              <a:prstGeom prst="line">
                <a:avLst/>
              </a:prstGeom>
              <a:noFill/>
              <a:ln w="9525" algn="ctr">
                <a:solidFill>
                  <a:schemeClr val="tx1"/>
                </a:solidFill>
                <a:round/>
                <a:headEnd/>
                <a:tailEnd/>
              </a:ln>
            </p:spPr>
          </p:cxnSp>
          <p:grpSp>
            <p:nvGrpSpPr>
              <p:cNvPr id="27664" name="Group 212">
                <a:extLst>
                  <a:ext uri="{FF2B5EF4-FFF2-40B4-BE49-F238E27FC236}">
                    <a16:creationId xmlns:a16="http://schemas.microsoft.com/office/drawing/2014/main" id="{A90481D8-B03D-4EB3-9C1C-E635F6A65E8E}"/>
                  </a:ext>
                </a:extLst>
              </p:cNvPr>
              <p:cNvGrpSpPr>
                <a:grpSpLocks/>
              </p:cNvGrpSpPr>
              <p:nvPr/>
            </p:nvGrpSpPr>
            <p:grpSpPr bwMode="auto">
              <a:xfrm>
                <a:off x="4504931" y="3128477"/>
                <a:ext cx="1189178" cy="682267"/>
                <a:chOff x="4956767" y="2022704"/>
                <a:chExt cx="1822450" cy="698500"/>
              </a:xfrm>
            </p:grpSpPr>
            <p:sp>
              <p:nvSpPr>
                <p:cNvPr id="27665" name="Freeform 213">
                  <a:extLst>
                    <a:ext uri="{FF2B5EF4-FFF2-40B4-BE49-F238E27FC236}">
                      <a16:creationId xmlns:a16="http://schemas.microsoft.com/office/drawing/2014/main" id="{1AC54C4E-EC24-43B9-B0CD-F5C11A2EAC9E}"/>
                    </a:ext>
                  </a:extLst>
                </p:cNvPr>
                <p:cNvSpPr>
                  <a:spLocks/>
                </p:cNvSpPr>
                <p:nvPr/>
              </p:nvSpPr>
              <p:spPr bwMode="auto">
                <a:xfrm>
                  <a:off x="5344117" y="2022704"/>
                  <a:ext cx="444500"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700 w 444500"/>
                    <a:gd name="T11" fmla="*/ 228600 h 234950"/>
                    <a:gd name="T12" fmla="*/ 317500 w 444500"/>
                    <a:gd name="T13" fmla="*/ 6350 h 234950"/>
                    <a:gd name="T14" fmla="*/ 381000 w 444500"/>
                    <a:gd name="T15" fmla="*/ 234950 h 234950"/>
                    <a:gd name="T16" fmla="*/ 444500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bg1"/>
                    </a:solidFill>
                  </a:endParaRPr>
                </a:p>
              </p:txBody>
            </p:sp>
            <p:cxnSp>
              <p:nvCxnSpPr>
                <p:cNvPr id="27666" name="Straight Connector 214">
                  <a:extLst>
                    <a:ext uri="{FF2B5EF4-FFF2-40B4-BE49-F238E27FC236}">
                      <a16:creationId xmlns:a16="http://schemas.microsoft.com/office/drawing/2014/main" id="{3C11E4D3-3295-4D21-BE64-CC348BBD0C1B}"/>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7667" name="Straight Connector 215">
                  <a:extLst>
                    <a:ext uri="{FF2B5EF4-FFF2-40B4-BE49-F238E27FC236}">
                      <a16:creationId xmlns:a16="http://schemas.microsoft.com/office/drawing/2014/main" id="{33135B83-B5F3-4907-98E6-B84905F3B2BB}"/>
                    </a:ext>
                  </a:extLst>
                </p:cNvPr>
                <p:cNvCxnSpPr>
                  <a:cxnSpLocks noChangeShapeType="1"/>
                  <a:stCxn id="27665" idx="8"/>
                </p:cNvCxnSpPr>
                <p:nvPr/>
              </p:nvCxnSpPr>
              <p:spPr bwMode="auto">
                <a:xfrm>
                  <a:off x="5788617" y="2130654"/>
                  <a:ext cx="990600" cy="0"/>
                </a:xfrm>
                <a:prstGeom prst="line">
                  <a:avLst/>
                </a:prstGeom>
                <a:noFill/>
                <a:ln w="9525" algn="ctr">
                  <a:solidFill>
                    <a:schemeClr val="tx1"/>
                  </a:solidFill>
                  <a:round/>
                  <a:headEnd/>
                  <a:tailEnd/>
                </a:ln>
              </p:spPr>
            </p:cxnSp>
            <p:grpSp>
              <p:nvGrpSpPr>
                <p:cNvPr id="27668" name="Group 216">
                  <a:extLst>
                    <a:ext uri="{FF2B5EF4-FFF2-40B4-BE49-F238E27FC236}">
                      <a16:creationId xmlns:a16="http://schemas.microsoft.com/office/drawing/2014/main" id="{EC9015D7-2E80-4191-9CC2-BE38E14F2DB6}"/>
                    </a:ext>
                  </a:extLst>
                </p:cNvPr>
                <p:cNvGrpSpPr>
                  <a:grpSpLocks/>
                </p:cNvGrpSpPr>
                <p:nvPr/>
              </p:nvGrpSpPr>
              <p:grpSpPr bwMode="auto">
                <a:xfrm>
                  <a:off x="5928317" y="2137004"/>
                  <a:ext cx="235743" cy="584200"/>
                  <a:chOff x="2241550" y="1447800"/>
                  <a:chExt cx="235743" cy="584200"/>
                </a:xfrm>
              </p:grpSpPr>
              <p:cxnSp>
                <p:nvCxnSpPr>
                  <p:cNvPr id="27669" name="Straight Connector 217">
                    <a:extLst>
                      <a:ext uri="{FF2B5EF4-FFF2-40B4-BE49-F238E27FC236}">
                        <a16:creationId xmlns:a16="http://schemas.microsoft.com/office/drawing/2014/main" id="{DBE27E5D-322B-4D10-8276-C0E2FFE62DEF}"/>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7670" name="Straight Connector 218">
                    <a:extLst>
                      <a:ext uri="{FF2B5EF4-FFF2-40B4-BE49-F238E27FC236}">
                        <a16:creationId xmlns:a16="http://schemas.microsoft.com/office/drawing/2014/main" id="{ED77A91D-361B-4ACB-ADB7-85CDDC1A28BD}"/>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220" name="Arc 219">
                    <a:extLst>
                      <a:ext uri="{FF2B5EF4-FFF2-40B4-BE49-F238E27FC236}">
                        <a16:creationId xmlns:a16="http://schemas.microsoft.com/office/drawing/2014/main" id="{50EB3541-D0BB-42CF-8E7C-A06B5547950B}"/>
                      </a:ext>
                    </a:extLst>
                  </p:cNvPr>
                  <p:cNvSpPr/>
                  <p:nvPr/>
                </p:nvSpPr>
                <p:spPr bwMode="auto">
                  <a:xfrm>
                    <a:off x="2248372" y="1714120"/>
                    <a:ext cx="228707" cy="76403"/>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solidFill>
                        <a:schemeClr val="bg1"/>
                      </a:solidFill>
                      <a:latin typeface="Arial" charset="0"/>
                      <a:cs typeface="Arial" charset="0"/>
                    </a:endParaRPr>
                  </a:p>
                </p:txBody>
              </p:sp>
              <p:cxnSp>
                <p:nvCxnSpPr>
                  <p:cNvPr id="27672" name="Straight Connector 220">
                    <a:extLst>
                      <a:ext uri="{FF2B5EF4-FFF2-40B4-BE49-F238E27FC236}">
                        <a16:creationId xmlns:a16="http://schemas.microsoft.com/office/drawing/2014/main" id="{60849F03-140C-4EC6-8A00-72E9755E5BB8}"/>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7673" name="Straight Connector 221">
                    <a:extLst>
                      <a:ext uri="{FF2B5EF4-FFF2-40B4-BE49-F238E27FC236}">
                        <a16:creationId xmlns:a16="http://schemas.microsoft.com/office/drawing/2014/main" id="{28566679-5506-4A3A-A98D-B081C9ECEC3B}"/>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7674" name="Straight Connector 222">
                    <a:extLst>
                      <a:ext uri="{FF2B5EF4-FFF2-40B4-BE49-F238E27FC236}">
                        <a16:creationId xmlns:a16="http://schemas.microsoft.com/office/drawing/2014/main" id="{43A0F441-A211-45D6-8C18-B3D56CAFD3FC}"/>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7675" name="Straight Connector 223">
                    <a:extLst>
                      <a:ext uri="{FF2B5EF4-FFF2-40B4-BE49-F238E27FC236}">
                        <a16:creationId xmlns:a16="http://schemas.microsoft.com/office/drawing/2014/main" id="{732BEE4F-31BA-4373-9C96-3A4C86EB980B}"/>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sp>
          <p:nvSpPr>
            <p:cNvPr id="27654" name="TextBox 226">
              <a:extLst>
                <a:ext uri="{FF2B5EF4-FFF2-40B4-BE49-F238E27FC236}">
                  <a16:creationId xmlns:a16="http://schemas.microsoft.com/office/drawing/2014/main" id="{0333C671-A143-4757-B95E-A6E74546EF0C}"/>
                </a:ext>
              </a:extLst>
            </p:cNvPr>
            <p:cNvSpPr txBox="1">
              <a:spLocks noChangeArrowheads="1"/>
            </p:cNvSpPr>
            <p:nvPr/>
          </p:nvSpPr>
          <p:spPr bwMode="auto">
            <a:xfrm>
              <a:off x="4691744" y="2857184"/>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dirty="0" err="1"/>
                <a:t>R</a:t>
              </a:r>
              <a:r>
                <a:rPr lang="en-US" altLang="en-US" sz="1100" baseline="-25000" dirty="0" err="1"/>
                <a:t>wire</a:t>
              </a:r>
              <a:r>
                <a:rPr lang="en-US" altLang="en-US" sz="1100" dirty="0"/>
                <a:t> </a:t>
              </a:r>
            </a:p>
          </p:txBody>
        </p:sp>
        <p:sp>
          <p:nvSpPr>
            <p:cNvPr id="27655" name="TextBox 227">
              <a:extLst>
                <a:ext uri="{FF2B5EF4-FFF2-40B4-BE49-F238E27FC236}">
                  <a16:creationId xmlns:a16="http://schemas.microsoft.com/office/drawing/2014/main" id="{BF13E45A-903C-42FB-9853-1E6A55C0EED8}"/>
                </a:ext>
              </a:extLst>
            </p:cNvPr>
            <p:cNvSpPr txBox="1">
              <a:spLocks noChangeArrowheads="1"/>
            </p:cNvSpPr>
            <p:nvPr/>
          </p:nvSpPr>
          <p:spPr bwMode="auto">
            <a:xfrm>
              <a:off x="5339444" y="3342959"/>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wire</a:t>
              </a:r>
              <a:r>
                <a:rPr lang="en-US" altLang="en-US" sz="1100"/>
                <a:t> </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C678627-07B3-4CD4-B882-89BEA79A1239}"/>
              </a:ext>
            </a:extLst>
          </p:cNvPr>
          <p:cNvSpPr>
            <a:spLocks noGrp="1"/>
          </p:cNvSpPr>
          <p:nvPr>
            <p:ph type="title"/>
          </p:nvPr>
        </p:nvSpPr>
        <p:spPr/>
        <p:txBody>
          <a:bodyPr/>
          <a:lstStyle/>
          <a:p>
            <a:r>
              <a:rPr lang="en-US" altLang="en-US"/>
              <a:t>Interconnect Trees: Balanced Tree</a:t>
            </a:r>
          </a:p>
        </p:txBody>
      </p:sp>
      <p:sp>
        <p:nvSpPr>
          <p:cNvPr id="28675" name="Content Placeholder 2">
            <a:extLst>
              <a:ext uri="{FF2B5EF4-FFF2-40B4-BE49-F238E27FC236}">
                <a16:creationId xmlns:a16="http://schemas.microsoft.com/office/drawing/2014/main" id="{B7AA8E7A-586E-489E-8455-F0016BE26A2C}"/>
              </a:ext>
            </a:extLst>
          </p:cNvPr>
          <p:cNvSpPr>
            <a:spLocks noGrp="1"/>
          </p:cNvSpPr>
          <p:nvPr>
            <p:ph type="body" sz="quarter" idx="10"/>
          </p:nvPr>
        </p:nvSpPr>
        <p:spPr/>
        <p:txBody>
          <a:bodyPr/>
          <a:lstStyle/>
          <a:p>
            <a:r>
              <a:rPr lang="en-US" altLang="en-US" sz="2000"/>
              <a:t>Assumed that:</a:t>
            </a:r>
          </a:p>
          <a:p>
            <a:pPr lvl="1"/>
            <a:r>
              <a:rPr lang="en-US" altLang="en-US" sz="1400"/>
              <a:t>Each destination pin is on a separate portion of the interconnect</a:t>
            </a:r>
          </a:p>
          <a:p>
            <a:pPr lvl="1"/>
            <a:r>
              <a:rPr lang="en-US" altLang="en-US" sz="1400"/>
              <a:t>Each path has equal portion of the total wire resistance and capacitance</a:t>
            </a:r>
          </a:p>
        </p:txBody>
      </p:sp>
      <p:grpSp>
        <p:nvGrpSpPr>
          <p:cNvPr id="28676" name="Group 87">
            <a:extLst>
              <a:ext uri="{FF2B5EF4-FFF2-40B4-BE49-F238E27FC236}">
                <a16:creationId xmlns:a16="http://schemas.microsoft.com/office/drawing/2014/main" id="{820A260A-214B-482C-9716-D6FD5773350A}"/>
              </a:ext>
            </a:extLst>
          </p:cNvPr>
          <p:cNvGrpSpPr>
            <a:grpSpLocks/>
          </p:cNvGrpSpPr>
          <p:nvPr/>
        </p:nvGrpSpPr>
        <p:grpSpPr bwMode="auto">
          <a:xfrm>
            <a:off x="3295651" y="2719388"/>
            <a:ext cx="4983163" cy="2836862"/>
            <a:chOff x="918120" y="2128402"/>
            <a:chExt cx="4983575" cy="2836525"/>
          </a:xfrm>
        </p:grpSpPr>
        <p:grpSp>
          <p:nvGrpSpPr>
            <p:cNvPr id="28677" name="Group 88">
              <a:extLst>
                <a:ext uri="{FF2B5EF4-FFF2-40B4-BE49-F238E27FC236}">
                  <a16:creationId xmlns:a16="http://schemas.microsoft.com/office/drawing/2014/main" id="{8D5E72AC-7D74-4E4D-8938-A1BAFE4FA3D5}"/>
                </a:ext>
              </a:extLst>
            </p:cNvPr>
            <p:cNvGrpSpPr>
              <a:grpSpLocks/>
            </p:cNvGrpSpPr>
            <p:nvPr/>
          </p:nvGrpSpPr>
          <p:grpSpPr bwMode="auto">
            <a:xfrm>
              <a:off x="918120" y="3321711"/>
              <a:ext cx="840057" cy="802896"/>
              <a:chOff x="2528557" y="3884487"/>
              <a:chExt cx="840057" cy="802896"/>
            </a:xfrm>
          </p:grpSpPr>
          <p:grpSp>
            <p:nvGrpSpPr>
              <p:cNvPr id="28770" name="Group 182">
                <a:extLst>
                  <a:ext uri="{FF2B5EF4-FFF2-40B4-BE49-F238E27FC236}">
                    <a16:creationId xmlns:a16="http://schemas.microsoft.com/office/drawing/2014/main" id="{0BB4FCCD-D7E8-4548-B0A3-53942929EEB2}"/>
                  </a:ext>
                </a:extLst>
              </p:cNvPr>
              <p:cNvGrpSpPr>
                <a:grpSpLocks/>
              </p:cNvGrpSpPr>
              <p:nvPr/>
            </p:nvGrpSpPr>
            <p:grpSpPr bwMode="auto">
              <a:xfrm>
                <a:off x="2528557" y="3884487"/>
                <a:ext cx="729623" cy="802896"/>
                <a:chOff x="6465567" y="1011059"/>
                <a:chExt cx="436256" cy="480067"/>
              </a:xfrm>
            </p:grpSpPr>
            <p:sp>
              <p:nvSpPr>
                <p:cNvPr id="198" name="Flowchart: Delay 2">
                  <a:extLst>
                    <a:ext uri="{FF2B5EF4-FFF2-40B4-BE49-F238E27FC236}">
                      <a16:creationId xmlns:a16="http://schemas.microsoft.com/office/drawing/2014/main" id="{7688D1EE-5C13-4E6A-85FB-4575C30B53FE}"/>
                    </a:ext>
                  </a:extLst>
                </p:cNvPr>
                <p:cNvSpPr>
                  <a:spLocks noChangeArrowheads="1"/>
                </p:cNvSpPr>
                <p:nvPr/>
              </p:nvSpPr>
              <p:spPr bwMode="auto">
                <a:xfrm>
                  <a:off x="6541509" y="1011268"/>
                  <a:ext cx="359776" cy="480237"/>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8786" name="Group 198">
                  <a:extLst>
                    <a:ext uri="{FF2B5EF4-FFF2-40B4-BE49-F238E27FC236}">
                      <a16:creationId xmlns:a16="http://schemas.microsoft.com/office/drawing/2014/main" id="{8DA6451A-5485-40A7-8C78-9D5F36FA5089}"/>
                    </a:ext>
                  </a:extLst>
                </p:cNvPr>
                <p:cNvGrpSpPr>
                  <a:grpSpLocks/>
                </p:cNvGrpSpPr>
                <p:nvPr/>
              </p:nvGrpSpPr>
              <p:grpSpPr bwMode="auto">
                <a:xfrm>
                  <a:off x="6465567" y="1153793"/>
                  <a:ext cx="76200" cy="203820"/>
                  <a:chOff x="5081535" y="2539381"/>
                  <a:chExt cx="481065" cy="180524"/>
                </a:xfrm>
              </p:grpSpPr>
              <p:cxnSp>
                <p:nvCxnSpPr>
                  <p:cNvPr id="28787" name="Straight Connector 11">
                    <a:extLst>
                      <a:ext uri="{FF2B5EF4-FFF2-40B4-BE49-F238E27FC236}">
                        <a16:creationId xmlns:a16="http://schemas.microsoft.com/office/drawing/2014/main" id="{AADE266D-B384-46C2-A32D-4A3D5A0A42B5}"/>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88" name="Straight Connector 12">
                    <a:extLst>
                      <a:ext uri="{FF2B5EF4-FFF2-40B4-BE49-F238E27FC236}">
                        <a16:creationId xmlns:a16="http://schemas.microsoft.com/office/drawing/2014/main" id="{369D22DE-7BEE-4CCE-B064-0D4C2ADB8483}"/>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sp>
            <p:nvSpPr>
              <p:cNvPr id="28771" name="TextBox 183">
                <a:extLst>
                  <a:ext uri="{FF2B5EF4-FFF2-40B4-BE49-F238E27FC236}">
                    <a16:creationId xmlns:a16="http://schemas.microsoft.com/office/drawing/2014/main" id="{5B1A5082-3CE4-4778-994E-D6BAD74206D2}"/>
                  </a:ext>
                </a:extLst>
              </p:cNvPr>
              <p:cNvSpPr txBox="1">
                <a:spLocks noChangeArrowheads="1"/>
              </p:cNvSpPr>
              <p:nvPr/>
            </p:nvSpPr>
            <p:spPr bwMode="auto">
              <a:xfrm>
                <a:off x="2720226" y="3989463"/>
                <a:ext cx="5309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R</a:t>
                </a:r>
                <a:r>
                  <a:rPr lang="en-US" altLang="en-US" sz="1100" baseline="-25000"/>
                  <a:t>drive</a:t>
                </a:r>
                <a:r>
                  <a:rPr lang="en-US" altLang="en-US" sz="1100"/>
                  <a:t> </a:t>
                </a:r>
              </a:p>
            </p:txBody>
          </p:sp>
          <p:sp>
            <p:nvSpPr>
              <p:cNvPr id="28772" name="TextBox 184">
                <a:extLst>
                  <a:ext uri="{FF2B5EF4-FFF2-40B4-BE49-F238E27FC236}">
                    <a16:creationId xmlns:a16="http://schemas.microsoft.com/office/drawing/2014/main" id="{9A5BECE7-D472-47F5-A221-BEE305DF115E}"/>
                  </a:ext>
                </a:extLst>
              </p:cNvPr>
              <p:cNvSpPr txBox="1">
                <a:spLocks noChangeArrowheads="1"/>
              </p:cNvSpPr>
              <p:nvPr/>
            </p:nvSpPr>
            <p:spPr bwMode="auto">
              <a:xfrm>
                <a:off x="2705806" y="4341686"/>
                <a:ext cx="45717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out</a:t>
                </a:r>
                <a:r>
                  <a:rPr lang="en-US" altLang="en-US" sz="1100"/>
                  <a:t> </a:t>
                </a:r>
              </a:p>
            </p:txBody>
          </p:sp>
          <p:grpSp>
            <p:nvGrpSpPr>
              <p:cNvPr id="28773" name="Group 185">
                <a:extLst>
                  <a:ext uri="{FF2B5EF4-FFF2-40B4-BE49-F238E27FC236}">
                    <a16:creationId xmlns:a16="http://schemas.microsoft.com/office/drawing/2014/main" id="{50A37624-5E6B-4190-927D-2423055AD683}"/>
                  </a:ext>
                </a:extLst>
              </p:cNvPr>
              <p:cNvGrpSpPr>
                <a:grpSpLocks/>
              </p:cNvGrpSpPr>
              <p:nvPr/>
            </p:nvGrpSpPr>
            <p:grpSpPr bwMode="auto">
              <a:xfrm>
                <a:off x="2775481" y="4260003"/>
                <a:ext cx="593133" cy="227333"/>
                <a:chOff x="4956767" y="2022704"/>
                <a:chExt cx="1822450" cy="698500"/>
              </a:xfrm>
            </p:grpSpPr>
            <p:sp>
              <p:nvSpPr>
                <p:cNvPr id="28774" name="Freeform 186">
                  <a:extLst>
                    <a:ext uri="{FF2B5EF4-FFF2-40B4-BE49-F238E27FC236}">
                      <a16:creationId xmlns:a16="http://schemas.microsoft.com/office/drawing/2014/main" id="{8F942944-3EDD-426C-819D-276867971581}"/>
                    </a:ext>
                  </a:extLst>
                </p:cNvPr>
                <p:cNvSpPr>
                  <a:spLocks/>
                </p:cNvSpPr>
                <p:nvPr/>
              </p:nvSpPr>
              <p:spPr bwMode="auto">
                <a:xfrm>
                  <a:off x="5344117" y="2022704"/>
                  <a:ext cx="444500"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700 w 444500"/>
                    <a:gd name="T11" fmla="*/ 228600 h 234950"/>
                    <a:gd name="T12" fmla="*/ 317500 w 444500"/>
                    <a:gd name="T13" fmla="*/ 6350 h 234950"/>
                    <a:gd name="T14" fmla="*/ 381000 w 444500"/>
                    <a:gd name="T15" fmla="*/ 234950 h 234950"/>
                    <a:gd name="T16" fmla="*/ 444500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8775" name="Straight Connector 187">
                  <a:extLst>
                    <a:ext uri="{FF2B5EF4-FFF2-40B4-BE49-F238E27FC236}">
                      <a16:creationId xmlns:a16="http://schemas.microsoft.com/office/drawing/2014/main" id="{D0AACF7B-B407-4A2E-A435-03BAA9CB0B69}"/>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8776" name="Straight Connector 188">
                  <a:extLst>
                    <a:ext uri="{FF2B5EF4-FFF2-40B4-BE49-F238E27FC236}">
                      <a16:creationId xmlns:a16="http://schemas.microsoft.com/office/drawing/2014/main" id="{0AC251CC-1608-4E8A-A4DD-01FF92988AE5}"/>
                    </a:ext>
                  </a:extLst>
                </p:cNvPr>
                <p:cNvCxnSpPr>
                  <a:cxnSpLocks noChangeShapeType="1"/>
                  <a:stCxn id="28774" idx="8"/>
                </p:cNvCxnSpPr>
                <p:nvPr/>
              </p:nvCxnSpPr>
              <p:spPr bwMode="auto">
                <a:xfrm>
                  <a:off x="5788617" y="2130654"/>
                  <a:ext cx="990600" cy="0"/>
                </a:xfrm>
                <a:prstGeom prst="line">
                  <a:avLst/>
                </a:prstGeom>
                <a:noFill/>
                <a:ln w="9525" algn="ctr">
                  <a:solidFill>
                    <a:schemeClr val="tx1"/>
                  </a:solidFill>
                  <a:round/>
                  <a:headEnd/>
                  <a:tailEnd/>
                </a:ln>
              </p:spPr>
            </p:cxnSp>
            <p:grpSp>
              <p:nvGrpSpPr>
                <p:cNvPr id="28777" name="Group 189">
                  <a:extLst>
                    <a:ext uri="{FF2B5EF4-FFF2-40B4-BE49-F238E27FC236}">
                      <a16:creationId xmlns:a16="http://schemas.microsoft.com/office/drawing/2014/main" id="{E119A2CA-CC41-4C90-95BC-324983114288}"/>
                    </a:ext>
                  </a:extLst>
                </p:cNvPr>
                <p:cNvGrpSpPr>
                  <a:grpSpLocks/>
                </p:cNvGrpSpPr>
                <p:nvPr/>
              </p:nvGrpSpPr>
              <p:grpSpPr bwMode="auto">
                <a:xfrm>
                  <a:off x="5928317" y="2137004"/>
                  <a:ext cx="235743" cy="584200"/>
                  <a:chOff x="2241550" y="1447800"/>
                  <a:chExt cx="235743" cy="584200"/>
                </a:xfrm>
              </p:grpSpPr>
              <p:cxnSp>
                <p:nvCxnSpPr>
                  <p:cNvPr id="28778" name="Straight Connector 190">
                    <a:extLst>
                      <a:ext uri="{FF2B5EF4-FFF2-40B4-BE49-F238E27FC236}">
                        <a16:creationId xmlns:a16="http://schemas.microsoft.com/office/drawing/2014/main" id="{B9276837-6667-49DF-B96D-010F7CF4F552}"/>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79" name="Straight Connector 191">
                    <a:extLst>
                      <a:ext uri="{FF2B5EF4-FFF2-40B4-BE49-F238E27FC236}">
                        <a16:creationId xmlns:a16="http://schemas.microsoft.com/office/drawing/2014/main" id="{640215C3-A93E-44D5-A070-7F4CAE72ADC2}"/>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93" name="Arc 192">
                    <a:extLst>
                      <a:ext uri="{FF2B5EF4-FFF2-40B4-BE49-F238E27FC236}">
                        <a16:creationId xmlns:a16="http://schemas.microsoft.com/office/drawing/2014/main" id="{865F0856-F5E6-4299-9386-340C24524C1B}"/>
                      </a:ext>
                    </a:extLst>
                  </p:cNvPr>
                  <p:cNvSpPr/>
                  <p:nvPr/>
                </p:nvSpPr>
                <p:spPr bwMode="auto">
                  <a:xfrm>
                    <a:off x="2243040" y="1717070"/>
                    <a:ext cx="234151" cy="73159"/>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81" name="Straight Connector 193">
                    <a:extLst>
                      <a:ext uri="{FF2B5EF4-FFF2-40B4-BE49-F238E27FC236}">
                        <a16:creationId xmlns:a16="http://schemas.microsoft.com/office/drawing/2014/main" id="{6F9E8013-0A44-45F9-BA3C-49A47BEECAAC}"/>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82" name="Straight Connector 194">
                    <a:extLst>
                      <a:ext uri="{FF2B5EF4-FFF2-40B4-BE49-F238E27FC236}">
                        <a16:creationId xmlns:a16="http://schemas.microsoft.com/office/drawing/2014/main" id="{440C432C-2893-4570-A42C-F988F6E00DE2}"/>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83" name="Straight Connector 195">
                    <a:extLst>
                      <a:ext uri="{FF2B5EF4-FFF2-40B4-BE49-F238E27FC236}">
                        <a16:creationId xmlns:a16="http://schemas.microsoft.com/office/drawing/2014/main" id="{1B834B60-AFB9-4268-8F73-59E4BBC65CE6}"/>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84" name="Straight Connector 196">
                    <a:extLst>
                      <a:ext uri="{FF2B5EF4-FFF2-40B4-BE49-F238E27FC236}">
                        <a16:creationId xmlns:a16="http://schemas.microsoft.com/office/drawing/2014/main" id="{69D21E14-3E5B-4CD9-BE5A-A661E89DBE6C}"/>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grpSp>
          <p:nvGrpSpPr>
            <p:cNvPr id="28678" name="Group 89">
              <a:extLst>
                <a:ext uri="{FF2B5EF4-FFF2-40B4-BE49-F238E27FC236}">
                  <a16:creationId xmlns:a16="http://schemas.microsoft.com/office/drawing/2014/main" id="{A9B3C535-2E82-4BF5-AA36-4982D3304A22}"/>
                </a:ext>
              </a:extLst>
            </p:cNvPr>
            <p:cNvGrpSpPr>
              <a:grpSpLocks/>
            </p:cNvGrpSpPr>
            <p:nvPr/>
          </p:nvGrpSpPr>
          <p:grpSpPr bwMode="auto">
            <a:xfrm>
              <a:off x="3182442" y="3477797"/>
              <a:ext cx="1708892" cy="687030"/>
              <a:chOff x="5344117" y="2017828"/>
              <a:chExt cx="2618927" cy="703376"/>
            </a:xfrm>
          </p:grpSpPr>
          <p:sp>
            <p:nvSpPr>
              <p:cNvPr id="28760" name="Freeform 171">
                <a:extLst>
                  <a:ext uri="{FF2B5EF4-FFF2-40B4-BE49-F238E27FC236}">
                    <a16:creationId xmlns:a16="http://schemas.microsoft.com/office/drawing/2014/main" id="{B6532D6A-C6B7-4BEB-A15B-3CD01ED91570}"/>
                  </a:ext>
                </a:extLst>
              </p:cNvPr>
              <p:cNvSpPr>
                <a:spLocks/>
              </p:cNvSpPr>
              <p:nvPr/>
            </p:nvSpPr>
            <p:spPr bwMode="auto">
              <a:xfrm>
                <a:off x="5344117" y="2017828"/>
                <a:ext cx="444499"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699 w 444500"/>
                  <a:gd name="T11" fmla="*/ 228600 h 234950"/>
                  <a:gd name="T12" fmla="*/ 317499 w 444500"/>
                  <a:gd name="T13" fmla="*/ 6350 h 234950"/>
                  <a:gd name="T14" fmla="*/ 380999 w 444500"/>
                  <a:gd name="T15" fmla="*/ 234950 h 234950"/>
                  <a:gd name="T16" fmla="*/ 444499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8761" name="Straight Connector 173">
                <a:extLst>
                  <a:ext uri="{FF2B5EF4-FFF2-40B4-BE49-F238E27FC236}">
                    <a16:creationId xmlns:a16="http://schemas.microsoft.com/office/drawing/2014/main" id="{F962B926-BD80-4EFB-9833-AC5FF415D5CC}"/>
                  </a:ext>
                </a:extLst>
              </p:cNvPr>
              <p:cNvCxnSpPr>
                <a:cxnSpLocks noChangeShapeType="1"/>
                <a:stCxn id="28760" idx="8"/>
              </p:cNvCxnSpPr>
              <p:nvPr/>
            </p:nvCxnSpPr>
            <p:spPr bwMode="auto">
              <a:xfrm>
                <a:off x="5788616" y="2125778"/>
                <a:ext cx="2174428" cy="0"/>
              </a:xfrm>
              <a:prstGeom prst="line">
                <a:avLst/>
              </a:prstGeom>
              <a:noFill/>
              <a:ln w="9525" algn="ctr">
                <a:solidFill>
                  <a:schemeClr val="tx1"/>
                </a:solidFill>
                <a:round/>
                <a:headEnd/>
                <a:tailEnd/>
              </a:ln>
            </p:spPr>
          </p:cxnSp>
          <p:grpSp>
            <p:nvGrpSpPr>
              <p:cNvPr id="28762" name="Group 174">
                <a:extLst>
                  <a:ext uri="{FF2B5EF4-FFF2-40B4-BE49-F238E27FC236}">
                    <a16:creationId xmlns:a16="http://schemas.microsoft.com/office/drawing/2014/main" id="{9D031032-D214-4219-8256-C3F0BAB03DE0}"/>
                  </a:ext>
                </a:extLst>
              </p:cNvPr>
              <p:cNvGrpSpPr>
                <a:grpSpLocks/>
              </p:cNvGrpSpPr>
              <p:nvPr/>
            </p:nvGrpSpPr>
            <p:grpSpPr bwMode="auto">
              <a:xfrm>
                <a:off x="5928317" y="2137004"/>
                <a:ext cx="235743" cy="584200"/>
                <a:chOff x="2241550" y="1447800"/>
                <a:chExt cx="235743" cy="584200"/>
              </a:xfrm>
            </p:grpSpPr>
            <p:cxnSp>
              <p:nvCxnSpPr>
                <p:cNvPr id="28763" name="Straight Connector 175">
                  <a:extLst>
                    <a:ext uri="{FF2B5EF4-FFF2-40B4-BE49-F238E27FC236}">
                      <a16:creationId xmlns:a16="http://schemas.microsoft.com/office/drawing/2014/main" id="{D75622CA-2832-4785-9E27-6A2E5ED4BD9E}"/>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64" name="Straight Connector 176">
                  <a:extLst>
                    <a:ext uri="{FF2B5EF4-FFF2-40B4-BE49-F238E27FC236}">
                      <a16:creationId xmlns:a16="http://schemas.microsoft.com/office/drawing/2014/main" id="{D04AF399-7E2E-4361-A717-DAE3D814DC70}"/>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78" name="Arc 177">
                  <a:extLst>
                    <a:ext uri="{FF2B5EF4-FFF2-40B4-BE49-F238E27FC236}">
                      <a16:creationId xmlns:a16="http://schemas.microsoft.com/office/drawing/2014/main" id="{E72A0FB0-7769-44DF-9837-5980044447E4}"/>
                    </a:ext>
                  </a:extLst>
                </p:cNvPr>
                <p:cNvSpPr/>
                <p:nvPr/>
              </p:nvSpPr>
              <p:spPr bwMode="auto">
                <a:xfrm>
                  <a:off x="2248041" y="1713582"/>
                  <a:ext cx="228711" cy="76379"/>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66" name="Straight Connector 178">
                  <a:extLst>
                    <a:ext uri="{FF2B5EF4-FFF2-40B4-BE49-F238E27FC236}">
                      <a16:creationId xmlns:a16="http://schemas.microsoft.com/office/drawing/2014/main" id="{A93B898B-D336-45BB-973F-561ED31B767F}"/>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67" name="Straight Connector 179">
                  <a:extLst>
                    <a:ext uri="{FF2B5EF4-FFF2-40B4-BE49-F238E27FC236}">
                      <a16:creationId xmlns:a16="http://schemas.microsoft.com/office/drawing/2014/main" id="{B54448B3-0AB1-4E13-BA3A-C153C15253E6}"/>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68" name="Straight Connector 180">
                  <a:extLst>
                    <a:ext uri="{FF2B5EF4-FFF2-40B4-BE49-F238E27FC236}">
                      <a16:creationId xmlns:a16="http://schemas.microsoft.com/office/drawing/2014/main" id="{0A246A4A-E715-48D9-B38D-169638460439}"/>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69" name="Straight Connector 181">
                  <a:extLst>
                    <a:ext uri="{FF2B5EF4-FFF2-40B4-BE49-F238E27FC236}">
                      <a16:creationId xmlns:a16="http://schemas.microsoft.com/office/drawing/2014/main" id="{2F59EB13-0507-4CA0-83D5-E792A9DC8BB0}"/>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8679" name="Group 90">
              <a:extLst>
                <a:ext uri="{FF2B5EF4-FFF2-40B4-BE49-F238E27FC236}">
                  <a16:creationId xmlns:a16="http://schemas.microsoft.com/office/drawing/2014/main" id="{93C0D321-FE96-445A-B47B-86AD5B2AD22C}"/>
                </a:ext>
              </a:extLst>
            </p:cNvPr>
            <p:cNvGrpSpPr>
              <a:grpSpLocks/>
            </p:cNvGrpSpPr>
            <p:nvPr/>
          </p:nvGrpSpPr>
          <p:grpSpPr bwMode="auto">
            <a:xfrm>
              <a:off x="2922226" y="2565701"/>
              <a:ext cx="2005888" cy="682267"/>
              <a:chOff x="4956767" y="2022704"/>
              <a:chExt cx="3074082" cy="698500"/>
            </a:xfrm>
          </p:grpSpPr>
          <p:sp>
            <p:nvSpPr>
              <p:cNvPr id="28749" name="Freeform 160">
                <a:extLst>
                  <a:ext uri="{FF2B5EF4-FFF2-40B4-BE49-F238E27FC236}">
                    <a16:creationId xmlns:a16="http://schemas.microsoft.com/office/drawing/2014/main" id="{C1FA1831-7D3C-4AF0-AFCB-3CA2F5AC51B6}"/>
                  </a:ext>
                </a:extLst>
              </p:cNvPr>
              <p:cNvSpPr>
                <a:spLocks/>
              </p:cNvSpPr>
              <p:nvPr/>
            </p:nvSpPr>
            <p:spPr bwMode="auto">
              <a:xfrm>
                <a:off x="5344117" y="2022704"/>
                <a:ext cx="444500"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700 w 444500"/>
                  <a:gd name="T11" fmla="*/ 228600 h 234950"/>
                  <a:gd name="T12" fmla="*/ 317500 w 444500"/>
                  <a:gd name="T13" fmla="*/ 6350 h 234950"/>
                  <a:gd name="T14" fmla="*/ 381000 w 444500"/>
                  <a:gd name="T15" fmla="*/ 234950 h 234950"/>
                  <a:gd name="T16" fmla="*/ 444500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8750" name="Straight Connector 161">
                <a:extLst>
                  <a:ext uri="{FF2B5EF4-FFF2-40B4-BE49-F238E27FC236}">
                    <a16:creationId xmlns:a16="http://schemas.microsoft.com/office/drawing/2014/main" id="{8049F6CC-11F3-4405-88CA-F3A0A6C95785}"/>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8751" name="Straight Connector 162">
                <a:extLst>
                  <a:ext uri="{FF2B5EF4-FFF2-40B4-BE49-F238E27FC236}">
                    <a16:creationId xmlns:a16="http://schemas.microsoft.com/office/drawing/2014/main" id="{FE4495B9-F316-46AC-966C-8544E6DD3250}"/>
                  </a:ext>
                </a:extLst>
              </p:cNvPr>
              <p:cNvCxnSpPr>
                <a:cxnSpLocks noChangeShapeType="1"/>
                <a:stCxn id="28749" idx="8"/>
              </p:cNvCxnSpPr>
              <p:nvPr/>
            </p:nvCxnSpPr>
            <p:spPr bwMode="auto">
              <a:xfrm>
                <a:off x="5788616" y="2130654"/>
                <a:ext cx="2242233" cy="0"/>
              </a:xfrm>
              <a:prstGeom prst="line">
                <a:avLst/>
              </a:prstGeom>
              <a:noFill/>
              <a:ln w="9525" algn="ctr">
                <a:solidFill>
                  <a:schemeClr val="tx1"/>
                </a:solidFill>
                <a:round/>
                <a:headEnd/>
                <a:tailEnd/>
              </a:ln>
            </p:spPr>
          </p:cxnSp>
          <p:grpSp>
            <p:nvGrpSpPr>
              <p:cNvPr id="28752" name="Group 163">
                <a:extLst>
                  <a:ext uri="{FF2B5EF4-FFF2-40B4-BE49-F238E27FC236}">
                    <a16:creationId xmlns:a16="http://schemas.microsoft.com/office/drawing/2014/main" id="{F7D0A8D8-ADBE-480F-A9C6-43ED4BBF2A71}"/>
                  </a:ext>
                </a:extLst>
              </p:cNvPr>
              <p:cNvGrpSpPr>
                <a:grpSpLocks/>
              </p:cNvGrpSpPr>
              <p:nvPr/>
            </p:nvGrpSpPr>
            <p:grpSpPr bwMode="auto">
              <a:xfrm>
                <a:off x="5928317" y="2137004"/>
                <a:ext cx="235743" cy="584200"/>
                <a:chOff x="2241550" y="1447800"/>
                <a:chExt cx="235743" cy="584200"/>
              </a:xfrm>
            </p:grpSpPr>
            <p:cxnSp>
              <p:nvCxnSpPr>
                <p:cNvPr id="28753" name="Straight Connector 164">
                  <a:extLst>
                    <a:ext uri="{FF2B5EF4-FFF2-40B4-BE49-F238E27FC236}">
                      <a16:creationId xmlns:a16="http://schemas.microsoft.com/office/drawing/2014/main" id="{420708AE-8C93-4C81-AC9A-4AD082712FEB}"/>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54" name="Straight Connector 165">
                  <a:extLst>
                    <a:ext uri="{FF2B5EF4-FFF2-40B4-BE49-F238E27FC236}">
                      <a16:creationId xmlns:a16="http://schemas.microsoft.com/office/drawing/2014/main" id="{E9DEAC95-9B1E-4856-8411-DD6E545A51E9}"/>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67" name="Arc 166">
                  <a:extLst>
                    <a:ext uri="{FF2B5EF4-FFF2-40B4-BE49-F238E27FC236}">
                      <a16:creationId xmlns:a16="http://schemas.microsoft.com/office/drawing/2014/main" id="{7B43A97A-9E00-48C1-A40F-1C02B860A16F}"/>
                    </a:ext>
                  </a:extLst>
                </p:cNvPr>
                <p:cNvSpPr/>
                <p:nvPr/>
              </p:nvSpPr>
              <p:spPr bwMode="auto">
                <a:xfrm>
                  <a:off x="2247313" y="1712961"/>
                  <a:ext cx="228711" cy="76379"/>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56" name="Straight Connector 167">
                  <a:extLst>
                    <a:ext uri="{FF2B5EF4-FFF2-40B4-BE49-F238E27FC236}">
                      <a16:creationId xmlns:a16="http://schemas.microsoft.com/office/drawing/2014/main" id="{0DDA02B9-CE1E-4EBC-96AD-E350A0803DBD}"/>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57" name="Straight Connector 168">
                  <a:extLst>
                    <a:ext uri="{FF2B5EF4-FFF2-40B4-BE49-F238E27FC236}">
                      <a16:creationId xmlns:a16="http://schemas.microsoft.com/office/drawing/2014/main" id="{73D60A20-DB31-4AD4-9E1D-330738D55560}"/>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58" name="Straight Connector 169">
                  <a:extLst>
                    <a:ext uri="{FF2B5EF4-FFF2-40B4-BE49-F238E27FC236}">
                      <a16:creationId xmlns:a16="http://schemas.microsoft.com/office/drawing/2014/main" id="{AACCC8AA-18CC-4BFC-AC0A-D7EC09A21D04}"/>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59" name="Straight Connector 170">
                  <a:extLst>
                    <a:ext uri="{FF2B5EF4-FFF2-40B4-BE49-F238E27FC236}">
                      <a16:creationId xmlns:a16="http://schemas.microsoft.com/office/drawing/2014/main" id="{B56B36C5-31ED-4085-A7C3-454C6249231F}"/>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cxnSp>
          <p:nvCxnSpPr>
            <p:cNvPr id="28680" name="Straight Connector 91">
              <a:extLst>
                <a:ext uri="{FF2B5EF4-FFF2-40B4-BE49-F238E27FC236}">
                  <a16:creationId xmlns:a16="http://schemas.microsoft.com/office/drawing/2014/main" id="{C5888096-1B1C-4C73-81CC-D56E82013833}"/>
                </a:ext>
              </a:extLst>
            </p:cNvPr>
            <p:cNvCxnSpPr>
              <a:cxnSpLocks noChangeShapeType="1"/>
            </p:cNvCxnSpPr>
            <p:nvPr/>
          </p:nvCxnSpPr>
          <p:spPr bwMode="auto">
            <a:xfrm flipH="1">
              <a:off x="2712167" y="3597855"/>
              <a:ext cx="470275" cy="0"/>
            </a:xfrm>
            <a:prstGeom prst="line">
              <a:avLst/>
            </a:prstGeom>
            <a:noFill/>
            <a:ln w="9525" algn="ctr">
              <a:solidFill>
                <a:schemeClr val="tx1"/>
              </a:solidFill>
              <a:round/>
              <a:headEnd/>
              <a:tailEnd/>
            </a:ln>
          </p:spPr>
        </p:cxnSp>
        <p:grpSp>
          <p:nvGrpSpPr>
            <p:cNvPr id="28681" name="Group 92">
              <a:extLst>
                <a:ext uri="{FF2B5EF4-FFF2-40B4-BE49-F238E27FC236}">
                  <a16:creationId xmlns:a16="http://schemas.microsoft.com/office/drawing/2014/main" id="{1CC1F610-1D96-4D41-B65A-DE6DB3262B54}"/>
                </a:ext>
              </a:extLst>
            </p:cNvPr>
            <p:cNvGrpSpPr>
              <a:grpSpLocks/>
            </p:cNvGrpSpPr>
            <p:nvPr/>
          </p:nvGrpSpPr>
          <p:grpSpPr bwMode="auto">
            <a:xfrm>
              <a:off x="2929690" y="4277897"/>
              <a:ext cx="1923544" cy="687030"/>
              <a:chOff x="4956767" y="2017828"/>
              <a:chExt cx="2947887" cy="703376"/>
            </a:xfrm>
          </p:grpSpPr>
          <p:sp>
            <p:nvSpPr>
              <p:cNvPr id="28738" name="Freeform 149">
                <a:extLst>
                  <a:ext uri="{FF2B5EF4-FFF2-40B4-BE49-F238E27FC236}">
                    <a16:creationId xmlns:a16="http://schemas.microsoft.com/office/drawing/2014/main" id="{D46FE15D-7AFE-419B-8320-836FBAE5622D}"/>
                  </a:ext>
                </a:extLst>
              </p:cNvPr>
              <p:cNvSpPr>
                <a:spLocks/>
              </p:cNvSpPr>
              <p:nvPr/>
            </p:nvSpPr>
            <p:spPr bwMode="auto">
              <a:xfrm>
                <a:off x="5344117" y="2017828"/>
                <a:ext cx="444499"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699 w 444500"/>
                  <a:gd name="T11" fmla="*/ 228600 h 234950"/>
                  <a:gd name="T12" fmla="*/ 317499 w 444500"/>
                  <a:gd name="T13" fmla="*/ 6350 h 234950"/>
                  <a:gd name="T14" fmla="*/ 380999 w 444500"/>
                  <a:gd name="T15" fmla="*/ 234950 h 234950"/>
                  <a:gd name="T16" fmla="*/ 444499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8739" name="Straight Connector 150">
                <a:extLst>
                  <a:ext uri="{FF2B5EF4-FFF2-40B4-BE49-F238E27FC236}">
                    <a16:creationId xmlns:a16="http://schemas.microsoft.com/office/drawing/2014/main" id="{5FCE1217-4CDD-40C9-B1AB-DF93D53826E3}"/>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8740" name="Straight Connector 151">
                <a:extLst>
                  <a:ext uri="{FF2B5EF4-FFF2-40B4-BE49-F238E27FC236}">
                    <a16:creationId xmlns:a16="http://schemas.microsoft.com/office/drawing/2014/main" id="{927EC8A6-9E1F-48E0-ABDF-AE1B6AC3B23E}"/>
                  </a:ext>
                </a:extLst>
              </p:cNvPr>
              <p:cNvCxnSpPr>
                <a:cxnSpLocks noChangeShapeType="1"/>
                <a:stCxn id="28738" idx="8"/>
              </p:cNvCxnSpPr>
              <p:nvPr/>
            </p:nvCxnSpPr>
            <p:spPr bwMode="auto">
              <a:xfrm>
                <a:off x="5788616" y="2125778"/>
                <a:ext cx="2116038" cy="0"/>
              </a:xfrm>
              <a:prstGeom prst="line">
                <a:avLst/>
              </a:prstGeom>
              <a:noFill/>
              <a:ln w="9525" algn="ctr">
                <a:solidFill>
                  <a:schemeClr val="tx1"/>
                </a:solidFill>
                <a:round/>
                <a:headEnd/>
                <a:tailEnd/>
              </a:ln>
            </p:spPr>
          </p:cxnSp>
          <p:grpSp>
            <p:nvGrpSpPr>
              <p:cNvPr id="28741" name="Group 152">
                <a:extLst>
                  <a:ext uri="{FF2B5EF4-FFF2-40B4-BE49-F238E27FC236}">
                    <a16:creationId xmlns:a16="http://schemas.microsoft.com/office/drawing/2014/main" id="{F5AD8279-DBBB-4145-A04C-DEEE9EE6472C}"/>
                  </a:ext>
                </a:extLst>
              </p:cNvPr>
              <p:cNvGrpSpPr>
                <a:grpSpLocks/>
              </p:cNvGrpSpPr>
              <p:nvPr/>
            </p:nvGrpSpPr>
            <p:grpSpPr bwMode="auto">
              <a:xfrm>
                <a:off x="5928317" y="2137004"/>
                <a:ext cx="235743" cy="584200"/>
                <a:chOff x="2241550" y="1447800"/>
                <a:chExt cx="235743" cy="584200"/>
              </a:xfrm>
            </p:grpSpPr>
            <p:cxnSp>
              <p:nvCxnSpPr>
                <p:cNvPr id="28742" name="Straight Connector 153">
                  <a:extLst>
                    <a:ext uri="{FF2B5EF4-FFF2-40B4-BE49-F238E27FC236}">
                      <a16:creationId xmlns:a16="http://schemas.microsoft.com/office/drawing/2014/main" id="{77ADA49B-8D2E-4706-8378-A4628362F2B5}"/>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43" name="Straight Connector 154">
                  <a:extLst>
                    <a:ext uri="{FF2B5EF4-FFF2-40B4-BE49-F238E27FC236}">
                      <a16:creationId xmlns:a16="http://schemas.microsoft.com/office/drawing/2014/main" id="{62E6FD30-929A-495B-B73B-63DC652256EE}"/>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56" name="Arc 155">
                  <a:extLst>
                    <a:ext uri="{FF2B5EF4-FFF2-40B4-BE49-F238E27FC236}">
                      <a16:creationId xmlns:a16="http://schemas.microsoft.com/office/drawing/2014/main" id="{54C0AE38-F347-4CEB-B0DB-40A8537E7E98}"/>
                    </a:ext>
                  </a:extLst>
                </p:cNvPr>
                <p:cNvSpPr/>
                <p:nvPr/>
              </p:nvSpPr>
              <p:spPr bwMode="auto">
                <a:xfrm>
                  <a:off x="2248039" y="1713485"/>
                  <a:ext cx="228711" cy="76379"/>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45" name="Straight Connector 156">
                  <a:extLst>
                    <a:ext uri="{FF2B5EF4-FFF2-40B4-BE49-F238E27FC236}">
                      <a16:creationId xmlns:a16="http://schemas.microsoft.com/office/drawing/2014/main" id="{A0AEE03D-7202-4B84-9249-576C64AA5F25}"/>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46" name="Straight Connector 157">
                  <a:extLst>
                    <a:ext uri="{FF2B5EF4-FFF2-40B4-BE49-F238E27FC236}">
                      <a16:creationId xmlns:a16="http://schemas.microsoft.com/office/drawing/2014/main" id="{64FF6842-0BA1-4779-BA55-BD3932E4EC9C}"/>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47" name="Straight Connector 158">
                  <a:extLst>
                    <a:ext uri="{FF2B5EF4-FFF2-40B4-BE49-F238E27FC236}">
                      <a16:creationId xmlns:a16="http://schemas.microsoft.com/office/drawing/2014/main" id="{A59C3E73-34F0-48EA-8C8D-DD89614E60CB}"/>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48" name="Straight Connector 159">
                  <a:extLst>
                    <a:ext uri="{FF2B5EF4-FFF2-40B4-BE49-F238E27FC236}">
                      <a16:creationId xmlns:a16="http://schemas.microsoft.com/office/drawing/2014/main" id="{C5D07A5F-28FE-424F-A241-07C066178118}"/>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cxnSp>
          <p:nvCxnSpPr>
            <p:cNvPr id="28682" name="Straight Connector 93">
              <a:extLst>
                <a:ext uri="{FF2B5EF4-FFF2-40B4-BE49-F238E27FC236}">
                  <a16:creationId xmlns:a16="http://schemas.microsoft.com/office/drawing/2014/main" id="{0BE50365-023F-4455-AA66-C73D6ECEE915}"/>
                </a:ext>
              </a:extLst>
            </p:cNvPr>
            <p:cNvCxnSpPr>
              <a:cxnSpLocks noChangeShapeType="1"/>
            </p:cNvCxnSpPr>
            <p:nvPr/>
          </p:nvCxnSpPr>
          <p:spPr bwMode="auto">
            <a:xfrm flipH="1">
              <a:off x="2712167" y="4397955"/>
              <a:ext cx="415922" cy="0"/>
            </a:xfrm>
            <a:prstGeom prst="line">
              <a:avLst/>
            </a:prstGeom>
            <a:noFill/>
            <a:ln w="9525" algn="ctr">
              <a:solidFill>
                <a:schemeClr val="tx1"/>
              </a:solidFill>
              <a:round/>
              <a:headEnd/>
              <a:tailEnd/>
            </a:ln>
          </p:spPr>
        </p:cxnSp>
        <p:cxnSp>
          <p:nvCxnSpPr>
            <p:cNvPr id="28683" name="Straight Connector 94">
              <a:extLst>
                <a:ext uri="{FF2B5EF4-FFF2-40B4-BE49-F238E27FC236}">
                  <a16:creationId xmlns:a16="http://schemas.microsoft.com/office/drawing/2014/main" id="{64F53EF2-011B-4185-B69C-8BAACB3129A7}"/>
                </a:ext>
              </a:extLst>
            </p:cNvPr>
            <p:cNvCxnSpPr>
              <a:cxnSpLocks noChangeShapeType="1"/>
            </p:cNvCxnSpPr>
            <p:nvPr/>
          </p:nvCxnSpPr>
          <p:spPr bwMode="auto">
            <a:xfrm>
              <a:off x="2712167" y="2683548"/>
              <a:ext cx="0" cy="1716957"/>
            </a:xfrm>
            <a:prstGeom prst="line">
              <a:avLst/>
            </a:prstGeom>
            <a:noFill/>
            <a:ln w="9525" algn="ctr">
              <a:solidFill>
                <a:schemeClr val="tx1"/>
              </a:solidFill>
              <a:round/>
              <a:headEnd/>
              <a:tailEnd/>
            </a:ln>
          </p:spPr>
        </p:cxnSp>
        <p:cxnSp>
          <p:nvCxnSpPr>
            <p:cNvPr id="28684" name="Straight Connector 95">
              <a:extLst>
                <a:ext uri="{FF2B5EF4-FFF2-40B4-BE49-F238E27FC236}">
                  <a16:creationId xmlns:a16="http://schemas.microsoft.com/office/drawing/2014/main" id="{117A298A-4E6E-488F-A3D7-D0D5F04CA645}"/>
                </a:ext>
              </a:extLst>
            </p:cNvPr>
            <p:cNvCxnSpPr>
              <a:cxnSpLocks noChangeShapeType="1"/>
            </p:cNvCxnSpPr>
            <p:nvPr/>
          </p:nvCxnSpPr>
          <p:spPr bwMode="auto">
            <a:xfrm flipH="1">
              <a:off x="2712167" y="2683455"/>
              <a:ext cx="415922" cy="0"/>
            </a:xfrm>
            <a:prstGeom prst="line">
              <a:avLst/>
            </a:prstGeom>
            <a:noFill/>
            <a:ln w="9525" algn="ctr">
              <a:solidFill>
                <a:schemeClr val="tx1"/>
              </a:solidFill>
              <a:round/>
              <a:headEnd/>
              <a:tailEnd/>
            </a:ln>
          </p:spPr>
        </p:cxnSp>
        <p:cxnSp>
          <p:nvCxnSpPr>
            <p:cNvPr id="28685" name="Straight Connector 96">
              <a:extLst>
                <a:ext uri="{FF2B5EF4-FFF2-40B4-BE49-F238E27FC236}">
                  <a16:creationId xmlns:a16="http://schemas.microsoft.com/office/drawing/2014/main" id="{AF569524-EAD1-49BE-8D7E-66A48823F1E5}"/>
                </a:ext>
              </a:extLst>
            </p:cNvPr>
            <p:cNvCxnSpPr>
              <a:cxnSpLocks noChangeShapeType="1"/>
            </p:cNvCxnSpPr>
            <p:nvPr/>
          </p:nvCxnSpPr>
          <p:spPr bwMode="auto">
            <a:xfrm flipH="1">
              <a:off x="1758177" y="3732360"/>
              <a:ext cx="953990" cy="0"/>
            </a:xfrm>
            <a:prstGeom prst="line">
              <a:avLst/>
            </a:prstGeom>
            <a:noFill/>
            <a:ln w="9525" algn="ctr">
              <a:solidFill>
                <a:schemeClr val="tx1"/>
              </a:solidFill>
              <a:round/>
              <a:headEnd/>
              <a:tailEnd/>
            </a:ln>
          </p:spPr>
        </p:cxnSp>
        <p:grpSp>
          <p:nvGrpSpPr>
            <p:cNvPr id="28686" name="Group 97">
              <a:extLst>
                <a:ext uri="{FF2B5EF4-FFF2-40B4-BE49-F238E27FC236}">
                  <a16:creationId xmlns:a16="http://schemas.microsoft.com/office/drawing/2014/main" id="{B2DC4617-2563-49C1-A26D-925FB5077953}"/>
                </a:ext>
              </a:extLst>
            </p:cNvPr>
            <p:cNvGrpSpPr>
              <a:grpSpLocks/>
            </p:cNvGrpSpPr>
            <p:nvPr/>
          </p:nvGrpSpPr>
          <p:grpSpPr bwMode="auto">
            <a:xfrm>
              <a:off x="4815134" y="3513470"/>
              <a:ext cx="635000" cy="512618"/>
              <a:chOff x="3332242" y="4896917"/>
              <a:chExt cx="635000" cy="512618"/>
            </a:xfrm>
          </p:grpSpPr>
          <p:sp>
            <p:nvSpPr>
              <p:cNvPr id="137" name="Flowchart: Delay 2">
                <a:extLst>
                  <a:ext uri="{FF2B5EF4-FFF2-40B4-BE49-F238E27FC236}">
                    <a16:creationId xmlns:a16="http://schemas.microsoft.com/office/drawing/2014/main" id="{13E8C206-A67F-422B-AFBD-1F1FB48CE9FC}"/>
                  </a:ext>
                </a:extLst>
              </p:cNvPr>
              <p:cNvSpPr>
                <a:spLocks noChangeArrowheads="1"/>
              </p:cNvSpPr>
              <p:nvPr/>
            </p:nvSpPr>
            <p:spPr bwMode="auto">
              <a:xfrm>
                <a:off x="3409069" y="4897571"/>
                <a:ext cx="558846" cy="512702"/>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8726" name="Group 137">
                <a:extLst>
                  <a:ext uri="{FF2B5EF4-FFF2-40B4-BE49-F238E27FC236}">
                    <a16:creationId xmlns:a16="http://schemas.microsoft.com/office/drawing/2014/main" id="{80BFBCA9-F11E-4799-BB12-0B9544A1965B}"/>
                  </a:ext>
                </a:extLst>
              </p:cNvPr>
              <p:cNvGrpSpPr>
                <a:grpSpLocks/>
              </p:cNvGrpSpPr>
              <p:nvPr/>
            </p:nvGrpSpPr>
            <p:grpSpPr bwMode="auto">
              <a:xfrm>
                <a:off x="3332242" y="4966539"/>
                <a:ext cx="225961" cy="208583"/>
                <a:chOff x="5081535" y="2535162"/>
                <a:chExt cx="1426534" cy="184743"/>
              </a:xfrm>
            </p:grpSpPr>
            <p:cxnSp>
              <p:nvCxnSpPr>
                <p:cNvPr id="28736" name="Straight Connector 11">
                  <a:extLst>
                    <a:ext uri="{FF2B5EF4-FFF2-40B4-BE49-F238E27FC236}">
                      <a16:creationId xmlns:a16="http://schemas.microsoft.com/office/drawing/2014/main" id="{0989A6D4-DFF6-4658-9C06-A7FCEA83B96F}"/>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37" name="Straight Connector 12">
                  <a:extLst>
                    <a:ext uri="{FF2B5EF4-FFF2-40B4-BE49-F238E27FC236}">
                      <a16:creationId xmlns:a16="http://schemas.microsoft.com/office/drawing/2014/main" id="{DBF7854E-AC5B-4186-916F-AD143EF25F14}"/>
                    </a:ext>
                  </a:extLst>
                </p:cNvPr>
                <p:cNvCxnSpPr>
                  <a:cxnSpLocks noChangeShapeType="1"/>
                </p:cNvCxnSpPr>
                <p:nvPr/>
              </p:nvCxnSpPr>
              <p:spPr bwMode="auto">
                <a:xfrm flipH="1">
                  <a:off x="5081535" y="2535162"/>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8727" name="TextBox 138">
                <a:extLst>
                  <a:ext uri="{FF2B5EF4-FFF2-40B4-BE49-F238E27FC236}">
                    <a16:creationId xmlns:a16="http://schemas.microsoft.com/office/drawing/2014/main" id="{6452D4C6-FB78-412D-A3F2-6A876AB5A12E}"/>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8728" name="Group 139">
                <a:extLst>
                  <a:ext uri="{FF2B5EF4-FFF2-40B4-BE49-F238E27FC236}">
                    <a16:creationId xmlns:a16="http://schemas.microsoft.com/office/drawing/2014/main" id="{8B383389-E550-4636-8FDB-F62AECB954C2}"/>
                  </a:ext>
                </a:extLst>
              </p:cNvPr>
              <p:cNvGrpSpPr>
                <a:grpSpLocks/>
              </p:cNvGrpSpPr>
              <p:nvPr/>
            </p:nvGrpSpPr>
            <p:grpSpPr bwMode="auto">
              <a:xfrm>
                <a:off x="3473987" y="4964393"/>
                <a:ext cx="152400" cy="377666"/>
                <a:chOff x="2241550" y="1447800"/>
                <a:chExt cx="235743" cy="584200"/>
              </a:xfrm>
            </p:grpSpPr>
            <p:cxnSp>
              <p:nvCxnSpPr>
                <p:cNvPr id="28729" name="Straight Connector 140">
                  <a:extLst>
                    <a:ext uri="{FF2B5EF4-FFF2-40B4-BE49-F238E27FC236}">
                      <a16:creationId xmlns:a16="http://schemas.microsoft.com/office/drawing/2014/main" id="{9E6A6652-17D7-44D3-9B32-0DA6C4A3EC03}"/>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30" name="Straight Connector 141">
                  <a:extLst>
                    <a:ext uri="{FF2B5EF4-FFF2-40B4-BE49-F238E27FC236}">
                      <a16:creationId xmlns:a16="http://schemas.microsoft.com/office/drawing/2014/main" id="{B5CA8231-9223-42B7-9846-F5618E9FC5F9}"/>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43" name="Arc 142">
                  <a:extLst>
                    <a:ext uri="{FF2B5EF4-FFF2-40B4-BE49-F238E27FC236}">
                      <a16:creationId xmlns:a16="http://schemas.microsoft.com/office/drawing/2014/main" id="{15A2D505-7481-4922-98EC-129E8F0F80A0}"/>
                    </a:ext>
                  </a:extLst>
                </p:cNvPr>
                <p:cNvSpPr/>
                <p:nvPr/>
              </p:nvSpPr>
              <p:spPr bwMode="auto">
                <a:xfrm>
                  <a:off x="2249189" y="1715196"/>
                  <a:ext cx="228393" cy="76115"/>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32" name="Straight Connector 143">
                  <a:extLst>
                    <a:ext uri="{FF2B5EF4-FFF2-40B4-BE49-F238E27FC236}">
                      <a16:creationId xmlns:a16="http://schemas.microsoft.com/office/drawing/2014/main" id="{E2CDAE6C-88FC-4359-8F8C-22F1BEFF723C}"/>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33" name="Straight Connector 144">
                  <a:extLst>
                    <a:ext uri="{FF2B5EF4-FFF2-40B4-BE49-F238E27FC236}">
                      <a16:creationId xmlns:a16="http://schemas.microsoft.com/office/drawing/2014/main" id="{47D2A133-778A-4BA9-9AE2-19AB1CF78EF6}"/>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34" name="Straight Connector 145">
                  <a:extLst>
                    <a:ext uri="{FF2B5EF4-FFF2-40B4-BE49-F238E27FC236}">
                      <a16:creationId xmlns:a16="http://schemas.microsoft.com/office/drawing/2014/main" id="{0840870B-156C-4D4E-8212-6316233CCD84}"/>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35" name="Straight Connector 146">
                  <a:extLst>
                    <a:ext uri="{FF2B5EF4-FFF2-40B4-BE49-F238E27FC236}">
                      <a16:creationId xmlns:a16="http://schemas.microsoft.com/office/drawing/2014/main" id="{4D25EF82-2A7E-4E69-9F65-BF5451CB3B25}"/>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8687" name="Group 98">
              <a:extLst>
                <a:ext uri="{FF2B5EF4-FFF2-40B4-BE49-F238E27FC236}">
                  <a16:creationId xmlns:a16="http://schemas.microsoft.com/office/drawing/2014/main" id="{0C046495-DBDD-430E-80E3-ECCFE79BE3B8}"/>
                </a:ext>
              </a:extLst>
            </p:cNvPr>
            <p:cNvGrpSpPr>
              <a:grpSpLocks/>
            </p:cNvGrpSpPr>
            <p:nvPr/>
          </p:nvGrpSpPr>
          <p:grpSpPr bwMode="auto">
            <a:xfrm>
              <a:off x="4824659" y="2592473"/>
              <a:ext cx="635000" cy="512618"/>
              <a:chOff x="3332242" y="4896917"/>
              <a:chExt cx="635000" cy="512618"/>
            </a:xfrm>
          </p:grpSpPr>
          <p:sp>
            <p:nvSpPr>
              <p:cNvPr id="124" name="Flowchart: Delay 2">
                <a:extLst>
                  <a:ext uri="{FF2B5EF4-FFF2-40B4-BE49-F238E27FC236}">
                    <a16:creationId xmlns:a16="http://schemas.microsoft.com/office/drawing/2014/main" id="{17082F4F-1C14-436F-9859-13E241DDF167}"/>
                  </a:ext>
                </a:extLst>
              </p:cNvPr>
              <p:cNvSpPr>
                <a:spLocks noChangeArrowheads="1"/>
              </p:cNvSpPr>
              <p:nvPr/>
            </p:nvSpPr>
            <p:spPr bwMode="auto">
              <a:xfrm>
                <a:off x="3409070" y="4896341"/>
                <a:ext cx="558846" cy="512701"/>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8713" name="Group 124">
                <a:extLst>
                  <a:ext uri="{FF2B5EF4-FFF2-40B4-BE49-F238E27FC236}">
                    <a16:creationId xmlns:a16="http://schemas.microsoft.com/office/drawing/2014/main" id="{E38C3DBF-B84B-47C5-B6FF-407D6662508F}"/>
                  </a:ext>
                </a:extLst>
              </p:cNvPr>
              <p:cNvGrpSpPr>
                <a:grpSpLocks/>
              </p:cNvGrpSpPr>
              <p:nvPr/>
            </p:nvGrpSpPr>
            <p:grpSpPr bwMode="auto">
              <a:xfrm>
                <a:off x="3332242" y="4976079"/>
                <a:ext cx="225961" cy="199057"/>
                <a:chOff x="5081535" y="2543600"/>
                <a:chExt cx="1426534" cy="176305"/>
              </a:xfrm>
            </p:grpSpPr>
            <p:cxnSp>
              <p:nvCxnSpPr>
                <p:cNvPr id="28723" name="Straight Connector 11">
                  <a:extLst>
                    <a:ext uri="{FF2B5EF4-FFF2-40B4-BE49-F238E27FC236}">
                      <a16:creationId xmlns:a16="http://schemas.microsoft.com/office/drawing/2014/main" id="{7FBF4B3D-AC4D-459D-8DFD-8D7CC929BD52}"/>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24" name="Straight Connector 12">
                  <a:extLst>
                    <a:ext uri="{FF2B5EF4-FFF2-40B4-BE49-F238E27FC236}">
                      <a16:creationId xmlns:a16="http://schemas.microsoft.com/office/drawing/2014/main" id="{42F8B240-1DF7-4E9D-B59B-15B5016731CC}"/>
                    </a:ext>
                  </a:extLst>
                </p:cNvPr>
                <p:cNvCxnSpPr>
                  <a:cxnSpLocks noChangeShapeType="1"/>
                </p:cNvCxnSpPr>
                <p:nvPr/>
              </p:nvCxnSpPr>
              <p:spPr bwMode="auto">
                <a:xfrm flipH="1">
                  <a:off x="5081535" y="2543600"/>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8714" name="TextBox 125">
                <a:extLst>
                  <a:ext uri="{FF2B5EF4-FFF2-40B4-BE49-F238E27FC236}">
                    <a16:creationId xmlns:a16="http://schemas.microsoft.com/office/drawing/2014/main" id="{CDBB9A44-1747-440E-879F-8628753165AD}"/>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8715" name="Group 126">
                <a:extLst>
                  <a:ext uri="{FF2B5EF4-FFF2-40B4-BE49-F238E27FC236}">
                    <a16:creationId xmlns:a16="http://schemas.microsoft.com/office/drawing/2014/main" id="{10F17635-1636-4D6A-9A14-980E5914B900}"/>
                  </a:ext>
                </a:extLst>
              </p:cNvPr>
              <p:cNvGrpSpPr>
                <a:grpSpLocks/>
              </p:cNvGrpSpPr>
              <p:nvPr/>
            </p:nvGrpSpPr>
            <p:grpSpPr bwMode="auto">
              <a:xfrm>
                <a:off x="3473987" y="4969154"/>
                <a:ext cx="152400" cy="372903"/>
                <a:chOff x="2241550" y="1455167"/>
                <a:chExt cx="235743" cy="576833"/>
              </a:xfrm>
            </p:grpSpPr>
            <p:cxnSp>
              <p:nvCxnSpPr>
                <p:cNvPr id="28716" name="Straight Connector 127">
                  <a:extLst>
                    <a:ext uri="{FF2B5EF4-FFF2-40B4-BE49-F238E27FC236}">
                      <a16:creationId xmlns:a16="http://schemas.microsoft.com/office/drawing/2014/main" id="{681F29FD-41B6-409A-8C58-38C9F3D1FE18}"/>
                    </a:ext>
                  </a:extLst>
                </p:cNvPr>
                <p:cNvCxnSpPr>
                  <a:cxnSpLocks noChangeShapeType="1"/>
                </p:cNvCxnSpPr>
                <p:nvPr/>
              </p:nvCxnSpPr>
              <p:spPr bwMode="auto">
                <a:xfrm rot="5400000">
                  <a:off x="2247900" y="1569467"/>
                  <a:ext cx="228599" cy="0"/>
                </a:xfrm>
                <a:prstGeom prst="line">
                  <a:avLst/>
                </a:prstGeom>
                <a:noFill/>
                <a:ln w="9525" algn="ctr">
                  <a:solidFill>
                    <a:schemeClr val="tx1"/>
                  </a:solidFill>
                  <a:round/>
                  <a:headEnd/>
                  <a:tailEnd/>
                </a:ln>
              </p:spPr>
            </p:cxnSp>
            <p:cxnSp>
              <p:nvCxnSpPr>
                <p:cNvPr id="28717" name="Straight Connector 128">
                  <a:extLst>
                    <a:ext uri="{FF2B5EF4-FFF2-40B4-BE49-F238E27FC236}">
                      <a16:creationId xmlns:a16="http://schemas.microsoft.com/office/drawing/2014/main" id="{DD8FE6ED-6A47-4D8A-960F-31C2EC93D9F7}"/>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30" name="Arc 129">
                  <a:extLst>
                    <a:ext uri="{FF2B5EF4-FFF2-40B4-BE49-F238E27FC236}">
                      <a16:creationId xmlns:a16="http://schemas.microsoft.com/office/drawing/2014/main" id="{9C3267F1-B78C-49F3-8EEE-35EFE3778BE7}"/>
                    </a:ext>
                  </a:extLst>
                </p:cNvPr>
                <p:cNvSpPr/>
                <p:nvPr/>
              </p:nvSpPr>
              <p:spPr bwMode="auto">
                <a:xfrm>
                  <a:off x="2249191" y="1713294"/>
                  <a:ext cx="228393" cy="76117"/>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19" name="Straight Connector 130">
                  <a:extLst>
                    <a:ext uri="{FF2B5EF4-FFF2-40B4-BE49-F238E27FC236}">
                      <a16:creationId xmlns:a16="http://schemas.microsoft.com/office/drawing/2014/main" id="{D094B6DF-4B90-47E9-9206-410519C69701}"/>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20" name="Straight Connector 131">
                  <a:extLst>
                    <a:ext uri="{FF2B5EF4-FFF2-40B4-BE49-F238E27FC236}">
                      <a16:creationId xmlns:a16="http://schemas.microsoft.com/office/drawing/2014/main" id="{42889805-D73E-4A83-B14C-BC9CF52F485E}"/>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21" name="Straight Connector 132">
                  <a:extLst>
                    <a:ext uri="{FF2B5EF4-FFF2-40B4-BE49-F238E27FC236}">
                      <a16:creationId xmlns:a16="http://schemas.microsoft.com/office/drawing/2014/main" id="{0BAF81E0-AEBE-4DBE-B556-C0AC8D39F650}"/>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22" name="Straight Connector 133">
                  <a:extLst>
                    <a:ext uri="{FF2B5EF4-FFF2-40B4-BE49-F238E27FC236}">
                      <a16:creationId xmlns:a16="http://schemas.microsoft.com/office/drawing/2014/main" id="{4C50AAD5-2345-4C4B-AE20-70C2EE27A56E}"/>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8688" name="Group 99">
              <a:extLst>
                <a:ext uri="{FF2B5EF4-FFF2-40B4-BE49-F238E27FC236}">
                  <a16:creationId xmlns:a16="http://schemas.microsoft.com/office/drawing/2014/main" id="{7DA6208A-63C1-401B-90EC-5AD42602EBC5}"/>
                </a:ext>
              </a:extLst>
            </p:cNvPr>
            <p:cNvGrpSpPr>
              <a:grpSpLocks/>
            </p:cNvGrpSpPr>
            <p:nvPr/>
          </p:nvGrpSpPr>
          <p:grpSpPr bwMode="auto">
            <a:xfrm>
              <a:off x="4815134" y="4314034"/>
              <a:ext cx="635000" cy="512618"/>
              <a:chOff x="3332242" y="4896917"/>
              <a:chExt cx="635000" cy="512618"/>
            </a:xfrm>
          </p:grpSpPr>
          <p:sp>
            <p:nvSpPr>
              <p:cNvPr id="111" name="Flowchart: Delay 2">
                <a:extLst>
                  <a:ext uri="{FF2B5EF4-FFF2-40B4-BE49-F238E27FC236}">
                    <a16:creationId xmlns:a16="http://schemas.microsoft.com/office/drawing/2014/main" id="{8B6F8D75-7422-42D0-AB5A-AF800AD72D1A}"/>
                  </a:ext>
                </a:extLst>
              </p:cNvPr>
              <p:cNvSpPr>
                <a:spLocks noChangeArrowheads="1"/>
              </p:cNvSpPr>
              <p:nvPr/>
            </p:nvSpPr>
            <p:spPr bwMode="auto">
              <a:xfrm>
                <a:off x="3409069" y="4897012"/>
                <a:ext cx="558846" cy="512702"/>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8700" name="Group 111">
                <a:extLst>
                  <a:ext uri="{FF2B5EF4-FFF2-40B4-BE49-F238E27FC236}">
                    <a16:creationId xmlns:a16="http://schemas.microsoft.com/office/drawing/2014/main" id="{5D55DD5A-9B9F-45E6-85FF-C05FEF018918}"/>
                  </a:ext>
                </a:extLst>
              </p:cNvPr>
              <p:cNvGrpSpPr>
                <a:grpSpLocks/>
              </p:cNvGrpSpPr>
              <p:nvPr/>
            </p:nvGrpSpPr>
            <p:grpSpPr bwMode="auto">
              <a:xfrm>
                <a:off x="3332242" y="4966539"/>
                <a:ext cx="225961" cy="208583"/>
                <a:chOff x="5081535" y="2535162"/>
                <a:chExt cx="1426534" cy="184743"/>
              </a:xfrm>
            </p:grpSpPr>
            <p:cxnSp>
              <p:nvCxnSpPr>
                <p:cNvPr id="28710" name="Straight Connector 11">
                  <a:extLst>
                    <a:ext uri="{FF2B5EF4-FFF2-40B4-BE49-F238E27FC236}">
                      <a16:creationId xmlns:a16="http://schemas.microsoft.com/office/drawing/2014/main" id="{824FDE24-963A-4A11-A1AB-FAFAE113480A}"/>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8711" name="Straight Connector 12">
                  <a:extLst>
                    <a:ext uri="{FF2B5EF4-FFF2-40B4-BE49-F238E27FC236}">
                      <a16:creationId xmlns:a16="http://schemas.microsoft.com/office/drawing/2014/main" id="{DECE80B5-7BA9-414B-91EB-84A81D775A81}"/>
                    </a:ext>
                  </a:extLst>
                </p:cNvPr>
                <p:cNvCxnSpPr>
                  <a:cxnSpLocks noChangeShapeType="1"/>
                </p:cNvCxnSpPr>
                <p:nvPr/>
              </p:nvCxnSpPr>
              <p:spPr bwMode="auto">
                <a:xfrm flipH="1">
                  <a:off x="5081535" y="2535162"/>
                  <a:ext cx="142653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8701" name="TextBox 112">
                <a:extLst>
                  <a:ext uri="{FF2B5EF4-FFF2-40B4-BE49-F238E27FC236}">
                    <a16:creationId xmlns:a16="http://schemas.microsoft.com/office/drawing/2014/main" id="{01A7DC90-7E55-41CD-AC0E-8F1BDAD20E21}"/>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8702" name="Group 113">
                <a:extLst>
                  <a:ext uri="{FF2B5EF4-FFF2-40B4-BE49-F238E27FC236}">
                    <a16:creationId xmlns:a16="http://schemas.microsoft.com/office/drawing/2014/main" id="{6D28FE89-4D09-4DD2-B539-247BE13BF468}"/>
                  </a:ext>
                </a:extLst>
              </p:cNvPr>
              <p:cNvGrpSpPr>
                <a:grpSpLocks/>
              </p:cNvGrpSpPr>
              <p:nvPr/>
            </p:nvGrpSpPr>
            <p:grpSpPr bwMode="auto">
              <a:xfrm>
                <a:off x="3473987" y="4964393"/>
                <a:ext cx="152400" cy="377666"/>
                <a:chOff x="2241550" y="1447800"/>
                <a:chExt cx="235743" cy="584200"/>
              </a:xfrm>
            </p:grpSpPr>
            <p:cxnSp>
              <p:nvCxnSpPr>
                <p:cNvPr id="28703" name="Straight Connector 114">
                  <a:extLst>
                    <a:ext uri="{FF2B5EF4-FFF2-40B4-BE49-F238E27FC236}">
                      <a16:creationId xmlns:a16="http://schemas.microsoft.com/office/drawing/2014/main" id="{EED1075A-C49E-4FA2-AD6D-F6BC36CC1275}"/>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8704" name="Straight Connector 115">
                  <a:extLst>
                    <a:ext uri="{FF2B5EF4-FFF2-40B4-BE49-F238E27FC236}">
                      <a16:creationId xmlns:a16="http://schemas.microsoft.com/office/drawing/2014/main" id="{77881503-EFB3-41F1-A83F-7EA3360A8423}"/>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17" name="Arc 116">
                  <a:extLst>
                    <a:ext uri="{FF2B5EF4-FFF2-40B4-BE49-F238E27FC236}">
                      <a16:creationId xmlns:a16="http://schemas.microsoft.com/office/drawing/2014/main" id="{F8D332D5-2ABC-4BA7-B3A2-6003019AF395}"/>
                    </a:ext>
                  </a:extLst>
                </p:cNvPr>
                <p:cNvSpPr/>
                <p:nvPr/>
              </p:nvSpPr>
              <p:spPr bwMode="auto">
                <a:xfrm>
                  <a:off x="2249189" y="1714331"/>
                  <a:ext cx="228393" cy="76115"/>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8706" name="Straight Connector 117">
                  <a:extLst>
                    <a:ext uri="{FF2B5EF4-FFF2-40B4-BE49-F238E27FC236}">
                      <a16:creationId xmlns:a16="http://schemas.microsoft.com/office/drawing/2014/main" id="{15899E75-EB49-4738-BDEB-F1B3EEBFE02E}"/>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8707" name="Straight Connector 118">
                  <a:extLst>
                    <a:ext uri="{FF2B5EF4-FFF2-40B4-BE49-F238E27FC236}">
                      <a16:creationId xmlns:a16="http://schemas.microsoft.com/office/drawing/2014/main" id="{9FA745D2-8C84-438D-907E-4A20019E4745}"/>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8708" name="Straight Connector 119">
                  <a:extLst>
                    <a:ext uri="{FF2B5EF4-FFF2-40B4-BE49-F238E27FC236}">
                      <a16:creationId xmlns:a16="http://schemas.microsoft.com/office/drawing/2014/main" id="{3099BD7A-A09C-4C16-BFC0-C050F72CBEF3}"/>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8709" name="Straight Connector 120">
                  <a:extLst>
                    <a:ext uri="{FF2B5EF4-FFF2-40B4-BE49-F238E27FC236}">
                      <a16:creationId xmlns:a16="http://schemas.microsoft.com/office/drawing/2014/main" id="{359EE682-3F53-4B17-A8D5-962C496ED5C7}"/>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cxnSp>
          <p:nvCxnSpPr>
            <p:cNvPr id="28689" name="Straight Connector 100">
              <a:extLst>
                <a:ext uri="{FF2B5EF4-FFF2-40B4-BE49-F238E27FC236}">
                  <a16:creationId xmlns:a16="http://schemas.microsoft.com/office/drawing/2014/main" id="{296BA20F-8A4B-45FE-A79A-17BCA96709CA}"/>
                </a:ext>
              </a:extLst>
            </p:cNvPr>
            <p:cNvCxnSpPr>
              <a:cxnSpLocks noChangeShapeType="1"/>
            </p:cNvCxnSpPr>
            <p:nvPr/>
          </p:nvCxnSpPr>
          <p:spPr bwMode="auto">
            <a:xfrm flipH="1">
              <a:off x="5476248" y="4570343"/>
              <a:ext cx="415922" cy="0"/>
            </a:xfrm>
            <a:prstGeom prst="line">
              <a:avLst/>
            </a:prstGeom>
            <a:noFill/>
            <a:ln w="9525" algn="ctr">
              <a:solidFill>
                <a:schemeClr val="tx1"/>
              </a:solidFill>
              <a:round/>
              <a:headEnd/>
              <a:tailEnd/>
            </a:ln>
          </p:spPr>
        </p:cxnSp>
        <p:cxnSp>
          <p:nvCxnSpPr>
            <p:cNvPr id="28690" name="Straight Connector 101">
              <a:extLst>
                <a:ext uri="{FF2B5EF4-FFF2-40B4-BE49-F238E27FC236}">
                  <a16:creationId xmlns:a16="http://schemas.microsoft.com/office/drawing/2014/main" id="{395519DA-7ECB-4BAD-BC66-505FB8884F3D}"/>
                </a:ext>
              </a:extLst>
            </p:cNvPr>
            <p:cNvCxnSpPr>
              <a:cxnSpLocks noChangeShapeType="1"/>
            </p:cNvCxnSpPr>
            <p:nvPr/>
          </p:nvCxnSpPr>
          <p:spPr bwMode="auto">
            <a:xfrm flipH="1">
              <a:off x="5473870" y="3769779"/>
              <a:ext cx="415922" cy="0"/>
            </a:xfrm>
            <a:prstGeom prst="line">
              <a:avLst/>
            </a:prstGeom>
            <a:noFill/>
            <a:ln w="9525" algn="ctr">
              <a:solidFill>
                <a:schemeClr val="tx1"/>
              </a:solidFill>
              <a:round/>
              <a:headEnd/>
              <a:tailEnd/>
            </a:ln>
          </p:spPr>
        </p:cxnSp>
        <p:cxnSp>
          <p:nvCxnSpPr>
            <p:cNvPr id="28691" name="Straight Connector 102">
              <a:extLst>
                <a:ext uri="{FF2B5EF4-FFF2-40B4-BE49-F238E27FC236}">
                  <a16:creationId xmlns:a16="http://schemas.microsoft.com/office/drawing/2014/main" id="{2D6F882B-4BAA-4C00-B33E-FBC0FA3ADF2F}"/>
                </a:ext>
              </a:extLst>
            </p:cNvPr>
            <p:cNvCxnSpPr>
              <a:cxnSpLocks noChangeShapeType="1"/>
            </p:cNvCxnSpPr>
            <p:nvPr/>
          </p:nvCxnSpPr>
          <p:spPr bwMode="auto">
            <a:xfrm flipH="1">
              <a:off x="5485773" y="2848782"/>
              <a:ext cx="415922"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EA411C88-1B97-4999-A6E9-ABB31B3376FD}"/>
                </a:ext>
              </a:extLst>
            </p:cNvPr>
            <p:cNvSpPr txBox="1">
              <a:spLocks noRot="1" noChangeAspect="1" noMove="1" noResize="1" noEditPoints="1" noAdjustHandles="1" noChangeArrowheads="1" noChangeShapeType="1" noTextEdit="1"/>
            </p:cNvSpPr>
            <p:nvPr/>
          </p:nvSpPr>
          <p:spPr>
            <a:xfrm>
              <a:off x="3128458" y="2128402"/>
              <a:ext cx="534313" cy="437299"/>
            </a:xfrm>
            <a:prstGeom prst="rect">
              <a:avLst/>
            </a:prstGeom>
            <a:blipFill rotWithShape="0">
              <a:blip r:embed="rId2"/>
              <a:stretch>
                <a:fillRect b="-1389"/>
              </a:stretch>
            </a:blipFill>
            <a:ln w="9525">
              <a:noFill/>
            </a:ln>
          </p:spPr>
          <p:txBody>
            <a:bodyPr/>
            <a:lstStyle/>
            <a:p>
              <a:r>
                <a:rPr lang="en-US">
                  <a:noFill/>
                </a:rPr>
                <a:t> </a:t>
              </a:r>
            </a:p>
          </p:txBody>
        </p:sp>
        <p:sp>
          <p:nvSpPr>
            <p:cNvPr id="105" name="TextBox 104">
              <a:extLst>
                <a:ext uri="{FF2B5EF4-FFF2-40B4-BE49-F238E27FC236}">
                  <a16:creationId xmlns:a16="http://schemas.microsoft.com/office/drawing/2014/main" id="{D7AA34CE-D471-4BA1-9483-0F5241D077F1}"/>
                </a:ext>
              </a:extLst>
            </p:cNvPr>
            <p:cNvSpPr txBox="1">
              <a:spLocks noRot="1" noChangeAspect="1" noMove="1" noResize="1" noEditPoints="1" noAdjustHandles="1" noChangeArrowheads="1" noChangeShapeType="1" noTextEdit="1"/>
            </p:cNvSpPr>
            <p:nvPr/>
          </p:nvSpPr>
          <p:spPr>
            <a:xfrm>
              <a:off x="3746473" y="2753284"/>
              <a:ext cx="514885" cy="438453"/>
            </a:xfrm>
            <a:prstGeom prst="rect">
              <a:avLst/>
            </a:prstGeom>
            <a:blipFill rotWithShape="0">
              <a:blip r:embed="rId3"/>
              <a:stretch>
                <a:fillRect/>
              </a:stretch>
            </a:blipFill>
            <a:ln w="9525">
              <a:noFill/>
            </a:ln>
          </p:spPr>
          <p:txBody>
            <a:bodyPr/>
            <a:lstStyle/>
            <a:p>
              <a:r>
                <a:rPr lang="en-US">
                  <a:noFill/>
                </a:rPr>
                <a:t> </a:t>
              </a:r>
            </a:p>
          </p:txBody>
        </p:sp>
        <p:sp>
          <p:nvSpPr>
            <p:cNvPr id="106" name="TextBox 105">
              <a:extLst>
                <a:ext uri="{FF2B5EF4-FFF2-40B4-BE49-F238E27FC236}">
                  <a16:creationId xmlns:a16="http://schemas.microsoft.com/office/drawing/2014/main" id="{972C6D22-97A1-4889-9FB8-F70F10A0E158}"/>
                </a:ext>
              </a:extLst>
            </p:cNvPr>
            <p:cNvSpPr txBox="1">
              <a:spLocks noRot="1" noChangeAspect="1" noMove="1" noResize="1" noEditPoints="1" noAdjustHandles="1" noChangeArrowheads="1" noChangeShapeType="1" noTextEdit="1"/>
            </p:cNvSpPr>
            <p:nvPr/>
          </p:nvSpPr>
          <p:spPr>
            <a:xfrm>
              <a:off x="3128773" y="3056296"/>
              <a:ext cx="534313" cy="437299"/>
            </a:xfrm>
            <a:prstGeom prst="rect">
              <a:avLst/>
            </a:prstGeom>
            <a:blipFill rotWithShape="0">
              <a:blip r:embed="rId2"/>
              <a:stretch>
                <a:fillRect b="-1389"/>
              </a:stretch>
            </a:blipFill>
            <a:ln w="9525">
              <a:noFill/>
            </a:ln>
          </p:spPr>
          <p:txBody>
            <a:bodyPr/>
            <a:lstStyle/>
            <a:p>
              <a:r>
                <a:rPr lang="en-US">
                  <a:noFill/>
                </a:rPr>
                <a:t> </a:t>
              </a:r>
            </a:p>
          </p:txBody>
        </p:sp>
        <p:sp>
          <p:nvSpPr>
            <p:cNvPr id="107" name="TextBox 106">
              <a:extLst>
                <a:ext uri="{FF2B5EF4-FFF2-40B4-BE49-F238E27FC236}">
                  <a16:creationId xmlns:a16="http://schemas.microsoft.com/office/drawing/2014/main" id="{AC5C210D-E438-4068-B92F-023772243CBD}"/>
                </a:ext>
              </a:extLst>
            </p:cNvPr>
            <p:cNvSpPr txBox="1">
              <a:spLocks noRot="1" noChangeAspect="1" noMove="1" noResize="1" noEditPoints="1" noAdjustHandles="1" noChangeArrowheads="1" noChangeShapeType="1" noTextEdit="1"/>
            </p:cNvSpPr>
            <p:nvPr/>
          </p:nvSpPr>
          <p:spPr>
            <a:xfrm>
              <a:off x="3748124" y="3654837"/>
              <a:ext cx="514885" cy="438453"/>
            </a:xfrm>
            <a:prstGeom prst="rect">
              <a:avLst/>
            </a:prstGeom>
            <a:blipFill rotWithShape="0">
              <a:blip r:embed="rId3"/>
              <a:stretch>
                <a:fillRect/>
              </a:stretch>
            </a:blipFill>
            <a:ln w="9525">
              <a:noFill/>
            </a:ln>
          </p:spPr>
          <p:txBody>
            <a:bodyPr/>
            <a:lstStyle/>
            <a:p>
              <a:r>
                <a:rPr lang="en-US">
                  <a:noFill/>
                </a:rPr>
                <a:t> </a:t>
              </a:r>
            </a:p>
          </p:txBody>
        </p:sp>
        <p:grpSp>
          <p:nvGrpSpPr>
            <p:cNvPr id="28696" name="Group 107">
              <a:extLst>
                <a:ext uri="{FF2B5EF4-FFF2-40B4-BE49-F238E27FC236}">
                  <a16:creationId xmlns:a16="http://schemas.microsoft.com/office/drawing/2014/main" id="{F8A9CE58-FE1E-4FC5-94D2-E6FCF77C8162}"/>
                </a:ext>
              </a:extLst>
            </p:cNvPr>
            <p:cNvGrpSpPr>
              <a:grpSpLocks/>
            </p:cNvGrpSpPr>
            <p:nvPr/>
          </p:nvGrpSpPr>
          <p:grpSpPr bwMode="auto">
            <a:xfrm>
              <a:off x="3130109" y="3843963"/>
              <a:ext cx="1132900" cy="1063335"/>
              <a:chOff x="2190071" y="4527627"/>
              <a:chExt cx="1132900" cy="1063335"/>
            </a:xfrm>
          </p:grpSpPr>
          <p:sp>
            <p:nvSpPr>
              <p:cNvPr id="109" name="TextBox 108">
                <a:extLst>
                  <a:ext uri="{FF2B5EF4-FFF2-40B4-BE49-F238E27FC236}">
                    <a16:creationId xmlns:a16="http://schemas.microsoft.com/office/drawing/2014/main" id="{8E15683D-7ACD-4C1C-A142-502363E9863E}"/>
                  </a:ext>
                </a:extLst>
              </p:cNvPr>
              <p:cNvSpPr txBox="1">
                <a:spLocks noRot="1" noChangeAspect="1" noMove="1" noResize="1" noEditPoints="1" noAdjustHandles="1" noChangeArrowheads="1" noChangeShapeType="1" noTextEdit="1"/>
              </p:cNvSpPr>
              <p:nvPr/>
            </p:nvSpPr>
            <p:spPr>
              <a:xfrm>
                <a:off x="2190071" y="4527627"/>
                <a:ext cx="534313" cy="437299"/>
              </a:xfrm>
              <a:prstGeom prst="rect">
                <a:avLst/>
              </a:prstGeom>
              <a:blipFill rotWithShape="0">
                <a:blip r:embed="rId4"/>
                <a:stretch>
                  <a:fillRect b="-1408"/>
                </a:stretch>
              </a:blipFill>
              <a:ln w="9525">
                <a:noFill/>
              </a:ln>
            </p:spPr>
            <p:txBody>
              <a:bodyPr/>
              <a:lstStyle/>
              <a:p>
                <a:r>
                  <a:rPr lang="en-US">
                    <a:noFill/>
                  </a:rPr>
                  <a:t> </a:t>
                </a:r>
              </a:p>
            </p:txBody>
          </p:sp>
          <p:sp>
            <p:nvSpPr>
              <p:cNvPr id="110" name="TextBox 109">
                <a:extLst>
                  <a:ext uri="{FF2B5EF4-FFF2-40B4-BE49-F238E27FC236}">
                    <a16:creationId xmlns:a16="http://schemas.microsoft.com/office/drawing/2014/main" id="{07FBB651-F82D-42DE-99F5-C8809C2D128E}"/>
                  </a:ext>
                </a:extLst>
              </p:cNvPr>
              <p:cNvSpPr txBox="1">
                <a:spLocks noRot="1" noChangeAspect="1" noMove="1" noResize="1" noEditPoints="1" noAdjustHandles="1" noChangeArrowheads="1" noChangeShapeType="1" noTextEdit="1"/>
              </p:cNvSpPr>
              <p:nvPr/>
            </p:nvSpPr>
            <p:spPr>
              <a:xfrm>
                <a:off x="2808086" y="5152509"/>
                <a:ext cx="514885" cy="438453"/>
              </a:xfrm>
              <a:prstGeom prst="rect">
                <a:avLst/>
              </a:prstGeom>
              <a:blipFill rotWithShape="0">
                <a:blip r:embed="rId5"/>
                <a:stretch>
                  <a:fillRect b="-1389"/>
                </a:stretch>
              </a:blipFill>
              <a:ln w="9525">
                <a:noFill/>
              </a:ln>
            </p:spPr>
            <p:txBody>
              <a:bodyPr/>
              <a:lstStyle/>
              <a:p>
                <a:r>
                  <a:rPr lang="en-US">
                    <a:noFill/>
                  </a:rPr>
                  <a:t> </a:t>
                </a: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CF45623-46A1-40ED-9AA4-C451068936E0}"/>
              </a:ext>
            </a:extLst>
          </p:cNvPr>
          <p:cNvSpPr>
            <a:spLocks noGrp="1"/>
          </p:cNvSpPr>
          <p:nvPr>
            <p:ph type="title"/>
          </p:nvPr>
        </p:nvSpPr>
        <p:spPr/>
        <p:txBody>
          <a:bodyPr/>
          <a:lstStyle/>
          <a:p>
            <a:r>
              <a:rPr lang="en-US" altLang="en-US"/>
              <a:t>Interconnect Trees: Worst-case Tree</a:t>
            </a:r>
          </a:p>
        </p:txBody>
      </p:sp>
      <p:sp>
        <p:nvSpPr>
          <p:cNvPr id="29699" name="Content Placeholder 2">
            <a:extLst>
              <a:ext uri="{FF2B5EF4-FFF2-40B4-BE49-F238E27FC236}">
                <a16:creationId xmlns:a16="http://schemas.microsoft.com/office/drawing/2014/main" id="{E9ED29B2-DBEA-4D37-9640-1C23CC11CBD0}"/>
              </a:ext>
            </a:extLst>
          </p:cNvPr>
          <p:cNvSpPr>
            <a:spLocks noGrp="1"/>
          </p:cNvSpPr>
          <p:nvPr>
            <p:ph type="body" sz="quarter" idx="10"/>
          </p:nvPr>
        </p:nvSpPr>
        <p:spPr/>
        <p:txBody>
          <a:bodyPr/>
          <a:lstStyle/>
          <a:p>
            <a:r>
              <a:rPr lang="en-US" altLang="en-US" sz="2000"/>
              <a:t>Assumed that: </a:t>
            </a:r>
          </a:p>
          <a:p>
            <a:pPr lvl="1"/>
            <a:r>
              <a:rPr lang="en-US" altLang="en-US" sz="1400"/>
              <a:t>All the destination pins are together at the far end of the wire </a:t>
            </a:r>
          </a:p>
          <a:p>
            <a:pPr lvl="1"/>
            <a:r>
              <a:rPr lang="en-US" altLang="en-US" sz="1400"/>
              <a:t>Each destination pin sees the total wire resistance and the total wire capacitance</a:t>
            </a:r>
          </a:p>
        </p:txBody>
      </p:sp>
      <p:grpSp>
        <p:nvGrpSpPr>
          <p:cNvPr id="29700" name="Group 71">
            <a:extLst>
              <a:ext uri="{FF2B5EF4-FFF2-40B4-BE49-F238E27FC236}">
                <a16:creationId xmlns:a16="http://schemas.microsoft.com/office/drawing/2014/main" id="{1F7A9072-5FFC-4BAE-86E3-816BBD318A31}"/>
              </a:ext>
            </a:extLst>
          </p:cNvPr>
          <p:cNvGrpSpPr>
            <a:grpSpLocks/>
          </p:cNvGrpSpPr>
          <p:nvPr/>
        </p:nvGrpSpPr>
        <p:grpSpPr bwMode="auto">
          <a:xfrm>
            <a:off x="3787776" y="2733675"/>
            <a:ext cx="3579813" cy="2774950"/>
            <a:chOff x="3807422" y="2184871"/>
            <a:chExt cx="3579575" cy="2775003"/>
          </a:xfrm>
        </p:grpSpPr>
        <p:grpSp>
          <p:nvGrpSpPr>
            <p:cNvPr id="29701" name="Group 72">
              <a:extLst>
                <a:ext uri="{FF2B5EF4-FFF2-40B4-BE49-F238E27FC236}">
                  <a16:creationId xmlns:a16="http://schemas.microsoft.com/office/drawing/2014/main" id="{051869A1-17B2-4C0F-AE5C-1F42A6472EA5}"/>
                </a:ext>
              </a:extLst>
            </p:cNvPr>
            <p:cNvGrpSpPr>
              <a:grpSpLocks/>
            </p:cNvGrpSpPr>
            <p:nvPr/>
          </p:nvGrpSpPr>
          <p:grpSpPr bwMode="auto">
            <a:xfrm>
              <a:off x="4998023" y="4013456"/>
              <a:ext cx="1330988" cy="946418"/>
              <a:chOff x="4678049" y="2942108"/>
              <a:chExt cx="1330988" cy="946418"/>
            </a:xfrm>
          </p:grpSpPr>
          <p:grpSp>
            <p:nvGrpSpPr>
              <p:cNvPr id="29782" name="Group 153">
                <a:extLst>
                  <a:ext uri="{FF2B5EF4-FFF2-40B4-BE49-F238E27FC236}">
                    <a16:creationId xmlns:a16="http://schemas.microsoft.com/office/drawing/2014/main" id="{B4539F5A-069A-4E98-8FD1-D1D2A6E7172E}"/>
                  </a:ext>
                </a:extLst>
              </p:cNvPr>
              <p:cNvGrpSpPr>
                <a:grpSpLocks/>
              </p:cNvGrpSpPr>
              <p:nvPr/>
            </p:nvGrpSpPr>
            <p:grpSpPr bwMode="auto">
              <a:xfrm>
                <a:off x="4678049" y="3208640"/>
                <a:ext cx="1081559" cy="679886"/>
                <a:chOff x="4960416" y="2017828"/>
                <a:chExt cx="1657521" cy="696062"/>
              </a:xfrm>
            </p:grpSpPr>
            <p:sp>
              <p:nvSpPr>
                <p:cNvPr id="29785" name="Freeform 156">
                  <a:extLst>
                    <a:ext uri="{FF2B5EF4-FFF2-40B4-BE49-F238E27FC236}">
                      <a16:creationId xmlns:a16="http://schemas.microsoft.com/office/drawing/2014/main" id="{11610725-43AA-4B4C-9A02-729BA1F157D0}"/>
                    </a:ext>
                  </a:extLst>
                </p:cNvPr>
                <p:cNvSpPr>
                  <a:spLocks/>
                </p:cNvSpPr>
                <p:nvPr/>
              </p:nvSpPr>
              <p:spPr bwMode="auto">
                <a:xfrm>
                  <a:off x="5344117" y="2017828"/>
                  <a:ext cx="444499"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699 w 444500"/>
                    <a:gd name="T11" fmla="*/ 228600 h 234950"/>
                    <a:gd name="T12" fmla="*/ 317499 w 444500"/>
                    <a:gd name="T13" fmla="*/ 6350 h 234950"/>
                    <a:gd name="T14" fmla="*/ 380999 w 444500"/>
                    <a:gd name="T15" fmla="*/ 234950 h 234950"/>
                    <a:gd name="T16" fmla="*/ 444499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9786" name="Straight Connector 157">
                  <a:extLst>
                    <a:ext uri="{FF2B5EF4-FFF2-40B4-BE49-F238E27FC236}">
                      <a16:creationId xmlns:a16="http://schemas.microsoft.com/office/drawing/2014/main" id="{BF05757B-C8A0-4DEF-A715-066704903B05}"/>
                    </a:ext>
                  </a:extLst>
                </p:cNvPr>
                <p:cNvCxnSpPr>
                  <a:cxnSpLocks noChangeShapeType="1"/>
                </p:cNvCxnSpPr>
                <p:nvPr/>
              </p:nvCxnSpPr>
              <p:spPr bwMode="auto">
                <a:xfrm rot="10800000">
                  <a:off x="4960416" y="2143354"/>
                  <a:ext cx="381001" cy="0"/>
                </a:xfrm>
                <a:prstGeom prst="line">
                  <a:avLst/>
                </a:prstGeom>
                <a:noFill/>
                <a:ln w="9525" algn="ctr">
                  <a:solidFill>
                    <a:schemeClr val="tx1"/>
                  </a:solidFill>
                  <a:round/>
                  <a:headEnd/>
                  <a:tailEnd/>
                </a:ln>
              </p:spPr>
            </p:cxnSp>
            <p:cxnSp>
              <p:nvCxnSpPr>
                <p:cNvPr id="29787" name="Straight Connector 158">
                  <a:extLst>
                    <a:ext uri="{FF2B5EF4-FFF2-40B4-BE49-F238E27FC236}">
                      <a16:creationId xmlns:a16="http://schemas.microsoft.com/office/drawing/2014/main" id="{E815D034-90D8-4286-B10A-4BF126E1B642}"/>
                    </a:ext>
                  </a:extLst>
                </p:cNvPr>
                <p:cNvCxnSpPr>
                  <a:cxnSpLocks noChangeShapeType="1"/>
                  <a:stCxn id="29785" idx="8"/>
                </p:cNvCxnSpPr>
                <p:nvPr/>
              </p:nvCxnSpPr>
              <p:spPr bwMode="auto">
                <a:xfrm>
                  <a:off x="5788616" y="2125779"/>
                  <a:ext cx="829321" cy="0"/>
                </a:xfrm>
                <a:prstGeom prst="line">
                  <a:avLst/>
                </a:prstGeom>
                <a:noFill/>
                <a:ln w="9525" algn="ctr">
                  <a:solidFill>
                    <a:schemeClr val="tx1"/>
                  </a:solidFill>
                  <a:round/>
                  <a:headEnd/>
                  <a:tailEnd/>
                </a:ln>
              </p:spPr>
            </p:cxnSp>
            <p:grpSp>
              <p:nvGrpSpPr>
                <p:cNvPr id="29788" name="Group 159">
                  <a:extLst>
                    <a:ext uri="{FF2B5EF4-FFF2-40B4-BE49-F238E27FC236}">
                      <a16:creationId xmlns:a16="http://schemas.microsoft.com/office/drawing/2014/main" id="{22F7239F-3D14-40AE-98C2-5F26320F7BCD}"/>
                    </a:ext>
                  </a:extLst>
                </p:cNvPr>
                <p:cNvGrpSpPr>
                  <a:grpSpLocks/>
                </p:cNvGrpSpPr>
                <p:nvPr/>
              </p:nvGrpSpPr>
              <p:grpSpPr bwMode="auto">
                <a:xfrm>
                  <a:off x="5928317" y="2129693"/>
                  <a:ext cx="235743" cy="584197"/>
                  <a:chOff x="2241550" y="1440489"/>
                  <a:chExt cx="235743" cy="584197"/>
                </a:xfrm>
              </p:grpSpPr>
              <p:cxnSp>
                <p:nvCxnSpPr>
                  <p:cNvPr id="29789" name="Straight Connector 160">
                    <a:extLst>
                      <a:ext uri="{FF2B5EF4-FFF2-40B4-BE49-F238E27FC236}">
                        <a16:creationId xmlns:a16="http://schemas.microsoft.com/office/drawing/2014/main" id="{DD401E08-BB5D-4F8F-96DE-02EEF37EEB36}"/>
                      </a:ext>
                    </a:extLst>
                  </p:cNvPr>
                  <p:cNvCxnSpPr>
                    <a:cxnSpLocks noChangeShapeType="1"/>
                  </p:cNvCxnSpPr>
                  <p:nvPr/>
                </p:nvCxnSpPr>
                <p:spPr bwMode="auto">
                  <a:xfrm rot="5400000">
                    <a:off x="2247899" y="1554789"/>
                    <a:ext cx="228600" cy="0"/>
                  </a:xfrm>
                  <a:prstGeom prst="line">
                    <a:avLst/>
                  </a:prstGeom>
                  <a:noFill/>
                  <a:ln w="9525" algn="ctr">
                    <a:solidFill>
                      <a:schemeClr val="tx1"/>
                    </a:solidFill>
                    <a:round/>
                    <a:headEnd/>
                    <a:tailEnd/>
                  </a:ln>
                </p:spPr>
              </p:cxnSp>
              <p:cxnSp>
                <p:nvCxnSpPr>
                  <p:cNvPr id="29790" name="Straight Connector 161">
                    <a:extLst>
                      <a:ext uri="{FF2B5EF4-FFF2-40B4-BE49-F238E27FC236}">
                        <a16:creationId xmlns:a16="http://schemas.microsoft.com/office/drawing/2014/main" id="{18CD37B2-AB5F-42A7-8702-780099D19299}"/>
                      </a:ext>
                    </a:extLst>
                  </p:cNvPr>
                  <p:cNvCxnSpPr>
                    <a:cxnSpLocks noChangeShapeType="1"/>
                  </p:cNvCxnSpPr>
                  <p:nvPr/>
                </p:nvCxnSpPr>
                <p:spPr bwMode="auto">
                  <a:xfrm>
                    <a:off x="2247899" y="1669086"/>
                    <a:ext cx="228600" cy="0"/>
                  </a:xfrm>
                  <a:prstGeom prst="line">
                    <a:avLst/>
                  </a:prstGeom>
                  <a:noFill/>
                  <a:ln w="9525" algn="ctr">
                    <a:solidFill>
                      <a:schemeClr val="tx1"/>
                    </a:solidFill>
                    <a:round/>
                    <a:headEnd/>
                    <a:tailEnd/>
                  </a:ln>
                </p:spPr>
              </p:cxnSp>
              <p:sp>
                <p:nvSpPr>
                  <p:cNvPr id="163" name="Arc 162">
                    <a:extLst>
                      <a:ext uri="{FF2B5EF4-FFF2-40B4-BE49-F238E27FC236}">
                        <a16:creationId xmlns:a16="http://schemas.microsoft.com/office/drawing/2014/main" id="{B432A0C7-0BF9-42C2-9E71-84E100DA10B9}"/>
                      </a:ext>
                    </a:extLst>
                  </p:cNvPr>
                  <p:cNvSpPr/>
                  <p:nvPr/>
                </p:nvSpPr>
                <p:spPr bwMode="auto">
                  <a:xfrm>
                    <a:off x="2249090" y="1706127"/>
                    <a:ext cx="228677" cy="76390"/>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92" name="Straight Connector 163">
                    <a:extLst>
                      <a:ext uri="{FF2B5EF4-FFF2-40B4-BE49-F238E27FC236}">
                        <a16:creationId xmlns:a16="http://schemas.microsoft.com/office/drawing/2014/main" id="{4AD8A78F-C465-4E0B-B2CC-391F041D0B6F}"/>
                      </a:ext>
                    </a:extLst>
                  </p:cNvPr>
                  <p:cNvCxnSpPr>
                    <a:cxnSpLocks noChangeShapeType="1"/>
                  </p:cNvCxnSpPr>
                  <p:nvPr/>
                </p:nvCxnSpPr>
                <p:spPr bwMode="auto">
                  <a:xfrm rot="5400000">
                    <a:off x="2247899" y="1815137"/>
                    <a:ext cx="228599" cy="0"/>
                  </a:xfrm>
                  <a:prstGeom prst="line">
                    <a:avLst/>
                  </a:prstGeom>
                  <a:noFill/>
                  <a:ln w="9525" algn="ctr">
                    <a:solidFill>
                      <a:schemeClr val="tx1"/>
                    </a:solidFill>
                    <a:round/>
                    <a:headEnd/>
                    <a:tailEnd/>
                  </a:ln>
                </p:spPr>
              </p:cxnSp>
              <p:cxnSp>
                <p:nvCxnSpPr>
                  <p:cNvPr id="29793" name="Straight Connector 164">
                    <a:extLst>
                      <a:ext uri="{FF2B5EF4-FFF2-40B4-BE49-F238E27FC236}">
                        <a16:creationId xmlns:a16="http://schemas.microsoft.com/office/drawing/2014/main" id="{F9CC7723-178E-4208-A67C-9A33868C074E}"/>
                      </a:ext>
                    </a:extLst>
                  </p:cNvPr>
                  <p:cNvCxnSpPr>
                    <a:cxnSpLocks noChangeShapeType="1"/>
                  </p:cNvCxnSpPr>
                  <p:nvPr/>
                </p:nvCxnSpPr>
                <p:spPr bwMode="auto">
                  <a:xfrm>
                    <a:off x="2286000" y="1973889"/>
                    <a:ext cx="152399" cy="0"/>
                  </a:xfrm>
                  <a:prstGeom prst="line">
                    <a:avLst/>
                  </a:prstGeom>
                  <a:noFill/>
                  <a:ln w="9525" algn="ctr">
                    <a:solidFill>
                      <a:schemeClr val="tx1"/>
                    </a:solidFill>
                    <a:round/>
                    <a:headEnd/>
                    <a:tailEnd/>
                  </a:ln>
                </p:spPr>
              </p:cxnSp>
              <p:cxnSp>
                <p:nvCxnSpPr>
                  <p:cNvPr id="29794" name="Straight Connector 165">
                    <a:extLst>
                      <a:ext uri="{FF2B5EF4-FFF2-40B4-BE49-F238E27FC236}">
                        <a16:creationId xmlns:a16="http://schemas.microsoft.com/office/drawing/2014/main" id="{898B0CBE-A5D3-47C3-B979-A1BA3BA577A9}"/>
                      </a:ext>
                    </a:extLst>
                  </p:cNvPr>
                  <p:cNvCxnSpPr>
                    <a:cxnSpLocks noChangeShapeType="1"/>
                  </p:cNvCxnSpPr>
                  <p:nvPr/>
                </p:nvCxnSpPr>
                <p:spPr bwMode="auto">
                  <a:xfrm>
                    <a:off x="2241550" y="1923086"/>
                    <a:ext cx="228600" cy="0"/>
                  </a:xfrm>
                  <a:prstGeom prst="line">
                    <a:avLst/>
                  </a:prstGeom>
                  <a:noFill/>
                  <a:ln w="9525" algn="ctr">
                    <a:solidFill>
                      <a:schemeClr val="tx1"/>
                    </a:solidFill>
                    <a:round/>
                    <a:headEnd/>
                    <a:tailEnd/>
                  </a:ln>
                </p:spPr>
              </p:cxnSp>
              <p:cxnSp>
                <p:nvCxnSpPr>
                  <p:cNvPr id="29795" name="Straight Connector 166">
                    <a:extLst>
                      <a:ext uri="{FF2B5EF4-FFF2-40B4-BE49-F238E27FC236}">
                        <a16:creationId xmlns:a16="http://schemas.microsoft.com/office/drawing/2014/main" id="{011247A5-9210-4AD2-9F57-729D73966F87}"/>
                      </a:ext>
                    </a:extLst>
                  </p:cNvPr>
                  <p:cNvCxnSpPr>
                    <a:cxnSpLocks noChangeShapeType="1"/>
                  </p:cNvCxnSpPr>
                  <p:nvPr/>
                </p:nvCxnSpPr>
                <p:spPr bwMode="auto">
                  <a:xfrm rot="10800000">
                    <a:off x="2317750" y="2024686"/>
                    <a:ext cx="76200" cy="0"/>
                  </a:xfrm>
                  <a:prstGeom prst="line">
                    <a:avLst/>
                  </a:prstGeom>
                  <a:noFill/>
                  <a:ln w="9525" algn="ctr">
                    <a:solidFill>
                      <a:schemeClr val="tx1"/>
                    </a:solidFill>
                    <a:round/>
                    <a:headEnd/>
                    <a:tailEnd/>
                  </a:ln>
                </p:spPr>
              </p:cxnSp>
            </p:grpSp>
          </p:grpSp>
          <p:sp>
            <p:nvSpPr>
              <p:cNvPr id="29783" name="TextBox 154">
                <a:extLst>
                  <a:ext uri="{FF2B5EF4-FFF2-40B4-BE49-F238E27FC236}">
                    <a16:creationId xmlns:a16="http://schemas.microsoft.com/office/drawing/2014/main" id="{051FAF0E-2C8A-468E-835A-1B3B82D6F37D}"/>
                  </a:ext>
                </a:extLst>
              </p:cNvPr>
              <p:cNvSpPr txBox="1">
                <a:spLocks noChangeArrowheads="1"/>
              </p:cNvSpPr>
              <p:nvPr/>
            </p:nvSpPr>
            <p:spPr bwMode="auto">
              <a:xfrm>
                <a:off x="4862482" y="2942108"/>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R</a:t>
                </a:r>
                <a:r>
                  <a:rPr lang="en-US" altLang="en-US" sz="1100" baseline="-25000"/>
                  <a:t>wire</a:t>
                </a:r>
                <a:r>
                  <a:rPr lang="en-US" altLang="en-US" sz="1100"/>
                  <a:t> </a:t>
                </a:r>
              </a:p>
            </p:txBody>
          </p:sp>
          <p:sp>
            <p:nvSpPr>
              <p:cNvPr id="29784" name="TextBox 155">
                <a:extLst>
                  <a:ext uri="{FF2B5EF4-FFF2-40B4-BE49-F238E27FC236}">
                    <a16:creationId xmlns:a16="http://schemas.microsoft.com/office/drawing/2014/main" id="{C14007E7-A427-4FFD-9ED6-1291376DAEF8}"/>
                  </a:ext>
                </a:extLst>
              </p:cNvPr>
              <p:cNvSpPr txBox="1">
                <a:spLocks noChangeArrowheads="1"/>
              </p:cNvSpPr>
              <p:nvPr/>
            </p:nvSpPr>
            <p:spPr bwMode="auto">
              <a:xfrm>
                <a:off x="5510182" y="3420740"/>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wire</a:t>
                </a:r>
                <a:r>
                  <a:rPr lang="en-US" altLang="en-US" sz="1100"/>
                  <a:t> </a:t>
                </a:r>
              </a:p>
            </p:txBody>
          </p:sp>
        </p:grpSp>
        <p:grpSp>
          <p:nvGrpSpPr>
            <p:cNvPr id="29702" name="Group 73">
              <a:extLst>
                <a:ext uri="{FF2B5EF4-FFF2-40B4-BE49-F238E27FC236}">
                  <a16:creationId xmlns:a16="http://schemas.microsoft.com/office/drawing/2014/main" id="{88248A68-150B-459A-85B3-A6315A1C0D83}"/>
                </a:ext>
              </a:extLst>
            </p:cNvPr>
            <p:cNvGrpSpPr>
              <a:grpSpLocks/>
            </p:cNvGrpSpPr>
            <p:nvPr/>
          </p:nvGrpSpPr>
          <p:grpSpPr bwMode="auto">
            <a:xfrm>
              <a:off x="3807422" y="2184871"/>
              <a:ext cx="3579575" cy="2234179"/>
              <a:chOff x="3807422" y="2184871"/>
              <a:chExt cx="3579575" cy="2234179"/>
            </a:xfrm>
          </p:grpSpPr>
          <p:grpSp>
            <p:nvGrpSpPr>
              <p:cNvPr id="29703" name="Group 74">
                <a:extLst>
                  <a:ext uri="{FF2B5EF4-FFF2-40B4-BE49-F238E27FC236}">
                    <a16:creationId xmlns:a16="http://schemas.microsoft.com/office/drawing/2014/main" id="{A5FE59F8-812E-4D23-B02D-5BAD767B873D}"/>
                  </a:ext>
                </a:extLst>
              </p:cNvPr>
              <p:cNvGrpSpPr>
                <a:grpSpLocks/>
              </p:cNvGrpSpPr>
              <p:nvPr/>
            </p:nvGrpSpPr>
            <p:grpSpPr bwMode="auto">
              <a:xfrm>
                <a:off x="3807422" y="2779958"/>
                <a:ext cx="1064756" cy="802896"/>
                <a:chOff x="2528557" y="3884487"/>
                <a:chExt cx="1064756" cy="802896"/>
              </a:xfrm>
            </p:grpSpPr>
            <p:grpSp>
              <p:nvGrpSpPr>
                <p:cNvPr id="29763" name="Group 134">
                  <a:extLst>
                    <a:ext uri="{FF2B5EF4-FFF2-40B4-BE49-F238E27FC236}">
                      <a16:creationId xmlns:a16="http://schemas.microsoft.com/office/drawing/2014/main" id="{360C88AA-8364-4280-9C87-85D80D80EB0D}"/>
                    </a:ext>
                  </a:extLst>
                </p:cNvPr>
                <p:cNvGrpSpPr>
                  <a:grpSpLocks/>
                </p:cNvGrpSpPr>
                <p:nvPr/>
              </p:nvGrpSpPr>
              <p:grpSpPr bwMode="auto">
                <a:xfrm>
                  <a:off x="2528557" y="3884487"/>
                  <a:ext cx="729623" cy="802896"/>
                  <a:chOff x="6465567" y="1011059"/>
                  <a:chExt cx="436256" cy="480067"/>
                </a:xfrm>
              </p:grpSpPr>
              <p:sp>
                <p:nvSpPr>
                  <p:cNvPr id="150" name="Flowchart: Delay 2">
                    <a:extLst>
                      <a:ext uri="{FF2B5EF4-FFF2-40B4-BE49-F238E27FC236}">
                        <a16:creationId xmlns:a16="http://schemas.microsoft.com/office/drawing/2014/main" id="{47F14253-9EC1-4563-B0B1-45327B8339EE}"/>
                      </a:ext>
                    </a:extLst>
                  </p:cNvPr>
                  <p:cNvSpPr>
                    <a:spLocks noChangeArrowheads="1"/>
                  </p:cNvSpPr>
                  <p:nvPr/>
                </p:nvSpPr>
                <p:spPr bwMode="auto">
                  <a:xfrm>
                    <a:off x="6541498" y="1011201"/>
                    <a:ext cx="360671" cy="479353"/>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9779" name="Group 150">
                    <a:extLst>
                      <a:ext uri="{FF2B5EF4-FFF2-40B4-BE49-F238E27FC236}">
                        <a16:creationId xmlns:a16="http://schemas.microsoft.com/office/drawing/2014/main" id="{E997C87E-D793-4570-B2D4-773DE511A7AA}"/>
                      </a:ext>
                    </a:extLst>
                  </p:cNvPr>
                  <p:cNvGrpSpPr>
                    <a:grpSpLocks/>
                  </p:cNvGrpSpPr>
                  <p:nvPr/>
                </p:nvGrpSpPr>
                <p:grpSpPr bwMode="auto">
                  <a:xfrm>
                    <a:off x="6465567" y="1153793"/>
                    <a:ext cx="76200" cy="203820"/>
                    <a:chOff x="5081535" y="2539381"/>
                    <a:chExt cx="481065" cy="180524"/>
                  </a:xfrm>
                </p:grpSpPr>
                <p:cxnSp>
                  <p:nvCxnSpPr>
                    <p:cNvPr id="29780" name="Straight Connector 11">
                      <a:extLst>
                        <a:ext uri="{FF2B5EF4-FFF2-40B4-BE49-F238E27FC236}">
                          <a16:creationId xmlns:a16="http://schemas.microsoft.com/office/drawing/2014/main" id="{3DB76541-C2A4-4F68-8617-E2698B19AC78}"/>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81" name="Straight Connector 12">
                      <a:extLst>
                        <a:ext uri="{FF2B5EF4-FFF2-40B4-BE49-F238E27FC236}">
                          <a16:creationId xmlns:a16="http://schemas.microsoft.com/office/drawing/2014/main" id="{BAE2D970-7BB8-44B4-B107-611FB9F2EF69}"/>
                        </a:ext>
                      </a:extLst>
                    </p:cNvPr>
                    <p:cNvCxnSpPr>
                      <a:cxnSpLocks noChangeShapeType="1"/>
                    </p:cNvCxnSpPr>
                    <p:nvPr/>
                  </p:nvCxnSpPr>
                  <p:spPr bwMode="auto">
                    <a:xfrm rot="10800000">
                      <a:off x="5081535" y="2539381"/>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sp>
              <p:nvSpPr>
                <p:cNvPr id="29764" name="TextBox 135">
                  <a:extLst>
                    <a:ext uri="{FF2B5EF4-FFF2-40B4-BE49-F238E27FC236}">
                      <a16:creationId xmlns:a16="http://schemas.microsoft.com/office/drawing/2014/main" id="{7D3A0752-EDF4-40F9-BF77-DE00A01EB41F}"/>
                    </a:ext>
                  </a:extLst>
                </p:cNvPr>
                <p:cNvSpPr txBox="1">
                  <a:spLocks noChangeArrowheads="1"/>
                </p:cNvSpPr>
                <p:nvPr/>
              </p:nvSpPr>
              <p:spPr bwMode="auto">
                <a:xfrm>
                  <a:off x="2720226" y="3989463"/>
                  <a:ext cx="53091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R</a:t>
                  </a:r>
                  <a:r>
                    <a:rPr lang="en-US" altLang="en-US" sz="1100" baseline="-25000"/>
                    <a:t>drive</a:t>
                  </a:r>
                  <a:r>
                    <a:rPr lang="en-US" altLang="en-US" sz="1100"/>
                    <a:t> </a:t>
                  </a:r>
                </a:p>
              </p:txBody>
            </p:sp>
            <p:sp>
              <p:nvSpPr>
                <p:cNvPr id="29765" name="TextBox 136">
                  <a:extLst>
                    <a:ext uri="{FF2B5EF4-FFF2-40B4-BE49-F238E27FC236}">
                      <a16:creationId xmlns:a16="http://schemas.microsoft.com/office/drawing/2014/main" id="{44AC09A7-25E9-4885-A07E-3D52859CBC09}"/>
                    </a:ext>
                  </a:extLst>
                </p:cNvPr>
                <p:cNvSpPr txBox="1">
                  <a:spLocks noChangeArrowheads="1"/>
                </p:cNvSpPr>
                <p:nvPr/>
              </p:nvSpPr>
              <p:spPr bwMode="auto">
                <a:xfrm>
                  <a:off x="2705806" y="4341686"/>
                  <a:ext cx="45717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out</a:t>
                  </a:r>
                  <a:r>
                    <a:rPr lang="en-US" altLang="en-US" sz="1100"/>
                    <a:t> </a:t>
                  </a:r>
                </a:p>
              </p:txBody>
            </p:sp>
            <p:grpSp>
              <p:nvGrpSpPr>
                <p:cNvPr id="29766" name="Group 137">
                  <a:extLst>
                    <a:ext uri="{FF2B5EF4-FFF2-40B4-BE49-F238E27FC236}">
                      <a16:creationId xmlns:a16="http://schemas.microsoft.com/office/drawing/2014/main" id="{4A0FB91C-9A4A-4AE5-BB9C-FF06F54AA238}"/>
                    </a:ext>
                  </a:extLst>
                </p:cNvPr>
                <p:cNvGrpSpPr>
                  <a:grpSpLocks/>
                </p:cNvGrpSpPr>
                <p:nvPr/>
              </p:nvGrpSpPr>
              <p:grpSpPr bwMode="auto">
                <a:xfrm>
                  <a:off x="2775480" y="4260003"/>
                  <a:ext cx="817833" cy="227333"/>
                  <a:chOff x="4956767" y="2022704"/>
                  <a:chExt cx="2512860" cy="698500"/>
                </a:xfrm>
              </p:grpSpPr>
              <p:sp>
                <p:nvSpPr>
                  <p:cNvPr id="29767" name="Freeform 138">
                    <a:extLst>
                      <a:ext uri="{FF2B5EF4-FFF2-40B4-BE49-F238E27FC236}">
                        <a16:creationId xmlns:a16="http://schemas.microsoft.com/office/drawing/2014/main" id="{51B09DE4-9BBB-494A-BB86-5D5F547C90E5}"/>
                      </a:ext>
                    </a:extLst>
                  </p:cNvPr>
                  <p:cNvSpPr>
                    <a:spLocks/>
                  </p:cNvSpPr>
                  <p:nvPr/>
                </p:nvSpPr>
                <p:spPr bwMode="auto">
                  <a:xfrm>
                    <a:off x="5344117" y="2022704"/>
                    <a:ext cx="444500"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700 w 444500"/>
                      <a:gd name="T11" fmla="*/ 228600 h 234950"/>
                      <a:gd name="T12" fmla="*/ 317500 w 444500"/>
                      <a:gd name="T13" fmla="*/ 6350 h 234950"/>
                      <a:gd name="T14" fmla="*/ 381000 w 444500"/>
                      <a:gd name="T15" fmla="*/ 234950 h 234950"/>
                      <a:gd name="T16" fmla="*/ 444500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9768" name="Straight Connector 139">
                    <a:extLst>
                      <a:ext uri="{FF2B5EF4-FFF2-40B4-BE49-F238E27FC236}">
                        <a16:creationId xmlns:a16="http://schemas.microsoft.com/office/drawing/2014/main" id="{70BA8EA5-8D8E-4E75-B918-64FE986010FB}"/>
                      </a:ext>
                    </a:extLst>
                  </p:cNvPr>
                  <p:cNvCxnSpPr>
                    <a:cxnSpLocks noChangeShapeType="1"/>
                  </p:cNvCxnSpPr>
                  <p:nvPr/>
                </p:nvCxnSpPr>
                <p:spPr bwMode="auto">
                  <a:xfrm rot="10800000">
                    <a:off x="4956767" y="2143354"/>
                    <a:ext cx="381000" cy="0"/>
                  </a:xfrm>
                  <a:prstGeom prst="line">
                    <a:avLst/>
                  </a:prstGeom>
                  <a:noFill/>
                  <a:ln w="9525" algn="ctr">
                    <a:solidFill>
                      <a:schemeClr val="tx1"/>
                    </a:solidFill>
                    <a:round/>
                    <a:headEnd/>
                    <a:tailEnd/>
                  </a:ln>
                </p:spPr>
              </p:cxnSp>
              <p:cxnSp>
                <p:nvCxnSpPr>
                  <p:cNvPr id="29769" name="Straight Connector 140">
                    <a:extLst>
                      <a:ext uri="{FF2B5EF4-FFF2-40B4-BE49-F238E27FC236}">
                        <a16:creationId xmlns:a16="http://schemas.microsoft.com/office/drawing/2014/main" id="{4EA24621-6047-4D62-B13B-16C0BCDDF29A}"/>
                      </a:ext>
                    </a:extLst>
                  </p:cNvPr>
                  <p:cNvCxnSpPr>
                    <a:cxnSpLocks noChangeShapeType="1"/>
                    <a:stCxn id="29767" idx="8"/>
                    <a:endCxn id="29714" idx="0"/>
                  </p:cNvCxnSpPr>
                  <p:nvPr/>
                </p:nvCxnSpPr>
                <p:spPr bwMode="auto">
                  <a:xfrm>
                    <a:off x="5788620" y="2130653"/>
                    <a:ext cx="1681007" cy="13532"/>
                  </a:xfrm>
                  <a:prstGeom prst="line">
                    <a:avLst/>
                  </a:prstGeom>
                  <a:noFill/>
                  <a:ln w="9525" algn="ctr">
                    <a:solidFill>
                      <a:schemeClr val="tx1"/>
                    </a:solidFill>
                    <a:round/>
                    <a:headEnd/>
                    <a:tailEnd/>
                  </a:ln>
                </p:spPr>
              </p:cxnSp>
              <p:grpSp>
                <p:nvGrpSpPr>
                  <p:cNvPr id="29770" name="Group 141">
                    <a:extLst>
                      <a:ext uri="{FF2B5EF4-FFF2-40B4-BE49-F238E27FC236}">
                        <a16:creationId xmlns:a16="http://schemas.microsoft.com/office/drawing/2014/main" id="{AFA0964E-86C8-4976-95D8-F67B63B4DA26}"/>
                      </a:ext>
                    </a:extLst>
                  </p:cNvPr>
                  <p:cNvGrpSpPr>
                    <a:grpSpLocks/>
                  </p:cNvGrpSpPr>
                  <p:nvPr/>
                </p:nvGrpSpPr>
                <p:grpSpPr bwMode="auto">
                  <a:xfrm>
                    <a:off x="5928317" y="2137004"/>
                    <a:ext cx="235743" cy="584200"/>
                    <a:chOff x="2241550" y="1447800"/>
                    <a:chExt cx="235743" cy="584200"/>
                  </a:xfrm>
                </p:grpSpPr>
                <p:cxnSp>
                  <p:nvCxnSpPr>
                    <p:cNvPr id="29771" name="Straight Connector 142">
                      <a:extLst>
                        <a:ext uri="{FF2B5EF4-FFF2-40B4-BE49-F238E27FC236}">
                          <a16:creationId xmlns:a16="http://schemas.microsoft.com/office/drawing/2014/main" id="{6EB1DCE6-3BDB-4ED1-8D6C-F317A66DF974}"/>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9772" name="Straight Connector 143">
                      <a:extLst>
                        <a:ext uri="{FF2B5EF4-FFF2-40B4-BE49-F238E27FC236}">
                          <a16:creationId xmlns:a16="http://schemas.microsoft.com/office/drawing/2014/main" id="{82ED2EC0-C36C-40D4-8BC8-C0DADF4ADBF1}"/>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45" name="Arc 144">
                      <a:extLst>
                        <a:ext uri="{FF2B5EF4-FFF2-40B4-BE49-F238E27FC236}">
                          <a16:creationId xmlns:a16="http://schemas.microsoft.com/office/drawing/2014/main" id="{4F5EB6BD-B967-4CF0-80E6-C1FB9AB7BADA}"/>
                        </a:ext>
                      </a:extLst>
                    </p:cNvPr>
                    <p:cNvSpPr/>
                    <p:nvPr/>
                  </p:nvSpPr>
                  <p:spPr bwMode="auto">
                    <a:xfrm>
                      <a:off x="2247664" y="1712059"/>
                      <a:ext cx="229239" cy="73166"/>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74" name="Straight Connector 145">
                      <a:extLst>
                        <a:ext uri="{FF2B5EF4-FFF2-40B4-BE49-F238E27FC236}">
                          <a16:creationId xmlns:a16="http://schemas.microsoft.com/office/drawing/2014/main" id="{D1BC3727-1F0E-4689-ABDA-34A69679A73A}"/>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9775" name="Straight Connector 146">
                      <a:extLst>
                        <a:ext uri="{FF2B5EF4-FFF2-40B4-BE49-F238E27FC236}">
                          <a16:creationId xmlns:a16="http://schemas.microsoft.com/office/drawing/2014/main" id="{D35D36DA-5583-45DA-8C9A-8E461BA6936C}"/>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9776" name="Straight Connector 147">
                      <a:extLst>
                        <a:ext uri="{FF2B5EF4-FFF2-40B4-BE49-F238E27FC236}">
                          <a16:creationId xmlns:a16="http://schemas.microsoft.com/office/drawing/2014/main" id="{7AB6BD75-2E31-4728-B8B9-AE85DA8A0938}"/>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9777" name="Straight Connector 148">
                      <a:extLst>
                        <a:ext uri="{FF2B5EF4-FFF2-40B4-BE49-F238E27FC236}">
                          <a16:creationId xmlns:a16="http://schemas.microsoft.com/office/drawing/2014/main" id="{A723A5E8-6857-4D1D-B6EB-A97D5AA30D3B}"/>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grpSp>
            <p:nvGrpSpPr>
              <p:cNvPr id="29704" name="Group 75">
                <a:extLst>
                  <a:ext uri="{FF2B5EF4-FFF2-40B4-BE49-F238E27FC236}">
                    <a16:creationId xmlns:a16="http://schemas.microsoft.com/office/drawing/2014/main" id="{613C3AB8-12C3-4F64-9331-0C1AB38924F0}"/>
                  </a:ext>
                </a:extLst>
              </p:cNvPr>
              <p:cNvGrpSpPr>
                <a:grpSpLocks/>
              </p:cNvGrpSpPr>
              <p:nvPr/>
            </p:nvGrpSpPr>
            <p:grpSpPr bwMode="auto">
              <a:xfrm>
                <a:off x="5959144" y="3096343"/>
                <a:ext cx="995342" cy="512618"/>
                <a:chOff x="2971900" y="4896917"/>
                <a:chExt cx="995342" cy="512618"/>
              </a:xfrm>
            </p:grpSpPr>
            <p:sp>
              <p:nvSpPr>
                <p:cNvPr id="122" name="Flowchart: Delay 2">
                  <a:extLst>
                    <a:ext uri="{FF2B5EF4-FFF2-40B4-BE49-F238E27FC236}">
                      <a16:creationId xmlns:a16="http://schemas.microsoft.com/office/drawing/2014/main" id="{C92034C4-DDBC-4276-83E8-FB6B4DE7C450}"/>
                    </a:ext>
                  </a:extLst>
                </p:cNvPr>
                <p:cNvSpPr>
                  <a:spLocks noChangeArrowheads="1"/>
                </p:cNvSpPr>
                <p:nvPr/>
              </p:nvSpPr>
              <p:spPr bwMode="auto">
                <a:xfrm>
                  <a:off x="3409219" y="4896688"/>
                  <a:ext cx="558763" cy="512773"/>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9751" name="Group 122">
                  <a:extLst>
                    <a:ext uri="{FF2B5EF4-FFF2-40B4-BE49-F238E27FC236}">
                      <a16:creationId xmlns:a16="http://schemas.microsoft.com/office/drawing/2014/main" id="{FDF62696-4349-4EB6-A96F-8DA5FB30E30B}"/>
                    </a:ext>
                  </a:extLst>
                </p:cNvPr>
                <p:cNvGrpSpPr>
                  <a:grpSpLocks/>
                </p:cNvGrpSpPr>
                <p:nvPr/>
              </p:nvGrpSpPr>
              <p:grpSpPr bwMode="auto">
                <a:xfrm>
                  <a:off x="2971900" y="4971309"/>
                  <a:ext cx="586304" cy="203820"/>
                  <a:chOff x="2806629" y="2539381"/>
                  <a:chExt cx="3701447" cy="180524"/>
                </a:xfrm>
              </p:grpSpPr>
              <p:cxnSp>
                <p:nvCxnSpPr>
                  <p:cNvPr id="29761" name="Straight Connector 11">
                    <a:extLst>
                      <a:ext uri="{FF2B5EF4-FFF2-40B4-BE49-F238E27FC236}">
                        <a16:creationId xmlns:a16="http://schemas.microsoft.com/office/drawing/2014/main" id="{FF29CBF3-3FA2-4142-A91D-AB0AEE3697B8}"/>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62" name="Straight Connector 12">
                    <a:extLst>
                      <a:ext uri="{FF2B5EF4-FFF2-40B4-BE49-F238E27FC236}">
                        <a16:creationId xmlns:a16="http://schemas.microsoft.com/office/drawing/2014/main" id="{F8D919DF-2DF1-4735-B49A-933FDC7BF616}"/>
                      </a:ext>
                    </a:extLst>
                  </p:cNvPr>
                  <p:cNvCxnSpPr>
                    <a:cxnSpLocks noChangeShapeType="1"/>
                  </p:cNvCxnSpPr>
                  <p:nvPr/>
                </p:nvCxnSpPr>
                <p:spPr bwMode="auto">
                  <a:xfrm flipH="1">
                    <a:off x="2806629" y="2539381"/>
                    <a:ext cx="370144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9752" name="TextBox 123">
                  <a:extLst>
                    <a:ext uri="{FF2B5EF4-FFF2-40B4-BE49-F238E27FC236}">
                      <a16:creationId xmlns:a16="http://schemas.microsoft.com/office/drawing/2014/main" id="{1EB5AE54-365D-421F-9729-D8C282E87B6D}"/>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9753" name="Group 124">
                  <a:extLst>
                    <a:ext uri="{FF2B5EF4-FFF2-40B4-BE49-F238E27FC236}">
                      <a16:creationId xmlns:a16="http://schemas.microsoft.com/office/drawing/2014/main" id="{333B17FB-521F-4AA9-99C5-813FB6B1982D}"/>
                    </a:ext>
                  </a:extLst>
                </p:cNvPr>
                <p:cNvGrpSpPr>
                  <a:grpSpLocks/>
                </p:cNvGrpSpPr>
                <p:nvPr/>
              </p:nvGrpSpPr>
              <p:grpSpPr bwMode="auto">
                <a:xfrm>
                  <a:off x="3473987" y="4964393"/>
                  <a:ext cx="152400" cy="377666"/>
                  <a:chOff x="2241550" y="1447800"/>
                  <a:chExt cx="235743" cy="584200"/>
                </a:xfrm>
              </p:grpSpPr>
              <p:cxnSp>
                <p:nvCxnSpPr>
                  <p:cNvPr id="29754" name="Straight Connector 125">
                    <a:extLst>
                      <a:ext uri="{FF2B5EF4-FFF2-40B4-BE49-F238E27FC236}">
                        <a16:creationId xmlns:a16="http://schemas.microsoft.com/office/drawing/2014/main" id="{6268AAA7-525B-4CF6-B9D1-08963BD88CD2}"/>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9755" name="Straight Connector 126">
                    <a:extLst>
                      <a:ext uri="{FF2B5EF4-FFF2-40B4-BE49-F238E27FC236}">
                        <a16:creationId xmlns:a16="http://schemas.microsoft.com/office/drawing/2014/main" id="{4B8EBEE0-2124-4408-9D3C-9BC688589648}"/>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28" name="Arc 127">
                    <a:extLst>
                      <a:ext uri="{FF2B5EF4-FFF2-40B4-BE49-F238E27FC236}">
                        <a16:creationId xmlns:a16="http://schemas.microsoft.com/office/drawing/2014/main" id="{F2D7D48E-B8A2-4633-A0AF-F55E124ED73F}"/>
                      </a:ext>
                    </a:extLst>
                  </p:cNvPr>
                  <p:cNvSpPr/>
                  <p:nvPr/>
                </p:nvSpPr>
                <p:spPr bwMode="auto">
                  <a:xfrm>
                    <a:off x="2249404" y="1713880"/>
                    <a:ext cx="228360" cy="76126"/>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57" name="Straight Connector 128">
                    <a:extLst>
                      <a:ext uri="{FF2B5EF4-FFF2-40B4-BE49-F238E27FC236}">
                        <a16:creationId xmlns:a16="http://schemas.microsoft.com/office/drawing/2014/main" id="{7D121B97-F593-4BD5-A635-A4F6BA508EDB}"/>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9758" name="Straight Connector 129">
                    <a:extLst>
                      <a:ext uri="{FF2B5EF4-FFF2-40B4-BE49-F238E27FC236}">
                        <a16:creationId xmlns:a16="http://schemas.microsoft.com/office/drawing/2014/main" id="{DCED89F7-8699-40B9-9096-788B8CEA8EDD}"/>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9759" name="Straight Connector 130">
                    <a:extLst>
                      <a:ext uri="{FF2B5EF4-FFF2-40B4-BE49-F238E27FC236}">
                        <a16:creationId xmlns:a16="http://schemas.microsoft.com/office/drawing/2014/main" id="{AEC4BA69-5914-433F-AF15-EBF8F3B17D3C}"/>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9760" name="Straight Connector 131">
                    <a:extLst>
                      <a:ext uri="{FF2B5EF4-FFF2-40B4-BE49-F238E27FC236}">
                        <a16:creationId xmlns:a16="http://schemas.microsoft.com/office/drawing/2014/main" id="{949704A6-12A4-4257-B95F-7168D5DA3C6A}"/>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9705" name="Group 76">
                <a:extLst>
                  <a:ext uri="{FF2B5EF4-FFF2-40B4-BE49-F238E27FC236}">
                    <a16:creationId xmlns:a16="http://schemas.microsoft.com/office/drawing/2014/main" id="{A23B685E-9AF6-4F33-880C-DA205498C3C2}"/>
                  </a:ext>
                </a:extLst>
              </p:cNvPr>
              <p:cNvGrpSpPr>
                <a:grpSpLocks/>
              </p:cNvGrpSpPr>
              <p:nvPr/>
            </p:nvGrpSpPr>
            <p:grpSpPr bwMode="auto">
              <a:xfrm>
                <a:off x="5959144" y="2184871"/>
                <a:ext cx="1004867" cy="512618"/>
                <a:chOff x="2962375" y="4896917"/>
                <a:chExt cx="1004867" cy="512618"/>
              </a:xfrm>
            </p:grpSpPr>
            <p:sp>
              <p:nvSpPr>
                <p:cNvPr id="109" name="Flowchart: Delay 2">
                  <a:extLst>
                    <a:ext uri="{FF2B5EF4-FFF2-40B4-BE49-F238E27FC236}">
                      <a16:creationId xmlns:a16="http://schemas.microsoft.com/office/drawing/2014/main" id="{02754E9C-C58D-4037-8234-17410B0E9358}"/>
                    </a:ext>
                  </a:extLst>
                </p:cNvPr>
                <p:cNvSpPr>
                  <a:spLocks noChangeArrowheads="1"/>
                </p:cNvSpPr>
                <p:nvPr/>
              </p:nvSpPr>
              <p:spPr bwMode="auto">
                <a:xfrm>
                  <a:off x="3409218" y="4896917"/>
                  <a:ext cx="558763" cy="512773"/>
                </a:xfrm>
                <a:prstGeom prst="flowChartDelay">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9738" name="Group 109">
                  <a:extLst>
                    <a:ext uri="{FF2B5EF4-FFF2-40B4-BE49-F238E27FC236}">
                      <a16:creationId xmlns:a16="http://schemas.microsoft.com/office/drawing/2014/main" id="{991E7667-E919-4BA0-82A8-20218248580E}"/>
                    </a:ext>
                  </a:extLst>
                </p:cNvPr>
                <p:cNvGrpSpPr>
                  <a:grpSpLocks/>
                </p:cNvGrpSpPr>
                <p:nvPr/>
              </p:nvGrpSpPr>
              <p:grpSpPr bwMode="auto">
                <a:xfrm>
                  <a:off x="2962375" y="4971309"/>
                  <a:ext cx="595829" cy="203820"/>
                  <a:chOff x="2746496" y="2539381"/>
                  <a:chExt cx="3761580" cy="180524"/>
                </a:xfrm>
              </p:grpSpPr>
              <p:cxnSp>
                <p:nvCxnSpPr>
                  <p:cNvPr id="29748" name="Straight Connector 11">
                    <a:extLst>
                      <a:ext uri="{FF2B5EF4-FFF2-40B4-BE49-F238E27FC236}">
                        <a16:creationId xmlns:a16="http://schemas.microsoft.com/office/drawing/2014/main" id="{F325FB95-1035-4898-AD18-ACA3068819E5}"/>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49" name="Straight Connector 12">
                    <a:extLst>
                      <a:ext uri="{FF2B5EF4-FFF2-40B4-BE49-F238E27FC236}">
                        <a16:creationId xmlns:a16="http://schemas.microsoft.com/office/drawing/2014/main" id="{DD9CC280-3047-4B32-BCF8-39133FCB8627}"/>
                      </a:ext>
                    </a:extLst>
                  </p:cNvPr>
                  <p:cNvCxnSpPr>
                    <a:cxnSpLocks noChangeShapeType="1"/>
                  </p:cNvCxnSpPr>
                  <p:nvPr/>
                </p:nvCxnSpPr>
                <p:spPr bwMode="auto">
                  <a:xfrm flipH="1">
                    <a:off x="2746496" y="2539381"/>
                    <a:ext cx="376158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9739" name="TextBox 110">
                  <a:extLst>
                    <a:ext uri="{FF2B5EF4-FFF2-40B4-BE49-F238E27FC236}">
                      <a16:creationId xmlns:a16="http://schemas.microsoft.com/office/drawing/2014/main" id="{3E584A97-456D-4DEB-8657-2D72A0B402D3}"/>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9740" name="Group 111">
                  <a:extLst>
                    <a:ext uri="{FF2B5EF4-FFF2-40B4-BE49-F238E27FC236}">
                      <a16:creationId xmlns:a16="http://schemas.microsoft.com/office/drawing/2014/main" id="{D0626601-30C1-4C54-9DB6-A10DCDD2EDF5}"/>
                    </a:ext>
                  </a:extLst>
                </p:cNvPr>
                <p:cNvGrpSpPr>
                  <a:grpSpLocks/>
                </p:cNvGrpSpPr>
                <p:nvPr/>
              </p:nvGrpSpPr>
              <p:grpSpPr bwMode="auto">
                <a:xfrm>
                  <a:off x="3473987" y="4964393"/>
                  <a:ext cx="152400" cy="377666"/>
                  <a:chOff x="2241550" y="1447800"/>
                  <a:chExt cx="235743" cy="584200"/>
                </a:xfrm>
              </p:grpSpPr>
              <p:cxnSp>
                <p:nvCxnSpPr>
                  <p:cNvPr id="29741" name="Straight Connector 112">
                    <a:extLst>
                      <a:ext uri="{FF2B5EF4-FFF2-40B4-BE49-F238E27FC236}">
                        <a16:creationId xmlns:a16="http://schemas.microsoft.com/office/drawing/2014/main" id="{F7985162-2DBB-4872-93CA-D387C1DD5A86}"/>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9742" name="Straight Connector 113">
                    <a:extLst>
                      <a:ext uri="{FF2B5EF4-FFF2-40B4-BE49-F238E27FC236}">
                        <a16:creationId xmlns:a16="http://schemas.microsoft.com/office/drawing/2014/main" id="{02A4387E-D7AB-4D7D-A7B9-1BE4D81076ED}"/>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15" name="Arc 114">
                    <a:extLst>
                      <a:ext uri="{FF2B5EF4-FFF2-40B4-BE49-F238E27FC236}">
                        <a16:creationId xmlns:a16="http://schemas.microsoft.com/office/drawing/2014/main" id="{358CD2A9-6C4D-40A3-AB99-D3F3CDFE4A1C}"/>
                      </a:ext>
                    </a:extLst>
                  </p:cNvPr>
                  <p:cNvSpPr/>
                  <p:nvPr/>
                </p:nvSpPr>
                <p:spPr bwMode="auto">
                  <a:xfrm>
                    <a:off x="2249403" y="1714235"/>
                    <a:ext cx="228360" cy="76126"/>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44" name="Straight Connector 115">
                    <a:extLst>
                      <a:ext uri="{FF2B5EF4-FFF2-40B4-BE49-F238E27FC236}">
                        <a16:creationId xmlns:a16="http://schemas.microsoft.com/office/drawing/2014/main" id="{D7F453AF-7AAE-4A61-9D16-76168826939F}"/>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9745" name="Straight Connector 116">
                    <a:extLst>
                      <a:ext uri="{FF2B5EF4-FFF2-40B4-BE49-F238E27FC236}">
                        <a16:creationId xmlns:a16="http://schemas.microsoft.com/office/drawing/2014/main" id="{BF704855-8E2F-4A6C-9C47-5FBAC285E369}"/>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9746" name="Straight Connector 117">
                    <a:extLst>
                      <a:ext uri="{FF2B5EF4-FFF2-40B4-BE49-F238E27FC236}">
                        <a16:creationId xmlns:a16="http://schemas.microsoft.com/office/drawing/2014/main" id="{08FAD3C6-41EF-4913-B654-2B86E717A448}"/>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9747" name="Straight Connector 118">
                    <a:extLst>
                      <a:ext uri="{FF2B5EF4-FFF2-40B4-BE49-F238E27FC236}">
                        <a16:creationId xmlns:a16="http://schemas.microsoft.com/office/drawing/2014/main" id="{375D968D-08BE-4897-9528-7CC971E57582}"/>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grpSp>
            <p:nvGrpSpPr>
              <p:cNvPr id="29706" name="Group 77">
                <a:extLst>
                  <a:ext uri="{FF2B5EF4-FFF2-40B4-BE49-F238E27FC236}">
                    <a16:creationId xmlns:a16="http://schemas.microsoft.com/office/drawing/2014/main" id="{172BBB1F-231D-45E4-8A95-3C29E0E9DD76}"/>
                  </a:ext>
                </a:extLst>
              </p:cNvPr>
              <p:cNvGrpSpPr>
                <a:grpSpLocks/>
              </p:cNvGrpSpPr>
              <p:nvPr/>
            </p:nvGrpSpPr>
            <p:grpSpPr bwMode="auto">
              <a:xfrm>
                <a:off x="5959144" y="3906432"/>
                <a:ext cx="995342" cy="512618"/>
                <a:chOff x="2971900" y="4896917"/>
                <a:chExt cx="995342" cy="512618"/>
              </a:xfrm>
            </p:grpSpPr>
            <p:sp>
              <p:nvSpPr>
                <p:cNvPr id="96" name="Flowchart: Delay 2">
                  <a:extLst>
                    <a:ext uri="{FF2B5EF4-FFF2-40B4-BE49-F238E27FC236}">
                      <a16:creationId xmlns:a16="http://schemas.microsoft.com/office/drawing/2014/main" id="{237D7861-8E4D-4ADD-97C1-BB46D7FF7D90}"/>
                    </a:ext>
                  </a:extLst>
                </p:cNvPr>
                <p:cNvSpPr>
                  <a:spLocks noChangeArrowheads="1"/>
                </p:cNvSpPr>
                <p:nvPr/>
              </p:nvSpPr>
              <p:spPr bwMode="auto">
                <a:xfrm>
                  <a:off x="3409219" y="4896239"/>
                  <a:ext cx="558763" cy="512773"/>
                </a:xfrm>
                <a:prstGeom prst="flowChartDelay">
                  <a:avLst/>
                </a:prstGeom>
                <a:solidFill>
                  <a:schemeClr val="accent1">
                    <a:lumMod val="20000"/>
                    <a:lumOff val="80000"/>
                  </a:schemeClr>
                </a:solidFill>
                <a:ln>
                  <a:solidFill>
                    <a:schemeClr val="accent1">
                      <a:lumMod val="75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eaLnBrk="1" hangingPunct="1">
                    <a:defRPr/>
                  </a:pPr>
                  <a:endParaRPr lang="en-US" sz="1050"/>
                </a:p>
              </p:txBody>
            </p:sp>
            <p:grpSp>
              <p:nvGrpSpPr>
                <p:cNvPr id="29725" name="Group 96">
                  <a:extLst>
                    <a:ext uri="{FF2B5EF4-FFF2-40B4-BE49-F238E27FC236}">
                      <a16:creationId xmlns:a16="http://schemas.microsoft.com/office/drawing/2014/main" id="{22AE7CEC-F814-41F2-8EC2-ACF1AC998BB2}"/>
                    </a:ext>
                  </a:extLst>
                </p:cNvPr>
                <p:cNvGrpSpPr>
                  <a:grpSpLocks/>
                </p:cNvGrpSpPr>
                <p:nvPr/>
              </p:nvGrpSpPr>
              <p:grpSpPr bwMode="auto">
                <a:xfrm>
                  <a:off x="2971900" y="4971309"/>
                  <a:ext cx="586304" cy="203820"/>
                  <a:chOff x="2806629" y="2539381"/>
                  <a:chExt cx="3701447" cy="180524"/>
                </a:xfrm>
              </p:grpSpPr>
              <p:cxnSp>
                <p:nvCxnSpPr>
                  <p:cNvPr id="29735" name="Straight Connector 11">
                    <a:extLst>
                      <a:ext uri="{FF2B5EF4-FFF2-40B4-BE49-F238E27FC236}">
                        <a16:creationId xmlns:a16="http://schemas.microsoft.com/office/drawing/2014/main" id="{2D75F0F3-70EF-4C9D-8E74-850302935250}"/>
                      </a:ext>
                    </a:extLst>
                  </p:cNvPr>
                  <p:cNvCxnSpPr>
                    <a:cxnSpLocks noChangeShapeType="1"/>
                  </p:cNvCxnSpPr>
                  <p:nvPr/>
                </p:nvCxnSpPr>
                <p:spPr bwMode="auto">
                  <a:xfrm rot="10800000">
                    <a:off x="5081535" y="2719905"/>
                    <a:ext cx="48106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6" name="Straight Connector 12">
                    <a:extLst>
                      <a:ext uri="{FF2B5EF4-FFF2-40B4-BE49-F238E27FC236}">
                        <a16:creationId xmlns:a16="http://schemas.microsoft.com/office/drawing/2014/main" id="{EF192039-4E85-47D5-B51F-FE62C796D57F}"/>
                      </a:ext>
                    </a:extLst>
                  </p:cNvPr>
                  <p:cNvCxnSpPr>
                    <a:cxnSpLocks noChangeShapeType="1"/>
                  </p:cNvCxnSpPr>
                  <p:nvPr/>
                </p:nvCxnSpPr>
                <p:spPr bwMode="auto">
                  <a:xfrm flipH="1">
                    <a:off x="2806629" y="2539381"/>
                    <a:ext cx="370144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9726" name="TextBox 97">
                  <a:extLst>
                    <a:ext uri="{FF2B5EF4-FFF2-40B4-BE49-F238E27FC236}">
                      <a16:creationId xmlns:a16="http://schemas.microsoft.com/office/drawing/2014/main" id="{04C4B6A2-66D9-43BF-81AB-DA1748FF9FBF}"/>
                    </a:ext>
                  </a:extLst>
                </p:cNvPr>
                <p:cNvSpPr txBox="1">
                  <a:spLocks noChangeArrowheads="1"/>
                </p:cNvSpPr>
                <p:nvPr/>
              </p:nvSpPr>
              <p:spPr bwMode="auto">
                <a:xfrm>
                  <a:off x="3575912" y="5024360"/>
                  <a:ext cx="3786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1</a:t>
                  </a:r>
                  <a:r>
                    <a:rPr lang="en-US" altLang="en-US" sz="1100"/>
                    <a:t> </a:t>
                  </a:r>
                </a:p>
              </p:txBody>
            </p:sp>
            <p:grpSp>
              <p:nvGrpSpPr>
                <p:cNvPr id="29727" name="Group 98">
                  <a:extLst>
                    <a:ext uri="{FF2B5EF4-FFF2-40B4-BE49-F238E27FC236}">
                      <a16:creationId xmlns:a16="http://schemas.microsoft.com/office/drawing/2014/main" id="{6A8D3D3E-61DD-4AF1-B078-3CDD8C0CB4E4}"/>
                    </a:ext>
                  </a:extLst>
                </p:cNvPr>
                <p:cNvGrpSpPr>
                  <a:grpSpLocks/>
                </p:cNvGrpSpPr>
                <p:nvPr/>
              </p:nvGrpSpPr>
              <p:grpSpPr bwMode="auto">
                <a:xfrm>
                  <a:off x="3473987" y="4964393"/>
                  <a:ext cx="152400" cy="377666"/>
                  <a:chOff x="2241550" y="1447800"/>
                  <a:chExt cx="235743" cy="584200"/>
                </a:xfrm>
              </p:grpSpPr>
              <p:cxnSp>
                <p:nvCxnSpPr>
                  <p:cNvPr id="29728" name="Straight Connector 99">
                    <a:extLst>
                      <a:ext uri="{FF2B5EF4-FFF2-40B4-BE49-F238E27FC236}">
                        <a16:creationId xmlns:a16="http://schemas.microsoft.com/office/drawing/2014/main" id="{8CFE828E-0751-42E3-9FCE-BF1496B8EF5F}"/>
                      </a:ext>
                    </a:extLst>
                  </p:cNvPr>
                  <p:cNvCxnSpPr>
                    <a:cxnSpLocks noChangeShapeType="1"/>
                  </p:cNvCxnSpPr>
                  <p:nvPr/>
                </p:nvCxnSpPr>
                <p:spPr bwMode="auto">
                  <a:xfrm rot="5400000">
                    <a:off x="2247900" y="1562100"/>
                    <a:ext cx="228600" cy="0"/>
                  </a:xfrm>
                  <a:prstGeom prst="line">
                    <a:avLst/>
                  </a:prstGeom>
                  <a:noFill/>
                  <a:ln w="9525" algn="ctr">
                    <a:solidFill>
                      <a:schemeClr val="tx1"/>
                    </a:solidFill>
                    <a:round/>
                    <a:headEnd/>
                    <a:tailEnd/>
                  </a:ln>
                </p:spPr>
              </p:cxnSp>
              <p:cxnSp>
                <p:nvCxnSpPr>
                  <p:cNvPr id="29729" name="Straight Connector 100">
                    <a:extLst>
                      <a:ext uri="{FF2B5EF4-FFF2-40B4-BE49-F238E27FC236}">
                        <a16:creationId xmlns:a16="http://schemas.microsoft.com/office/drawing/2014/main" id="{3AF607D6-2507-4A2C-B8FD-9479304C7C5A}"/>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102" name="Arc 101">
                    <a:extLst>
                      <a:ext uri="{FF2B5EF4-FFF2-40B4-BE49-F238E27FC236}">
                        <a16:creationId xmlns:a16="http://schemas.microsoft.com/office/drawing/2014/main" id="{769A06B1-3975-4D2E-8D29-2072F7CDE429}"/>
                      </a:ext>
                    </a:extLst>
                  </p:cNvPr>
                  <p:cNvSpPr/>
                  <p:nvPr/>
                </p:nvSpPr>
                <p:spPr bwMode="auto">
                  <a:xfrm>
                    <a:off x="2249404" y="1713186"/>
                    <a:ext cx="228360" cy="76126"/>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31" name="Straight Connector 102">
                    <a:extLst>
                      <a:ext uri="{FF2B5EF4-FFF2-40B4-BE49-F238E27FC236}">
                        <a16:creationId xmlns:a16="http://schemas.microsoft.com/office/drawing/2014/main" id="{F5615FF2-7D78-4FBB-99BA-2CA2C7074E32}"/>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9732" name="Straight Connector 103">
                    <a:extLst>
                      <a:ext uri="{FF2B5EF4-FFF2-40B4-BE49-F238E27FC236}">
                        <a16:creationId xmlns:a16="http://schemas.microsoft.com/office/drawing/2014/main" id="{35D16096-8D89-4295-8A8D-E52AC415F9FB}"/>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9733" name="Straight Connector 104">
                    <a:extLst>
                      <a:ext uri="{FF2B5EF4-FFF2-40B4-BE49-F238E27FC236}">
                        <a16:creationId xmlns:a16="http://schemas.microsoft.com/office/drawing/2014/main" id="{07DCB1E0-A41D-41F3-BC46-71C8B548B9E5}"/>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9734" name="Straight Connector 105">
                    <a:extLst>
                      <a:ext uri="{FF2B5EF4-FFF2-40B4-BE49-F238E27FC236}">
                        <a16:creationId xmlns:a16="http://schemas.microsoft.com/office/drawing/2014/main" id="{B8D38DE0-9E97-49D3-A3B5-6EC13826AE9F}"/>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cxnSp>
            <p:nvCxnSpPr>
              <p:cNvPr id="29707" name="Straight Connector 78">
                <a:extLst>
                  <a:ext uri="{FF2B5EF4-FFF2-40B4-BE49-F238E27FC236}">
                    <a16:creationId xmlns:a16="http://schemas.microsoft.com/office/drawing/2014/main" id="{658A2447-055D-4FA2-80A7-FDA48E24E7AF}"/>
                  </a:ext>
                </a:extLst>
              </p:cNvPr>
              <p:cNvCxnSpPr>
                <a:cxnSpLocks noChangeShapeType="1"/>
              </p:cNvCxnSpPr>
              <p:nvPr/>
            </p:nvCxnSpPr>
            <p:spPr bwMode="auto">
              <a:xfrm flipH="1">
                <a:off x="6961550" y="4162741"/>
                <a:ext cx="415922" cy="0"/>
              </a:xfrm>
              <a:prstGeom prst="line">
                <a:avLst/>
              </a:prstGeom>
              <a:noFill/>
              <a:ln w="9525" algn="ctr">
                <a:solidFill>
                  <a:schemeClr val="tx1"/>
                </a:solidFill>
                <a:round/>
                <a:headEnd/>
                <a:tailEnd/>
              </a:ln>
            </p:spPr>
          </p:cxnSp>
          <p:cxnSp>
            <p:nvCxnSpPr>
              <p:cNvPr id="29708" name="Straight Connector 79">
                <a:extLst>
                  <a:ext uri="{FF2B5EF4-FFF2-40B4-BE49-F238E27FC236}">
                    <a16:creationId xmlns:a16="http://schemas.microsoft.com/office/drawing/2014/main" id="{CC77C5A6-47FA-4DBD-844F-4E42AB40F8B0}"/>
                  </a:ext>
                </a:extLst>
              </p:cNvPr>
              <p:cNvCxnSpPr>
                <a:cxnSpLocks noChangeShapeType="1"/>
              </p:cNvCxnSpPr>
              <p:nvPr/>
            </p:nvCxnSpPr>
            <p:spPr bwMode="auto">
              <a:xfrm flipH="1">
                <a:off x="6959172" y="3352652"/>
                <a:ext cx="415922" cy="0"/>
              </a:xfrm>
              <a:prstGeom prst="line">
                <a:avLst/>
              </a:prstGeom>
              <a:noFill/>
              <a:ln w="9525" algn="ctr">
                <a:solidFill>
                  <a:schemeClr val="tx1"/>
                </a:solidFill>
                <a:round/>
                <a:headEnd/>
                <a:tailEnd/>
              </a:ln>
            </p:spPr>
          </p:cxnSp>
          <p:cxnSp>
            <p:nvCxnSpPr>
              <p:cNvPr id="29709" name="Straight Connector 80">
                <a:extLst>
                  <a:ext uri="{FF2B5EF4-FFF2-40B4-BE49-F238E27FC236}">
                    <a16:creationId xmlns:a16="http://schemas.microsoft.com/office/drawing/2014/main" id="{B893D261-849C-4334-BC1D-2CFBDC96D429}"/>
                  </a:ext>
                </a:extLst>
              </p:cNvPr>
              <p:cNvCxnSpPr>
                <a:cxnSpLocks noChangeShapeType="1"/>
              </p:cNvCxnSpPr>
              <p:nvPr/>
            </p:nvCxnSpPr>
            <p:spPr bwMode="auto">
              <a:xfrm flipH="1">
                <a:off x="6971075" y="2441180"/>
                <a:ext cx="415922" cy="0"/>
              </a:xfrm>
              <a:prstGeom prst="line">
                <a:avLst/>
              </a:prstGeom>
              <a:noFill/>
              <a:ln w="9525" algn="ctr">
                <a:solidFill>
                  <a:schemeClr val="tx1"/>
                </a:solidFill>
                <a:round/>
                <a:headEnd/>
                <a:tailEnd/>
              </a:ln>
            </p:spPr>
          </p:cxnSp>
          <p:grpSp>
            <p:nvGrpSpPr>
              <p:cNvPr id="29710" name="Group 81">
                <a:extLst>
                  <a:ext uri="{FF2B5EF4-FFF2-40B4-BE49-F238E27FC236}">
                    <a16:creationId xmlns:a16="http://schemas.microsoft.com/office/drawing/2014/main" id="{2C9E3418-E7BE-473B-A646-E2EF0F8F5A0D}"/>
                  </a:ext>
                </a:extLst>
              </p:cNvPr>
              <p:cNvGrpSpPr>
                <a:grpSpLocks/>
              </p:cNvGrpSpPr>
              <p:nvPr/>
            </p:nvGrpSpPr>
            <p:grpSpPr bwMode="auto">
              <a:xfrm>
                <a:off x="4872178" y="3070962"/>
                <a:ext cx="1080616" cy="691793"/>
                <a:chOff x="5334385" y="2012951"/>
                <a:chExt cx="1656075" cy="708253"/>
              </a:xfrm>
            </p:grpSpPr>
            <p:sp>
              <p:nvSpPr>
                <p:cNvPr id="29714" name="Freeform 85">
                  <a:extLst>
                    <a:ext uri="{FF2B5EF4-FFF2-40B4-BE49-F238E27FC236}">
                      <a16:creationId xmlns:a16="http://schemas.microsoft.com/office/drawing/2014/main" id="{CDC8EFFE-8ADD-4B54-9DE7-C7B36EF33B0F}"/>
                    </a:ext>
                  </a:extLst>
                </p:cNvPr>
                <p:cNvSpPr>
                  <a:spLocks/>
                </p:cNvSpPr>
                <p:nvPr/>
              </p:nvSpPr>
              <p:spPr bwMode="auto">
                <a:xfrm>
                  <a:off x="5334385" y="2012951"/>
                  <a:ext cx="444499" cy="234950"/>
                </a:xfrm>
                <a:custGeom>
                  <a:avLst/>
                  <a:gdLst>
                    <a:gd name="T0" fmla="*/ 0 w 444500"/>
                    <a:gd name="T1" fmla="*/ 127000 h 234950"/>
                    <a:gd name="T2" fmla="*/ 44450 w 444500"/>
                    <a:gd name="T3" fmla="*/ 165100 h 234950"/>
                    <a:gd name="T4" fmla="*/ 114300 w 444500"/>
                    <a:gd name="T5" fmla="*/ 0 h 234950"/>
                    <a:gd name="T6" fmla="*/ 152400 w 444500"/>
                    <a:gd name="T7" fmla="*/ 234950 h 234950"/>
                    <a:gd name="T8" fmla="*/ 215900 w 444500"/>
                    <a:gd name="T9" fmla="*/ 6350 h 234950"/>
                    <a:gd name="T10" fmla="*/ 266699 w 444500"/>
                    <a:gd name="T11" fmla="*/ 228600 h 234950"/>
                    <a:gd name="T12" fmla="*/ 317499 w 444500"/>
                    <a:gd name="T13" fmla="*/ 6350 h 234950"/>
                    <a:gd name="T14" fmla="*/ 380999 w 444500"/>
                    <a:gd name="T15" fmla="*/ 234950 h 234950"/>
                    <a:gd name="T16" fmla="*/ 444499 w 444500"/>
                    <a:gd name="T17" fmla="*/ 107950 h 2349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4500" h="234950">
                      <a:moveTo>
                        <a:pt x="0" y="127000"/>
                      </a:moveTo>
                      <a:lnTo>
                        <a:pt x="44450" y="165100"/>
                      </a:lnTo>
                      <a:lnTo>
                        <a:pt x="114300" y="0"/>
                      </a:lnTo>
                      <a:lnTo>
                        <a:pt x="152400" y="234950"/>
                      </a:lnTo>
                      <a:lnTo>
                        <a:pt x="215900" y="6350"/>
                      </a:lnTo>
                      <a:lnTo>
                        <a:pt x="266700" y="228600"/>
                      </a:lnTo>
                      <a:lnTo>
                        <a:pt x="317500" y="6350"/>
                      </a:lnTo>
                      <a:lnTo>
                        <a:pt x="381000" y="234950"/>
                      </a:lnTo>
                      <a:lnTo>
                        <a:pt x="444500" y="107950"/>
                      </a:lnTo>
                    </a:path>
                  </a:pathLst>
                </a:cu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29715" name="Straight Connector 86">
                  <a:extLst>
                    <a:ext uri="{FF2B5EF4-FFF2-40B4-BE49-F238E27FC236}">
                      <a16:creationId xmlns:a16="http://schemas.microsoft.com/office/drawing/2014/main" id="{9E48F639-5E00-4652-A9D5-AA722C29FA26}"/>
                    </a:ext>
                  </a:extLst>
                </p:cNvPr>
                <p:cNvCxnSpPr>
                  <a:cxnSpLocks noChangeShapeType="1"/>
                  <a:stCxn id="29714" idx="8"/>
                </p:cNvCxnSpPr>
                <p:nvPr/>
              </p:nvCxnSpPr>
              <p:spPr bwMode="auto">
                <a:xfrm>
                  <a:off x="5778884" y="2120901"/>
                  <a:ext cx="1211576" cy="2"/>
                </a:xfrm>
                <a:prstGeom prst="line">
                  <a:avLst/>
                </a:prstGeom>
                <a:noFill/>
                <a:ln w="9525" algn="ctr">
                  <a:solidFill>
                    <a:schemeClr val="tx1"/>
                  </a:solidFill>
                  <a:round/>
                  <a:headEnd/>
                  <a:tailEnd/>
                </a:ln>
              </p:spPr>
            </p:cxnSp>
            <p:grpSp>
              <p:nvGrpSpPr>
                <p:cNvPr id="29716" name="Group 87">
                  <a:extLst>
                    <a:ext uri="{FF2B5EF4-FFF2-40B4-BE49-F238E27FC236}">
                      <a16:creationId xmlns:a16="http://schemas.microsoft.com/office/drawing/2014/main" id="{A4EEA8EA-F61F-41D0-813E-8C8F089B53C2}"/>
                    </a:ext>
                  </a:extLst>
                </p:cNvPr>
                <p:cNvGrpSpPr>
                  <a:grpSpLocks/>
                </p:cNvGrpSpPr>
                <p:nvPr/>
              </p:nvGrpSpPr>
              <p:grpSpPr bwMode="auto">
                <a:xfrm>
                  <a:off x="5928317" y="2120905"/>
                  <a:ext cx="235743" cy="600299"/>
                  <a:chOff x="2241550" y="1431701"/>
                  <a:chExt cx="235743" cy="600299"/>
                </a:xfrm>
              </p:grpSpPr>
              <p:cxnSp>
                <p:nvCxnSpPr>
                  <p:cNvPr id="29717" name="Straight Connector 88">
                    <a:extLst>
                      <a:ext uri="{FF2B5EF4-FFF2-40B4-BE49-F238E27FC236}">
                        <a16:creationId xmlns:a16="http://schemas.microsoft.com/office/drawing/2014/main" id="{EB4B9881-42FC-4704-9D0A-CAA8E347A0C7}"/>
                      </a:ext>
                    </a:extLst>
                  </p:cNvPr>
                  <p:cNvCxnSpPr>
                    <a:cxnSpLocks noChangeShapeType="1"/>
                  </p:cNvCxnSpPr>
                  <p:nvPr/>
                </p:nvCxnSpPr>
                <p:spPr bwMode="auto">
                  <a:xfrm>
                    <a:off x="2362200" y="1431701"/>
                    <a:ext cx="0" cy="244700"/>
                  </a:xfrm>
                  <a:prstGeom prst="line">
                    <a:avLst/>
                  </a:prstGeom>
                  <a:noFill/>
                  <a:ln w="9525" algn="ctr">
                    <a:solidFill>
                      <a:schemeClr val="tx1"/>
                    </a:solidFill>
                    <a:round/>
                    <a:headEnd/>
                    <a:tailEnd/>
                  </a:ln>
                </p:spPr>
              </p:cxnSp>
              <p:cxnSp>
                <p:nvCxnSpPr>
                  <p:cNvPr id="29718" name="Straight Connector 89">
                    <a:extLst>
                      <a:ext uri="{FF2B5EF4-FFF2-40B4-BE49-F238E27FC236}">
                        <a16:creationId xmlns:a16="http://schemas.microsoft.com/office/drawing/2014/main" id="{2131BC2F-20C8-403F-8F3A-ED280CEA79BA}"/>
                      </a:ext>
                    </a:extLst>
                  </p:cNvPr>
                  <p:cNvCxnSpPr>
                    <a:cxnSpLocks noChangeShapeType="1"/>
                  </p:cNvCxnSpPr>
                  <p:nvPr/>
                </p:nvCxnSpPr>
                <p:spPr bwMode="auto">
                  <a:xfrm>
                    <a:off x="2247900" y="1676400"/>
                    <a:ext cx="228600" cy="0"/>
                  </a:xfrm>
                  <a:prstGeom prst="line">
                    <a:avLst/>
                  </a:prstGeom>
                  <a:noFill/>
                  <a:ln w="9525" algn="ctr">
                    <a:solidFill>
                      <a:schemeClr val="tx1"/>
                    </a:solidFill>
                    <a:round/>
                    <a:headEnd/>
                    <a:tailEnd/>
                  </a:ln>
                </p:spPr>
              </p:cxnSp>
              <p:sp>
                <p:nvSpPr>
                  <p:cNvPr id="91" name="Arc 90">
                    <a:extLst>
                      <a:ext uri="{FF2B5EF4-FFF2-40B4-BE49-F238E27FC236}">
                        <a16:creationId xmlns:a16="http://schemas.microsoft.com/office/drawing/2014/main" id="{48A4DD62-8873-43BB-8C94-70DA00AACD57}"/>
                      </a:ext>
                    </a:extLst>
                  </p:cNvPr>
                  <p:cNvSpPr/>
                  <p:nvPr/>
                </p:nvSpPr>
                <p:spPr bwMode="auto">
                  <a:xfrm>
                    <a:off x="2249093" y="1713565"/>
                    <a:ext cx="228677" cy="76390"/>
                  </a:xfrm>
                  <a:prstGeom prst="arc">
                    <a:avLst>
                      <a:gd name="adj1" fmla="val 10883822"/>
                      <a:gd name="adj2" fmla="val 0"/>
                    </a:avLst>
                  </a:prstGeom>
                  <a:no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29720" name="Straight Connector 91">
                    <a:extLst>
                      <a:ext uri="{FF2B5EF4-FFF2-40B4-BE49-F238E27FC236}">
                        <a16:creationId xmlns:a16="http://schemas.microsoft.com/office/drawing/2014/main" id="{BA7280BE-EC54-4EC8-8FC4-CD44FDB372F5}"/>
                      </a:ext>
                    </a:extLst>
                  </p:cNvPr>
                  <p:cNvCxnSpPr>
                    <a:cxnSpLocks noChangeShapeType="1"/>
                  </p:cNvCxnSpPr>
                  <p:nvPr/>
                </p:nvCxnSpPr>
                <p:spPr bwMode="auto">
                  <a:xfrm rot="5400000">
                    <a:off x="2247900" y="1822450"/>
                    <a:ext cx="228600" cy="0"/>
                  </a:xfrm>
                  <a:prstGeom prst="line">
                    <a:avLst/>
                  </a:prstGeom>
                  <a:noFill/>
                  <a:ln w="9525" algn="ctr">
                    <a:solidFill>
                      <a:schemeClr val="tx1"/>
                    </a:solidFill>
                    <a:round/>
                    <a:headEnd/>
                    <a:tailEnd/>
                  </a:ln>
                </p:spPr>
              </p:cxnSp>
              <p:cxnSp>
                <p:nvCxnSpPr>
                  <p:cNvPr id="29721" name="Straight Connector 92">
                    <a:extLst>
                      <a:ext uri="{FF2B5EF4-FFF2-40B4-BE49-F238E27FC236}">
                        <a16:creationId xmlns:a16="http://schemas.microsoft.com/office/drawing/2014/main" id="{D162E2F1-4A85-443D-B87F-365F7B0C8370}"/>
                      </a:ext>
                    </a:extLst>
                  </p:cNvPr>
                  <p:cNvCxnSpPr>
                    <a:cxnSpLocks noChangeShapeType="1"/>
                  </p:cNvCxnSpPr>
                  <p:nvPr/>
                </p:nvCxnSpPr>
                <p:spPr bwMode="auto">
                  <a:xfrm>
                    <a:off x="2286000" y="1981200"/>
                    <a:ext cx="152400" cy="0"/>
                  </a:xfrm>
                  <a:prstGeom prst="line">
                    <a:avLst/>
                  </a:prstGeom>
                  <a:noFill/>
                  <a:ln w="9525" algn="ctr">
                    <a:solidFill>
                      <a:schemeClr val="tx1"/>
                    </a:solidFill>
                    <a:round/>
                    <a:headEnd/>
                    <a:tailEnd/>
                  </a:ln>
                </p:spPr>
              </p:cxnSp>
              <p:cxnSp>
                <p:nvCxnSpPr>
                  <p:cNvPr id="29722" name="Straight Connector 93">
                    <a:extLst>
                      <a:ext uri="{FF2B5EF4-FFF2-40B4-BE49-F238E27FC236}">
                        <a16:creationId xmlns:a16="http://schemas.microsoft.com/office/drawing/2014/main" id="{63E559F5-E161-4B83-8E34-EFCC06F59778}"/>
                      </a:ext>
                    </a:extLst>
                  </p:cNvPr>
                  <p:cNvCxnSpPr>
                    <a:cxnSpLocks noChangeShapeType="1"/>
                  </p:cNvCxnSpPr>
                  <p:nvPr/>
                </p:nvCxnSpPr>
                <p:spPr bwMode="auto">
                  <a:xfrm>
                    <a:off x="2241550" y="1930400"/>
                    <a:ext cx="228600" cy="0"/>
                  </a:xfrm>
                  <a:prstGeom prst="line">
                    <a:avLst/>
                  </a:prstGeom>
                  <a:noFill/>
                  <a:ln w="9525" algn="ctr">
                    <a:solidFill>
                      <a:schemeClr val="tx1"/>
                    </a:solidFill>
                    <a:round/>
                    <a:headEnd/>
                    <a:tailEnd/>
                  </a:ln>
                </p:spPr>
              </p:cxnSp>
              <p:cxnSp>
                <p:nvCxnSpPr>
                  <p:cNvPr id="29723" name="Straight Connector 94">
                    <a:extLst>
                      <a:ext uri="{FF2B5EF4-FFF2-40B4-BE49-F238E27FC236}">
                        <a16:creationId xmlns:a16="http://schemas.microsoft.com/office/drawing/2014/main" id="{0CEC434C-F5FD-4A40-A4D3-2F90A94C7041}"/>
                      </a:ext>
                    </a:extLst>
                  </p:cNvPr>
                  <p:cNvCxnSpPr>
                    <a:cxnSpLocks noChangeShapeType="1"/>
                  </p:cNvCxnSpPr>
                  <p:nvPr/>
                </p:nvCxnSpPr>
                <p:spPr bwMode="auto">
                  <a:xfrm rot="10800000">
                    <a:off x="2317750" y="2032000"/>
                    <a:ext cx="76200" cy="0"/>
                  </a:xfrm>
                  <a:prstGeom prst="line">
                    <a:avLst/>
                  </a:prstGeom>
                  <a:noFill/>
                  <a:ln w="9525" algn="ctr">
                    <a:solidFill>
                      <a:schemeClr val="tx1"/>
                    </a:solidFill>
                    <a:round/>
                    <a:headEnd/>
                    <a:tailEnd/>
                  </a:ln>
                </p:spPr>
              </p:cxnSp>
            </p:grpSp>
          </p:grpSp>
          <p:sp>
            <p:nvSpPr>
              <p:cNvPr id="29711" name="TextBox 82">
                <a:extLst>
                  <a:ext uri="{FF2B5EF4-FFF2-40B4-BE49-F238E27FC236}">
                    <a16:creationId xmlns:a16="http://schemas.microsoft.com/office/drawing/2014/main" id="{8569A444-1B3E-4B47-A609-D52AC20992D0}"/>
                  </a:ext>
                </a:extLst>
              </p:cNvPr>
              <p:cNvSpPr txBox="1">
                <a:spLocks noChangeArrowheads="1"/>
              </p:cNvSpPr>
              <p:nvPr/>
            </p:nvSpPr>
            <p:spPr bwMode="auto">
              <a:xfrm>
                <a:off x="4812588" y="2809196"/>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R</a:t>
                </a:r>
                <a:r>
                  <a:rPr lang="en-US" altLang="en-US" sz="1100" baseline="-25000"/>
                  <a:t>wire</a:t>
                </a:r>
                <a:r>
                  <a:rPr lang="en-US" altLang="en-US" sz="1100"/>
                  <a:t> </a:t>
                </a:r>
              </a:p>
            </p:txBody>
          </p:sp>
          <p:sp>
            <p:nvSpPr>
              <p:cNvPr id="29712" name="TextBox 83">
                <a:extLst>
                  <a:ext uri="{FF2B5EF4-FFF2-40B4-BE49-F238E27FC236}">
                    <a16:creationId xmlns:a16="http://schemas.microsoft.com/office/drawing/2014/main" id="{5601D7E0-8399-43A9-A25E-FC8CDB0BA213}"/>
                  </a:ext>
                </a:extLst>
              </p:cNvPr>
              <p:cNvSpPr txBox="1">
                <a:spLocks noChangeArrowheads="1"/>
              </p:cNvSpPr>
              <p:nvPr/>
            </p:nvSpPr>
            <p:spPr bwMode="auto">
              <a:xfrm>
                <a:off x="5460288" y="3294971"/>
                <a:ext cx="49885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r>
                  <a:rPr lang="en-US" altLang="en-US" sz="1100" baseline="-25000"/>
                  <a:t>wire</a:t>
                </a:r>
                <a:r>
                  <a:rPr lang="en-US" altLang="en-US" sz="1100"/>
                  <a:t> </a:t>
                </a:r>
              </a:p>
            </p:txBody>
          </p:sp>
          <p:cxnSp>
            <p:nvCxnSpPr>
              <p:cNvPr id="29713" name="Straight Connector 84">
                <a:extLst>
                  <a:ext uri="{FF2B5EF4-FFF2-40B4-BE49-F238E27FC236}">
                    <a16:creationId xmlns:a16="http://schemas.microsoft.com/office/drawing/2014/main" id="{8CDC2C2E-7A56-4482-914D-B94D62D2910F}"/>
                  </a:ext>
                </a:extLst>
              </p:cNvPr>
              <p:cNvCxnSpPr>
                <a:cxnSpLocks noChangeShapeType="1"/>
              </p:cNvCxnSpPr>
              <p:nvPr/>
            </p:nvCxnSpPr>
            <p:spPr bwMode="auto">
              <a:xfrm>
                <a:off x="5959144" y="2261872"/>
                <a:ext cx="0" cy="1718952"/>
              </a:xfrm>
              <a:prstGeom prst="line">
                <a:avLst/>
              </a:prstGeom>
              <a:noFill/>
              <a:ln w="9525" algn="ctr">
                <a:solidFill>
                  <a:schemeClr val="tx1"/>
                </a:solidFill>
                <a:round/>
                <a:headEnd/>
                <a:tailEnd/>
              </a:ln>
            </p:spPr>
          </p:cxn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3313</TotalTime>
  <Words>1254</Words>
  <Application>Microsoft Office PowerPoint</Application>
  <PresentationFormat>Widescreen</PresentationFormat>
  <Paragraphs>282</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.Lucida Grande UI Regular</vt:lpstr>
      <vt:lpstr>Arial</vt:lpstr>
      <vt:lpstr>Arial Unicode MS</vt:lpstr>
      <vt:lpstr>Cambria Math</vt:lpstr>
      <vt:lpstr>Courier New</vt:lpstr>
      <vt:lpstr>System Font Regular</vt:lpstr>
      <vt:lpstr>Wingdings</vt:lpstr>
      <vt:lpstr>2_Synopsys_2019</vt:lpstr>
      <vt:lpstr>Static Timing Analysis</vt:lpstr>
      <vt:lpstr>PowerPoint Presentation</vt:lpstr>
      <vt:lpstr>Course Overview</vt:lpstr>
      <vt:lpstr>PowerPoint Presentation</vt:lpstr>
      <vt:lpstr>Net</vt:lpstr>
      <vt:lpstr>Interconnect Parasitics</vt:lpstr>
      <vt:lpstr>Overview</vt:lpstr>
      <vt:lpstr>RC Tree of Interconnect</vt:lpstr>
      <vt:lpstr>T - model</vt:lpstr>
      <vt:lpstr>π- model</vt:lpstr>
      <vt:lpstr>N Section Representation</vt:lpstr>
      <vt:lpstr>Elmore Delay</vt:lpstr>
      <vt:lpstr>Elmore Delay Equation</vt:lpstr>
      <vt:lpstr>Wire Load: Parasitic Effects</vt:lpstr>
      <vt:lpstr>Estimating Parasitic Devices</vt:lpstr>
      <vt:lpstr>Library: Wire Load Syntax</vt:lpstr>
      <vt:lpstr>Library: Wire Load Example</vt:lpstr>
      <vt:lpstr>Library: Wire Load Table</vt:lpstr>
      <vt:lpstr>Interconnect Trees: Best-case Tree</vt:lpstr>
      <vt:lpstr>Interconnect Trees: Balanced Tree</vt:lpstr>
      <vt:lpstr>Interconnect Trees: Worst-case Tree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318</cp:revision>
  <dcterms:created xsi:type="dcterms:W3CDTF">2020-07-20T16:18:49Z</dcterms:created>
  <dcterms:modified xsi:type="dcterms:W3CDTF">2025-07-31T12:28:32Z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
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Lst>
  <p:notesMasterIdLst>
    <p:notesMasterId r:id="rId26"/>
  </p:notesMasterIdLst>
  <p:handoutMasterIdLst>
    <p:handoutMasterId r:id="rId27"/>
  </p:handoutMasterIdLst>
  <p:sldIdLst>
    <p:sldId id="4743" r:id="rId5"/>
    <p:sldId id="4785" r:id="rId6"/>
    <p:sldId id="334" r:id="rId7"/>
    <p:sldId id="4789" r:id="rId8"/>
    <p:sldId id="339" r:id="rId9"/>
    <p:sldId id="335" r:id="rId10"/>
    <p:sldId id="4790" r:id="rId11"/>
    <p:sldId id="4791" r:id="rId12"/>
    <p:sldId id="345" r:id="rId13"/>
    <p:sldId id="352" r:id="rId14"/>
    <p:sldId id="353" r:id="rId15"/>
    <p:sldId id="347" r:id="rId16"/>
    <p:sldId id="348" r:id="rId17"/>
    <p:sldId id="349" r:id="rId18"/>
    <p:sldId id="350" r:id="rId19"/>
    <p:sldId id="341" r:id="rId20"/>
    <p:sldId id="342" r:id="rId21"/>
    <p:sldId id="343" r:id="rId22"/>
    <p:sldId id="356" r:id="rId23"/>
    <p:sldId id="357" r:id="rId24"/>
    <p:sldId id="4788" r:id="rId25"/>
  </p:sldIdLst>
  <p:sldSz cx="12192000" cy="6858000"/>
  <p:notesSz cx="7315200" cy="9601200"/>
  <p:custDataLst>
    <p:tags r:id="rId2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4785"/>
            <p14:sldId id="334"/>
            <p14:sldId id="4789"/>
            <p14:sldId id="339"/>
            <p14:sldId id="335"/>
            <p14:sldId id="4790"/>
            <p14:sldId id="4791"/>
            <p14:sldId id="345"/>
            <p14:sldId id="352"/>
            <p14:sldId id="353"/>
            <p14:sldId id="347"/>
            <p14:sldId id="348"/>
            <p14:sldId id="349"/>
            <p14:sldId id="350"/>
            <p14:sldId id="341"/>
            <p14:sldId id="342"/>
            <p14:sldId id="343"/>
            <p14:sldId id="356"/>
            <p14:sldId id="357"/>
            <p14:sldId id="478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D723BD"/>
    <a:srgbClr val="C1C6CC"/>
    <a:srgbClr val="5A84FF"/>
    <a:srgbClr val="BDBDBD"/>
    <a:srgbClr val="5858FF"/>
    <a:srgbClr val="BBCDEC"/>
    <a:srgbClr val="000066"/>
    <a:srgbClr val="FFFFFF"/>
    <a:srgbClr val="95D6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4" autoAdjust="0"/>
    <p:restoredTop sz="92009" autoAdjust="0"/>
  </p:normalViewPr>
  <p:slideViewPr>
    <p:cSldViewPr snapToGrid="0">
      <p:cViewPr varScale="1">
        <p:scale>
          <a:sx n="98" d="100"/>
          <a:sy n="98" d="100"/>
        </p:scale>
        <p:origin x="852" y="7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e Lazaryan" userId="edf0a458-438d-4fc2-9f33-24202edc9cc9" providerId="ADAL" clId="{929303A4-F613-409F-A62D-C9F962CDA497}"/>
    <pc:docChg chg="modMainMaster modNotesMaster">
      <pc:chgData name="Nane Lazaryan" userId="edf0a458-438d-4fc2-9f33-24202edc9cc9" providerId="ADAL" clId="{929303A4-F613-409F-A62D-C9F962CDA497}" dt="2025-05-23T10:14:32.913" v="0"/>
      <pc:docMkLst>
        <pc:docMk/>
      </pc:docMkLst>
      <pc:sldMasterChg chg="modSp">
        <pc:chgData name="Nane Lazaryan" userId="edf0a458-438d-4fc2-9f33-24202edc9cc9" providerId="ADAL" clId="{929303A4-F613-409F-A62D-C9F962CDA497}" dt="2025-05-23T10:14:32.913" v="0"/>
        <pc:sldMasterMkLst>
          <pc:docMk/>
          <pc:sldMasterMk cId="1599936984" sldId="2147483728"/>
        </pc:sldMasterMkLst>
        <pc:spChg chg="mod">
          <ac:chgData name="Nane Lazaryan" userId="edf0a458-438d-4fc2-9f33-24202edc9cc9" providerId="ADAL" clId="{929303A4-F613-409F-A62D-C9F962CDA497}" dt="2025-05-23T10:14:32.913" v="0"/>
          <ac:spMkLst>
            <pc:docMk/>
            <pc:sldMasterMk cId="1599936984" sldId="2147483728"/>
            <ac:spMk id="10" creationId="{0E3FE523-B587-4715-8B86-1BEC0FA2C878}"/>
          </ac:spMkLst>
        </pc:spChg>
      </pc:sldMasterChg>
    </pc:docChg>
  </pc:docChgLst>
  <pc:docChgLst>
    <pc:chgData name="Nane Lazaryan" userId="edf0a458-438d-4fc2-9f33-24202edc9cc9" providerId="ADAL" clId="{B374248C-61AA-465F-871A-E6858038D885}"/>
    <pc:docChg chg="modSld">
      <pc:chgData name="Nane Lazaryan" userId="edf0a458-438d-4fc2-9f33-24202edc9cc9" providerId="ADAL" clId="{B374248C-61AA-465F-871A-E6858038D885}" dt="2025-07-31T12:29:21.656" v="0" actId="1076"/>
      <pc:docMkLst>
        <pc:docMk/>
      </pc:docMkLst>
      <pc:sldChg chg="modSp mod">
        <pc:chgData name="Nane Lazaryan" userId="edf0a458-438d-4fc2-9f33-24202edc9cc9" providerId="ADAL" clId="{B374248C-61AA-465F-871A-E6858038D885}" dt="2025-07-31T12:29:21.656" v="0" actId="1076"/>
        <pc:sldMkLst>
          <pc:docMk/>
          <pc:sldMk cId="0" sldId="343"/>
        </pc:sldMkLst>
        <pc:grpChg chg="mod">
          <ac:chgData name="Nane Lazaryan" userId="edf0a458-438d-4fc2-9f33-24202edc9cc9" providerId="ADAL" clId="{B374248C-61AA-465F-871A-E6858038D885}" dt="2025-07-31T12:29:21.656" v="0" actId="1076"/>
          <ac:grpSpMkLst>
            <pc:docMk/>
            <pc:sldMk cId="0" sldId="343"/>
            <ac:grpSpMk id="25604" creationId="{77C6FE17-00F1-4027-B15E-F856E77009DD}"/>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7/31/2025</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dirty="0">
                <a:solidFill>
                  <a:schemeClr val="tx1"/>
                </a:solidFill>
                <a:effectLst/>
                <a:latin typeface="Arial" pitchFamily="34" charset="0"/>
                <a:ea typeface="+mn-ea"/>
                <a:cs typeface="Arial" pitchFamily="34" charset="0"/>
              </a:rPr>
              <a:t>©2025 Synopsys, Inc. All Rights Reserved.</a:t>
            </a:r>
            <a:endParaRPr lang="en-US" sz="800" b="1" dirty="0">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6ABA5639-F86E-4F55-A1C5-BE4155CDF3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2D8BDA4E-35CC-446C-A358-85D924EBFFD3}" type="slidenum">
              <a:rPr lang="en-US" altLang="en-US" sz="1200"/>
              <a:pPr/>
              <a:t>3</a:t>
            </a:fld>
            <a:endParaRPr lang="en-US" altLang="en-US" sz="1200"/>
          </a:p>
        </p:txBody>
      </p:sp>
      <p:sp>
        <p:nvSpPr>
          <p:cNvPr id="10243" name="Rectangle 2">
            <a:extLst>
              <a:ext uri="{FF2B5EF4-FFF2-40B4-BE49-F238E27FC236}">
                <a16:creationId xmlns:a16="http://schemas.microsoft.com/office/drawing/2014/main" id="{E457D6C1-D3E4-4B40-BDE5-839DF5D0D27A}"/>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D5E3BE0C-B5DA-4670-A4E2-E3066A7925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en-US">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384A1CC3-95D3-4FEB-A962-6508F5208D7C}"/>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5" name="Line 8">
            <a:extLst>
              <a:ext uri="{FF2B5EF4-FFF2-40B4-BE49-F238E27FC236}">
                <a16:creationId xmlns:a16="http://schemas.microsoft.com/office/drawing/2014/main" id="{FAA244FE-70F8-4576-B76F-50AA3D69912D}"/>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 name="TextBox 5">
            <a:extLst>
              <a:ext uri="{FF2B5EF4-FFF2-40B4-BE49-F238E27FC236}">
                <a16:creationId xmlns:a16="http://schemas.microsoft.com/office/drawing/2014/main" id="{EE7587D9-0DE4-4C69-A80A-301C646195FC}"/>
              </a:ext>
            </a:extLst>
          </p:cNvPr>
          <p:cNvSpPr txBox="1">
            <a:spLocks noChangeArrowheads="1"/>
          </p:cNvSpPr>
          <p:nvPr userDrawn="1"/>
        </p:nvSpPr>
        <p:spPr bwMode="auto">
          <a:xfrm>
            <a:off x="3048000" y="6521451"/>
            <a:ext cx="508000" cy="244475"/>
          </a:xfrm>
          <a:prstGeom prst="rect">
            <a:avLst/>
          </a:prstGeom>
          <a:noFill/>
          <a:ln>
            <a:noFill/>
          </a:ln>
        </p:spPr>
        <p:txBody>
          <a:bodyPr>
            <a:spAutoFit/>
          </a:bodyPr>
          <a:lstStyle>
            <a:lvl1pPr>
              <a:defRPr sz="1400">
                <a:solidFill>
                  <a:schemeClr val="tx1"/>
                </a:solidFill>
                <a:latin typeface="Times New Roman" panose="02020603050405020304" pitchFamily="18" charset="0"/>
                <a:cs typeface="Arial" panose="020B0604020202020204" pitchFamily="34" charset="0"/>
              </a:defRPr>
            </a:lvl1pPr>
            <a:lvl2pPr marL="742950" indent="-285750">
              <a:defRPr sz="1400">
                <a:solidFill>
                  <a:schemeClr val="tx1"/>
                </a:solidFill>
                <a:latin typeface="Times New Roman" panose="02020603050405020304" pitchFamily="18" charset="0"/>
                <a:cs typeface="Arial" panose="020B0604020202020204" pitchFamily="34" charset="0"/>
              </a:defRPr>
            </a:lvl2pPr>
            <a:lvl3pPr marL="1143000" indent="-228600">
              <a:defRPr sz="1400">
                <a:solidFill>
                  <a:schemeClr val="tx1"/>
                </a:solidFill>
                <a:latin typeface="Times New Roman" panose="02020603050405020304" pitchFamily="18" charset="0"/>
                <a:cs typeface="Arial" panose="020B0604020202020204" pitchFamily="34" charset="0"/>
              </a:defRPr>
            </a:lvl3pPr>
            <a:lvl4pPr marL="1600200" indent="-228600">
              <a:defRPr sz="1400">
                <a:solidFill>
                  <a:schemeClr val="tx1"/>
                </a:solidFill>
                <a:latin typeface="Times New Roman" panose="02020603050405020304" pitchFamily="18" charset="0"/>
                <a:cs typeface="Arial" panose="020B0604020202020204" pitchFamily="34" charset="0"/>
              </a:defRPr>
            </a:lvl4pPr>
            <a:lvl5pPr marL="2057400" indent="-228600">
              <a:defRPr sz="1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fld id="{1FC11AB6-A325-4092-8B78-EFDCDE2E0C77}" type="slidenum">
              <a:rPr lang="en-US" altLang="en-US" sz="1000">
                <a:solidFill>
                  <a:srgbClr val="595959"/>
                </a:solidFill>
                <a:latin typeface="Arial" panose="020B0604020202020204" pitchFamily="34" charset="0"/>
              </a:rPr>
              <a:pPr algn="ctr" eaLnBrk="1" hangingPunct="1"/>
              <a:t>‹#›</a:t>
            </a:fld>
            <a:endParaRPr lang="en-US" altLang="en-US" sz="1000">
              <a:solidFill>
                <a:srgbClr val="595959"/>
              </a:solidFill>
              <a:latin typeface="Arial" panose="020B0604020202020204" pitchFamily="34" charset="0"/>
            </a:endParaRPr>
          </a:p>
        </p:txBody>
      </p:sp>
      <p:sp>
        <p:nvSpPr>
          <p:cNvPr id="7" name="Rectangle 6">
            <a:extLst>
              <a:ext uri="{FF2B5EF4-FFF2-40B4-BE49-F238E27FC236}">
                <a16:creationId xmlns:a16="http://schemas.microsoft.com/office/drawing/2014/main" id="{E68267EF-0567-454E-8850-53A7734CC145}"/>
              </a:ext>
            </a:extLst>
          </p:cNvPr>
          <p:cNvSpPr>
            <a:spLocks noChangeArrowheads="1"/>
          </p:cNvSpPr>
          <p:nvPr userDrawn="1"/>
        </p:nvSpPr>
        <p:spPr bwMode="auto">
          <a:xfrm>
            <a:off x="3009900" y="5897564"/>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a:solidFill>
                  <a:schemeClr val="tx1"/>
                </a:solidFill>
                <a:latin typeface="Times New Roman" panose="02020603050405020304" pitchFamily="18" charset="0"/>
                <a:cs typeface="Arial" panose="020B0604020202020204" pitchFamily="34" charset="0"/>
              </a:defRPr>
            </a:lvl1pPr>
            <a:lvl2pPr marL="742950" indent="-285750" eaLnBrk="0" hangingPunct="0">
              <a:defRPr sz="1400">
                <a:solidFill>
                  <a:schemeClr val="tx1"/>
                </a:solidFill>
                <a:latin typeface="Times New Roman" panose="02020603050405020304" pitchFamily="18" charset="0"/>
                <a:cs typeface="Arial" panose="020B0604020202020204" pitchFamily="34" charset="0"/>
              </a:defRPr>
            </a:lvl2pPr>
            <a:lvl3pPr marL="1143000" indent="-228600" eaLnBrk="0" hangingPunct="0">
              <a:defRPr sz="1400">
                <a:solidFill>
                  <a:schemeClr val="tx1"/>
                </a:solidFill>
                <a:latin typeface="Times New Roman" panose="02020603050405020304" pitchFamily="18" charset="0"/>
                <a:cs typeface="Arial" panose="020B0604020202020204" pitchFamily="34" charset="0"/>
              </a:defRPr>
            </a:lvl3pPr>
            <a:lvl4pPr marL="1600200" indent="-228600" eaLnBrk="0" hangingPunct="0">
              <a:defRPr sz="1400">
                <a:solidFill>
                  <a:schemeClr val="tx1"/>
                </a:solidFill>
                <a:latin typeface="Times New Roman" panose="02020603050405020304" pitchFamily="18" charset="0"/>
                <a:cs typeface="Arial" panose="020B0604020202020204" pitchFamily="34" charset="0"/>
              </a:defRPr>
            </a:lvl4pPr>
            <a:lvl5pPr marL="2057400" indent="-228600" eaLnBrk="0" hangingPunct="0">
              <a:defRPr sz="1400">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defRPr/>
            </a:pPr>
            <a:r>
              <a:rPr lang="en-US" altLang="en-US" sz="900" dirty="0">
                <a:latin typeface="Arial" panose="020B0604020202020204" pitchFamily="34" charset="0"/>
              </a:rPr>
              <a:t>Synopsys University Courseware </a:t>
            </a:r>
          </a:p>
          <a:p>
            <a:pPr algn="ctr" eaLnBrk="1" hangingPunct="1">
              <a:defRPr/>
            </a:pPr>
            <a:r>
              <a:rPr lang="en-US" altLang="en-US" sz="900" dirty="0">
                <a:latin typeface="Arial" panose="020B0604020202020204" pitchFamily="34" charset="0"/>
              </a:rPr>
              <a:t>Copyright © 2017 Synopsys, Inc. All rights reserved.</a:t>
            </a:r>
          </a:p>
          <a:p>
            <a:pPr algn="ctr" eaLnBrk="1" hangingPunct="1">
              <a:defRPr/>
            </a:pPr>
            <a:r>
              <a:rPr lang="en-US" altLang="en-US" sz="900" dirty="0">
                <a:latin typeface="Arial" panose="020B0604020202020204" pitchFamily="34" charset="0"/>
              </a:rPr>
              <a:t>Object-Oriented Programming</a:t>
            </a:r>
          </a:p>
          <a:p>
            <a:pPr algn="ctr" eaLnBrk="1" hangingPunct="1">
              <a:defRPr/>
            </a:pPr>
            <a:r>
              <a:rPr lang="en-US" altLang="en-US" sz="900" dirty="0">
                <a:latin typeface="Arial" panose="020B0604020202020204" pitchFamily="34" charset="0"/>
              </a:rPr>
              <a:t>Lecture - 1</a:t>
            </a:r>
          </a:p>
          <a:p>
            <a:pPr algn="ctr" eaLnBrk="1" hangingPunct="1">
              <a:defRPr/>
            </a:pPr>
            <a:r>
              <a:rPr lang="en-US" altLang="en-US" sz="900" dirty="0">
                <a:latin typeface="Arial" panose="020B0604020202020204" pitchFamily="34" charset="0"/>
              </a:rPr>
              <a:t>Developed By: Vazgen Melikyan</a:t>
            </a:r>
          </a:p>
        </p:txBody>
      </p:sp>
      <p:pic>
        <p:nvPicPr>
          <p:cNvPr id="8" name="Picture 11" descr="Synopsys_color">
            <a:extLst>
              <a:ext uri="{FF2B5EF4-FFF2-40B4-BE49-F238E27FC236}">
                <a16:creationId xmlns:a16="http://schemas.microsoft.com/office/drawing/2014/main" id="{FA7C1882-0B01-4AFB-B264-DE81F0D476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67267" y="5932489"/>
            <a:ext cx="185631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descr="D:\Users\User\Desktop\My Documents\AcCouncil\Logo_NPUA\LogoPolytech_1.png">
            <a:extLst>
              <a:ext uri="{FF2B5EF4-FFF2-40B4-BE49-F238E27FC236}">
                <a16:creationId xmlns:a16="http://schemas.microsoft.com/office/drawing/2014/main" id="{4F0C6F6B-E20A-4231-B9BD-BA525FE1B17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endParaRPr lang="en-US" altLang="en-US"/>
          </a:p>
        </p:txBody>
      </p:sp>
    </p:spTree>
    <p:extLst>
      <p:ext uri="{BB962C8B-B14F-4D97-AF65-F5344CB8AC3E}">
        <p14:creationId xmlns:p14="http://schemas.microsoft.com/office/powerpoint/2010/main" val="886474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6012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3.xml"/><Relationship Id="rId3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29"/>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30"/>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rPr dirty="0"/>
              <a:t>Edit Master text styles</a:t>
            </a:r>
            <a:endParaRPr lang="en-US" dirty="0"/>
          </a:p>
          <a:p>
            <a:pPr marL="690563" lvl="1" indent="-327025">
              <a:tabLst/>
            </a:pPr>
            <a:r>
              <a:rPr lang="en-US" dirty="0"/>
              <a:t>Second level</a:t>
            </a:r>
          </a:p>
          <a:p>
            <a:pPr marL="914400" lvl="2" indent="-223838">
              <a:tabLst>
                <a:tab pos="736600" algn="l"/>
              </a:tabLst>
            </a:pPr>
            <a:r>
              <a:rPr dirty="0"/>
              <a:t>Third level</a:t>
            </a:r>
          </a:p>
          <a:p>
            <a:pPr lvl="3"/>
            <a:r>
              <a:rPr dirty="0"/>
              <a:t>Fourth level</a:t>
            </a:r>
          </a:p>
        </p:txBody>
      </p:sp>
      <p:sp>
        <p:nvSpPr>
          <p:cNvPr id="26" name="TaggedShape" hidden="1"/>
          <p:cNvSpPr/>
          <p:nvPr>
            <p:custDataLst>
              <p:tags r:id="rId31"/>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32"/>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41473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sp>
        <p:nvSpPr>
          <p:cNvPr id="27" name="unit_number">
            <a:extLst>
              <a:ext uri="{FF2B5EF4-FFF2-40B4-BE49-F238E27FC236}">
                <a16:creationId xmlns:a16="http://schemas.microsoft.com/office/drawing/2014/main" id="{8B6FE5BD-1FF4-4341-83E6-71D5015C748C}"/>
              </a:ext>
            </a:extLst>
          </p:cNvPr>
          <p:cNvSpPr txBox="1"/>
          <p:nvPr userDrawn="1"/>
        </p:nvSpPr>
        <p:spPr>
          <a:xfrm>
            <a:off x="11320060" y="6546025"/>
            <a:ext cx="414739" cy="252862"/>
          </a:xfrm>
          <a:prstGeom prst="rect">
            <a:avLst/>
          </a:prstGeom>
          <a:noFill/>
        </p:spPr>
        <p:txBody>
          <a:bodyPr wrap="square" rIns="45720" bIns="0" rtlCol="0" anchor="b" anchorCtr="0">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tx1">
                    <a:lumMod val="50000"/>
                    <a:lumOff val="50000"/>
                  </a:schemeClr>
                </a:solidFill>
                <a:effectLst/>
                <a:uLnTx/>
                <a:uFillTx/>
              </a:rPr>
              <a:t>1-</a:t>
            </a: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35"/>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33"/>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dirty="0">
                <a:solidFill>
                  <a:schemeClr val="bg1">
                    <a:lumMod val="65000"/>
                  </a:schemeClr>
                </a:solidFill>
                <a:latin typeface="Arial"/>
              </a:rPr>
              <a:t>Synopsys </a:t>
            </a:r>
            <a:r>
              <a:rPr lang="en-US" sz="800" dirty="0">
                <a:solidFill>
                  <a:schemeClr val="bg1">
                    <a:lumMod val="65000"/>
                  </a:schemeClr>
                </a:solidFill>
                <a:latin typeface="Arial"/>
              </a:rPr>
              <a:t>University Courseware</a:t>
            </a:r>
            <a:br>
              <a:rPr lang="en-US" sz="800" dirty="0">
                <a:solidFill>
                  <a:schemeClr val="bg1">
                    <a:lumMod val="65000"/>
                  </a:schemeClr>
                </a:solidFill>
                <a:latin typeface="Arial"/>
              </a:rPr>
            </a:br>
            <a:r>
              <a:rPr lang="en-US" sz="800" dirty="0">
                <a:solidFill>
                  <a:schemeClr val="bg1">
                    <a:lumMod val="65000"/>
                  </a:schemeClr>
                </a:solidFill>
                <a:latin typeface="Arial"/>
              </a:rPr>
              <a:t>Developed by: </a:t>
            </a:r>
            <a:r>
              <a:rPr lang="en-US" sz="800" dirty="0" err="1">
                <a:solidFill>
                  <a:schemeClr val="bg1">
                    <a:lumMod val="65000"/>
                  </a:schemeClr>
                </a:solidFill>
                <a:latin typeface="Arial"/>
              </a:rPr>
              <a:t>Vazgen</a:t>
            </a:r>
            <a:r>
              <a:rPr lang="en-US" sz="800" dirty="0">
                <a:solidFill>
                  <a:schemeClr val="bg1">
                    <a:lumMod val="65000"/>
                  </a:schemeClr>
                </a:solidFill>
                <a:latin typeface="Arial"/>
              </a:rPr>
              <a:t> </a:t>
            </a:r>
            <a:r>
              <a:rPr lang="en-US" sz="800" dirty="0" err="1">
                <a:solidFill>
                  <a:schemeClr val="bg1">
                    <a:lumMod val="65000"/>
                  </a:schemeClr>
                </a:solidFill>
                <a:latin typeface="Arial"/>
              </a:rPr>
              <a:t>Melikyan</a:t>
            </a:r>
            <a:endParaRPr sz="800" dirty="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34"/>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dirty="0">
                <a:solidFill>
                  <a:schemeClr val="bg1">
                    <a:lumMod val="65000"/>
                  </a:schemeClr>
                </a:solidFill>
              </a:rPr>
              <a:t>© 2025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36">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a:xfrm>
            <a:off x="456698" y="4526198"/>
            <a:ext cx="8141202" cy="731520"/>
          </a:xfrm>
        </p:spPr>
        <p:txBody>
          <a:bodyPr>
            <a:normAutofit/>
          </a:bodyPr>
          <a:lstStyle/>
          <a:p>
            <a:r>
              <a:rPr lang="en-US"/>
              <a:t>Synopsys Armenia Educational Department</a:t>
            </a:r>
          </a:p>
        </p:txBody>
      </p:sp>
      <p:sp>
        <p:nvSpPr>
          <p:cNvPr id="5" name="Subtitle 4">
            <a:extLst>
              <a:ext uri="{FF2B5EF4-FFF2-40B4-BE49-F238E27FC236}">
                <a16:creationId xmlns:a16="http://schemas.microsoft.com/office/drawing/2014/main" id="{488BA55B-F5DA-D946-B7EA-D63B6269A4F9}"/>
              </a:ext>
            </a:extLst>
          </p:cNvPr>
          <p:cNvSpPr>
            <a:spLocks noGrp="1"/>
          </p:cNvSpPr>
          <p:nvPr>
            <p:ph type="subTitle" idx="1"/>
          </p:nvPr>
        </p:nvSpPr>
        <p:spPr>
          <a:xfrm>
            <a:off x="456557" y="3522681"/>
            <a:ext cx="10417770" cy="990600"/>
          </a:xfrm>
        </p:spPr>
        <p:txBody>
          <a:bodyPr>
            <a:normAutofit/>
          </a:bodyPr>
          <a:lstStyle/>
          <a:p>
            <a:r>
              <a:rPr lang="en-US" altLang="en-US" err="1"/>
              <a:t>Sci.D.Professor</a:t>
            </a:r>
            <a:r>
              <a:rPr lang="en-US" altLang="en-US"/>
              <a:t> Vazgen Melikyan</a:t>
            </a:r>
            <a:endParaRPr lang="ru-RU" altLang="en-US"/>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a:xfrm>
            <a:off x="456555" y="1687591"/>
            <a:ext cx="10763895" cy="1828800"/>
          </a:xfrm>
        </p:spPr>
        <p:txBody>
          <a:bodyPr/>
          <a:lstStyle/>
          <a:p>
            <a:r>
              <a:rPr lang="en-US" altLang="en-US" dirty="0"/>
              <a:t>Static Timing Analysis</a:t>
            </a:r>
            <a:endParaRPr lang="en-US" dirty="0"/>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81221D-E48E-4913-A5BD-72DF685EE9EA}"/>
              </a:ext>
            </a:extLst>
          </p:cNvPr>
          <p:cNvSpPr>
            <a:spLocks noGrp="1"/>
          </p:cNvSpPr>
          <p:nvPr>
            <p:ph sz="quarter" idx="4294967295"/>
          </p:nvPr>
        </p:nvSpPr>
        <p:spPr>
          <a:xfrm>
            <a:off x="660400" y="661988"/>
            <a:ext cx="11531600" cy="5534025"/>
          </a:xfrm>
        </p:spPr>
        <p:txBody>
          <a:bodyPr/>
          <a:lstStyle/>
          <a:p>
            <a:pPr marL="0" indent="0">
              <a:spcAft>
                <a:spcPts val="0"/>
              </a:spcAft>
              <a:buNone/>
            </a:pPr>
            <a:r>
              <a:rPr lang="en-US" sz="3200" b="1"/>
              <a:t>CONFIDENTIAL INFORMATION</a:t>
            </a:r>
          </a:p>
          <a:p>
            <a:pPr marL="0" indent="0">
              <a:buNone/>
            </a:pPr>
            <a:r>
              <a:rPr lang="en-US"/>
              <a:t>The information contained in this presentation is the confidential and proprietary information of Synopsys. You are not permitted to disseminate or use any of </a:t>
            </a:r>
            <a:br>
              <a:rPr lang="en-US"/>
            </a:br>
            <a:r>
              <a:rPr lang="en-US"/>
              <a:t>the information provided to you in this presentation outside of Synopsys without prior written authorization. </a:t>
            </a:r>
          </a:p>
          <a:p>
            <a:pPr marL="0" indent="0">
              <a:spcAft>
                <a:spcPts val="600"/>
              </a:spcAft>
              <a:buNone/>
            </a:pPr>
            <a:endParaRPr lang="en-US" sz="100"/>
          </a:p>
          <a:p>
            <a:pPr marL="0" indent="0">
              <a:spcAft>
                <a:spcPts val="0"/>
              </a:spcAft>
              <a:buNone/>
            </a:pPr>
            <a:r>
              <a:rPr lang="en-US" sz="3200" b="1"/>
              <a:t>IMPORTANT NOTICE</a:t>
            </a:r>
          </a:p>
          <a:p>
            <a:pPr marL="0" indent="0">
              <a:buNone/>
            </a:pPr>
            <a:r>
              <a:rPr lang="en-US"/>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1086052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2">
            <a:extLst>
              <a:ext uri="{FF2B5EF4-FFF2-40B4-BE49-F238E27FC236}">
                <a16:creationId xmlns:a16="http://schemas.microsoft.com/office/drawing/2014/main" id="{55F8A7C8-D864-4F21-9A15-BD68C1B70C8C}"/>
              </a:ext>
            </a:extLst>
          </p:cNvPr>
          <p:cNvSpPr>
            <a:spLocks noGrp="1"/>
          </p:cNvSpPr>
          <p:nvPr>
            <p:ph type="title"/>
          </p:nvPr>
        </p:nvSpPr>
        <p:spPr/>
        <p:txBody>
          <a:bodyPr>
            <a:normAutofit/>
          </a:bodyPr>
          <a:lstStyle/>
          <a:p>
            <a:br>
              <a:rPr lang="en-US" altLang="en-US" dirty="0"/>
            </a:br>
            <a:endParaRPr lang="en-US" altLang="en-US" dirty="0"/>
          </a:p>
        </p:txBody>
      </p:sp>
      <p:sp>
        <p:nvSpPr>
          <p:cNvPr id="3" name="Text Placeholder 2">
            <a:extLst>
              <a:ext uri="{FF2B5EF4-FFF2-40B4-BE49-F238E27FC236}">
                <a16:creationId xmlns:a16="http://schemas.microsoft.com/office/drawing/2014/main" id="{B5FD6C55-ED66-4776-92C2-6AC8C1A4F2E7}"/>
              </a:ext>
            </a:extLst>
          </p:cNvPr>
          <p:cNvSpPr>
            <a:spLocks noGrp="1"/>
          </p:cNvSpPr>
          <p:nvPr>
            <p:ph type="body" sz="quarter" idx="10"/>
          </p:nvPr>
        </p:nvSpPr>
        <p:spPr/>
        <p:txBody>
          <a:bodyPr/>
          <a:lstStyle/>
          <a:p>
            <a:pPr>
              <a:buFont typeface="+mj-lt"/>
              <a:buAutoNum type="arabicPeriod" startAt="4"/>
            </a:pPr>
            <a:r>
              <a:rPr lang="en-US" altLang="en-US" dirty="0"/>
              <a:t>Delay Calculation</a:t>
            </a:r>
            <a:endParaRPr 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in Edge-triggered Circuits</a:t>
            </a:r>
          </a:p>
        </p:txBody>
      </p:sp>
      <mc:AlternateContent xmlns:mc="http://schemas.openxmlformats.org/markup-compatibility/2006" xmlns:a14="http://schemas.microsoft.com/office/drawing/2010/main">
        <mc:Choice Requires="a14">
          <p:sp>
            <p:nvSpPr>
              <p:cNvPr id="3" name="Content Placeholder 2"/>
              <p:cNvSpPr>
                <a:spLocks noGrp="1"/>
              </p:cNvSpPr>
              <p:nvPr>
                <p:ph idx="4294967295"/>
              </p:nvPr>
            </p:nvSpPr>
            <p:spPr>
              <a:xfrm>
                <a:off x="866775" y="1554121"/>
                <a:ext cx="11277600" cy="4846637"/>
              </a:xfrm>
            </p:spPr>
            <p:txBody>
              <a:bodyPr/>
              <a:lstStyle/>
              <a:p>
                <a:pPr marL="0" indent="0">
                  <a:buNone/>
                </a:pPr>
                <a:endParaRPr lang="en-US" sz="1400" i="1" dirty="0">
                  <a:latin typeface="+mj-lt"/>
                  <a:ea typeface="Cambria Math"/>
                </a:endParaRPr>
              </a:p>
              <a:p>
                <a:pPr marL="0" indent="0">
                  <a:buNone/>
                </a:pPr>
                <a:endParaRPr lang="en-US" sz="1400" i="1" dirty="0">
                  <a:latin typeface="+mj-lt"/>
                  <a:ea typeface="Cambria Math"/>
                </a:endParaRPr>
              </a:p>
              <a:p>
                <a:pPr marL="0" indent="0">
                  <a:buNone/>
                </a:pPr>
                <a:endParaRPr lang="en-US" sz="1400" i="1" dirty="0">
                  <a:latin typeface="+mj-lt"/>
                  <a:ea typeface="Cambria Math"/>
                </a:endParaRPr>
              </a:p>
              <a:p>
                <a:pPr marL="0" indent="0">
                  <a:buNone/>
                </a:pPr>
                <a:endParaRPr lang="en-US" sz="1400" i="1" dirty="0">
                  <a:latin typeface="+mj-lt"/>
                  <a:ea typeface="Cambria Math"/>
                </a:endParaRPr>
              </a:p>
              <a:p>
                <a:pPr>
                  <a:spcAft>
                    <a:spcPts val="0"/>
                  </a:spcAft>
                </a:pPr>
                <a:r>
                  <a:rPr lang="en-US" sz="1600" dirty="0"/>
                  <a:t>Setup time constraint </a:t>
                </a:r>
                <a:endParaRPr lang="en-US" sz="1600" i="1" dirty="0">
                  <a:latin typeface="+mj-lt"/>
                  <a:ea typeface="Cambria Math"/>
                </a:endParaRPr>
              </a:p>
              <a:p>
                <a:pPr marL="0" indent="0">
                  <a:spcAft>
                    <a:spcPts val="0"/>
                  </a:spcAft>
                  <a:buNone/>
                </a:pPr>
                <a:r>
                  <a:rPr lang="en-US" sz="1400" dirty="0">
                    <a:ea typeface="Cambria Math"/>
                  </a:rPr>
                  <a:t>       </a:t>
                </a:r>
                <a14:m>
                  <m:oMath xmlns:m="http://schemas.openxmlformats.org/officeDocument/2006/math">
                    <m:r>
                      <a:rPr lang="en-US" sz="1400" i="1">
                        <a:latin typeface="Cambria Math"/>
                        <a:ea typeface="Cambria Math"/>
                      </a:rPr>
                      <m:t>∆</m:t>
                    </m:r>
                    <m:r>
                      <m:rPr>
                        <m:sty m:val="p"/>
                      </m:rPr>
                      <a:rPr lang="en-US" sz="1400" baseline="-25000">
                        <a:latin typeface="Cambria Math"/>
                        <a:ea typeface="Cambria Math"/>
                      </a:rPr>
                      <m:t>i</m:t>
                    </m:r>
                  </m:oMath>
                </a14:m>
                <a:r>
                  <a:rPr lang="en-US" sz="1400" baseline="-25000" dirty="0">
                    <a:latin typeface="+mj-lt"/>
                  </a:rPr>
                  <a:t>, max</a:t>
                </a:r>
                <a:r>
                  <a:rPr lang="en-US" sz="1400" dirty="0">
                    <a:latin typeface="+mj-lt"/>
                  </a:rPr>
                  <a:t> + </a:t>
                </a:r>
                <a14:m>
                  <m:oMath xmlns:m="http://schemas.openxmlformats.org/officeDocument/2006/math">
                    <m:r>
                      <m:rPr>
                        <m:sty m:val="p"/>
                      </m:rPr>
                      <a:rPr lang="en-US" sz="1400">
                        <a:latin typeface="Cambria Math"/>
                      </a:rPr>
                      <m:t>dmax</m:t>
                    </m:r>
                    <m:d>
                      <m:dPr>
                        <m:ctrlPr>
                          <a:rPr lang="en-US" sz="1400" i="1">
                            <a:latin typeface="Cambria Math" panose="02040503050406030204" pitchFamily="18" charset="0"/>
                          </a:rPr>
                        </m:ctrlPr>
                      </m:dPr>
                      <m:e>
                        <m:r>
                          <m:rPr>
                            <m:sty m:val="p"/>
                          </m:rPr>
                          <a:rPr lang="en-US" sz="1400">
                            <a:latin typeface="Cambria Math"/>
                          </a:rPr>
                          <m:t>i</m:t>
                        </m:r>
                        <m:r>
                          <a:rPr lang="en-US" sz="1400">
                            <a:latin typeface="Cambria Math"/>
                          </a:rPr>
                          <m:t>,</m:t>
                        </m:r>
                        <m:r>
                          <m:rPr>
                            <m:sty m:val="p"/>
                          </m:rPr>
                          <a:rPr lang="en-US" sz="1400">
                            <a:latin typeface="Cambria Math"/>
                          </a:rPr>
                          <m:t>j</m:t>
                        </m:r>
                      </m:e>
                    </m:d>
                    <m:r>
                      <a:rPr lang="en-US" sz="1400">
                        <a:latin typeface="Cambria Math"/>
                        <a:ea typeface="Cambria Math"/>
                      </a:rPr>
                      <m:t>≤</m:t>
                    </m:r>
                  </m:oMath>
                </a14:m>
                <a:r>
                  <a:rPr lang="en-US" sz="1400" baseline="-25000" dirty="0">
                    <a:latin typeface="+mj-lt"/>
                  </a:rPr>
                  <a:t> </a:t>
                </a:r>
                <a:r>
                  <a:rPr lang="en-US" sz="1400" dirty="0">
                    <a:latin typeface="+mj-lt"/>
                  </a:rPr>
                  <a:t>P – </a:t>
                </a:r>
                <a14:m>
                  <m:oMath xmlns:m="http://schemas.openxmlformats.org/officeDocument/2006/math">
                    <m:sSub>
                      <m:sSubPr>
                        <m:ctrlPr>
                          <a:rPr lang="en-US" sz="1400" i="1">
                            <a:latin typeface="Cambria Math" panose="02040503050406030204" pitchFamily="18" charset="0"/>
                          </a:rPr>
                        </m:ctrlPr>
                      </m:sSubPr>
                      <m:e>
                        <m:r>
                          <m:rPr>
                            <m:sty m:val="p"/>
                          </m:rPr>
                          <a:rPr lang="en-US" sz="1400">
                            <a:latin typeface="Cambria Math"/>
                          </a:rPr>
                          <m:t>T</m:t>
                        </m:r>
                      </m:e>
                      <m:sub>
                        <m:sSub>
                          <m:sSubPr>
                            <m:ctrlPr>
                              <a:rPr lang="en-US" sz="1400" i="1">
                                <a:latin typeface="Cambria Math" panose="02040503050406030204" pitchFamily="18" charset="0"/>
                              </a:rPr>
                            </m:ctrlPr>
                          </m:sSubPr>
                          <m:e>
                            <m:r>
                              <m:rPr>
                                <m:sty m:val="p"/>
                              </m:rPr>
                              <a:rPr lang="en-US" sz="1400">
                                <a:latin typeface="Cambria Math"/>
                              </a:rPr>
                              <m:t>S</m:t>
                            </m:r>
                          </m:e>
                          <m:sub>
                            <m:r>
                              <m:rPr>
                                <m:sty m:val="p"/>
                              </m:rPr>
                              <a:rPr lang="en-US" sz="1400">
                                <a:latin typeface="Cambria Math"/>
                              </a:rPr>
                              <m:t>j</m:t>
                            </m:r>
                          </m:sub>
                        </m:sSub>
                      </m:sub>
                    </m:sSub>
                  </m:oMath>
                </a14:m>
                <a:endParaRPr lang="en-US" sz="1400" dirty="0">
                  <a:latin typeface="+mj-lt"/>
                </a:endParaRPr>
              </a:p>
              <a:p>
                <a:pPr marL="0" indent="0">
                  <a:spcAft>
                    <a:spcPts val="0"/>
                  </a:spcAft>
                  <a:buNone/>
                </a:pPr>
                <a:r>
                  <a:rPr lang="en-US" sz="1400" dirty="0">
                    <a:latin typeface="+mj-lt"/>
                  </a:rPr>
                  <a:t>       i.e., </a:t>
                </a:r>
                <a14:m>
                  <m:oMath xmlns:m="http://schemas.openxmlformats.org/officeDocument/2006/math">
                    <m:r>
                      <m:rPr>
                        <m:sty m:val="p"/>
                      </m:rPr>
                      <a:rPr lang="en-US" sz="1400">
                        <a:latin typeface="Cambria Math"/>
                      </a:rPr>
                      <m:t>dmax</m:t>
                    </m:r>
                    <m:d>
                      <m:dPr>
                        <m:ctrlPr>
                          <a:rPr lang="en-US" sz="1400" i="1">
                            <a:latin typeface="Cambria Math" panose="02040503050406030204" pitchFamily="18" charset="0"/>
                          </a:rPr>
                        </m:ctrlPr>
                      </m:dPr>
                      <m:e>
                        <m:r>
                          <m:rPr>
                            <m:sty m:val="p"/>
                          </m:rPr>
                          <a:rPr lang="en-US" sz="1400">
                            <a:latin typeface="Cambria Math"/>
                          </a:rPr>
                          <m:t>i</m:t>
                        </m:r>
                        <m:r>
                          <a:rPr lang="en-US" sz="1400">
                            <a:latin typeface="Cambria Math"/>
                          </a:rPr>
                          <m:t>,</m:t>
                        </m:r>
                        <m:r>
                          <m:rPr>
                            <m:sty m:val="p"/>
                          </m:rPr>
                          <a:rPr lang="en-US" sz="1400">
                            <a:latin typeface="Cambria Math"/>
                          </a:rPr>
                          <m:t>j</m:t>
                        </m:r>
                      </m:e>
                    </m:d>
                    <m:r>
                      <a:rPr lang="en-US" sz="1400">
                        <a:latin typeface="Cambria Math"/>
                        <a:ea typeface="Cambria Math"/>
                      </a:rPr>
                      <m:t>≤</m:t>
                    </m:r>
                  </m:oMath>
                </a14:m>
                <a:r>
                  <a:rPr lang="en-US" sz="1400" baseline="-25000" dirty="0">
                    <a:latin typeface="+mj-lt"/>
                  </a:rPr>
                  <a:t> </a:t>
                </a:r>
                <a:r>
                  <a:rPr lang="en-US" sz="1400" dirty="0">
                    <a:latin typeface="+mj-lt"/>
                  </a:rPr>
                  <a:t>P – </a:t>
                </a:r>
                <a14:m>
                  <m:oMath xmlns:m="http://schemas.openxmlformats.org/officeDocument/2006/math">
                    <m:sSub>
                      <m:sSubPr>
                        <m:ctrlPr>
                          <a:rPr lang="en-US" sz="1400" i="1">
                            <a:latin typeface="Cambria Math" panose="02040503050406030204" pitchFamily="18" charset="0"/>
                          </a:rPr>
                        </m:ctrlPr>
                      </m:sSubPr>
                      <m:e>
                        <m:r>
                          <m:rPr>
                            <m:sty m:val="p"/>
                          </m:rPr>
                          <a:rPr lang="en-US" sz="1400">
                            <a:latin typeface="Cambria Math"/>
                          </a:rPr>
                          <m:t>T</m:t>
                        </m:r>
                      </m:e>
                      <m:sub>
                        <m:sSub>
                          <m:sSubPr>
                            <m:ctrlPr>
                              <a:rPr lang="en-US" sz="1400" i="1">
                                <a:latin typeface="Cambria Math" panose="02040503050406030204" pitchFamily="18" charset="0"/>
                              </a:rPr>
                            </m:ctrlPr>
                          </m:sSubPr>
                          <m:e>
                            <m:r>
                              <m:rPr>
                                <m:sty m:val="p"/>
                              </m:rPr>
                              <a:rPr lang="en-US" sz="1400">
                                <a:latin typeface="Cambria Math"/>
                              </a:rPr>
                              <m:t>S</m:t>
                            </m:r>
                          </m:e>
                          <m:sub>
                            <m:r>
                              <m:rPr>
                                <m:sty m:val="p"/>
                              </m:rPr>
                              <a:rPr lang="en-US" sz="1400">
                                <a:latin typeface="Cambria Math"/>
                              </a:rPr>
                              <m:t>j</m:t>
                            </m:r>
                          </m:sub>
                        </m:sSub>
                      </m:sub>
                    </m:sSub>
                  </m:oMath>
                </a14:m>
                <a:r>
                  <a:rPr lang="en-US" sz="1400" dirty="0">
                    <a:latin typeface="+mj-lt"/>
                  </a:rPr>
                  <a:t> – </a:t>
                </a:r>
                <a14:m>
                  <m:oMath xmlns:m="http://schemas.openxmlformats.org/officeDocument/2006/math">
                    <m:r>
                      <a:rPr lang="en-US" sz="1400" i="1">
                        <a:latin typeface="Cambria Math"/>
                        <a:ea typeface="Cambria Math"/>
                      </a:rPr>
                      <m:t>∆</m:t>
                    </m:r>
                    <m:r>
                      <m:rPr>
                        <m:sty m:val="p"/>
                      </m:rPr>
                      <a:rPr lang="en-US" sz="1400" baseline="-25000">
                        <a:latin typeface="Cambria Math"/>
                        <a:ea typeface="Cambria Math"/>
                      </a:rPr>
                      <m:t>i</m:t>
                    </m:r>
                  </m:oMath>
                </a14:m>
                <a:r>
                  <a:rPr lang="en-US" sz="1400" baseline="-25000" dirty="0">
                    <a:latin typeface="+mj-lt"/>
                  </a:rPr>
                  <a:t>, max</a:t>
                </a:r>
                <a:r>
                  <a:rPr lang="en-US" sz="1400" dirty="0">
                    <a:latin typeface="+mj-lt"/>
                  </a:rPr>
                  <a:t> </a:t>
                </a:r>
                <a:endParaRPr lang="en-US" sz="1400" baseline="-25000" dirty="0">
                  <a:latin typeface="+mj-lt"/>
                </a:endParaRPr>
              </a:p>
              <a:p>
                <a:pPr>
                  <a:spcAft>
                    <a:spcPts val="0"/>
                  </a:spcAft>
                </a:pPr>
                <a:r>
                  <a:rPr lang="en-US" sz="1400" dirty="0">
                    <a:latin typeface="+mj-lt"/>
                  </a:rPr>
                  <a:t>Long path constraint</a:t>
                </a:r>
              </a:p>
              <a:p>
                <a:pPr>
                  <a:spcAft>
                    <a:spcPts val="0"/>
                  </a:spcAft>
                </a:pPr>
                <a:r>
                  <a:rPr lang="en-US" sz="1400" dirty="0">
                    <a:latin typeface="+mj-lt"/>
                  </a:rPr>
                  <a:t>Hold time constraint</a:t>
                </a:r>
              </a:p>
              <a:p>
                <a:pPr marL="0" indent="0">
                  <a:spcAft>
                    <a:spcPts val="0"/>
                  </a:spcAft>
                  <a:buNone/>
                </a:pPr>
                <a:r>
                  <a:rPr lang="en-US" sz="1400" dirty="0">
                    <a:ea typeface="Cambria Math"/>
                  </a:rPr>
                  <a:t>       </a:t>
                </a:r>
                <a14:m>
                  <m:oMath xmlns:m="http://schemas.openxmlformats.org/officeDocument/2006/math">
                    <m:r>
                      <a:rPr lang="en-US" sz="1400">
                        <a:latin typeface="Cambria Math"/>
                        <a:ea typeface="Cambria Math"/>
                      </a:rPr>
                      <m:t>∆</m:t>
                    </m:r>
                    <m:r>
                      <m:rPr>
                        <m:sty m:val="p"/>
                      </m:rPr>
                      <a:rPr lang="en-US" sz="1400" baseline="-25000">
                        <a:latin typeface="Cambria Math"/>
                        <a:ea typeface="Cambria Math"/>
                      </a:rPr>
                      <m:t>i</m:t>
                    </m:r>
                  </m:oMath>
                </a14:m>
                <a:r>
                  <a:rPr lang="en-US" sz="1400" baseline="-25000" dirty="0">
                    <a:latin typeface="+mj-lt"/>
                  </a:rPr>
                  <a:t>, min</a:t>
                </a:r>
                <a:r>
                  <a:rPr lang="en-US" sz="1400" dirty="0">
                    <a:latin typeface="+mj-lt"/>
                  </a:rPr>
                  <a:t> + </a:t>
                </a:r>
                <a14:m>
                  <m:oMath xmlns:m="http://schemas.openxmlformats.org/officeDocument/2006/math">
                    <m:r>
                      <m:rPr>
                        <m:sty m:val="p"/>
                      </m:rPr>
                      <a:rPr lang="en-US" sz="1400">
                        <a:latin typeface="Cambria Math"/>
                      </a:rPr>
                      <m:t>dmin</m:t>
                    </m:r>
                    <m:d>
                      <m:dPr>
                        <m:ctrlPr>
                          <a:rPr lang="en-US" sz="1400" i="1">
                            <a:latin typeface="Cambria Math" panose="02040503050406030204" pitchFamily="18" charset="0"/>
                          </a:rPr>
                        </m:ctrlPr>
                      </m:dPr>
                      <m:e>
                        <m:r>
                          <m:rPr>
                            <m:sty m:val="p"/>
                          </m:rPr>
                          <a:rPr lang="en-US" sz="1400">
                            <a:latin typeface="Cambria Math"/>
                          </a:rPr>
                          <m:t>i</m:t>
                        </m:r>
                        <m:r>
                          <a:rPr lang="en-US" sz="1400">
                            <a:latin typeface="Cambria Math"/>
                          </a:rPr>
                          <m:t>,</m:t>
                        </m:r>
                        <m:r>
                          <m:rPr>
                            <m:sty m:val="p"/>
                          </m:rPr>
                          <a:rPr lang="en-US" sz="1400">
                            <a:latin typeface="Cambria Math"/>
                          </a:rPr>
                          <m:t>j</m:t>
                        </m:r>
                      </m:e>
                    </m:d>
                    <m:r>
                      <a:rPr lang="en-US" sz="1400">
                        <a:latin typeface="Cambria Math"/>
                        <a:ea typeface="Cambria Math"/>
                      </a:rPr>
                      <m:t>≥</m:t>
                    </m:r>
                  </m:oMath>
                </a14:m>
                <a:r>
                  <a:rPr lang="en-US" sz="1400" baseline="-25000" dirty="0">
                    <a:latin typeface="+mj-lt"/>
                  </a:rPr>
                  <a:t> </a:t>
                </a:r>
                <a:r>
                  <a:rPr lang="en-US" sz="1400" dirty="0">
                    <a:latin typeface="+mj-lt"/>
                  </a:rPr>
                  <a:t> </a:t>
                </a:r>
                <a14:m>
                  <m:oMath xmlns:m="http://schemas.openxmlformats.org/officeDocument/2006/math">
                    <m:sSub>
                      <m:sSubPr>
                        <m:ctrlPr>
                          <a:rPr lang="en-US" sz="1400" i="1">
                            <a:latin typeface="Cambria Math" panose="02040503050406030204" pitchFamily="18" charset="0"/>
                          </a:rPr>
                        </m:ctrlPr>
                      </m:sSubPr>
                      <m:e>
                        <m:r>
                          <m:rPr>
                            <m:sty m:val="p"/>
                          </m:rPr>
                          <a:rPr lang="en-US" sz="1400">
                            <a:latin typeface="Cambria Math"/>
                          </a:rPr>
                          <m:t>T</m:t>
                        </m:r>
                      </m:e>
                      <m:sub>
                        <m:sSub>
                          <m:sSubPr>
                            <m:ctrlPr>
                              <a:rPr lang="en-US" sz="1400" i="1">
                                <a:latin typeface="Cambria Math" panose="02040503050406030204" pitchFamily="18" charset="0"/>
                              </a:rPr>
                            </m:ctrlPr>
                          </m:sSubPr>
                          <m:e>
                            <m:r>
                              <m:rPr>
                                <m:sty m:val="p"/>
                              </m:rPr>
                              <a:rPr lang="en-US" sz="1400">
                                <a:latin typeface="Cambria Math"/>
                              </a:rPr>
                              <m:t>h</m:t>
                            </m:r>
                          </m:e>
                          <m:sub>
                            <m:r>
                              <m:rPr>
                                <m:sty m:val="p"/>
                              </m:rPr>
                              <a:rPr lang="en-US" sz="1400">
                                <a:latin typeface="Cambria Math"/>
                              </a:rPr>
                              <m:t>j</m:t>
                            </m:r>
                          </m:sub>
                        </m:sSub>
                      </m:sub>
                    </m:sSub>
                  </m:oMath>
                </a14:m>
                <a:endParaRPr lang="en-US" sz="1400" dirty="0">
                  <a:latin typeface="+mj-lt"/>
                </a:endParaRPr>
              </a:p>
              <a:p>
                <a:pPr marL="0" indent="0">
                  <a:spcAft>
                    <a:spcPts val="0"/>
                  </a:spcAft>
                  <a:buNone/>
                </a:pPr>
                <a:r>
                  <a:rPr lang="en-US" sz="1400" dirty="0">
                    <a:latin typeface="+mj-lt"/>
                  </a:rPr>
                  <a:t>      i.e., </a:t>
                </a:r>
                <a14:m>
                  <m:oMath xmlns:m="http://schemas.openxmlformats.org/officeDocument/2006/math">
                    <m:r>
                      <m:rPr>
                        <m:sty m:val="p"/>
                      </m:rPr>
                      <a:rPr lang="en-US" sz="1400">
                        <a:latin typeface="Cambria Math"/>
                      </a:rPr>
                      <m:t>dmin</m:t>
                    </m:r>
                    <m:d>
                      <m:dPr>
                        <m:ctrlPr>
                          <a:rPr lang="en-US" sz="1400" i="1">
                            <a:latin typeface="Cambria Math" panose="02040503050406030204" pitchFamily="18" charset="0"/>
                          </a:rPr>
                        </m:ctrlPr>
                      </m:dPr>
                      <m:e>
                        <m:r>
                          <m:rPr>
                            <m:sty m:val="p"/>
                          </m:rPr>
                          <a:rPr lang="en-US" sz="1400">
                            <a:latin typeface="Cambria Math"/>
                          </a:rPr>
                          <m:t>i</m:t>
                        </m:r>
                        <m:r>
                          <a:rPr lang="en-US" sz="1400">
                            <a:latin typeface="Cambria Math"/>
                          </a:rPr>
                          <m:t>,</m:t>
                        </m:r>
                        <m:r>
                          <m:rPr>
                            <m:sty m:val="p"/>
                          </m:rPr>
                          <a:rPr lang="en-US" sz="1400">
                            <a:latin typeface="Cambria Math"/>
                          </a:rPr>
                          <m:t>j</m:t>
                        </m:r>
                      </m:e>
                    </m:d>
                    <m:r>
                      <a:rPr lang="en-US" sz="1400">
                        <a:latin typeface="Cambria Math"/>
                        <a:ea typeface="Cambria Math"/>
                      </a:rPr>
                      <m:t>≥ </m:t>
                    </m:r>
                  </m:oMath>
                </a14:m>
                <a:r>
                  <a:rPr lang="en-US" sz="1400" dirty="0">
                    <a:latin typeface="+mj-lt"/>
                  </a:rPr>
                  <a:t> </a:t>
                </a:r>
                <a14:m>
                  <m:oMath xmlns:m="http://schemas.openxmlformats.org/officeDocument/2006/math">
                    <m:sSub>
                      <m:sSubPr>
                        <m:ctrlPr>
                          <a:rPr lang="en-US" sz="1400" i="1">
                            <a:latin typeface="Cambria Math" panose="02040503050406030204" pitchFamily="18" charset="0"/>
                          </a:rPr>
                        </m:ctrlPr>
                      </m:sSubPr>
                      <m:e>
                        <m:r>
                          <m:rPr>
                            <m:sty m:val="p"/>
                          </m:rPr>
                          <a:rPr lang="en-US" sz="1400">
                            <a:latin typeface="Cambria Math"/>
                          </a:rPr>
                          <m:t>T</m:t>
                        </m:r>
                      </m:e>
                      <m:sub>
                        <m:sSub>
                          <m:sSubPr>
                            <m:ctrlPr>
                              <a:rPr lang="en-US" sz="1400" i="1">
                                <a:latin typeface="Cambria Math" panose="02040503050406030204" pitchFamily="18" charset="0"/>
                              </a:rPr>
                            </m:ctrlPr>
                          </m:sSubPr>
                          <m:e>
                            <m:r>
                              <m:rPr>
                                <m:sty m:val="p"/>
                              </m:rPr>
                              <a:rPr lang="en-US" sz="1400">
                                <a:latin typeface="Cambria Math"/>
                              </a:rPr>
                              <m:t>h</m:t>
                            </m:r>
                          </m:e>
                          <m:sub>
                            <m:r>
                              <m:rPr>
                                <m:sty m:val="p"/>
                              </m:rPr>
                              <a:rPr lang="en-US" sz="1400">
                                <a:latin typeface="Cambria Math"/>
                              </a:rPr>
                              <m:t>j</m:t>
                            </m:r>
                          </m:sub>
                        </m:sSub>
                      </m:sub>
                    </m:sSub>
                  </m:oMath>
                </a14:m>
                <a:r>
                  <a:rPr lang="en-US" sz="1400" dirty="0">
                    <a:latin typeface="+mj-lt"/>
                  </a:rPr>
                  <a:t> – </a:t>
                </a:r>
                <a14:m>
                  <m:oMath xmlns:m="http://schemas.openxmlformats.org/officeDocument/2006/math">
                    <m:r>
                      <a:rPr lang="en-US" sz="1400">
                        <a:latin typeface="Cambria Math"/>
                        <a:ea typeface="Cambria Math"/>
                      </a:rPr>
                      <m:t>∆</m:t>
                    </m:r>
                    <m:r>
                      <m:rPr>
                        <m:sty m:val="p"/>
                      </m:rPr>
                      <a:rPr lang="en-US" sz="1400" baseline="-25000">
                        <a:latin typeface="Cambria Math"/>
                        <a:ea typeface="Cambria Math"/>
                      </a:rPr>
                      <m:t>i</m:t>
                    </m:r>
                  </m:oMath>
                </a14:m>
                <a:r>
                  <a:rPr lang="en-US" sz="1400" baseline="-25000" dirty="0">
                    <a:latin typeface="+mj-lt"/>
                  </a:rPr>
                  <a:t>, min</a:t>
                </a:r>
                <a:r>
                  <a:rPr lang="en-US" sz="1400" dirty="0">
                    <a:latin typeface="+mj-lt"/>
                  </a:rPr>
                  <a:t> </a:t>
                </a:r>
                <a:endParaRPr lang="en-US" sz="1400" baseline="-25000" dirty="0">
                  <a:latin typeface="+mj-lt"/>
                </a:endParaRPr>
              </a:p>
              <a:p>
                <a:pPr>
                  <a:spcAft>
                    <a:spcPts val="0"/>
                  </a:spcAft>
                </a:pPr>
                <a:r>
                  <a:rPr lang="en-US" sz="1400" dirty="0">
                    <a:latin typeface="+mj-lt"/>
                  </a:rPr>
                  <a:t>Short path</a:t>
                </a:r>
              </a:p>
            </p:txBody>
          </p:sp>
        </mc:Choice>
        <mc:Fallback xmlns="">
          <p:sp>
            <p:nvSpPr>
              <p:cNvPr id="3" name="Content Placeholder 2"/>
              <p:cNvSpPr>
                <a:spLocks noGrp="1" noRot="1" noChangeAspect="1" noMove="1" noResize="1" noEditPoints="1" noAdjustHandles="1" noChangeArrowheads="1" noChangeShapeType="1" noTextEdit="1"/>
              </p:cNvSpPr>
              <p:nvPr>
                <p:ph idx="4294967295"/>
              </p:nvPr>
            </p:nvSpPr>
            <p:spPr>
              <a:xfrm>
                <a:off x="866775" y="1554121"/>
                <a:ext cx="11277600" cy="4846637"/>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6019800" y="1498084"/>
                <a:ext cx="2971800" cy="738664"/>
              </a:xfrm>
              <a:prstGeom prst="rect">
                <a:avLst/>
              </a:prstGeom>
            </p:spPr>
            <p:txBody>
              <a:bodyPr wrap="square">
                <a:spAutoFit/>
              </a:bodyPr>
              <a:lstStyle/>
              <a:p>
                <a14:m>
                  <m:oMath xmlns:m="http://schemas.openxmlformats.org/officeDocument/2006/math">
                    <m:r>
                      <m:rPr>
                        <m:sty m:val="p"/>
                      </m:rPr>
                      <a:rPr lang="en-US" sz="1400">
                        <a:latin typeface="Cambria Math"/>
                      </a:rPr>
                      <m:t>dmax</m:t>
                    </m:r>
                    <m:d>
                      <m:dPr>
                        <m:ctrlPr>
                          <a:rPr lang="en-US" sz="1400" i="1">
                            <a:latin typeface="Cambria Math" panose="02040503050406030204" pitchFamily="18" charset="0"/>
                          </a:rPr>
                        </m:ctrlPr>
                      </m:dPr>
                      <m:e>
                        <m:r>
                          <m:rPr>
                            <m:sty m:val="p"/>
                          </m:rPr>
                          <a:rPr lang="en-US" sz="1400">
                            <a:latin typeface="Cambria Math"/>
                          </a:rPr>
                          <m:t>i</m:t>
                        </m:r>
                        <m:r>
                          <a:rPr lang="en-US" sz="1400">
                            <a:latin typeface="Cambria Math"/>
                          </a:rPr>
                          <m:t>,</m:t>
                        </m:r>
                        <m:r>
                          <m:rPr>
                            <m:sty m:val="p"/>
                          </m:rPr>
                          <a:rPr lang="en-US" sz="1400">
                            <a:latin typeface="Cambria Math"/>
                          </a:rPr>
                          <m:t>j</m:t>
                        </m:r>
                      </m:e>
                    </m:d>
                  </m:oMath>
                </a14:m>
                <a:r>
                  <a:rPr lang="en-US" sz="1400" dirty="0"/>
                  <a:t> - largest delay</a:t>
                </a:r>
              </a:p>
              <a:p>
                <a14:m>
                  <m:oMath xmlns:m="http://schemas.openxmlformats.org/officeDocument/2006/math">
                    <m:r>
                      <m:rPr>
                        <m:sty m:val="p"/>
                      </m:rPr>
                      <a:rPr lang="en-US" sz="1400">
                        <a:latin typeface="Cambria Math"/>
                      </a:rPr>
                      <m:t>dmin</m:t>
                    </m:r>
                    <m:d>
                      <m:dPr>
                        <m:ctrlPr>
                          <a:rPr lang="en-US" sz="1400" i="1">
                            <a:latin typeface="Cambria Math" panose="02040503050406030204" pitchFamily="18" charset="0"/>
                          </a:rPr>
                        </m:ctrlPr>
                      </m:dPr>
                      <m:e>
                        <m:r>
                          <m:rPr>
                            <m:sty m:val="p"/>
                          </m:rPr>
                          <a:rPr lang="en-US" sz="1400">
                            <a:latin typeface="Cambria Math"/>
                          </a:rPr>
                          <m:t>i</m:t>
                        </m:r>
                        <m:r>
                          <a:rPr lang="en-US" sz="1400">
                            <a:latin typeface="Cambria Math"/>
                          </a:rPr>
                          <m:t>,</m:t>
                        </m:r>
                        <m:r>
                          <m:rPr>
                            <m:sty m:val="p"/>
                          </m:rPr>
                          <a:rPr lang="en-US" sz="1400">
                            <a:latin typeface="Cambria Math"/>
                          </a:rPr>
                          <m:t>j</m:t>
                        </m:r>
                      </m:e>
                    </m:d>
                  </m:oMath>
                </a14:m>
                <a:r>
                  <a:rPr lang="en-US" sz="1400" dirty="0"/>
                  <a:t> - smallest delay</a:t>
                </a:r>
              </a:p>
              <a:p>
                <a14:m>
                  <m:oMath xmlns:m="http://schemas.openxmlformats.org/officeDocument/2006/math">
                    <m:r>
                      <m:rPr>
                        <m:sty m:val="p"/>
                      </m:rPr>
                      <a:rPr lang="en-US" sz="1400">
                        <a:latin typeface="Cambria Math"/>
                      </a:rPr>
                      <m:t>dmin</m:t>
                    </m:r>
                    <m:d>
                      <m:dPr>
                        <m:ctrlPr>
                          <a:rPr lang="en-US" sz="1400" i="1">
                            <a:latin typeface="Cambria Math" panose="02040503050406030204" pitchFamily="18" charset="0"/>
                          </a:rPr>
                        </m:ctrlPr>
                      </m:dPr>
                      <m:e>
                        <m:r>
                          <m:rPr>
                            <m:sty m:val="p"/>
                          </m:rPr>
                          <a:rPr lang="en-US" sz="1400">
                            <a:latin typeface="Cambria Math"/>
                          </a:rPr>
                          <m:t>i</m:t>
                        </m:r>
                        <m:r>
                          <a:rPr lang="en-US" sz="1400">
                            <a:latin typeface="Cambria Math"/>
                          </a:rPr>
                          <m:t>,</m:t>
                        </m:r>
                        <m:r>
                          <m:rPr>
                            <m:sty m:val="p"/>
                          </m:rPr>
                          <a:rPr lang="en-US" sz="1400">
                            <a:latin typeface="Cambria Math"/>
                          </a:rPr>
                          <m:t>j</m:t>
                        </m:r>
                      </m:e>
                    </m:d>
                    <m:r>
                      <a:rPr lang="en-US" sz="1400">
                        <a:latin typeface="Cambria Math"/>
                        <a:ea typeface="Cambria Math"/>
                      </a:rPr>
                      <m:t>≤</m:t>
                    </m:r>
                    <m:r>
                      <m:rPr>
                        <m:sty m:val="p"/>
                      </m:rPr>
                      <a:rPr lang="en-US" sz="1400">
                        <a:latin typeface="Cambria Math"/>
                      </a:rPr>
                      <m:t>d</m:t>
                    </m:r>
                    <m:d>
                      <m:dPr>
                        <m:ctrlPr>
                          <a:rPr lang="en-US" sz="1400" i="1">
                            <a:latin typeface="Cambria Math" panose="02040503050406030204" pitchFamily="18" charset="0"/>
                          </a:rPr>
                        </m:ctrlPr>
                      </m:dPr>
                      <m:e>
                        <m:r>
                          <m:rPr>
                            <m:sty m:val="p"/>
                          </m:rPr>
                          <a:rPr lang="en-US" sz="1400">
                            <a:latin typeface="Cambria Math"/>
                          </a:rPr>
                          <m:t>i</m:t>
                        </m:r>
                        <m:r>
                          <a:rPr lang="en-US" sz="1400">
                            <a:latin typeface="Cambria Math"/>
                          </a:rPr>
                          <m:t>,</m:t>
                        </m:r>
                        <m:r>
                          <m:rPr>
                            <m:sty m:val="p"/>
                          </m:rPr>
                          <a:rPr lang="en-US" sz="1400">
                            <a:latin typeface="Cambria Math"/>
                          </a:rPr>
                          <m:t>j</m:t>
                        </m:r>
                      </m:e>
                    </m:d>
                    <m:r>
                      <a:rPr lang="en-US" sz="1400">
                        <a:latin typeface="Cambria Math"/>
                        <a:ea typeface="Cambria Math"/>
                      </a:rPr>
                      <m:t>≤</m:t>
                    </m:r>
                  </m:oMath>
                </a14:m>
                <a:r>
                  <a:rPr lang="en-US" sz="1400" dirty="0"/>
                  <a:t> </a:t>
                </a:r>
                <a14:m>
                  <m:oMath xmlns:m="http://schemas.openxmlformats.org/officeDocument/2006/math">
                    <m:r>
                      <m:rPr>
                        <m:sty m:val="p"/>
                      </m:rPr>
                      <a:rPr lang="en-US" sz="1400">
                        <a:latin typeface="Cambria Math"/>
                      </a:rPr>
                      <m:t>dmax</m:t>
                    </m:r>
                    <m:d>
                      <m:dPr>
                        <m:ctrlPr>
                          <a:rPr lang="en-US" sz="1400" i="1">
                            <a:latin typeface="Cambria Math" panose="02040503050406030204" pitchFamily="18" charset="0"/>
                          </a:rPr>
                        </m:ctrlPr>
                      </m:dPr>
                      <m:e>
                        <m:r>
                          <m:rPr>
                            <m:sty m:val="p"/>
                          </m:rPr>
                          <a:rPr lang="en-US" sz="1400">
                            <a:latin typeface="Cambria Math"/>
                          </a:rPr>
                          <m:t>i</m:t>
                        </m:r>
                        <m:r>
                          <a:rPr lang="en-US" sz="1400">
                            <a:latin typeface="Cambria Math"/>
                          </a:rPr>
                          <m:t>,</m:t>
                        </m:r>
                        <m:r>
                          <m:rPr>
                            <m:sty m:val="p"/>
                          </m:rPr>
                          <a:rPr lang="en-US" sz="1400">
                            <a:latin typeface="Cambria Math"/>
                          </a:rPr>
                          <m:t>j</m:t>
                        </m:r>
                      </m:e>
                    </m:d>
                  </m:oMath>
                </a14:m>
                <a:endParaRPr lang="en-US" sz="1400" dirty="0"/>
              </a:p>
            </p:txBody>
          </p:sp>
        </mc:Choice>
        <mc:Fallback xmlns="">
          <p:sp>
            <p:nvSpPr>
              <p:cNvPr id="17" name="Rectangle 16"/>
              <p:cNvSpPr>
                <a:spLocks noRot="1" noChangeAspect="1" noMove="1" noResize="1" noEditPoints="1" noAdjustHandles="1" noChangeArrowheads="1" noChangeShapeType="1" noTextEdit="1"/>
              </p:cNvSpPr>
              <p:nvPr/>
            </p:nvSpPr>
            <p:spPr>
              <a:xfrm>
                <a:off x="6019800" y="1498084"/>
                <a:ext cx="2971800" cy="738664"/>
              </a:xfrm>
              <a:prstGeom prst="rect">
                <a:avLst/>
              </a:prstGeom>
              <a:blipFill>
                <a:blip r:embed="rId3"/>
                <a:stretch>
                  <a:fillRect t="-1653" b="-24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6091776" y="2374710"/>
                <a:ext cx="2971800" cy="1040413"/>
              </a:xfrm>
              <a:prstGeom prst="rect">
                <a:avLst/>
              </a:prstGeom>
            </p:spPr>
            <p:txBody>
              <a:bodyPr wrap="square">
                <a:spAutoFit/>
              </a:bodyPr>
              <a:lstStyle/>
              <a:p>
                <a14:m>
                  <m:oMath xmlns:m="http://schemas.openxmlformats.org/officeDocument/2006/math">
                    <m:sSub>
                      <m:sSubPr>
                        <m:ctrlPr>
                          <a:rPr lang="en-US" sz="1400" i="1">
                            <a:latin typeface="Cambria Math" panose="02040503050406030204" pitchFamily="18" charset="0"/>
                          </a:rPr>
                        </m:ctrlPr>
                      </m:sSubPr>
                      <m:e>
                        <m:r>
                          <m:rPr>
                            <m:sty m:val="p"/>
                          </m:rPr>
                          <a:rPr lang="en-US" sz="1400">
                            <a:latin typeface="Cambria Math"/>
                          </a:rPr>
                          <m:t>T</m:t>
                        </m:r>
                      </m:e>
                      <m:sub>
                        <m:sSub>
                          <m:sSubPr>
                            <m:ctrlPr>
                              <a:rPr lang="en-US" sz="1400" i="1">
                                <a:latin typeface="Cambria Math" panose="02040503050406030204" pitchFamily="18" charset="0"/>
                              </a:rPr>
                            </m:ctrlPr>
                          </m:sSubPr>
                          <m:e>
                            <m:r>
                              <m:rPr>
                                <m:sty m:val="p"/>
                              </m:rPr>
                              <a:rPr lang="en-US" sz="1400">
                                <a:latin typeface="Cambria Math"/>
                              </a:rPr>
                              <m:t>S</m:t>
                            </m:r>
                          </m:e>
                          <m:sub>
                            <m:r>
                              <m:rPr>
                                <m:sty m:val="p"/>
                              </m:rPr>
                              <a:rPr lang="en-US" sz="1400">
                                <a:latin typeface="Cambria Math"/>
                              </a:rPr>
                              <m:t>j</m:t>
                            </m:r>
                          </m:sub>
                        </m:sSub>
                      </m:sub>
                    </m:sSub>
                  </m:oMath>
                </a14:m>
                <a:r>
                  <a:rPr lang="en-US" sz="1400" dirty="0"/>
                  <a:t> - </a:t>
                </a:r>
                <a:r>
                  <a:rPr lang="en-US" sz="1200" dirty="0"/>
                  <a:t>setup time</a:t>
                </a:r>
              </a:p>
              <a:p>
                <a14:m>
                  <m:oMath xmlns:m="http://schemas.openxmlformats.org/officeDocument/2006/math">
                    <m:sSub>
                      <m:sSubPr>
                        <m:ctrlPr>
                          <a:rPr lang="en-US" sz="1400" i="1">
                            <a:latin typeface="Cambria Math" panose="02040503050406030204" pitchFamily="18" charset="0"/>
                          </a:rPr>
                        </m:ctrlPr>
                      </m:sSubPr>
                      <m:e>
                        <m:r>
                          <m:rPr>
                            <m:sty m:val="p"/>
                          </m:rPr>
                          <a:rPr lang="en-US" sz="1400">
                            <a:latin typeface="Cambria Math"/>
                          </a:rPr>
                          <m:t>T</m:t>
                        </m:r>
                      </m:e>
                      <m:sub>
                        <m:sSub>
                          <m:sSubPr>
                            <m:ctrlPr>
                              <a:rPr lang="en-US" sz="1400" i="1">
                                <a:latin typeface="Cambria Math" panose="02040503050406030204" pitchFamily="18" charset="0"/>
                              </a:rPr>
                            </m:ctrlPr>
                          </m:sSubPr>
                          <m:e>
                            <m:r>
                              <m:rPr>
                                <m:sty m:val="p"/>
                              </m:rPr>
                              <a:rPr lang="en-US" sz="1400">
                                <a:latin typeface="Cambria Math"/>
                              </a:rPr>
                              <m:t>h</m:t>
                            </m:r>
                          </m:e>
                          <m:sub>
                            <m:r>
                              <m:rPr>
                                <m:sty m:val="p"/>
                              </m:rPr>
                              <a:rPr lang="en-US" sz="1400">
                                <a:latin typeface="Cambria Math"/>
                              </a:rPr>
                              <m:t>j</m:t>
                            </m:r>
                          </m:sub>
                        </m:sSub>
                      </m:sub>
                    </m:sSub>
                  </m:oMath>
                </a14:m>
                <a:r>
                  <a:rPr lang="en-US" sz="1400" dirty="0"/>
                  <a:t> - </a:t>
                </a:r>
                <a:r>
                  <a:rPr lang="en-US" sz="1200" dirty="0"/>
                  <a:t>hold time</a:t>
                </a:r>
                <a:endParaRPr lang="en-US" sz="1400" dirty="0"/>
              </a:p>
              <a:p>
                <a14:m>
                  <m:oMath xmlns:m="http://schemas.openxmlformats.org/officeDocument/2006/math">
                    <m:r>
                      <a:rPr lang="en-US" sz="1400" i="1">
                        <a:latin typeface="Cambria Math"/>
                        <a:ea typeface="Cambria Math"/>
                      </a:rPr>
                      <m:t>∆</m:t>
                    </m:r>
                    <m:r>
                      <m:rPr>
                        <m:sty m:val="p"/>
                      </m:rPr>
                      <a:rPr lang="en-US" sz="1400" baseline="-25000">
                        <a:latin typeface="Cambria Math"/>
                        <a:ea typeface="Cambria Math"/>
                      </a:rPr>
                      <m:t>i</m:t>
                    </m:r>
                  </m:oMath>
                </a14:m>
                <a:r>
                  <a:rPr lang="en-US" sz="1400" baseline="-25000" dirty="0"/>
                  <a:t>, max</a:t>
                </a:r>
                <a:r>
                  <a:rPr lang="en-US" sz="1400" dirty="0"/>
                  <a:t> – </a:t>
                </a:r>
                <a:r>
                  <a:rPr lang="en-US" sz="1200" dirty="0"/>
                  <a:t>maximum delay</a:t>
                </a:r>
              </a:p>
              <a:p>
                <a14:m>
                  <m:oMath xmlns:m="http://schemas.openxmlformats.org/officeDocument/2006/math">
                    <m:r>
                      <a:rPr lang="en-US" sz="1400">
                        <a:latin typeface="Cambria Math"/>
                        <a:ea typeface="Cambria Math"/>
                      </a:rPr>
                      <m:t>∆</m:t>
                    </m:r>
                    <m:r>
                      <m:rPr>
                        <m:sty m:val="p"/>
                      </m:rPr>
                      <a:rPr lang="en-US" sz="1400" baseline="-25000">
                        <a:latin typeface="Cambria Math"/>
                        <a:ea typeface="Cambria Math"/>
                      </a:rPr>
                      <m:t>i</m:t>
                    </m:r>
                  </m:oMath>
                </a14:m>
                <a:r>
                  <a:rPr lang="en-US" sz="1400" baseline="-25000" dirty="0"/>
                  <a:t>, min  </a:t>
                </a:r>
                <a:r>
                  <a:rPr lang="en-US" sz="1400" dirty="0"/>
                  <a:t>– </a:t>
                </a:r>
                <a:r>
                  <a:rPr lang="en-US" sz="1200" dirty="0"/>
                  <a:t>minimum delay</a:t>
                </a:r>
              </a:p>
            </p:txBody>
          </p:sp>
        </mc:Choice>
        <mc:Fallback xmlns="">
          <p:sp>
            <p:nvSpPr>
              <p:cNvPr id="19" name="Rectangle 18"/>
              <p:cNvSpPr>
                <a:spLocks noRot="1" noChangeAspect="1" noMove="1" noResize="1" noEditPoints="1" noAdjustHandles="1" noChangeArrowheads="1" noChangeShapeType="1" noTextEdit="1"/>
              </p:cNvSpPr>
              <p:nvPr/>
            </p:nvSpPr>
            <p:spPr>
              <a:xfrm>
                <a:off x="6091776" y="2374710"/>
                <a:ext cx="2971800" cy="1040413"/>
              </a:xfrm>
              <a:prstGeom prst="rect">
                <a:avLst/>
              </a:prstGeom>
              <a:blipFill>
                <a:blip r:embed="rId4"/>
                <a:stretch>
                  <a:fillRect t="-1176" b="-5294"/>
                </a:stretch>
              </a:blipFill>
            </p:spPr>
            <p:txBody>
              <a:bodyPr/>
              <a:lstStyle/>
              <a:p>
                <a:r>
                  <a:rPr lang="en-US">
                    <a:noFill/>
                  </a:rPr>
                  <a:t> </a:t>
                </a:r>
              </a:p>
            </p:txBody>
          </p:sp>
        </mc:Fallback>
      </mc:AlternateContent>
      <p:sp>
        <p:nvSpPr>
          <p:cNvPr id="5" name="Rectangle 4"/>
          <p:cNvSpPr/>
          <p:nvPr/>
        </p:nvSpPr>
        <p:spPr bwMode="auto">
          <a:xfrm>
            <a:off x="2364140" y="1763684"/>
            <a:ext cx="500176" cy="100658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cxnSp>
        <p:nvCxnSpPr>
          <p:cNvPr id="7" name="Straight Connector 6"/>
          <p:cNvCxnSpPr>
            <a:endCxn id="70" idx="2"/>
          </p:cNvCxnSpPr>
          <p:nvPr/>
        </p:nvCxnSpPr>
        <p:spPr bwMode="auto">
          <a:xfrm>
            <a:off x="2873113" y="2070012"/>
            <a:ext cx="350635"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a:stCxn id="70" idx="0"/>
          </p:cNvCxnSpPr>
          <p:nvPr/>
        </p:nvCxnSpPr>
        <p:spPr bwMode="auto">
          <a:xfrm>
            <a:off x="3889704" y="2070012"/>
            <a:ext cx="35156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0" name="Rectangle 9"/>
          <p:cNvSpPr/>
          <p:nvPr/>
        </p:nvSpPr>
        <p:spPr bwMode="auto">
          <a:xfrm>
            <a:off x="4241264" y="1763684"/>
            <a:ext cx="500176" cy="100658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a:latin typeface="Arial" charset="0"/>
              <a:cs typeface="Arial" charset="0"/>
            </a:endParaRPr>
          </a:p>
        </p:txBody>
      </p:sp>
      <p:sp>
        <p:nvSpPr>
          <p:cNvPr id="9" name="TextBox 8"/>
          <p:cNvSpPr txBox="1"/>
          <p:nvPr/>
        </p:nvSpPr>
        <p:spPr>
          <a:xfrm>
            <a:off x="4312457" y="1818375"/>
            <a:ext cx="357790" cy="877163"/>
          </a:xfrm>
          <a:prstGeom prst="rect">
            <a:avLst/>
          </a:prstGeom>
          <a:noFill/>
        </p:spPr>
        <p:txBody>
          <a:bodyPr wrap="none" rtlCol="0">
            <a:spAutoFit/>
          </a:bodyPr>
          <a:lstStyle/>
          <a:p>
            <a:r>
              <a:rPr lang="en-US" sz="1100" b="1" dirty="0">
                <a:solidFill>
                  <a:schemeClr val="bg2"/>
                </a:solidFill>
              </a:rPr>
              <a:t>FF</a:t>
            </a:r>
          </a:p>
          <a:p>
            <a:endParaRPr lang="en-US" sz="1100" dirty="0">
              <a:solidFill>
                <a:schemeClr val="bg2"/>
              </a:solidFill>
            </a:endParaRPr>
          </a:p>
          <a:p>
            <a:r>
              <a:rPr lang="en-US" sz="1100" dirty="0">
                <a:solidFill>
                  <a:schemeClr val="bg2"/>
                </a:solidFill>
              </a:rPr>
              <a:t> j</a:t>
            </a:r>
          </a:p>
          <a:p>
            <a:endParaRPr lang="en-US" dirty="0">
              <a:solidFill>
                <a:schemeClr val="bg2"/>
              </a:solidFill>
            </a:endParaRPr>
          </a:p>
        </p:txBody>
      </p:sp>
      <p:sp>
        <p:nvSpPr>
          <p:cNvPr id="11" name="TextBox 10"/>
          <p:cNvSpPr txBox="1"/>
          <p:nvPr/>
        </p:nvSpPr>
        <p:spPr>
          <a:xfrm>
            <a:off x="2435333" y="1835059"/>
            <a:ext cx="357790" cy="877163"/>
          </a:xfrm>
          <a:prstGeom prst="rect">
            <a:avLst/>
          </a:prstGeom>
          <a:noFill/>
        </p:spPr>
        <p:txBody>
          <a:bodyPr wrap="none" rtlCol="0">
            <a:spAutoFit/>
          </a:bodyPr>
          <a:lstStyle/>
          <a:p>
            <a:r>
              <a:rPr lang="en-US" sz="1100" b="1" dirty="0">
                <a:solidFill>
                  <a:schemeClr val="bg2"/>
                </a:solidFill>
              </a:rPr>
              <a:t>FF</a:t>
            </a:r>
          </a:p>
          <a:p>
            <a:endParaRPr lang="en-US" sz="1100" dirty="0">
              <a:solidFill>
                <a:schemeClr val="bg2"/>
              </a:solidFill>
            </a:endParaRPr>
          </a:p>
          <a:p>
            <a:r>
              <a:rPr lang="en-US" sz="1100" dirty="0">
                <a:solidFill>
                  <a:schemeClr val="bg2"/>
                </a:solidFill>
              </a:rPr>
              <a:t> </a:t>
            </a:r>
            <a:r>
              <a:rPr lang="en-US" sz="1100" dirty="0" err="1">
                <a:solidFill>
                  <a:schemeClr val="bg2"/>
                </a:solidFill>
              </a:rPr>
              <a:t>i</a:t>
            </a:r>
            <a:endParaRPr lang="en-US" sz="1100" dirty="0">
              <a:solidFill>
                <a:schemeClr val="bg2"/>
              </a:solidFill>
            </a:endParaRPr>
          </a:p>
          <a:p>
            <a:endParaRPr lang="en-US" dirty="0">
              <a:solidFill>
                <a:schemeClr val="bg2"/>
              </a:solidFill>
            </a:endParaRPr>
          </a:p>
        </p:txBody>
      </p:sp>
      <p:cxnSp>
        <p:nvCxnSpPr>
          <p:cNvPr id="12" name="Straight Arrow Connector 11"/>
          <p:cNvCxnSpPr/>
          <p:nvPr/>
        </p:nvCxnSpPr>
        <p:spPr bwMode="auto">
          <a:xfrm>
            <a:off x="2864317" y="1641764"/>
            <a:ext cx="1448141" cy="0"/>
          </a:xfrm>
          <a:prstGeom prst="straightConnector1">
            <a:avLst/>
          </a:prstGeom>
          <a:solidFill>
            <a:schemeClr val="accent1"/>
          </a:solidFill>
          <a:ln w="9525" cap="flat" cmpd="sng" algn="ctr">
            <a:solidFill>
              <a:srgbClr val="0000FF"/>
            </a:solidFill>
            <a:prstDash val="solid"/>
            <a:round/>
            <a:headEnd type="triangle" w="med" len="med"/>
            <a:tailEnd type="triangle" w="med" len="med"/>
          </a:ln>
          <a:effectLst/>
        </p:spPr>
      </p:cxnSp>
      <p:cxnSp>
        <p:nvCxnSpPr>
          <p:cNvPr id="13" name="Straight Arrow Connector 12"/>
          <p:cNvCxnSpPr/>
          <p:nvPr/>
        </p:nvCxnSpPr>
        <p:spPr bwMode="auto">
          <a:xfrm flipV="1">
            <a:off x="2513072" y="2152170"/>
            <a:ext cx="576064" cy="4279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Connector 13"/>
          <p:cNvCxnSpPr/>
          <p:nvPr/>
        </p:nvCxnSpPr>
        <p:spPr bwMode="auto">
          <a:xfrm flipH="1">
            <a:off x="2128837" y="2578485"/>
            <a:ext cx="38918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4313272" y="1573948"/>
            <a:ext cx="0" cy="132968"/>
          </a:xfrm>
          <a:prstGeom prst="line">
            <a:avLst/>
          </a:prstGeom>
          <a:noFill/>
          <a:ln w="9525" algn="ctr">
            <a:solidFill>
              <a:srgbClr val="0000FF"/>
            </a:solidFill>
            <a:prstDash val="dash"/>
            <a:round/>
            <a:headEnd/>
            <a:tailEnd/>
          </a:ln>
        </p:spPr>
      </p:cxnSp>
      <p:cxnSp>
        <p:nvCxnSpPr>
          <p:cNvPr id="16" name="Straight Connector 15"/>
          <p:cNvCxnSpPr/>
          <p:nvPr/>
        </p:nvCxnSpPr>
        <p:spPr bwMode="auto">
          <a:xfrm>
            <a:off x="2864316" y="1571108"/>
            <a:ext cx="0" cy="132968"/>
          </a:xfrm>
          <a:prstGeom prst="line">
            <a:avLst/>
          </a:prstGeom>
          <a:noFill/>
          <a:ln w="9525" algn="ctr">
            <a:solidFill>
              <a:srgbClr val="0000FF"/>
            </a:solidFill>
            <a:prstDash val="dash"/>
            <a:round/>
            <a:headEnd/>
            <a:tailEnd/>
          </a:ln>
        </p:spPr>
      </p:cxnSp>
      <p:sp>
        <p:nvSpPr>
          <p:cNvPr id="20" name="TextBox 19"/>
          <p:cNvSpPr txBox="1"/>
          <p:nvPr/>
        </p:nvSpPr>
        <p:spPr>
          <a:xfrm>
            <a:off x="1891822" y="2354613"/>
            <a:ext cx="476412" cy="246221"/>
          </a:xfrm>
          <a:prstGeom prst="rect">
            <a:avLst/>
          </a:prstGeom>
          <a:noFill/>
        </p:spPr>
        <p:txBody>
          <a:bodyPr wrap="none" rtlCol="0">
            <a:spAutoFit/>
          </a:bodyPr>
          <a:lstStyle/>
          <a:p>
            <a:r>
              <a:rPr lang="en-US" sz="1000" dirty="0"/>
              <a:t>clock</a:t>
            </a:r>
          </a:p>
        </p:txBody>
      </p:sp>
      <mc:AlternateContent xmlns:mc="http://schemas.openxmlformats.org/markup-compatibility/2006" xmlns:a14="http://schemas.microsoft.com/office/drawing/2010/main">
        <mc:Choice Requires="a14">
          <p:sp>
            <p:nvSpPr>
              <p:cNvPr id="22" name="Rectangle 21"/>
              <p:cNvSpPr/>
              <p:nvPr/>
            </p:nvSpPr>
            <p:spPr>
              <a:xfrm>
                <a:off x="2826538" y="2354613"/>
                <a:ext cx="1072730" cy="276999"/>
              </a:xfrm>
              <a:prstGeom prst="rect">
                <a:avLst/>
              </a:prstGeom>
            </p:spPr>
            <p:txBody>
              <a:bodyPr wrap="none">
                <a:spAutoFit/>
              </a:bodyPr>
              <a:lstStyle/>
              <a:p>
                <a14:m>
                  <m:oMath xmlns:m="http://schemas.openxmlformats.org/officeDocument/2006/math">
                    <m:r>
                      <a:rPr lang="en-US" sz="1200" i="1">
                        <a:latin typeface="Cambria Math"/>
                        <a:ea typeface="Cambria Math"/>
                      </a:rPr>
                      <m:t>∆</m:t>
                    </m:r>
                    <m:r>
                      <m:rPr>
                        <m:sty m:val="p"/>
                      </m:rPr>
                      <a:rPr lang="en-US" sz="1200" baseline="-25000">
                        <a:latin typeface="Cambria Math"/>
                        <a:ea typeface="Cambria Math"/>
                      </a:rPr>
                      <m:t>i</m:t>
                    </m:r>
                  </m:oMath>
                </a14:m>
                <a:r>
                  <a:rPr lang="en-US" sz="1200" baseline="-25000" dirty="0"/>
                  <a:t>, max</a:t>
                </a:r>
                <a:r>
                  <a:rPr lang="en-US" sz="1200" dirty="0"/>
                  <a:t> , </a:t>
                </a:r>
                <a14:m>
                  <m:oMath xmlns:m="http://schemas.openxmlformats.org/officeDocument/2006/math">
                    <m:r>
                      <a:rPr lang="en-US" sz="1200">
                        <a:latin typeface="Cambria Math"/>
                        <a:ea typeface="Cambria Math"/>
                      </a:rPr>
                      <m:t>∆</m:t>
                    </m:r>
                    <m:r>
                      <m:rPr>
                        <m:sty m:val="p"/>
                      </m:rPr>
                      <a:rPr lang="en-US" sz="1200" baseline="-25000">
                        <a:latin typeface="Cambria Math"/>
                        <a:ea typeface="Cambria Math"/>
                      </a:rPr>
                      <m:t>i</m:t>
                    </m:r>
                  </m:oMath>
                </a14:m>
                <a:r>
                  <a:rPr lang="en-US" sz="1200" baseline="-25000" dirty="0"/>
                  <a:t>, min</a:t>
                </a:r>
                <a:r>
                  <a:rPr lang="en-US" sz="1200" dirty="0"/>
                  <a:t> </a:t>
                </a:r>
              </a:p>
            </p:txBody>
          </p:sp>
        </mc:Choice>
        <mc:Fallback xmlns="">
          <p:sp>
            <p:nvSpPr>
              <p:cNvPr id="22" name="Rectangle 21"/>
              <p:cNvSpPr>
                <a:spLocks noRot="1" noChangeAspect="1" noMove="1" noResize="1" noEditPoints="1" noAdjustHandles="1" noChangeArrowheads="1" noChangeShapeType="1" noTextEdit="1"/>
              </p:cNvSpPr>
              <p:nvPr/>
            </p:nvSpPr>
            <p:spPr>
              <a:xfrm>
                <a:off x="2826538" y="2354613"/>
                <a:ext cx="1072730" cy="276999"/>
              </a:xfrm>
              <a:prstGeom prst="rect">
                <a:avLst/>
              </a:prstGeom>
              <a:blipFill>
                <a:blip r:embed="rId5"/>
                <a:stretch>
                  <a:fillRect t="-2174"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315968" y="1359586"/>
                <a:ext cx="58330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1200">
                          <a:latin typeface="Cambria Math"/>
                        </a:rPr>
                        <m:t>d</m:t>
                      </m:r>
                      <m:d>
                        <m:dPr>
                          <m:ctrlPr>
                            <a:rPr lang="en-US" sz="1200" i="1">
                              <a:latin typeface="Cambria Math" panose="02040503050406030204" pitchFamily="18" charset="0"/>
                            </a:rPr>
                          </m:ctrlPr>
                        </m:dPr>
                        <m:e>
                          <m:r>
                            <m:rPr>
                              <m:sty m:val="p"/>
                            </m:rPr>
                            <a:rPr lang="en-US" sz="1200">
                              <a:latin typeface="Cambria Math"/>
                            </a:rPr>
                            <m:t>i</m:t>
                          </m:r>
                          <m:r>
                            <a:rPr lang="en-US" sz="1200">
                              <a:latin typeface="Cambria Math"/>
                            </a:rPr>
                            <m:t>,</m:t>
                          </m:r>
                          <m:r>
                            <m:rPr>
                              <m:sty m:val="p"/>
                            </m:rPr>
                            <a:rPr lang="en-US" sz="1200">
                              <a:latin typeface="Cambria Math"/>
                            </a:rPr>
                            <m:t>j</m:t>
                          </m:r>
                        </m:e>
                      </m:d>
                    </m:oMath>
                  </m:oMathPara>
                </a14:m>
                <a:endParaRPr lang="en-US" sz="1200" dirty="0"/>
              </a:p>
            </p:txBody>
          </p:sp>
        </mc:Choice>
        <mc:Fallback xmlns="">
          <p:sp>
            <p:nvSpPr>
              <p:cNvPr id="23" name="Rectangle 22"/>
              <p:cNvSpPr>
                <a:spLocks noRot="1" noChangeAspect="1" noMove="1" noResize="1" noEditPoints="1" noAdjustHandles="1" noChangeArrowheads="1" noChangeShapeType="1" noTextEdit="1"/>
              </p:cNvSpPr>
              <p:nvPr/>
            </p:nvSpPr>
            <p:spPr>
              <a:xfrm>
                <a:off x="3315968" y="1359586"/>
                <a:ext cx="583300" cy="276999"/>
              </a:xfrm>
              <a:prstGeom prst="rect">
                <a:avLst/>
              </a:prstGeom>
              <a:blipFill>
                <a:blip r:embed="rId6"/>
                <a:stretch>
                  <a:fillRect b="-6667"/>
                </a:stretch>
              </a:blipFill>
            </p:spPr>
            <p:txBody>
              <a:bodyPr/>
              <a:lstStyle/>
              <a:p>
                <a:r>
                  <a:rPr lang="en-US">
                    <a:noFill/>
                  </a:rPr>
                  <a:t> </a:t>
                </a:r>
              </a:p>
            </p:txBody>
          </p:sp>
        </mc:Fallback>
      </mc:AlternateContent>
      <p:cxnSp>
        <p:nvCxnSpPr>
          <p:cNvPr id="25" name="Прямая соединительная линия 4"/>
          <p:cNvCxnSpPr/>
          <p:nvPr/>
        </p:nvCxnSpPr>
        <p:spPr bwMode="auto">
          <a:xfrm>
            <a:off x="6280872" y="4002754"/>
            <a:ext cx="706885" cy="130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6" name="Прямая соединительная линия 5"/>
          <p:cNvCxnSpPr/>
          <p:nvPr/>
        </p:nvCxnSpPr>
        <p:spPr bwMode="auto">
          <a:xfrm>
            <a:off x="6987758" y="4356196"/>
            <a:ext cx="706885" cy="130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7" name="Прямая соединительная линия 6"/>
          <p:cNvCxnSpPr/>
          <p:nvPr/>
        </p:nvCxnSpPr>
        <p:spPr bwMode="auto">
          <a:xfrm>
            <a:off x="7694643" y="4002754"/>
            <a:ext cx="706885" cy="130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Прямая соединительная линия 7"/>
          <p:cNvCxnSpPr/>
          <p:nvPr/>
        </p:nvCxnSpPr>
        <p:spPr bwMode="auto">
          <a:xfrm>
            <a:off x="8401529" y="4356196"/>
            <a:ext cx="706885" cy="130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Прямая соединительная линия 9"/>
          <p:cNvCxnSpPr/>
          <p:nvPr/>
        </p:nvCxnSpPr>
        <p:spPr bwMode="auto">
          <a:xfrm rot="5400000">
            <a:off x="6811037" y="4179475"/>
            <a:ext cx="353443" cy="130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Прямая соединительная линия 10"/>
          <p:cNvCxnSpPr/>
          <p:nvPr/>
        </p:nvCxnSpPr>
        <p:spPr bwMode="auto">
          <a:xfrm rot="5400000">
            <a:off x="7518577" y="4178820"/>
            <a:ext cx="353443" cy="130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Прямая соединительная линия 11"/>
          <p:cNvCxnSpPr/>
          <p:nvPr/>
        </p:nvCxnSpPr>
        <p:spPr bwMode="auto">
          <a:xfrm rot="5400000">
            <a:off x="8225462" y="4178820"/>
            <a:ext cx="353443" cy="130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Прямая соединительная линия 12"/>
          <p:cNvCxnSpPr/>
          <p:nvPr/>
        </p:nvCxnSpPr>
        <p:spPr bwMode="auto">
          <a:xfrm>
            <a:off x="6248558" y="4827453"/>
            <a:ext cx="353443" cy="130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3" name="Прямая соединительная линия 14"/>
          <p:cNvCxnSpPr/>
          <p:nvPr/>
        </p:nvCxnSpPr>
        <p:spPr bwMode="auto">
          <a:xfrm>
            <a:off x="6248558" y="5121988"/>
            <a:ext cx="353443" cy="130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Прямая соединительная линия 15"/>
          <p:cNvCxnSpPr/>
          <p:nvPr/>
        </p:nvCxnSpPr>
        <p:spPr bwMode="auto">
          <a:xfrm>
            <a:off x="6778722" y="4827453"/>
            <a:ext cx="471257" cy="130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Прямая соединительная линия 18"/>
          <p:cNvCxnSpPr/>
          <p:nvPr/>
        </p:nvCxnSpPr>
        <p:spPr bwMode="auto">
          <a:xfrm>
            <a:off x="6778722" y="5120679"/>
            <a:ext cx="471257" cy="130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Прямая соединительная линия 19"/>
          <p:cNvCxnSpPr/>
          <p:nvPr/>
        </p:nvCxnSpPr>
        <p:spPr bwMode="auto">
          <a:xfrm>
            <a:off x="7426700" y="4827453"/>
            <a:ext cx="1649399" cy="130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Прямая соединительная линия 20"/>
          <p:cNvCxnSpPr/>
          <p:nvPr/>
        </p:nvCxnSpPr>
        <p:spPr bwMode="auto">
          <a:xfrm>
            <a:off x="7426700" y="5120679"/>
            <a:ext cx="1649399" cy="130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Прямая соединительная линия 24"/>
          <p:cNvCxnSpPr/>
          <p:nvPr/>
        </p:nvCxnSpPr>
        <p:spPr bwMode="auto">
          <a:xfrm rot="16200000" flipH="1">
            <a:off x="6543093" y="4886360"/>
            <a:ext cx="294535" cy="176721"/>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9" name="Прямая соединительная линия 26"/>
          <p:cNvCxnSpPr/>
          <p:nvPr/>
        </p:nvCxnSpPr>
        <p:spPr bwMode="auto">
          <a:xfrm rot="5400000" flipH="1" flipV="1">
            <a:off x="6543093" y="4886360"/>
            <a:ext cx="294535" cy="176721"/>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Прямая соединительная линия 27"/>
          <p:cNvCxnSpPr/>
          <p:nvPr/>
        </p:nvCxnSpPr>
        <p:spPr bwMode="auto">
          <a:xfrm rot="16200000" flipH="1">
            <a:off x="7191071" y="4886361"/>
            <a:ext cx="294535" cy="176721"/>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1" name="Прямая соединительная линия 28"/>
          <p:cNvCxnSpPr/>
          <p:nvPr/>
        </p:nvCxnSpPr>
        <p:spPr bwMode="auto">
          <a:xfrm rot="5400000" flipH="1" flipV="1">
            <a:off x="7191071" y="4886361"/>
            <a:ext cx="294535" cy="176721"/>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2" name="Прямая соединительная линия 36"/>
          <p:cNvCxnSpPr/>
          <p:nvPr/>
        </p:nvCxnSpPr>
        <p:spPr bwMode="auto">
          <a:xfrm flipH="1">
            <a:off x="6981820" y="3605527"/>
            <a:ext cx="3978" cy="1745519"/>
          </a:xfrm>
          <a:prstGeom prst="line">
            <a:avLst/>
          </a:prstGeom>
          <a:noFill/>
          <a:ln w="9525" algn="ctr">
            <a:solidFill>
              <a:srgbClr val="0000FF"/>
            </a:solidFill>
            <a:prstDash val="dash"/>
            <a:round/>
            <a:headEnd/>
            <a:tailEnd/>
          </a:ln>
        </p:spPr>
      </p:cxnSp>
      <p:cxnSp>
        <p:nvCxnSpPr>
          <p:cNvPr id="43" name="Прямая соединительная линия 38"/>
          <p:cNvCxnSpPr/>
          <p:nvPr/>
        </p:nvCxnSpPr>
        <p:spPr bwMode="auto">
          <a:xfrm>
            <a:off x="8401048" y="3605527"/>
            <a:ext cx="80" cy="1745279"/>
          </a:xfrm>
          <a:prstGeom prst="line">
            <a:avLst/>
          </a:prstGeom>
          <a:noFill/>
          <a:ln w="9525" algn="ctr">
            <a:solidFill>
              <a:srgbClr val="0000FF"/>
            </a:solidFill>
            <a:prstDash val="dash"/>
            <a:round/>
            <a:headEnd/>
            <a:tailEnd/>
          </a:ln>
        </p:spPr>
      </p:cxnSp>
      <p:cxnSp>
        <p:nvCxnSpPr>
          <p:cNvPr id="44" name="Прямая со стрелкой 40"/>
          <p:cNvCxnSpPr/>
          <p:nvPr/>
        </p:nvCxnSpPr>
        <p:spPr bwMode="auto">
          <a:xfrm>
            <a:off x="6987758" y="3708218"/>
            <a:ext cx="1413771" cy="1309"/>
          </a:xfrm>
          <a:prstGeom prst="straightConnector1">
            <a:avLst/>
          </a:prstGeom>
          <a:solidFill>
            <a:schemeClr val="accent1"/>
          </a:solidFill>
          <a:ln w="9525" cap="flat" cmpd="sng" algn="ctr">
            <a:solidFill>
              <a:srgbClr val="0000FF"/>
            </a:solidFill>
            <a:prstDash val="solid"/>
            <a:round/>
            <a:headEnd type="triangle" w="med" len="med"/>
            <a:tailEnd type="triangle" w="med" len="med"/>
          </a:ln>
          <a:effectLst/>
        </p:spPr>
      </p:cxnSp>
      <p:sp>
        <p:nvSpPr>
          <p:cNvPr id="45" name="TextBox 44"/>
          <p:cNvSpPr txBox="1"/>
          <p:nvPr/>
        </p:nvSpPr>
        <p:spPr>
          <a:xfrm>
            <a:off x="5902988" y="3980360"/>
            <a:ext cx="803425" cy="307777"/>
          </a:xfrm>
          <a:prstGeom prst="rect">
            <a:avLst/>
          </a:prstGeom>
          <a:noFill/>
        </p:spPr>
        <p:txBody>
          <a:bodyPr wrap="none" rtlCol="0">
            <a:spAutoFit/>
          </a:bodyPr>
          <a:lstStyle/>
          <a:p>
            <a:r>
              <a:rPr lang="en-US" sz="1400" dirty="0"/>
              <a:t>CLOCK</a:t>
            </a:r>
          </a:p>
        </p:txBody>
      </p:sp>
      <p:cxnSp>
        <p:nvCxnSpPr>
          <p:cNvPr id="60" name="Прямая соединительная линия 30"/>
          <p:cNvCxnSpPr/>
          <p:nvPr/>
        </p:nvCxnSpPr>
        <p:spPr bwMode="auto">
          <a:xfrm flipH="1">
            <a:off x="8286527" y="4591114"/>
            <a:ext cx="655" cy="649103"/>
          </a:xfrm>
          <a:prstGeom prst="line">
            <a:avLst/>
          </a:prstGeom>
          <a:noFill/>
          <a:ln w="9525" algn="ctr">
            <a:solidFill>
              <a:srgbClr val="0000FF"/>
            </a:solidFill>
            <a:prstDash val="dash"/>
            <a:round/>
            <a:headEnd/>
            <a:tailEnd/>
          </a:ln>
        </p:spPr>
      </p:cxnSp>
      <p:cxnSp>
        <p:nvCxnSpPr>
          <p:cNvPr id="61" name="Прямая соединительная линия 32"/>
          <p:cNvCxnSpPr/>
          <p:nvPr/>
        </p:nvCxnSpPr>
        <p:spPr bwMode="auto">
          <a:xfrm flipH="1">
            <a:off x="8518883" y="4709397"/>
            <a:ext cx="655" cy="653618"/>
          </a:xfrm>
          <a:prstGeom prst="line">
            <a:avLst/>
          </a:prstGeom>
          <a:noFill/>
          <a:ln w="9525" algn="ctr">
            <a:solidFill>
              <a:srgbClr val="0000FF"/>
            </a:solidFill>
            <a:prstDash val="dash"/>
            <a:round/>
            <a:headEnd/>
            <a:tailEnd/>
          </a:ln>
        </p:spPr>
      </p:cxnSp>
      <p:sp>
        <p:nvSpPr>
          <p:cNvPr id="62" name="Rectangle 61"/>
          <p:cNvSpPr/>
          <p:nvPr/>
        </p:nvSpPr>
        <p:spPr bwMode="auto">
          <a:xfrm>
            <a:off x="8281552" y="4827212"/>
            <a:ext cx="187082" cy="293226"/>
          </a:xfrm>
          <a:prstGeom prst="rect">
            <a:avLst/>
          </a:prstGeom>
          <a:pattFill prst="ltDnDiag">
            <a:fgClr>
              <a:schemeClr val="tx1"/>
            </a:fgClr>
            <a:bgClr>
              <a:schemeClr val="bg1"/>
            </a:bgClr>
          </a:patt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a:latin typeface="Arial" charset="0"/>
              <a:cs typeface="Arial" charset="0"/>
            </a:endParaRPr>
          </a:p>
        </p:txBody>
      </p:sp>
      <p:sp>
        <p:nvSpPr>
          <p:cNvPr id="63" name="Rectangle 62"/>
          <p:cNvSpPr/>
          <p:nvPr/>
        </p:nvSpPr>
        <p:spPr bwMode="auto">
          <a:xfrm>
            <a:off x="8400938" y="4830032"/>
            <a:ext cx="115849" cy="290406"/>
          </a:xfrm>
          <a:prstGeom prst="rect">
            <a:avLst/>
          </a:prstGeom>
          <a:pattFill prst="ltUpDiag">
            <a:fgClr>
              <a:schemeClr val="tx1"/>
            </a:fgClr>
            <a:bgClr>
              <a:schemeClr val="bg1"/>
            </a:bgClr>
          </a:patt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a:latin typeface="Arial" charset="0"/>
              <a:cs typeface="Arial" charset="0"/>
            </a:endParaRPr>
          </a:p>
        </p:txBody>
      </p:sp>
      <p:cxnSp>
        <p:nvCxnSpPr>
          <p:cNvPr id="64" name="Straight Arrow Connector 63"/>
          <p:cNvCxnSpPr/>
          <p:nvPr/>
        </p:nvCxnSpPr>
        <p:spPr bwMode="auto">
          <a:xfrm>
            <a:off x="8081809" y="4650490"/>
            <a:ext cx="180892" cy="0"/>
          </a:xfrm>
          <a:prstGeom prst="straightConnector1">
            <a:avLst/>
          </a:prstGeom>
          <a:solidFill>
            <a:schemeClr val="accent1"/>
          </a:solidFill>
          <a:ln w="9525" cap="flat" cmpd="sng" algn="ctr">
            <a:solidFill>
              <a:srgbClr val="0000FF"/>
            </a:solidFill>
            <a:prstDash val="solid"/>
            <a:round/>
            <a:headEnd type="none" w="med" len="med"/>
            <a:tailEnd type="triangle"/>
          </a:ln>
          <a:effectLst/>
        </p:spPr>
      </p:cxnSp>
      <p:cxnSp>
        <p:nvCxnSpPr>
          <p:cNvPr id="65" name="Straight Arrow Connector 64"/>
          <p:cNvCxnSpPr/>
          <p:nvPr/>
        </p:nvCxnSpPr>
        <p:spPr bwMode="auto">
          <a:xfrm>
            <a:off x="8422669" y="4650490"/>
            <a:ext cx="180892" cy="0"/>
          </a:xfrm>
          <a:prstGeom prst="straightConnector1">
            <a:avLst/>
          </a:prstGeom>
          <a:solidFill>
            <a:schemeClr val="accent1"/>
          </a:solidFill>
          <a:ln w="9525" cap="flat" cmpd="sng" algn="ctr">
            <a:solidFill>
              <a:srgbClr val="0000FF"/>
            </a:solidFill>
            <a:prstDash val="solid"/>
            <a:round/>
            <a:headEnd type="triangle" w="med" len="med"/>
            <a:tailEnd type="none"/>
          </a:ln>
          <a:effectLst/>
        </p:spPr>
      </p:cxnSp>
      <p:cxnSp>
        <p:nvCxnSpPr>
          <p:cNvPr id="66" name="Straight Arrow Connector 65"/>
          <p:cNvCxnSpPr/>
          <p:nvPr/>
        </p:nvCxnSpPr>
        <p:spPr bwMode="auto">
          <a:xfrm>
            <a:off x="8207477" y="5303639"/>
            <a:ext cx="180892" cy="0"/>
          </a:xfrm>
          <a:prstGeom prst="straightConnector1">
            <a:avLst/>
          </a:prstGeom>
          <a:solidFill>
            <a:schemeClr val="accent1"/>
          </a:solidFill>
          <a:ln w="9525" cap="flat" cmpd="sng" algn="ctr">
            <a:solidFill>
              <a:srgbClr val="0000FF"/>
            </a:solidFill>
            <a:prstDash val="solid"/>
            <a:round/>
            <a:headEnd type="none" w="med" len="med"/>
            <a:tailEnd type="triangle"/>
          </a:ln>
          <a:effectLst/>
        </p:spPr>
      </p:cxnSp>
      <p:cxnSp>
        <p:nvCxnSpPr>
          <p:cNvPr id="67" name="Straight Arrow Connector 66"/>
          <p:cNvCxnSpPr/>
          <p:nvPr/>
        </p:nvCxnSpPr>
        <p:spPr bwMode="auto">
          <a:xfrm>
            <a:off x="8535770" y="5303639"/>
            <a:ext cx="180892" cy="0"/>
          </a:xfrm>
          <a:prstGeom prst="straightConnector1">
            <a:avLst/>
          </a:prstGeom>
          <a:solidFill>
            <a:schemeClr val="accent1"/>
          </a:solidFill>
          <a:ln w="9525" cap="flat" cmpd="sng" algn="ctr">
            <a:solidFill>
              <a:srgbClr val="0000FF"/>
            </a:solidFill>
            <a:prstDash val="solid"/>
            <a:round/>
            <a:headEnd type="triangle" w="med" len="med"/>
            <a:tailEnd type="none"/>
          </a:ln>
          <a:effectLst/>
        </p:spPr>
      </p:cxnSp>
      <p:sp>
        <p:nvSpPr>
          <p:cNvPr id="68" name="TextBox 67"/>
          <p:cNvSpPr txBox="1"/>
          <p:nvPr/>
        </p:nvSpPr>
        <p:spPr>
          <a:xfrm>
            <a:off x="8428244" y="5350805"/>
            <a:ext cx="941283" cy="307777"/>
          </a:xfrm>
          <a:prstGeom prst="rect">
            <a:avLst/>
          </a:prstGeom>
          <a:noFill/>
        </p:spPr>
        <p:txBody>
          <a:bodyPr wrap="none" rtlCol="0">
            <a:spAutoFit/>
          </a:bodyPr>
          <a:lstStyle/>
          <a:p>
            <a:r>
              <a:rPr lang="en-US" sz="1400" dirty="0"/>
              <a:t>Hold time</a:t>
            </a:r>
          </a:p>
        </p:txBody>
      </p:sp>
      <p:sp>
        <p:nvSpPr>
          <p:cNvPr id="69" name="TextBox 68"/>
          <p:cNvSpPr txBox="1"/>
          <p:nvPr/>
        </p:nvSpPr>
        <p:spPr>
          <a:xfrm>
            <a:off x="7753944" y="4404571"/>
            <a:ext cx="553357" cy="184666"/>
          </a:xfrm>
          <a:prstGeom prst="rect">
            <a:avLst/>
          </a:prstGeom>
          <a:noFill/>
        </p:spPr>
        <p:txBody>
          <a:bodyPr wrap="none" rtlCol="0">
            <a:spAutoFit/>
          </a:bodyPr>
          <a:lstStyle/>
          <a:p>
            <a:r>
              <a:rPr lang="en-US" sz="600" dirty="0"/>
              <a:t>Setup time</a:t>
            </a:r>
          </a:p>
        </p:txBody>
      </p:sp>
      <p:sp>
        <p:nvSpPr>
          <p:cNvPr id="47" name="TextBox 46"/>
          <p:cNvSpPr txBox="1"/>
          <p:nvPr/>
        </p:nvSpPr>
        <p:spPr>
          <a:xfrm>
            <a:off x="7197017" y="3437170"/>
            <a:ext cx="1191352" cy="307777"/>
          </a:xfrm>
          <a:prstGeom prst="rect">
            <a:avLst/>
          </a:prstGeom>
          <a:noFill/>
        </p:spPr>
        <p:txBody>
          <a:bodyPr wrap="none" rtlCol="0">
            <a:spAutoFit/>
          </a:bodyPr>
          <a:lstStyle/>
          <a:p>
            <a:r>
              <a:rPr lang="en-US" sz="1400" dirty="0"/>
              <a:t>Cycle time P</a:t>
            </a:r>
          </a:p>
        </p:txBody>
      </p:sp>
      <p:sp>
        <p:nvSpPr>
          <p:cNvPr id="48" name="TextBox 47"/>
          <p:cNvSpPr txBox="1"/>
          <p:nvPr/>
        </p:nvSpPr>
        <p:spPr>
          <a:xfrm>
            <a:off x="6027548" y="4888239"/>
            <a:ext cx="314510" cy="307777"/>
          </a:xfrm>
          <a:prstGeom prst="rect">
            <a:avLst/>
          </a:prstGeom>
          <a:noFill/>
        </p:spPr>
        <p:txBody>
          <a:bodyPr wrap="none" rtlCol="0">
            <a:spAutoFit/>
          </a:bodyPr>
          <a:lstStyle/>
          <a:p>
            <a:r>
              <a:rPr lang="en-US" sz="1400" dirty="0"/>
              <a:t>D</a:t>
            </a:r>
          </a:p>
        </p:txBody>
      </p:sp>
      <p:cxnSp>
        <p:nvCxnSpPr>
          <p:cNvPr id="50" name="Прямая соединительная линия 30"/>
          <p:cNvCxnSpPr/>
          <p:nvPr/>
        </p:nvCxnSpPr>
        <p:spPr bwMode="auto">
          <a:xfrm flipH="1">
            <a:off x="6869943" y="4591354"/>
            <a:ext cx="655" cy="649103"/>
          </a:xfrm>
          <a:prstGeom prst="line">
            <a:avLst/>
          </a:prstGeom>
          <a:noFill/>
          <a:ln w="9525" algn="ctr">
            <a:solidFill>
              <a:srgbClr val="0000FF"/>
            </a:solidFill>
            <a:prstDash val="dash"/>
            <a:round/>
            <a:headEnd/>
            <a:tailEnd/>
          </a:ln>
        </p:spPr>
      </p:cxnSp>
      <p:cxnSp>
        <p:nvCxnSpPr>
          <p:cNvPr id="51" name="Прямая соединительная линия 32"/>
          <p:cNvCxnSpPr/>
          <p:nvPr/>
        </p:nvCxnSpPr>
        <p:spPr bwMode="auto">
          <a:xfrm flipH="1">
            <a:off x="7102300" y="4709637"/>
            <a:ext cx="655" cy="653618"/>
          </a:xfrm>
          <a:prstGeom prst="line">
            <a:avLst/>
          </a:prstGeom>
          <a:noFill/>
          <a:ln w="9525" algn="ctr">
            <a:solidFill>
              <a:srgbClr val="0000FF"/>
            </a:solidFill>
            <a:prstDash val="dash"/>
            <a:round/>
            <a:headEnd/>
            <a:tailEnd/>
          </a:ln>
        </p:spPr>
      </p:cxnSp>
      <p:sp>
        <p:nvSpPr>
          <p:cNvPr id="52" name="Rectangle 51"/>
          <p:cNvSpPr/>
          <p:nvPr/>
        </p:nvSpPr>
        <p:spPr bwMode="auto">
          <a:xfrm>
            <a:off x="6864969" y="4827451"/>
            <a:ext cx="187081" cy="293226"/>
          </a:xfrm>
          <a:prstGeom prst="rect">
            <a:avLst/>
          </a:prstGeom>
          <a:pattFill prst="ltDnDiag">
            <a:fgClr>
              <a:schemeClr val="tx1"/>
            </a:fgClr>
            <a:bgClr>
              <a:schemeClr val="bg1"/>
            </a:bgClr>
          </a:patt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a:latin typeface="Arial" charset="0"/>
              <a:cs typeface="Arial" charset="0"/>
            </a:endParaRPr>
          </a:p>
        </p:txBody>
      </p:sp>
      <p:sp>
        <p:nvSpPr>
          <p:cNvPr id="53" name="Rectangle 52"/>
          <p:cNvSpPr/>
          <p:nvPr/>
        </p:nvSpPr>
        <p:spPr bwMode="auto">
          <a:xfrm>
            <a:off x="6984354" y="4830510"/>
            <a:ext cx="115849" cy="289928"/>
          </a:xfrm>
          <a:prstGeom prst="rect">
            <a:avLst/>
          </a:prstGeom>
          <a:pattFill prst="ltUpDiag">
            <a:fgClr>
              <a:schemeClr val="tx1"/>
            </a:fgClr>
            <a:bgClr>
              <a:schemeClr val="bg1"/>
            </a:bgClr>
          </a:patt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400">
              <a:latin typeface="Arial" charset="0"/>
              <a:cs typeface="Arial" charset="0"/>
            </a:endParaRPr>
          </a:p>
        </p:txBody>
      </p:sp>
      <p:cxnSp>
        <p:nvCxnSpPr>
          <p:cNvPr id="54" name="Straight Arrow Connector 53"/>
          <p:cNvCxnSpPr/>
          <p:nvPr/>
        </p:nvCxnSpPr>
        <p:spPr bwMode="auto">
          <a:xfrm>
            <a:off x="6665226" y="4650730"/>
            <a:ext cx="180892" cy="0"/>
          </a:xfrm>
          <a:prstGeom prst="straightConnector1">
            <a:avLst/>
          </a:prstGeom>
          <a:solidFill>
            <a:schemeClr val="accent1"/>
          </a:solidFill>
          <a:ln w="9525" cap="flat" cmpd="sng" algn="ctr">
            <a:solidFill>
              <a:srgbClr val="0000FF"/>
            </a:solidFill>
            <a:prstDash val="solid"/>
            <a:round/>
            <a:headEnd type="none" w="med" len="med"/>
            <a:tailEnd type="triangle"/>
          </a:ln>
          <a:effectLst/>
        </p:spPr>
      </p:cxnSp>
      <p:cxnSp>
        <p:nvCxnSpPr>
          <p:cNvPr id="55" name="Straight Arrow Connector 54"/>
          <p:cNvCxnSpPr/>
          <p:nvPr/>
        </p:nvCxnSpPr>
        <p:spPr bwMode="auto">
          <a:xfrm>
            <a:off x="7006085" y="4650730"/>
            <a:ext cx="180892" cy="0"/>
          </a:xfrm>
          <a:prstGeom prst="straightConnector1">
            <a:avLst/>
          </a:prstGeom>
          <a:solidFill>
            <a:schemeClr val="accent1"/>
          </a:solidFill>
          <a:ln w="9525" cap="flat" cmpd="sng" algn="ctr">
            <a:solidFill>
              <a:srgbClr val="0000FF"/>
            </a:solidFill>
            <a:prstDash val="solid"/>
            <a:round/>
            <a:headEnd type="triangle" w="med" len="med"/>
            <a:tailEnd type="none"/>
          </a:ln>
          <a:effectLst/>
        </p:spPr>
      </p:cxnSp>
      <p:cxnSp>
        <p:nvCxnSpPr>
          <p:cNvPr id="56" name="Straight Arrow Connector 55"/>
          <p:cNvCxnSpPr/>
          <p:nvPr/>
        </p:nvCxnSpPr>
        <p:spPr bwMode="auto">
          <a:xfrm>
            <a:off x="6790894" y="5303878"/>
            <a:ext cx="180892" cy="0"/>
          </a:xfrm>
          <a:prstGeom prst="straightConnector1">
            <a:avLst/>
          </a:prstGeom>
          <a:solidFill>
            <a:schemeClr val="accent1"/>
          </a:solidFill>
          <a:ln w="9525" cap="flat" cmpd="sng" algn="ctr">
            <a:solidFill>
              <a:srgbClr val="0000FF"/>
            </a:solidFill>
            <a:prstDash val="solid"/>
            <a:round/>
            <a:headEnd type="none" w="med" len="med"/>
            <a:tailEnd type="triangle"/>
          </a:ln>
          <a:effectLst/>
        </p:spPr>
      </p:cxnSp>
      <p:cxnSp>
        <p:nvCxnSpPr>
          <p:cNvPr id="57" name="Straight Arrow Connector 56"/>
          <p:cNvCxnSpPr/>
          <p:nvPr/>
        </p:nvCxnSpPr>
        <p:spPr bwMode="auto">
          <a:xfrm>
            <a:off x="7119186" y="5303878"/>
            <a:ext cx="180892" cy="0"/>
          </a:xfrm>
          <a:prstGeom prst="straightConnector1">
            <a:avLst/>
          </a:prstGeom>
          <a:solidFill>
            <a:schemeClr val="accent1"/>
          </a:solidFill>
          <a:ln w="9525" cap="flat" cmpd="sng" algn="ctr">
            <a:solidFill>
              <a:srgbClr val="0000FF"/>
            </a:solidFill>
            <a:prstDash val="solid"/>
            <a:round/>
            <a:headEnd type="triangle" w="med" len="med"/>
            <a:tailEnd type="none"/>
          </a:ln>
          <a:effectLst/>
        </p:spPr>
      </p:cxnSp>
      <p:sp>
        <p:nvSpPr>
          <p:cNvPr id="58" name="TextBox 57"/>
          <p:cNvSpPr txBox="1"/>
          <p:nvPr/>
        </p:nvSpPr>
        <p:spPr>
          <a:xfrm>
            <a:off x="7011660" y="5351045"/>
            <a:ext cx="941283" cy="307777"/>
          </a:xfrm>
          <a:prstGeom prst="rect">
            <a:avLst/>
          </a:prstGeom>
          <a:noFill/>
        </p:spPr>
        <p:txBody>
          <a:bodyPr wrap="none" rtlCol="0">
            <a:spAutoFit/>
          </a:bodyPr>
          <a:lstStyle/>
          <a:p>
            <a:r>
              <a:rPr lang="en-US" sz="1400" dirty="0"/>
              <a:t>Hold time</a:t>
            </a:r>
          </a:p>
        </p:txBody>
      </p:sp>
      <p:sp>
        <p:nvSpPr>
          <p:cNvPr id="59" name="TextBox 58"/>
          <p:cNvSpPr txBox="1"/>
          <p:nvPr/>
        </p:nvSpPr>
        <p:spPr>
          <a:xfrm>
            <a:off x="6319777" y="4396019"/>
            <a:ext cx="553357" cy="184666"/>
          </a:xfrm>
          <a:prstGeom prst="rect">
            <a:avLst/>
          </a:prstGeom>
          <a:noFill/>
        </p:spPr>
        <p:txBody>
          <a:bodyPr wrap="none" rtlCol="0">
            <a:spAutoFit/>
          </a:bodyPr>
          <a:lstStyle/>
          <a:p>
            <a:r>
              <a:rPr lang="en-US" sz="600" dirty="0"/>
              <a:t>Setup time</a:t>
            </a:r>
          </a:p>
        </p:txBody>
      </p:sp>
      <p:sp>
        <p:nvSpPr>
          <p:cNvPr id="70" name="Cloud 69"/>
          <p:cNvSpPr/>
          <p:nvPr/>
        </p:nvSpPr>
        <p:spPr bwMode="auto">
          <a:xfrm>
            <a:off x="3221674" y="1843794"/>
            <a:ext cx="668587" cy="452437"/>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a:defRPr/>
            </a:pPr>
            <a:endParaRPr lang="en-US" sz="1000" dirty="0"/>
          </a:p>
        </p:txBody>
      </p:sp>
    </p:spTree>
    <p:extLst>
      <p:ext uri="{BB962C8B-B14F-4D97-AF65-F5344CB8AC3E}">
        <p14:creationId xmlns:p14="http://schemas.microsoft.com/office/powerpoint/2010/main" val="3212589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EF900C99-4128-4846-8221-AFC417CD7736}"/>
              </a:ext>
            </a:extLst>
          </p:cNvPr>
          <p:cNvSpPr>
            <a:spLocks noGrp="1"/>
          </p:cNvSpPr>
          <p:nvPr>
            <p:ph type="title"/>
          </p:nvPr>
        </p:nvSpPr>
        <p:spPr/>
        <p:txBody>
          <a:bodyPr>
            <a:normAutofit/>
          </a:bodyPr>
          <a:lstStyle/>
          <a:p>
            <a:r>
              <a:rPr lang="en-US" altLang="en-US" dirty="0"/>
              <a:t>Required and Arrival Times </a:t>
            </a:r>
          </a:p>
        </p:txBody>
      </p:sp>
      <p:sp>
        <p:nvSpPr>
          <p:cNvPr id="3" name="Content Placeholder 2">
            <a:extLst>
              <a:ext uri="{FF2B5EF4-FFF2-40B4-BE49-F238E27FC236}">
                <a16:creationId xmlns:a16="http://schemas.microsoft.com/office/drawing/2014/main" id="{0DB05975-5099-47BD-BF1A-007012473F4A}"/>
              </a:ext>
            </a:extLst>
          </p:cNvPr>
          <p:cNvSpPr>
            <a:spLocks noGrp="1"/>
          </p:cNvSpPr>
          <p:nvPr>
            <p:ph type="body" sz="quarter" idx="10"/>
          </p:nvPr>
        </p:nvSpPr>
        <p:spPr/>
        <p:txBody>
          <a:bodyPr/>
          <a:lstStyle/>
          <a:p>
            <a:pPr>
              <a:defRPr/>
            </a:pPr>
            <a:r>
              <a:rPr lang="en-US" dirty="0">
                <a:latin typeface="+mj-lt"/>
              </a:rPr>
              <a:t>Arrival time constraints at each output node</a:t>
            </a:r>
          </a:p>
          <a:p>
            <a:pPr>
              <a:defRPr/>
            </a:pPr>
            <a:r>
              <a:rPr lang="en-US" dirty="0">
                <a:latin typeface="+mj-lt"/>
              </a:rPr>
              <a:t>It is useful to know the required time at each node </a:t>
            </a:r>
          </a:p>
          <a:p>
            <a:pPr lvl="1">
              <a:defRPr/>
            </a:pPr>
            <a:r>
              <a:rPr lang="en-US" dirty="0">
                <a:latin typeface="+mj-lt"/>
              </a:rPr>
              <a:t>If the arrival time exceeds the required time, the path must be sped 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C1E88BC1-A222-4029-B969-32C8205F2DD1}"/>
              </a:ext>
            </a:extLst>
          </p:cNvPr>
          <p:cNvSpPr>
            <a:spLocks noGrp="1"/>
          </p:cNvSpPr>
          <p:nvPr>
            <p:ph type="title"/>
          </p:nvPr>
        </p:nvSpPr>
        <p:spPr/>
        <p:txBody>
          <a:bodyPr/>
          <a:lstStyle/>
          <a:p>
            <a:r>
              <a:rPr lang="en-US" altLang="en-US"/>
              <a:t>Path-based Timing Calculation</a:t>
            </a:r>
          </a:p>
        </p:txBody>
      </p:sp>
      <p:sp>
        <p:nvSpPr>
          <p:cNvPr id="3" name="Content Placeholder 2">
            <a:extLst>
              <a:ext uri="{FF2B5EF4-FFF2-40B4-BE49-F238E27FC236}">
                <a16:creationId xmlns:a16="http://schemas.microsoft.com/office/drawing/2014/main" id="{8C51B3CA-4B9D-49E5-9698-D9DE33B89D0D}"/>
              </a:ext>
            </a:extLst>
          </p:cNvPr>
          <p:cNvSpPr>
            <a:spLocks noGrp="1"/>
          </p:cNvSpPr>
          <p:nvPr>
            <p:ph type="body" sz="quarter" idx="10"/>
          </p:nvPr>
        </p:nvSpPr>
        <p:spPr/>
        <p:txBody>
          <a:bodyPr/>
          <a:lstStyle/>
          <a:p>
            <a:pPr>
              <a:defRPr/>
            </a:pPr>
            <a:r>
              <a:rPr lang="en-US" sz="1800" dirty="0">
                <a:latin typeface="+mj-lt"/>
              </a:rPr>
              <a:t>Calculates minimum and maximum path delay costs</a:t>
            </a:r>
          </a:p>
          <a:p>
            <a:pPr>
              <a:defRPr/>
            </a:pPr>
            <a:r>
              <a:rPr lang="en-US" sz="1800" dirty="0">
                <a:latin typeface="+mj-lt"/>
              </a:rPr>
              <a:t>The timing analyzer represents a </a:t>
            </a:r>
            <a:r>
              <a:rPr lang="en-US" sz="1800" dirty="0" err="1">
                <a:latin typeface="+mj-lt"/>
              </a:rPr>
              <a:t>netlist</a:t>
            </a:r>
            <a:r>
              <a:rPr lang="en-US" sz="1800" dirty="0">
                <a:latin typeface="+mj-lt"/>
              </a:rPr>
              <a:t> as a directed graph</a:t>
            </a:r>
          </a:p>
          <a:p>
            <a:pPr lvl="1">
              <a:defRPr/>
            </a:pPr>
            <a:r>
              <a:rPr lang="en-US" sz="1600" dirty="0">
                <a:latin typeface="+mj-lt"/>
              </a:rPr>
              <a:t>Nodes in the graph  </a:t>
            </a:r>
          </a:p>
          <a:p>
            <a:pPr lvl="1">
              <a:defRPr/>
            </a:pPr>
            <a:r>
              <a:rPr lang="en-US" sz="1600" dirty="0">
                <a:latin typeface="+mj-lt"/>
              </a:rPr>
              <a:t>Edges represent</a:t>
            </a:r>
          </a:p>
          <a:p>
            <a:pPr lvl="2">
              <a:defRPr/>
            </a:pPr>
            <a:r>
              <a:rPr lang="en-US" sz="1400" dirty="0">
                <a:latin typeface="+mj-lt"/>
              </a:rPr>
              <a:t>Net delay – interconnect delay between a driver pin and a load pin its </a:t>
            </a:r>
            <a:r>
              <a:rPr lang="en-US" sz="1400" dirty="0" err="1">
                <a:latin typeface="+mj-lt"/>
              </a:rPr>
              <a:t>fanout</a:t>
            </a:r>
            <a:endParaRPr lang="en-US" sz="1400" dirty="0">
              <a:latin typeface="+mj-lt"/>
            </a:endParaRPr>
          </a:p>
          <a:p>
            <a:pPr lvl="2">
              <a:defRPr/>
            </a:pPr>
            <a:r>
              <a:rPr lang="en-US" sz="1400" dirty="0">
                <a:latin typeface="+mj-lt"/>
              </a:rPr>
              <a:t>Cell delay – timing delay between an input pin and an output pin of a cell</a:t>
            </a:r>
          </a:p>
        </p:txBody>
      </p:sp>
      <p:grpSp>
        <p:nvGrpSpPr>
          <p:cNvPr id="13316" name="Group 35">
            <a:extLst>
              <a:ext uri="{FF2B5EF4-FFF2-40B4-BE49-F238E27FC236}">
                <a16:creationId xmlns:a16="http://schemas.microsoft.com/office/drawing/2014/main" id="{1EA757C4-88B4-4409-B79A-350911ADC30F}"/>
              </a:ext>
            </a:extLst>
          </p:cNvPr>
          <p:cNvGrpSpPr>
            <a:grpSpLocks/>
          </p:cNvGrpSpPr>
          <p:nvPr/>
        </p:nvGrpSpPr>
        <p:grpSpPr bwMode="auto">
          <a:xfrm>
            <a:off x="6662738" y="3895726"/>
            <a:ext cx="1947862" cy="1743075"/>
            <a:chOff x="4657682" y="3836151"/>
            <a:chExt cx="1947993" cy="1743850"/>
          </a:xfrm>
        </p:grpSpPr>
        <p:sp>
          <p:nvSpPr>
            <p:cNvPr id="21" name="Овал 111">
              <a:extLst>
                <a:ext uri="{FF2B5EF4-FFF2-40B4-BE49-F238E27FC236}">
                  <a16:creationId xmlns:a16="http://schemas.microsoft.com/office/drawing/2014/main" id="{00B7CABC-D011-4F45-AD45-04324740C9F3}"/>
                </a:ext>
              </a:extLst>
            </p:cNvPr>
            <p:cNvSpPr/>
            <p:nvPr/>
          </p:nvSpPr>
          <p:spPr bwMode="auto">
            <a:xfrm>
              <a:off x="4657682" y="3836151"/>
              <a:ext cx="347685" cy="347818"/>
            </a:xfrm>
            <a:prstGeom prst="ellipse">
              <a:avLst/>
            </a:prstGeom>
            <a:solidFill>
              <a:schemeClr val="accent1"/>
            </a:solidFill>
            <a:ln w="9525" cap="flat" cmpd="sng" algn="ctr">
              <a:solidFill>
                <a:schemeClr val="tx1"/>
              </a:solidFill>
              <a:prstDash val="solid"/>
              <a:round/>
              <a:headEnd type="none" w="med" len="med"/>
              <a:tailEnd type="triangle" w="med" len="med"/>
            </a:ln>
            <a:effectLst/>
          </p:spPr>
          <p:txBody>
            <a:bodyPr anchor="ctr"/>
            <a:lstStyle/>
            <a:p>
              <a:pPr eaLnBrk="1" hangingPunct="1">
                <a:defRPr/>
              </a:pPr>
              <a:r>
                <a:rPr lang="en-US" sz="1600" dirty="0">
                  <a:solidFill>
                    <a:schemeClr val="bg1"/>
                  </a:solidFill>
                  <a:latin typeface="+mj-lt"/>
                  <a:cs typeface="Arial" charset="0"/>
                </a:rPr>
                <a:t>a</a:t>
              </a:r>
              <a:endParaRPr lang="ru-RU" sz="1600" dirty="0">
                <a:solidFill>
                  <a:schemeClr val="bg1"/>
                </a:solidFill>
                <a:latin typeface="+mj-lt"/>
                <a:cs typeface="Arial" charset="0"/>
              </a:endParaRPr>
            </a:p>
          </p:txBody>
        </p:sp>
        <p:sp>
          <p:nvSpPr>
            <p:cNvPr id="22" name="Овал 113">
              <a:extLst>
                <a:ext uri="{FF2B5EF4-FFF2-40B4-BE49-F238E27FC236}">
                  <a16:creationId xmlns:a16="http://schemas.microsoft.com/office/drawing/2014/main" id="{13131FA6-1034-4CBE-91CC-6F90CABE1AA1}"/>
                </a:ext>
              </a:extLst>
            </p:cNvPr>
            <p:cNvSpPr/>
            <p:nvPr/>
          </p:nvSpPr>
          <p:spPr bwMode="auto">
            <a:xfrm>
              <a:off x="4657682" y="4306260"/>
              <a:ext cx="347685" cy="347818"/>
            </a:xfrm>
            <a:prstGeom prst="ellipse">
              <a:avLst/>
            </a:prstGeom>
            <a:solidFill>
              <a:schemeClr val="accent1"/>
            </a:solidFill>
            <a:ln w="9525" cap="flat" cmpd="sng" algn="ctr">
              <a:solidFill>
                <a:schemeClr val="tx1"/>
              </a:solidFill>
              <a:prstDash val="solid"/>
              <a:round/>
              <a:headEnd type="none" w="med" len="med"/>
              <a:tailEnd type="triangle" w="med" len="med"/>
            </a:ln>
            <a:effectLst/>
          </p:spPr>
          <p:txBody>
            <a:bodyPr anchor="ctr"/>
            <a:lstStyle/>
            <a:p>
              <a:pPr eaLnBrk="1" hangingPunct="1">
                <a:defRPr/>
              </a:pPr>
              <a:r>
                <a:rPr lang="en-US" sz="1600" dirty="0">
                  <a:solidFill>
                    <a:schemeClr val="bg1"/>
                  </a:solidFill>
                  <a:latin typeface="+mj-lt"/>
                  <a:cs typeface="Arial" charset="0"/>
                </a:rPr>
                <a:t>b</a:t>
              </a:r>
              <a:endParaRPr lang="ru-RU" sz="1600" dirty="0">
                <a:solidFill>
                  <a:schemeClr val="bg1"/>
                </a:solidFill>
                <a:latin typeface="+mj-lt"/>
                <a:cs typeface="Arial" charset="0"/>
              </a:endParaRPr>
            </a:p>
          </p:txBody>
        </p:sp>
        <p:sp>
          <p:nvSpPr>
            <p:cNvPr id="23" name="Овал 114">
              <a:extLst>
                <a:ext uri="{FF2B5EF4-FFF2-40B4-BE49-F238E27FC236}">
                  <a16:creationId xmlns:a16="http://schemas.microsoft.com/office/drawing/2014/main" id="{54DC1A6D-D831-474E-976A-420BD64CE219}"/>
                </a:ext>
              </a:extLst>
            </p:cNvPr>
            <p:cNvSpPr/>
            <p:nvPr/>
          </p:nvSpPr>
          <p:spPr bwMode="auto">
            <a:xfrm>
              <a:off x="4657682" y="4771605"/>
              <a:ext cx="347685" cy="347817"/>
            </a:xfrm>
            <a:prstGeom prst="ellipse">
              <a:avLst/>
            </a:prstGeom>
            <a:solidFill>
              <a:schemeClr val="accent1"/>
            </a:solidFill>
            <a:ln w="9525" cap="flat" cmpd="sng" algn="ctr">
              <a:solidFill>
                <a:schemeClr val="tx1"/>
              </a:solidFill>
              <a:prstDash val="solid"/>
              <a:round/>
              <a:headEnd type="none" w="med" len="med"/>
              <a:tailEnd type="triangle" w="med" len="med"/>
            </a:ln>
            <a:effectLst/>
          </p:spPr>
          <p:txBody>
            <a:bodyPr anchor="ctr"/>
            <a:lstStyle/>
            <a:p>
              <a:pPr eaLnBrk="1" hangingPunct="1">
                <a:defRPr/>
              </a:pPr>
              <a:r>
                <a:rPr lang="en-US" sz="1600" dirty="0">
                  <a:solidFill>
                    <a:schemeClr val="bg1"/>
                  </a:solidFill>
                  <a:latin typeface="+mj-lt"/>
                  <a:cs typeface="Arial" charset="0"/>
                </a:rPr>
                <a:t>c</a:t>
              </a:r>
              <a:endParaRPr lang="ru-RU" sz="1600" dirty="0">
                <a:solidFill>
                  <a:schemeClr val="bg1"/>
                </a:solidFill>
                <a:latin typeface="+mj-lt"/>
                <a:cs typeface="Arial" charset="0"/>
              </a:endParaRPr>
            </a:p>
          </p:txBody>
        </p:sp>
        <p:sp>
          <p:nvSpPr>
            <p:cNvPr id="24" name="Овал 115">
              <a:extLst>
                <a:ext uri="{FF2B5EF4-FFF2-40B4-BE49-F238E27FC236}">
                  <a16:creationId xmlns:a16="http://schemas.microsoft.com/office/drawing/2014/main" id="{08A6D2C1-57F9-44BA-A5F5-9D541AF849B4}"/>
                </a:ext>
              </a:extLst>
            </p:cNvPr>
            <p:cNvSpPr/>
            <p:nvPr/>
          </p:nvSpPr>
          <p:spPr bwMode="auto">
            <a:xfrm>
              <a:off x="4657682" y="5232184"/>
              <a:ext cx="347685" cy="347817"/>
            </a:xfrm>
            <a:prstGeom prst="ellipse">
              <a:avLst/>
            </a:prstGeom>
            <a:solidFill>
              <a:schemeClr val="accent1"/>
            </a:solidFill>
            <a:ln w="9525" cap="flat" cmpd="sng" algn="ctr">
              <a:solidFill>
                <a:schemeClr val="tx1"/>
              </a:solidFill>
              <a:prstDash val="solid"/>
              <a:round/>
              <a:headEnd type="none" w="med" len="med"/>
              <a:tailEnd type="triangle" w="med" len="med"/>
            </a:ln>
            <a:effectLst/>
          </p:spPr>
          <p:txBody>
            <a:bodyPr anchor="ctr"/>
            <a:lstStyle/>
            <a:p>
              <a:pPr eaLnBrk="1" hangingPunct="1">
                <a:defRPr/>
              </a:pPr>
              <a:r>
                <a:rPr lang="en-US" sz="1600" dirty="0">
                  <a:solidFill>
                    <a:schemeClr val="bg1"/>
                  </a:solidFill>
                  <a:latin typeface="+mj-lt"/>
                  <a:cs typeface="Arial" charset="0"/>
                </a:rPr>
                <a:t>d</a:t>
              </a:r>
              <a:endParaRPr lang="ru-RU" sz="1600" dirty="0">
                <a:solidFill>
                  <a:schemeClr val="bg1"/>
                </a:solidFill>
                <a:latin typeface="+mj-lt"/>
                <a:cs typeface="Arial" charset="0"/>
              </a:endParaRPr>
            </a:p>
          </p:txBody>
        </p:sp>
        <p:sp>
          <p:nvSpPr>
            <p:cNvPr id="25" name="Овал 111">
              <a:extLst>
                <a:ext uri="{FF2B5EF4-FFF2-40B4-BE49-F238E27FC236}">
                  <a16:creationId xmlns:a16="http://schemas.microsoft.com/office/drawing/2014/main" id="{51AE37FD-6DF5-4934-B666-3A406C56A7D9}"/>
                </a:ext>
              </a:extLst>
            </p:cNvPr>
            <p:cNvSpPr/>
            <p:nvPr/>
          </p:nvSpPr>
          <p:spPr bwMode="auto">
            <a:xfrm>
              <a:off x="5267323" y="4058500"/>
              <a:ext cx="349273" cy="347818"/>
            </a:xfrm>
            <a:prstGeom prst="ellipse">
              <a:avLst/>
            </a:prstGeom>
            <a:solidFill>
              <a:schemeClr val="accent1"/>
            </a:solidFill>
            <a:ln w="9525" cap="flat" cmpd="sng" algn="ctr">
              <a:solidFill>
                <a:schemeClr val="tx1"/>
              </a:solidFill>
              <a:prstDash val="solid"/>
              <a:round/>
              <a:headEnd type="none" w="med" len="med"/>
              <a:tailEnd type="triangle" w="med" len="med"/>
            </a:ln>
            <a:effectLst/>
          </p:spPr>
          <p:txBody>
            <a:bodyPr anchor="ctr"/>
            <a:lstStyle/>
            <a:p>
              <a:pPr eaLnBrk="1" hangingPunct="1">
                <a:defRPr/>
              </a:pPr>
              <a:r>
                <a:rPr lang="en-US" sz="1600" dirty="0">
                  <a:solidFill>
                    <a:schemeClr val="bg1"/>
                  </a:solidFill>
                  <a:latin typeface="+mj-lt"/>
                  <a:cs typeface="Arial" charset="0"/>
                </a:rPr>
                <a:t>e</a:t>
              </a:r>
              <a:endParaRPr lang="ru-RU" sz="1600" dirty="0">
                <a:solidFill>
                  <a:schemeClr val="bg1"/>
                </a:solidFill>
                <a:latin typeface="+mj-lt"/>
                <a:cs typeface="Arial" charset="0"/>
              </a:endParaRPr>
            </a:p>
          </p:txBody>
        </p:sp>
        <p:sp>
          <p:nvSpPr>
            <p:cNvPr id="26" name="Овал 113">
              <a:extLst>
                <a:ext uri="{FF2B5EF4-FFF2-40B4-BE49-F238E27FC236}">
                  <a16:creationId xmlns:a16="http://schemas.microsoft.com/office/drawing/2014/main" id="{EF4F4CD8-FDC9-4E75-80EB-EDF5509FA7C8}"/>
                </a:ext>
              </a:extLst>
            </p:cNvPr>
            <p:cNvSpPr/>
            <p:nvPr/>
          </p:nvSpPr>
          <p:spPr bwMode="auto">
            <a:xfrm>
              <a:off x="5267323" y="4986012"/>
              <a:ext cx="349273" cy="347818"/>
            </a:xfrm>
            <a:prstGeom prst="ellipse">
              <a:avLst/>
            </a:prstGeom>
            <a:solidFill>
              <a:schemeClr val="accent1"/>
            </a:solidFill>
            <a:ln w="9525" cap="flat" cmpd="sng" algn="ctr">
              <a:solidFill>
                <a:schemeClr val="tx1"/>
              </a:solidFill>
              <a:prstDash val="solid"/>
              <a:round/>
              <a:headEnd type="none" w="med" len="med"/>
              <a:tailEnd type="triangle" w="med" len="med"/>
            </a:ln>
            <a:effectLst/>
          </p:spPr>
          <p:txBody>
            <a:bodyPr anchor="ctr"/>
            <a:lstStyle/>
            <a:p>
              <a:pPr eaLnBrk="1" hangingPunct="1">
                <a:defRPr/>
              </a:pPr>
              <a:r>
                <a:rPr lang="en-US" sz="1600" dirty="0">
                  <a:solidFill>
                    <a:schemeClr val="bg1"/>
                  </a:solidFill>
                  <a:latin typeface="+mj-lt"/>
                  <a:cs typeface="Arial" charset="0"/>
                </a:rPr>
                <a:t>g</a:t>
              </a:r>
              <a:endParaRPr lang="ru-RU" sz="1600" dirty="0">
                <a:solidFill>
                  <a:schemeClr val="bg1"/>
                </a:solidFill>
                <a:latin typeface="+mj-lt"/>
                <a:cs typeface="Arial" charset="0"/>
              </a:endParaRPr>
            </a:p>
          </p:txBody>
        </p:sp>
        <p:sp>
          <p:nvSpPr>
            <p:cNvPr id="27" name="Овал 111">
              <a:extLst>
                <a:ext uri="{FF2B5EF4-FFF2-40B4-BE49-F238E27FC236}">
                  <a16:creationId xmlns:a16="http://schemas.microsoft.com/office/drawing/2014/main" id="{19A0F6E0-1BBB-496B-9A68-F9F35849B55F}"/>
                </a:ext>
              </a:extLst>
            </p:cNvPr>
            <p:cNvSpPr/>
            <p:nvPr/>
          </p:nvSpPr>
          <p:spPr bwMode="auto">
            <a:xfrm>
              <a:off x="5762656" y="4430140"/>
              <a:ext cx="347685" cy="347818"/>
            </a:xfrm>
            <a:prstGeom prst="ellipse">
              <a:avLst/>
            </a:prstGeom>
            <a:solidFill>
              <a:schemeClr val="accent1"/>
            </a:solidFill>
            <a:ln w="9525" cap="flat" cmpd="sng" algn="ctr">
              <a:solidFill>
                <a:schemeClr val="tx1"/>
              </a:solidFill>
              <a:prstDash val="solid"/>
              <a:round/>
              <a:headEnd type="none" w="med" len="med"/>
              <a:tailEnd type="triangle" w="med" len="med"/>
            </a:ln>
            <a:effectLst/>
          </p:spPr>
          <p:txBody>
            <a:bodyPr anchor="ctr"/>
            <a:lstStyle/>
            <a:p>
              <a:pPr eaLnBrk="1" hangingPunct="1">
                <a:defRPr/>
              </a:pPr>
              <a:r>
                <a:rPr lang="en-US" sz="1600" dirty="0">
                  <a:solidFill>
                    <a:schemeClr val="bg1"/>
                  </a:solidFill>
                  <a:latin typeface="+mj-lt"/>
                  <a:cs typeface="Arial" charset="0"/>
                </a:rPr>
                <a:t>f</a:t>
              </a:r>
              <a:endParaRPr lang="ru-RU" sz="1600" dirty="0">
                <a:solidFill>
                  <a:schemeClr val="bg1"/>
                </a:solidFill>
                <a:latin typeface="+mj-lt"/>
                <a:cs typeface="Arial" charset="0"/>
              </a:endParaRPr>
            </a:p>
          </p:txBody>
        </p:sp>
        <p:sp>
          <p:nvSpPr>
            <p:cNvPr id="28" name="Овал 111">
              <a:extLst>
                <a:ext uri="{FF2B5EF4-FFF2-40B4-BE49-F238E27FC236}">
                  <a16:creationId xmlns:a16="http://schemas.microsoft.com/office/drawing/2014/main" id="{E7863A51-D16D-4E0C-AC70-416B06112ADF}"/>
                </a:ext>
              </a:extLst>
            </p:cNvPr>
            <p:cNvSpPr/>
            <p:nvPr/>
          </p:nvSpPr>
          <p:spPr bwMode="auto">
            <a:xfrm>
              <a:off x="6257990" y="4800192"/>
              <a:ext cx="347685" cy="347817"/>
            </a:xfrm>
            <a:prstGeom prst="ellipse">
              <a:avLst/>
            </a:prstGeom>
            <a:solidFill>
              <a:schemeClr val="accent1"/>
            </a:solidFill>
            <a:ln w="9525" cap="flat" cmpd="sng" algn="ctr">
              <a:solidFill>
                <a:schemeClr val="tx1"/>
              </a:solidFill>
              <a:prstDash val="solid"/>
              <a:round/>
              <a:headEnd type="none" w="med" len="med"/>
              <a:tailEnd type="triangle" w="med" len="med"/>
            </a:ln>
            <a:effectLst/>
          </p:spPr>
          <p:txBody>
            <a:bodyPr anchor="ctr"/>
            <a:lstStyle/>
            <a:p>
              <a:pPr eaLnBrk="1" hangingPunct="1">
                <a:defRPr/>
              </a:pPr>
              <a:r>
                <a:rPr lang="en-US" sz="1600" dirty="0">
                  <a:solidFill>
                    <a:schemeClr val="bg1"/>
                  </a:solidFill>
                  <a:latin typeface="+mj-lt"/>
                  <a:cs typeface="Arial" charset="0"/>
                </a:rPr>
                <a:t>h</a:t>
              </a:r>
              <a:endParaRPr lang="ru-RU" sz="1600" dirty="0">
                <a:solidFill>
                  <a:schemeClr val="bg1"/>
                </a:solidFill>
                <a:latin typeface="+mj-lt"/>
                <a:cs typeface="Arial" charset="0"/>
              </a:endParaRPr>
            </a:p>
          </p:txBody>
        </p:sp>
        <p:cxnSp>
          <p:nvCxnSpPr>
            <p:cNvPr id="13349" name="Straight Arrow Connector 28">
              <a:extLst>
                <a:ext uri="{FF2B5EF4-FFF2-40B4-BE49-F238E27FC236}">
                  <a16:creationId xmlns:a16="http://schemas.microsoft.com/office/drawing/2014/main" id="{C1160417-F886-4AF0-BF81-5D73F464752A}"/>
                </a:ext>
              </a:extLst>
            </p:cNvPr>
            <p:cNvCxnSpPr>
              <a:cxnSpLocks noChangeShapeType="1"/>
              <a:stCxn id="21" idx="6"/>
              <a:endCxn id="25" idx="1"/>
            </p:cNvCxnSpPr>
            <p:nvPr/>
          </p:nvCxnSpPr>
          <p:spPr bwMode="auto">
            <a:xfrm>
              <a:off x="5005600" y="4010110"/>
              <a:ext cx="313339" cy="99270"/>
            </a:xfrm>
            <a:prstGeom prst="straightConnector1">
              <a:avLst/>
            </a:prstGeom>
            <a:noFill/>
            <a:ln w="9525" algn="ctr">
              <a:solidFill>
                <a:schemeClr val="tx1"/>
              </a:solidFill>
              <a:round/>
              <a:headEnd/>
              <a:tailEnd type="triangle" w="med" len="med"/>
            </a:ln>
          </p:spPr>
        </p:cxnSp>
        <p:cxnSp>
          <p:nvCxnSpPr>
            <p:cNvPr id="13350" name="Straight Arrow Connector 29">
              <a:extLst>
                <a:ext uri="{FF2B5EF4-FFF2-40B4-BE49-F238E27FC236}">
                  <a16:creationId xmlns:a16="http://schemas.microsoft.com/office/drawing/2014/main" id="{1C3D397A-51DC-401C-BF50-7A682FFC320D}"/>
                </a:ext>
              </a:extLst>
            </p:cNvPr>
            <p:cNvCxnSpPr>
              <a:cxnSpLocks noChangeShapeType="1"/>
              <a:stCxn id="22" idx="6"/>
            </p:cNvCxnSpPr>
            <p:nvPr/>
          </p:nvCxnSpPr>
          <p:spPr bwMode="auto">
            <a:xfrm flipV="1">
              <a:off x="5005600" y="4305911"/>
              <a:ext cx="262388" cy="173959"/>
            </a:xfrm>
            <a:prstGeom prst="straightConnector1">
              <a:avLst/>
            </a:prstGeom>
            <a:noFill/>
            <a:ln w="9525" algn="ctr">
              <a:solidFill>
                <a:schemeClr val="tx1"/>
              </a:solidFill>
              <a:round/>
              <a:headEnd/>
              <a:tailEnd type="triangle" w="med" len="med"/>
            </a:ln>
          </p:spPr>
        </p:cxnSp>
        <p:cxnSp>
          <p:nvCxnSpPr>
            <p:cNvPr id="13351" name="Straight Arrow Connector 30">
              <a:extLst>
                <a:ext uri="{FF2B5EF4-FFF2-40B4-BE49-F238E27FC236}">
                  <a16:creationId xmlns:a16="http://schemas.microsoft.com/office/drawing/2014/main" id="{5F95B1BF-BF51-4DBA-AA2B-320125CA9AC3}"/>
                </a:ext>
              </a:extLst>
            </p:cNvPr>
            <p:cNvCxnSpPr>
              <a:cxnSpLocks noChangeShapeType="1"/>
              <a:stCxn id="23" idx="6"/>
              <a:endCxn id="26" idx="1"/>
            </p:cNvCxnSpPr>
            <p:nvPr/>
          </p:nvCxnSpPr>
          <p:spPr bwMode="auto">
            <a:xfrm>
              <a:off x="5005600" y="4945371"/>
              <a:ext cx="313339" cy="91917"/>
            </a:xfrm>
            <a:prstGeom prst="straightConnector1">
              <a:avLst/>
            </a:prstGeom>
            <a:noFill/>
            <a:ln w="9525" algn="ctr">
              <a:solidFill>
                <a:schemeClr val="tx1"/>
              </a:solidFill>
              <a:round/>
              <a:headEnd/>
              <a:tailEnd type="triangle" w="med" len="med"/>
            </a:ln>
          </p:spPr>
        </p:cxnSp>
        <p:cxnSp>
          <p:nvCxnSpPr>
            <p:cNvPr id="13352" name="Straight Arrow Connector 31">
              <a:extLst>
                <a:ext uri="{FF2B5EF4-FFF2-40B4-BE49-F238E27FC236}">
                  <a16:creationId xmlns:a16="http://schemas.microsoft.com/office/drawing/2014/main" id="{73FFAB04-0B09-4657-B5AD-32BF467BE61F}"/>
                </a:ext>
              </a:extLst>
            </p:cNvPr>
            <p:cNvCxnSpPr>
              <a:cxnSpLocks noChangeShapeType="1"/>
              <a:stCxn id="24" idx="6"/>
              <a:endCxn id="26" idx="3"/>
            </p:cNvCxnSpPr>
            <p:nvPr/>
          </p:nvCxnSpPr>
          <p:spPr bwMode="auto">
            <a:xfrm flipV="1">
              <a:off x="5005600" y="5283304"/>
              <a:ext cx="313339" cy="122738"/>
            </a:xfrm>
            <a:prstGeom prst="straightConnector1">
              <a:avLst/>
            </a:prstGeom>
            <a:noFill/>
            <a:ln w="9525" algn="ctr">
              <a:solidFill>
                <a:schemeClr val="tx1"/>
              </a:solidFill>
              <a:round/>
              <a:headEnd/>
              <a:tailEnd type="triangle" w="med" len="med"/>
            </a:ln>
          </p:spPr>
        </p:cxnSp>
        <p:cxnSp>
          <p:nvCxnSpPr>
            <p:cNvPr id="13353" name="Straight Arrow Connector 32">
              <a:extLst>
                <a:ext uri="{FF2B5EF4-FFF2-40B4-BE49-F238E27FC236}">
                  <a16:creationId xmlns:a16="http://schemas.microsoft.com/office/drawing/2014/main" id="{CD8A0252-0AE6-4548-B734-0AA9336D6599}"/>
                </a:ext>
              </a:extLst>
            </p:cNvPr>
            <p:cNvCxnSpPr>
              <a:cxnSpLocks noChangeShapeType="1"/>
              <a:stCxn id="25" idx="5"/>
              <a:endCxn id="27" idx="1"/>
            </p:cNvCxnSpPr>
            <p:nvPr/>
          </p:nvCxnSpPr>
          <p:spPr bwMode="auto">
            <a:xfrm>
              <a:off x="5564956" y="4355396"/>
              <a:ext cx="248868" cy="125147"/>
            </a:xfrm>
            <a:prstGeom prst="straightConnector1">
              <a:avLst/>
            </a:prstGeom>
            <a:noFill/>
            <a:ln w="9525" algn="ctr">
              <a:solidFill>
                <a:schemeClr val="tx1"/>
              </a:solidFill>
              <a:round/>
              <a:headEnd/>
              <a:tailEnd type="triangle" w="med" len="med"/>
            </a:ln>
          </p:spPr>
        </p:cxnSp>
        <p:cxnSp>
          <p:nvCxnSpPr>
            <p:cNvPr id="13354" name="Straight Arrow Connector 33">
              <a:extLst>
                <a:ext uri="{FF2B5EF4-FFF2-40B4-BE49-F238E27FC236}">
                  <a16:creationId xmlns:a16="http://schemas.microsoft.com/office/drawing/2014/main" id="{FC65E285-DC33-48EE-AD73-5B692EA9BB34}"/>
                </a:ext>
              </a:extLst>
            </p:cNvPr>
            <p:cNvCxnSpPr>
              <a:cxnSpLocks noChangeShapeType="1"/>
              <a:stCxn id="26" idx="6"/>
              <a:endCxn id="28" idx="2"/>
            </p:cNvCxnSpPr>
            <p:nvPr/>
          </p:nvCxnSpPr>
          <p:spPr bwMode="auto">
            <a:xfrm flipV="1">
              <a:off x="5615907" y="4974714"/>
              <a:ext cx="641850" cy="185582"/>
            </a:xfrm>
            <a:prstGeom prst="straightConnector1">
              <a:avLst/>
            </a:prstGeom>
            <a:noFill/>
            <a:ln w="9525" algn="ctr">
              <a:solidFill>
                <a:schemeClr val="tx1"/>
              </a:solidFill>
              <a:round/>
              <a:headEnd/>
              <a:tailEnd type="triangle" w="med" len="med"/>
            </a:ln>
          </p:spPr>
        </p:cxnSp>
        <p:cxnSp>
          <p:nvCxnSpPr>
            <p:cNvPr id="13355" name="Straight Arrow Connector 34">
              <a:extLst>
                <a:ext uri="{FF2B5EF4-FFF2-40B4-BE49-F238E27FC236}">
                  <a16:creationId xmlns:a16="http://schemas.microsoft.com/office/drawing/2014/main" id="{6D943095-4D0A-4CE8-8EAA-3219F65E2E43}"/>
                </a:ext>
              </a:extLst>
            </p:cNvPr>
            <p:cNvCxnSpPr>
              <a:cxnSpLocks noChangeShapeType="1"/>
              <a:stCxn id="27" idx="6"/>
              <a:endCxn id="28" idx="1"/>
            </p:cNvCxnSpPr>
            <p:nvPr/>
          </p:nvCxnSpPr>
          <p:spPr bwMode="auto">
            <a:xfrm>
              <a:off x="6110791" y="4603551"/>
              <a:ext cx="197917" cy="248155"/>
            </a:xfrm>
            <a:prstGeom prst="straightConnector1">
              <a:avLst/>
            </a:prstGeom>
            <a:noFill/>
            <a:ln w="9525" algn="ctr">
              <a:solidFill>
                <a:schemeClr val="tx1"/>
              </a:solidFill>
              <a:round/>
              <a:headEnd/>
              <a:tailEnd type="triangle" w="med" len="med"/>
            </a:ln>
          </p:spPr>
        </p:cxnSp>
      </p:grpSp>
      <p:grpSp>
        <p:nvGrpSpPr>
          <p:cNvPr id="13317" name="Group 46">
            <a:extLst>
              <a:ext uri="{FF2B5EF4-FFF2-40B4-BE49-F238E27FC236}">
                <a16:creationId xmlns:a16="http://schemas.microsoft.com/office/drawing/2014/main" id="{74E8D01B-44A7-4F73-8CC8-32DFCCD08F07}"/>
              </a:ext>
            </a:extLst>
          </p:cNvPr>
          <p:cNvGrpSpPr>
            <a:grpSpLocks/>
          </p:cNvGrpSpPr>
          <p:nvPr/>
        </p:nvGrpSpPr>
        <p:grpSpPr bwMode="auto">
          <a:xfrm>
            <a:off x="2811464" y="3949700"/>
            <a:ext cx="3208337" cy="1435100"/>
            <a:chOff x="595068" y="3949267"/>
            <a:chExt cx="3208612" cy="1436071"/>
          </a:xfrm>
        </p:grpSpPr>
        <p:sp>
          <p:nvSpPr>
            <p:cNvPr id="4" name="Isosceles Triangle 77">
              <a:extLst>
                <a:ext uri="{FF2B5EF4-FFF2-40B4-BE49-F238E27FC236}">
                  <a16:creationId xmlns:a16="http://schemas.microsoft.com/office/drawing/2014/main" id="{60DC2E5F-C79F-43FD-B040-AAC0304B525F}"/>
                </a:ext>
              </a:extLst>
            </p:cNvPr>
            <p:cNvSpPr/>
            <p:nvPr/>
          </p:nvSpPr>
          <p:spPr bwMode="auto">
            <a:xfrm rot="5400000">
              <a:off x="2277862" y="4143149"/>
              <a:ext cx="339955" cy="257197"/>
            </a:xfrm>
            <a:prstGeom prst="triangle">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dirty="0">
                <a:latin typeface="+mj-lt"/>
                <a:cs typeface="Arial" charset="0"/>
              </a:endParaRPr>
            </a:p>
          </p:txBody>
        </p:sp>
        <p:sp>
          <p:nvSpPr>
            <p:cNvPr id="6" name="Moon 5">
              <a:extLst>
                <a:ext uri="{FF2B5EF4-FFF2-40B4-BE49-F238E27FC236}">
                  <a16:creationId xmlns:a16="http://schemas.microsoft.com/office/drawing/2014/main" id="{0986A9F1-20CD-4592-A4BD-DC926095B1FA}"/>
                </a:ext>
              </a:extLst>
            </p:cNvPr>
            <p:cNvSpPr/>
            <p:nvPr/>
          </p:nvSpPr>
          <p:spPr bwMode="auto">
            <a:xfrm rot="10800000">
              <a:off x="3051141" y="4834103"/>
              <a:ext cx="406435" cy="417794"/>
            </a:xfrm>
            <a:prstGeom prst="moon">
              <a:avLst>
                <a:gd name="adj" fmla="val 87500"/>
              </a:avLst>
            </a:prstGeom>
            <a:solidFill>
              <a:schemeClr val="accent1"/>
            </a:solidFill>
            <a:ln w="9525" algn="ctr">
              <a:solidFill>
                <a:schemeClr val="tx1"/>
              </a:solidFill>
              <a:round/>
              <a:headEnd/>
              <a:tailEnd/>
            </a:ln>
          </p:spPr>
          <p:txBody>
            <a:bodyPr anchor="ctr"/>
            <a:lstStyle/>
            <a:p>
              <a:pPr eaLnBrk="1" hangingPunct="1">
                <a:defRPr/>
              </a:pPr>
              <a:endParaRPr lang="en-US">
                <a:latin typeface="+mj-lt"/>
                <a:cs typeface="Arial" charset="0"/>
              </a:endParaRPr>
            </a:p>
          </p:txBody>
        </p:sp>
        <p:sp>
          <p:nvSpPr>
            <p:cNvPr id="7" name="Flowchart: Delay 53">
              <a:extLst>
                <a:ext uri="{FF2B5EF4-FFF2-40B4-BE49-F238E27FC236}">
                  <a16:creationId xmlns:a16="http://schemas.microsoft.com/office/drawing/2014/main" id="{E6FFD93B-DE09-4DD4-A46C-80D3530A3708}"/>
                </a:ext>
              </a:extLst>
            </p:cNvPr>
            <p:cNvSpPr/>
            <p:nvPr/>
          </p:nvSpPr>
          <p:spPr bwMode="auto">
            <a:xfrm>
              <a:off x="2314477" y="4962777"/>
              <a:ext cx="334992" cy="403498"/>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baseline="-25000" dirty="0">
                <a:latin typeface="+mj-lt"/>
                <a:cs typeface="Arial" charset="0"/>
              </a:endParaRPr>
            </a:p>
          </p:txBody>
        </p:sp>
        <p:sp>
          <p:nvSpPr>
            <p:cNvPr id="8" name="Flowchart: Delay 53">
              <a:extLst>
                <a:ext uri="{FF2B5EF4-FFF2-40B4-BE49-F238E27FC236}">
                  <a16:creationId xmlns:a16="http://schemas.microsoft.com/office/drawing/2014/main" id="{34B8147A-1AB3-48E7-A149-343FEDF1D5FC}"/>
                </a:ext>
              </a:extLst>
            </p:cNvPr>
            <p:cNvSpPr/>
            <p:nvPr/>
          </p:nvSpPr>
          <p:spPr bwMode="auto">
            <a:xfrm>
              <a:off x="1596866" y="4074765"/>
              <a:ext cx="336579" cy="403498"/>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baseline="-25000" dirty="0">
                <a:latin typeface="+mj-lt"/>
                <a:cs typeface="Arial" charset="0"/>
              </a:endParaRPr>
            </a:p>
          </p:txBody>
        </p:sp>
        <p:cxnSp>
          <p:nvCxnSpPr>
            <p:cNvPr id="13322" name="Straight Connector 8">
              <a:extLst>
                <a:ext uri="{FF2B5EF4-FFF2-40B4-BE49-F238E27FC236}">
                  <a16:creationId xmlns:a16="http://schemas.microsoft.com/office/drawing/2014/main" id="{49212F22-9C96-49EF-9CF6-70867E24591A}"/>
                </a:ext>
              </a:extLst>
            </p:cNvPr>
            <p:cNvCxnSpPr>
              <a:cxnSpLocks noChangeShapeType="1"/>
            </p:cNvCxnSpPr>
            <p:nvPr/>
          </p:nvCxnSpPr>
          <p:spPr bwMode="auto">
            <a:xfrm flipV="1">
              <a:off x="1933570" y="4273808"/>
              <a:ext cx="385027" cy="0"/>
            </a:xfrm>
            <a:prstGeom prst="line">
              <a:avLst/>
            </a:prstGeom>
            <a:noFill/>
            <a:ln w="9525" algn="ctr">
              <a:solidFill>
                <a:schemeClr val="tx1"/>
              </a:solidFill>
              <a:round/>
              <a:headEnd/>
              <a:tailEnd/>
            </a:ln>
          </p:spPr>
        </p:cxnSp>
        <p:cxnSp>
          <p:nvCxnSpPr>
            <p:cNvPr id="13323" name="Straight Connector 9">
              <a:extLst>
                <a:ext uri="{FF2B5EF4-FFF2-40B4-BE49-F238E27FC236}">
                  <a16:creationId xmlns:a16="http://schemas.microsoft.com/office/drawing/2014/main" id="{09F48E56-F0D4-4128-A875-C206629FD8BE}"/>
                </a:ext>
              </a:extLst>
            </p:cNvPr>
            <p:cNvCxnSpPr>
              <a:cxnSpLocks noChangeShapeType="1"/>
            </p:cNvCxnSpPr>
            <p:nvPr/>
          </p:nvCxnSpPr>
          <p:spPr bwMode="auto">
            <a:xfrm flipH="1">
              <a:off x="832397" y="5046576"/>
              <a:ext cx="1491556" cy="0"/>
            </a:xfrm>
            <a:prstGeom prst="line">
              <a:avLst/>
            </a:prstGeom>
            <a:noFill/>
            <a:ln w="9525" algn="ctr">
              <a:solidFill>
                <a:schemeClr val="tx1"/>
              </a:solidFill>
              <a:round/>
              <a:headEnd/>
              <a:tailEnd/>
            </a:ln>
          </p:spPr>
        </p:cxnSp>
        <p:cxnSp>
          <p:nvCxnSpPr>
            <p:cNvPr id="13324" name="Straight Connector 10">
              <a:extLst>
                <a:ext uri="{FF2B5EF4-FFF2-40B4-BE49-F238E27FC236}">
                  <a16:creationId xmlns:a16="http://schemas.microsoft.com/office/drawing/2014/main" id="{43BB039F-3016-4263-BCB2-8A6865FDFB9F}"/>
                </a:ext>
              </a:extLst>
            </p:cNvPr>
            <p:cNvCxnSpPr>
              <a:cxnSpLocks noChangeShapeType="1"/>
            </p:cNvCxnSpPr>
            <p:nvPr/>
          </p:nvCxnSpPr>
          <p:spPr bwMode="auto">
            <a:xfrm flipH="1">
              <a:off x="832397" y="5266883"/>
              <a:ext cx="1488877" cy="0"/>
            </a:xfrm>
            <a:prstGeom prst="line">
              <a:avLst/>
            </a:prstGeom>
            <a:noFill/>
            <a:ln w="9525" algn="ctr">
              <a:solidFill>
                <a:schemeClr val="tx1"/>
              </a:solidFill>
              <a:round/>
              <a:headEnd/>
              <a:tailEnd/>
            </a:ln>
          </p:spPr>
        </p:cxnSp>
        <p:cxnSp>
          <p:nvCxnSpPr>
            <p:cNvPr id="13325" name="Straight Connector 11">
              <a:extLst>
                <a:ext uri="{FF2B5EF4-FFF2-40B4-BE49-F238E27FC236}">
                  <a16:creationId xmlns:a16="http://schemas.microsoft.com/office/drawing/2014/main" id="{65400D2D-6D81-47B9-95BA-338DBE95B4DD}"/>
                </a:ext>
              </a:extLst>
            </p:cNvPr>
            <p:cNvCxnSpPr>
              <a:cxnSpLocks noChangeShapeType="1"/>
            </p:cNvCxnSpPr>
            <p:nvPr/>
          </p:nvCxnSpPr>
          <p:spPr bwMode="auto">
            <a:xfrm flipH="1">
              <a:off x="841922" y="4395126"/>
              <a:ext cx="745778" cy="0"/>
            </a:xfrm>
            <a:prstGeom prst="line">
              <a:avLst/>
            </a:prstGeom>
            <a:noFill/>
            <a:ln w="9525" algn="ctr">
              <a:solidFill>
                <a:schemeClr val="tx1"/>
              </a:solidFill>
              <a:round/>
              <a:headEnd/>
              <a:tailEnd/>
            </a:ln>
          </p:spPr>
        </p:cxnSp>
        <p:cxnSp>
          <p:nvCxnSpPr>
            <p:cNvPr id="13326" name="Straight Connector 12">
              <a:extLst>
                <a:ext uri="{FF2B5EF4-FFF2-40B4-BE49-F238E27FC236}">
                  <a16:creationId xmlns:a16="http://schemas.microsoft.com/office/drawing/2014/main" id="{5820D2A7-FD40-4BCC-952C-A9A6C9E75CA4}"/>
                </a:ext>
              </a:extLst>
            </p:cNvPr>
            <p:cNvCxnSpPr>
              <a:cxnSpLocks noChangeShapeType="1"/>
            </p:cNvCxnSpPr>
            <p:nvPr/>
          </p:nvCxnSpPr>
          <p:spPr bwMode="auto">
            <a:xfrm flipH="1">
              <a:off x="858779" y="4172683"/>
              <a:ext cx="745778" cy="0"/>
            </a:xfrm>
            <a:prstGeom prst="line">
              <a:avLst/>
            </a:prstGeom>
            <a:noFill/>
            <a:ln w="9525" algn="ctr">
              <a:solidFill>
                <a:schemeClr val="tx1"/>
              </a:solidFill>
              <a:round/>
              <a:headEnd/>
              <a:tailEnd/>
            </a:ln>
          </p:spPr>
        </p:cxnSp>
        <p:cxnSp>
          <p:nvCxnSpPr>
            <p:cNvPr id="13327" name="Straight Connector 13">
              <a:extLst>
                <a:ext uri="{FF2B5EF4-FFF2-40B4-BE49-F238E27FC236}">
                  <a16:creationId xmlns:a16="http://schemas.microsoft.com/office/drawing/2014/main" id="{FD4F64B5-DC45-4A28-835F-2A6229684BD8}"/>
                </a:ext>
              </a:extLst>
            </p:cNvPr>
            <p:cNvCxnSpPr>
              <a:cxnSpLocks noChangeShapeType="1"/>
            </p:cNvCxnSpPr>
            <p:nvPr/>
          </p:nvCxnSpPr>
          <p:spPr bwMode="auto">
            <a:xfrm flipH="1">
              <a:off x="2951412" y="4956350"/>
              <a:ext cx="137160" cy="0"/>
            </a:xfrm>
            <a:prstGeom prst="line">
              <a:avLst/>
            </a:prstGeom>
            <a:noFill/>
            <a:ln w="9525" algn="ctr">
              <a:solidFill>
                <a:schemeClr val="tx1"/>
              </a:solidFill>
              <a:round/>
              <a:headEnd/>
              <a:tailEnd/>
            </a:ln>
          </p:spPr>
        </p:cxnSp>
        <p:cxnSp>
          <p:nvCxnSpPr>
            <p:cNvPr id="13328" name="Straight Connector 14">
              <a:extLst>
                <a:ext uri="{FF2B5EF4-FFF2-40B4-BE49-F238E27FC236}">
                  <a16:creationId xmlns:a16="http://schemas.microsoft.com/office/drawing/2014/main" id="{05321B43-7BE5-43BD-9267-EB3BEA3771EA}"/>
                </a:ext>
              </a:extLst>
            </p:cNvPr>
            <p:cNvCxnSpPr>
              <a:cxnSpLocks noChangeShapeType="1"/>
            </p:cNvCxnSpPr>
            <p:nvPr/>
          </p:nvCxnSpPr>
          <p:spPr bwMode="auto">
            <a:xfrm flipH="1">
              <a:off x="2654128" y="5164592"/>
              <a:ext cx="429768" cy="0"/>
            </a:xfrm>
            <a:prstGeom prst="line">
              <a:avLst/>
            </a:prstGeom>
            <a:noFill/>
            <a:ln w="9525" algn="ctr">
              <a:solidFill>
                <a:schemeClr val="tx1"/>
              </a:solidFill>
              <a:round/>
              <a:headEnd/>
              <a:tailEnd/>
            </a:ln>
          </p:spPr>
        </p:cxnSp>
        <p:cxnSp>
          <p:nvCxnSpPr>
            <p:cNvPr id="13329" name="Straight Connector 15">
              <a:extLst>
                <a:ext uri="{FF2B5EF4-FFF2-40B4-BE49-F238E27FC236}">
                  <a16:creationId xmlns:a16="http://schemas.microsoft.com/office/drawing/2014/main" id="{EA5B462B-0F20-47CE-B5DC-B575ED2F8E4C}"/>
                </a:ext>
              </a:extLst>
            </p:cNvPr>
            <p:cNvCxnSpPr>
              <a:cxnSpLocks noChangeShapeType="1"/>
            </p:cNvCxnSpPr>
            <p:nvPr/>
          </p:nvCxnSpPr>
          <p:spPr bwMode="auto">
            <a:xfrm flipV="1">
              <a:off x="2951414" y="4264292"/>
              <a:ext cx="0" cy="694945"/>
            </a:xfrm>
            <a:prstGeom prst="line">
              <a:avLst/>
            </a:prstGeom>
            <a:noFill/>
            <a:ln w="9525" algn="ctr">
              <a:solidFill>
                <a:schemeClr val="tx1"/>
              </a:solidFill>
              <a:round/>
              <a:headEnd/>
              <a:tailEnd/>
            </a:ln>
          </p:spPr>
        </p:cxnSp>
        <p:cxnSp>
          <p:nvCxnSpPr>
            <p:cNvPr id="13330" name="Straight Connector 16">
              <a:extLst>
                <a:ext uri="{FF2B5EF4-FFF2-40B4-BE49-F238E27FC236}">
                  <a16:creationId xmlns:a16="http://schemas.microsoft.com/office/drawing/2014/main" id="{9633AB14-4FC0-4286-BA0B-24D8B3137A9C}"/>
                </a:ext>
              </a:extLst>
            </p:cNvPr>
            <p:cNvCxnSpPr>
              <a:cxnSpLocks noChangeShapeType="1"/>
            </p:cNvCxnSpPr>
            <p:nvPr/>
          </p:nvCxnSpPr>
          <p:spPr bwMode="auto">
            <a:xfrm flipH="1">
              <a:off x="2643092" y="4270645"/>
              <a:ext cx="310896" cy="1"/>
            </a:xfrm>
            <a:prstGeom prst="line">
              <a:avLst/>
            </a:prstGeom>
            <a:noFill/>
            <a:ln w="9525" algn="ctr">
              <a:solidFill>
                <a:schemeClr val="tx1"/>
              </a:solidFill>
              <a:round/>
              <a:headEnd/>
              <a:tailEnd/>
            </a:ln>
          </p:spPr>
        </p:cxnSp>
        <p:cxnSp>
          <p:nvCxnSpPr>
            <p:cNvPr id="13331" name="Straight Connector 17">
              <a:extLst>
                <a:ext uri="{FF2B5EF4-FFF2-40B4-BE49-F238E27FC236}">
                  <a16:creationId xmlns:a16="http://schemas.microsoft.com/office/drawing/2014/main" id="{7C55F88A-CA32-4D3C-B83E-BA72AD87A3AF}"/>
                </a:ext>
              </a:extLst>
            </p:cNvPr>
            <p:cNvCxnSpPr>
              <a:cxnSpLocks noChangeShapeType="1"/>
            </p:cNvCxnSpPr>
            <p:nvPr/>
          </p:nvCxnSpPr>
          <p:spPr bwMode="auto">
            <a:xfrm>
              <a:off x="3458188" y="5042527"/>
              <a:ext cx="310669" cy="0"/>
            </a:xfrm>
            <a:prstGeom prst="line">
              <a:avLst/>
            </a:prstGeom>
            <a:noFill/>
            <a:ln w="9525" algn="ctr">
              <a:solidFill>
                <a:schemeClr val="tx1"/>
              </a:solidFill>
              <a:round/>
              <a:headEnd/>
              <a:tailEnd/>
            </a:ln>
          </p:spPr>
        </p:cxnSp>
        <p:sp>
          <p:nvSpPr>
            <p:cNvPr id="37" name="TextBox 36">
              <a:extLst>
                <a:ext uri="{FF2B5EF4-FFF2-40B4-BE49-F238E27FC236}">
                  <a16:creationId xmlns:a16="http://schemas.microsoft.com/office/drawing/2014/main" id="{824B0ACF-06E3-4541-A9D8-4723D800C164}"/>
                </a:ext>
              </a:extLst>
            </p:cNvPr>
            <p:cNvSpPr txBox="1"/>
            <p:nvPr/>
          </p:nvSpPr>
          <p:spPr>
            <a:xfrm>
              <a:off x="595068" y="3949267"/>
              <a:ext cx="298476" cy="338367"/>
            </a:xfrm>
            <a:prstGeom prst="rect">
              <a:avLst/>
            </a:prstGeom>
            <a:noFill/>
            <a:ln w="9525">
              <a:noFill/>
            </a:ln>
          </p:spPr>
          <p:txBody>
            <a:bodyPr wrap="none">
              <a:spAutoFit/>
            </a:bodyPr>
            <a:lstStyle/>
            <a:p>
              <a:pPr eaLnBrk="1" hangingPunct="1">
                <a:defRPr/>
              </a:pPr>
              <a:r>
                <a:rPr lang="en-US" sz="1600" dirty="0">
                  <a:latin typeface="+mj-lt"/>
                  <a:cs typeface="Arial" charset="0"/>
                </a:rPr>
                <a:t>a</a:t>
              </a:r>
            </a:p>
          </p:txBody>
        </p:sp>
        <p:sp>
          <p:nvSpPr>
            <p:cNvPr id="38" name="TextBox 37">
              <a:extLst>
                <a:ext uri="{FF2B5EF4-FFF2-40B4-BE49-F238E27FC236}">
                  <a16:creationId xmlns:a16="http://schemas.microsoft.com/office/drawing/2014/main" id="{EBF77F84-2811-47A8-9BD6-C64B4EA4EBC8}"/>
                </a:ext>
              </a:extLst>
            </p:cNvPr>
            <p:cNvSpPr txBox="1"/>
            <p:nvPr/>
          </p:nvSpPr>
          <p:spPr>
            <a:xfrm>
              <a:off x="607769" y="4182788"/>
              <a:ext cx="298476" cy="338366"/>
            </a:xfrm>
            <a:prstGeom prst="rect">
              <a:avLst/>
            </a:prstGeom>
            <a:noFill/>
            <a:ln w="9525">
              <a:noFill/>
            </a:ln>
          </p:spPr>
          <p:txBody>
            <a:bodyPr wrap="none">
              <a:spAutoFit/>
            </a:bodyPr>
            <a:lstStyle/>
            <a:p>
              <a:pPr eaLnBrk="1" hangingPunct="1">
                <a:defRPr/>
              </a:pPr>
              <a:r>
                <a:rPr lang="en-US" sz="1600" dirty="0">
                  <a:latin typeface="+mj-lt"/>
                  <a:cs typeface="Arial" charset="0"/>
                </a:rPr>
                <a:t>b</a:t>
              </a:r>
            </a:p>
          </p:txBody>
        </p:sp>
        <p:sp>
          <p:nvSpPr>
            <p:cNvPr id="39" name="TextBox 38">
              <a:extLst>
                <a:ext uri="{FF2B5EF4-FFF2-40B4-BE49-F238E27FC236}">
                  <a16:creationId xmlns:a16="http://schemas.microsoft.com/office/drawing/2014/main" id="{3E7E159A-F449-49F6-8279-A1F6781D6B66}"/>
                </a:ext>
              </a:extLst>
            </p:cNvPr>
            <p:cNvSpPr txBox="1"/>
            <p:nvPr/>
          </p:nvSpPr>
          <p:spPr>
            <a:xfrm>
              <a:off x="607769" y="4816628"/>
              <a:ext cx="298476" cy="338367"/>
            </a:xfrm>
            <a:prstGeom prst="rect">
              <a:avLst/>
            </a:prstGeom>
            <a:noFill/>
            <a:ln w="9525">
              <a:noFill/>
            </a:ln>
          </p:spPr>
          <p:txBody>
            <a:bodyPr wrap="none">
              <a:spAutoFit/>
            </a:bodyPr>
            <a:lstStyle/>
            <a:p>
              <a:pPr eaLnBrk="1" hangingPunct="1">
                <a:defRPr/>
              </a:pPr>
              <a:r>
                <a:rPr lang="en-US" sz="1600" dirty="0">
                  <a:latin typeface="+mj-lt"/>
                  <a:cs typeface="Arial" charset="0"/>
                </a:rPr>
                <a:t>c</a:t>
              </a:r>
            </a:p>
          </p:txBody>
        </p:sp>
        <p:sp>
          <p:nvSpPr>
            <p:cNvPr id="40" name="TextBox 39">
              <a:extLst>
                <a:ext uri="{FF2B5EF4-FFF2-40B4-BE49-F238E27FC236}">
                  <a16:creationId xmlns:a16="http://schemas.microsoft.com/office/drawing/2014/main" id="{16E99628-B8A1-4BF5-8532-E477A0660CBF}"/>
                </a:ext>
              </a:extLst>
            </p:cNvPr>
            <p:cNvSpPr txBox="1"/>
            <p:nvPr/>
          </p:nvSpPr>
          <p:spPr>
            <a:xfrm>
              <a:off x="598243" y="5046972"/>
              <a:ext cx="298476" cy="338366"/>
            </a:xfrm>
            <a:prstGeom prst="rect">
              <a:avLst/>
            </a:prstGeom>
            <a:noFill/>
            <a:ln w="9525">
              <a:noFill/>
            </a:ln>
          </p:spPr>
          <p:txBody>
            <a:bodyPr wrap="none">
              <a:spAutoFit/>
            </a:bodyPr>
            <a:lstStyle/>
            <a:p>
              <a:pPr eaLnBrk="1" hangingPunct="1">
                <a:defRPr/>
              </a:pPr>
              <a:r>
                <a:rPr lang="en-US" sz="1600" dirty="0">
                  <a:latin typeface="+mj-lt"/>
                  <a:cs typeface="Arial" charset="0"/>
                </a:rPr>
                <a:t>d</a:t>
              </a:r>
            </a:p>
          </p:txBody>
        </p:sp>
        <p:sp>
          <p:nvSpPr>
            <p:cNvPr id="41" name="TextBox 40">
              <a:extLst>
                <a:ext uri="{FF2B5EF4-FFF2-40B4-BE49-F238E27FC236}">
                  <a16:creationId xmlns:a16="http://schemas.microsoft.com/office/drawing/2014/main" id="{B50EF20F-FED4-4851-A1C8-6EBE92C4CD8C}"/>
                </a:ext>
              </a:extLst>
            </p:cNvPr>
            <p:cNvSpPr txBox="1"/>
            <p:nvPr/>
          </p:nvSpPr>
          <p:spPr>
            <a:xfrm>
              <a:off x="1981074" y="4004868"/>
              <a:ext cx="298476" cy="338366"/>
            </a:xfrm>
            <a:prstGeom prst="rect">
              <a:avLst/>
            </a:prstGeom>
            <a:noFill/>
            <a:ln w="9525">
              <a:noFill/>
            </a:ln>
          </p:spPr>
          <p:txBody>
            <a:bodyPr wrap="none">
              <a:spAutoFit/>
            </a:bodyPr>
            <a:lstStyle/>
            <a:p>
              <a:pPr eaLnBrk="1" hangingPunct="1">
                <a:defRPr/>
              </a:pPr>
              <a:r>
                <a:rPr lang="en-US" sz="1600" dirty="0">
                  <a:latin typeface="+mj-lt"/>
                  <a:cs typeface="Arial" charset="0"/>
                </a:rPr>
                <a:t>e</a:t>
              </a:r>
            </a:p>
          </p:txBody>
        </p:sp>
        <p:sp>
          <p:nvSpPr>
            <p:cNvPr id="42" name="TextBox 41">
              <a:extLst>
                <a:ext uri="{FF2B5EF4-FFF2-40B4-BE49-F238E27FC236}">
                  <a16:creationId xmlns:a16="http://schemas.microsoft.com/office/drawing/2014/main" id="{D3A51E4B-AB0D-40DF-B277-E4397997699B}"/>
                </a:ext>
              </a:extLst>
            </p:cNvPr>
            <p:cNvSpPr txBox="1"/>
            <p:nvPr/>
          </p:nvSpPr>
          <p:spPr>
            <a:xfrm>
              <a:off x="2673283" y="3979450"/>
              <a:ext cx="242909" cy="338366"/>
            </a:xfrm>
            <a:prstGeom prst="rect">
              <a:avLst/>
            </a:prstGeom>
            <a:noFill/>
            <a:ln w="9525">
              <a:noFill/>
            </a:ln>
          </p:spPr>
          <p:txBody>
            <a:bodyPr wrap="none">
              <a:spAutoFit/>
            </a:bodyPr>
            <a:lstStyle/>
            <a:p>
              <a:pPr eaLnBrk="1" hangingPunct="1">
                <a:defRPr/>
              </a:pPr>
              <a:r>
                <a:rPr lang="en-US" sz="1600" dirty="0">
                  <a:latin typeface="+mj-lt"/>
                  <a:cs typeface="Arial" charset="0"/>
                </a:rPr>
                <a:t>f</a:t>
              </a:r>
            </a:p>
          </p:txBody>
        </p:sp>
        <p:sp>
          <p:nvSpPr>
            <p:cNvPr id="43" name="TextBox 42">
              <a:extLst>
                <a:ext uri="{FF2B5EF4-FFF2-40B4-BE49-F238E27FC236}">
                  <a16:creationId xmlns:a16="http://schemas.microsoft.com/office/drawing/2014/main" id="{BACFBCF7-0614-4678-ABCE-BF6A248DDA87}"/>
                </a:ext>
              </a:extLst>
            </p:cNvPr>
            <p:cNvSpPr txBox="1"/>
            <p:nvPr/>
          </p:nvSpPr>
          <p:spPr>
            <a:xfrm>
              <a:off x="2658995" y="4834103"/>
              <a:ext cx="298476" cy="338366"/>
            </a:xfrm>
            <a:prstGeom prst="rect">
              <a:avLst/>
            </a:prstGeom>
            <a:noFill/>
            <a:ln w="9525">
              <a:noFill/>
            </a:ln>
          </p:spPr>
          <p:txBody>
            <a:bodyPr wrap="none">
              <a:spAutoFit/>
            </a:bodyPr>
            <a:lstStyle/>
            <a:p>
              <a:pPr eaLnBrk="1" hangingPunct="1">
                <a:defRPr/>
              </a:pPr>
              <a:r>
                <a:rPr lang="en-US" sz="1600" dirty="0">
                  <a:latin typeface="+mj-lt"/>
                  <a:cs typeface="Arial" charset="0"/>
                </a:rPr>
                <a:t>g</a:t>
              </a:r>
            </a:p>
          </p:txBody>
        </p:sp>
        <p:sp>
          <p:nvSpPr>
            <p:cNvPr id="44" name="TextBox 43">
              <a:extLst>
                <a:ext uri="{FF2B5EF4-FFF2-40B4-BE49-F238E27FC236}">
                  <a16:creationId xmlns:a16="http://schemas.microsoft.com/office/drawing/2014/main" id="{51B3AC18-10F9-4DFE-92FD-CB6FDEA81FD4}"/>
                </a:ext>
              </a:extLst>
            </p:cNvPr>
            <p:cNvSpPr txBox="1"/>
            <p:nvPr/>
          </p:nvSpPr>
          <p:spPr>
            <a:xfrm>
              <a:off x="3505204" y="4751497"/>
              <a:ext cx="298476" cy="339955"/>
            </a:xfrm>
            <a:prstGeom prst="rect">
              <a:avLst/>
            </a:prstGeom>
            <a:noFill/>
            <a:ln w="9525">
              <a:noFill/>
            </a:ln>
          </p:spPr>
          <p:txBody>
            <a:bodyPr wrap="none">
              <a:spAutoFit/>
            </a:bodyPr>
            <a:lstStyle/>
            <a:p>
              <a:pPr eaLnBrk="1" hangingPunct="1">
                <a:defRPr/>
              </a:pPr>
              <a:r>
                <a:rPr lang="en-US" sz="1600" dirty="0">
                  <a:latin typeface="+mj-lt"/>
                  <a:cs typeface="Arial" charset="0"/>
                </a:rPr>
                <a:t>h</a:t>
              </a:r>
            </a:p>
          </p:txBody>
        </p:sp>
        <p:sp>
          <p:nvSpPr>
            <p:cNvPr id="13340" name="Oval 19">
              <a:extLst>
                <a:ext uri="{FF2B5EF4-FFF2-40B4-BE49-F238E27FC236}">
                  <a16:creationId xmlns:a16="http://schemas.microsoft.com/office/drawing/2014/main" id="{91690029-D166-412E-A08E-2D6926427597}"/>
                </a:ext>
              </a:extLst>
            </p:cNvPr>
            <p:cNvSpPr>
              <a:spLocks noChangeArrowheads="1"/>
            </p:cNvSpPr>
            <p:nvPr/>
          </p:nvSpPr>
          <p:spPr bwMode="auto">
            <a:xfrm>
              <a:off x="2576093" y="4238802"/>
              <a:ext cx="63686" cy="63686"/>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Representation of Circuits</a:t>
            </a:r>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0"/>
              </p:nvPr>
            </p:nvSpPr>
            <p:spPr/>
            <p:txBody>
              <a:bodyPr/>
              <a:lstStyle/>
              <a:p>
                <a:r>
                  <a:rPr lang="en-US" sz="1600" dirty="0">
                    <a:latin typeface="+mj-lt"/>
                  </a:rPr>
                  <a:t>Combinational logic circuit may be represented as a timing graph G = (V,E)</a:t>
                </a:r>
              </a:p>
              <a:p>
                <a:pPr lvl="1"/>
                <a:r>
                  <a:rPr lang="en-US" sz="1400" dirty="0">
                    <a:latin typeface="+mj-lt"/>
                  </a:rPr>
                  <a:t>V, the</a:t>
                </a:r>
                <a:r>
                  <a:rPr lang="en-US" sz="1000" dirty="0">
                    <a:latin typeface="+mj-lt"/>
                  </a:rPr>
                  <a:t> </a:t>
                </a:r>
                <a:r>
                  <a:rPr lang="en-US" sz="1400" dirty="0">
                    <a:latin typeface="+mj-lt"/>
                  </a:rPr>
                  <a:t>vertex set, are the logic gates in the circuit and the primary inputs and outputs of the circuit</a:t>
                </a:r>
                <a:endParaRPr lang="en-US" sz="1000" dirty="0">
                  <a:latin typeface="+mj-lt"/>
                </a:endParaRPr>
              </a:p>
              <a:p>
                <a:r>
                  <a:rPr lang="en-US" sz="1600" dirty="0">
                    <a:latin typeface="+mj-lt"/>
                  </a:rPr>
                  <a:t>Vertices, u and v</a:t>
                </a:r>
                <a:r>
                  <a:rPr lang="el-GR" sz="1600" dirty="0">
                    <a:latin typeface="+mj-lt"/>
                    <a:ea typeface="Cambria Math"/>
                  </a:rPr>
                  <a:t> </a:t>
                </a:r>
                <a14:m>
                  <m:oMath xmlns:m="http://schemas.openxmlformats.org/officeDocument/2006/math">
                    <m:r>
                      <a:rPr lang="el-GR" sz="1600" i="1">
                        <a:latin typeface="Cambria Math"/>
                        <a:ea typeface="Cambria Math"/>
                      </a:rPr>
                      <m:t>∈ </m:t>
                    </m:r>
                  </m:oMath>
                </a14:m>
                <a:r>
                  <a:rPr lang="en-US" sz="1600" dirty="0">
                    <a:latin typeface="+mj-lt"/>
                  </a:rPr>
                  <a:t>G , are connected by a directed edge e(u, v)</a:t>
                </a:r>
                <a:r>
                  <a:rPr lang="el-GR" sz="1600" dirty="0">
                    <a:latin typeface="+mj-lt"/>
                  </a:rPr>
                  <a:t> </a:t>
                </a:r>
                <a14:m>
                  <m:oMath xmlns:m="http://schemas.openxmlformats.org/officeDocument/2006/math">
                    <m:r>
                      <a:rPr lang="el-GR" sz="1600" i="1">
                        <a:latin typeface="Cambria Math"/>
                        <a:ea typeface="Cambria Math"/>
                      </a:rPr>
                      <m:t>∈</m:t>
                    </m:r>
                  </m:oMath>
                </a14:m>
                <a:r>
                  <a:rPr lang="en-US" sz="1600" dirty="0">
                    <a:latin typeface="+mj-lt"/>
                  </a:rPr>
                  <a:t> E</a:t>
                </a:r>
              </a:p>
              <a:p>
                <a:pPr lvl="1"/>
                <a:r>
                  <a:rPr lang="en-US" sz="1400" dirty="0">
                    <a:latin typeface="+mj-lt"/>
                  </a:rPr>
                  <a:t>Connection from the output of the element represented by vertex u to the input of the element represented by vertex v </a:t>
                </a:r>
              </a:p>
              <a:p>
                <a:r>
                  <a:rPr lang="en-US" sz="1600" dirty="0">
                    <a:latin typeface="+mj-lt"/>
                  </a:rPr>
                  <a:t>Circuit is represented by directed acyclic graph (DAG) </a:t>
                </a:r>
              </a:p>
              <a:p>
                <a:pPr lvl="1"/>
                <a:r>
                  <a:rPr lang="en-US" sz="1400" dirty="0">
                    <a:latin typeface="+mj-lt"/>
                  </a:rPr>
                  <a:t>Do not have any cycles </a:t>
                </a:r>
              </a:p>
            </p:txBody>
          </p:sp>
        </mc:Choice>
        <mc:Fallback xmlns="">
          <p:sp>
            <p:nvSpPr>
              <p:cNvPr id="3" name="Content Placeholder 2"/>
              <p:cNvSpPr>
                <a:spLocks noGrp="1" noRot="1" noChangeAspect="1" noMove="1" noResize="1" noEditPoints="1" noAdjustHandles="1" noChangeArrowheads="1" noChangeShapeType="1" noTextEdit="1"/>
              </p:cNvSpPr>
              <p:nvPr>
                <p:ph type="body" sz="quarter" idx="10"/>
              </p:nvPr>
            </p:nvSpPr>
            <p:spPr>
              <a:blipFill>
                <a:blip r:embed="rId2"/>
                <a:stretch>
                  <a:fillRect t="-353"/>
                </a:stretch>
              </a:blipFill>
            </p:spPr>
            <p:txBody>
              <a:bodyPr/>
              <a:lstStyle/>
              <a:p>
                <a:r>
                  <a:rPr lang="en-US">
                    <a:noFill/>
                  </a:rPr>
                  <a:t> </a:t>
                </a:r>
              </a:p>
            </p:txBody>
          </p:sp>
        </mc:Fallback>
      </mc:AlternateContent>
      <p:grpSp>
        <p:nvGrpSpPr>
          <p:cNvPr id="38" name="Group 37"/>
          <p:cNvGrpSpPr/>
          <p:nvPr/>
        </p:nvGrpSpPr>
        <p:grpSpPr>
          <a:xfrm>
            <a:off x="6123237" y="3826773"/>
            <a:ext cx="3318078" cy="1867004"/>
            <a:chOff x="3929058" y="2000240"/>
            <a:chExt cx="4570600" cy="2571768"/>
          </a:xfrm>
        </p:grpSpPr>
        <p:sp>
          <p:nvSpPr>
            <p:cNvPr id="39" name="Овал 111"/>
            <p:cNvSpPr/>
            <p:nvPr/>
          </p:nvSpPr>
          <p:spPr bwMode="auto">
            <a:xfrm>
              <a:off x="4681182" y="2000240"/>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dirty="0">
                <a:solidFill>
                  <a:schemeClr val="bg2"/>
                </a:solidFill>
                <a:latin typeface="+mj-lt"/>
                <a:cs typeface="Arial" charset="0"/>
              </a:endParaRPr>
            </a:p>
          </p:txBody>
        </p:sp>
        <p:sp>
          <p:nvSpPr>
            <p:cNvPr id="40" name="Овал 112"/>
            <p:cNvSpPr/>
            <p:nvPr/>
          </p:nvSpPr>
          <p:spPr bwMode="auto">
            <a:xfrm>
              <a:off x="3929058" y="3125616"/>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sp>
          <p:nvSpPr>
            <p:cNvPr id="41" name="Овал 113"/>
            <p:cNvSpPr/>
            <p:nvPr/>
          </p:nvSpPr>
          <p:spPr bwMode="auto">
            <a:xfrm>
              <a:off x="4681182" y="2547059"/>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sp>
          <p:nvSpPr>
            <p:cNvPr id="42" name="Овал 114"/>
            <p:cNvSpPr/>
            <p:nvPr/>
          </p:nvSpPr>
          <p:spPr bwMode="auto">
            <a:xfrm>
              <a:off x="4681182" y="3088919"/>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sp>
          <p:nvSpPr>
            <p:cNvPr id="43" name="Овал 115"/>
            <p:cNvSpPr/>
            <p:nvPr/>
          </p:nvSpPr>
          <p:spPr bwMode="auto">
            <a:xfrm>
              <a:off x="4681182" y="3625158"/>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sp>
          <p:nvSpPr>
            <p:cNvPr id="44" name="Овал 116"/>
            <p:cNvSpPr/>
            <p:nvPr/>
          </p:nvSpPr>
          <p:spPr bwMode="auto">
            <a:xfrm>
              <a:off x="4681182" y="4167018"/>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sp>
          <p:nvSpPr>
            <p:cNvPr id="45" name="Овал 117"/>
            <p:cNvSpPr/>
            <p:nvPr/>
          </p:nvSpPr>
          <p:spPr bwMode="auto">
            <a:xfrm>
              <a:off x="5491162" y="2257780"/>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sp>
          <p:nvSpPr>
            <p:cNvPr id="46" name="Овал 118"/>
            <p:cNvSpPr/>
            <p:nvPr/>
          </p:nvSpPr>
          <p:spPr bwMode="auto">
            <a:xfrm>
              <a:off x="5549017" y="2836337"/>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sp>
          <p:nvSpPr>
            <p:cNvPr id="47" name="Овал 119"/>
            <p:cNvSpPr/>
            <p:nvPr/>
          </p:nvSpPr>
          <p:spPr bwMode="auto">
            <a:xfrm>
              <a:off x="6243286" y="3414894"/>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sp>
          <p:nvSpPr>
            <p:cNvPr id="48" name="Овал 120"/>
            <p:cNvSpPr/>
            <p:nvPr/>
          </p:nvSpPr>
          <p:spPr bwMode="auto">
            <a:xfrm>
              <a:off x="6069719" y="4109162"/>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sp>
          <p:nvSpPr>
            <p:cNvPr id="49" name="Овал 121"/>
            <p:cNvSpPr/>
            <p:nvPr/>
          </p:nvSpPr>
          <p:spPr bwMode="auto">
            <a:xfrm>
              <a:off x="6937554" y="3819884"/>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sp>
          <p:nvSpPr>
            <p:cNvPr id="50" name="Овал 122"/>
            <p:cNvSpPr/>
            <p:nvPr/>
          </p:nvSpPr>
          <p:spPr bwMode="auto">
            <a:xfrm>
              <a:off x="7631823" y="3819884"/>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sp>
          <p:nvSpPr>
            <p:cNvPr id="51" name="Овал 124"/>
            <p:cNvSpPr/>
            <p:nvPr/>
          </p:nvSpPr>
          <p:spPr bwMode="auto">
            <a:xfrm>
              <a:off x="6937554" y="2257780"/>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sp>
          <p:nvSpPr>
            <p:cNvPr id="52" name="Овал 125"/>
            <p:cNvSpPr/>
            <p:nvPr/>
          </p:nvSpPr>
          <p:spPr bwMode="auto">
            <a:xfrm>
              <a:off x="7631823" y="2257780"/>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sp>
          <p:nvSpPr>
            <p:cNvPr id="53" name="Овал 126"/>
            <p:cNvSpPr/>
            <p:nvPr/>
          </p:nvSpPr>
          <p:spPr bwMode="auto">
            <a:xfrm>
              <a:off x="8094668" y="3009904"/>
              <a:ext cx="404990" cy="40499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solidFill>
                  <a:schemeClr val="bg2"/>
                </a:solidFill>
                <a:latin typeface="+mj-lt"/>
                <a:cs typeface="Arial" charset="0"/>
              </a:endParaRPr>
            </a:p>
          </p:txBody>
        </p:sp>
        <p:cxnSp>
          <p:nvCxnSpPr>
            <p:cNvPr id="54" name="Прямая со стрелкой 131"/>
            <p:cNvCxnSpPr>
              <a:stCxn id="40" idx="0"/>
              <a:endCxn id="39" idx="2"/>
            </p:cNvCxnSpPr>
            <p:nvPr/>
          </p:nvCxnSpPr>
          <p:spPr bwMode="auto">
            <a:xfrm flipV="1">
              <a:off x="4131554" y="2202736"/>
              <a:ext cx="549629" cy="922880"/>
            </a:xfrm>
            <a:prstGeom prst="straightConnector1">
              <a:avLst/>
            </a:prstGeom>
            <a:solidFill>
              <a:schemeClr val="accent1"/>
            </a:solidFill>
            <a:ln w="9525" cap="flat" cmpd="sng" algn="ctr">
              <a:solidFill>
                <a:schemeClr val="tx1"/>
              </a:solidFill>
              <a:prstDash val="dash"/>
              <a:round/>
              <a:headEnd type="none" w="med" len="med"/>
              <a:tailEnd type="triangle"/>
            </a:ln>
            <a:effectLst/>
          </p:spPr>
        </p:cxnSp>
        <p:cxnSp>
          <p:nvCxnSpPr>
            <p:cNvPr id="55" name="Прямая со стрелкой 133"/>
            <p:cNvCxnSpPr>
              <a:stCxn id="40" idx="7"/>
              <a:endCxn id="41" idx="2"/>
            </p:cNvCxnSpPr>
            <p:nvPr/>
          </p:nvCxnSpPr>
          <p:spPr bwMode="auto">
            <a:xfrm flipV="1">
              <a:off x="4274739" y="2749554"/>
              <a:ext cx="406443" cy="435370"/>
            </a:xfrm>
            <a:prstGeom prst="straightConnector1">
              <a:avLst/>
            </a:prstGeom>
            <a:solidFill>
              <a:schemeClr val="accent1"/>
            </a:solidFill>
            <a:ln w="9525" cap="flat" cmpd="sng" algn="ctr">
              <a:solidFill>
                <a:schemeClr val="tx1"/>
              </a:solidFill>
              <a:prstDash val="dash"/>
              <a:round/>
              <a:headEnd type="none" w="med" len="med"/>
              <a:tailEnd type="triangle"/>
            </a:ln>
            <a:effectLst/>
          </p:spPr>
        </p:cxnSp>
        <p:cxnSp>
          <p:nvCxnSpPr>
            <p:cNvPr id="56" name="Прямая со стрелкой 135"/>
            <p:cNvCxnSpPr>
              <a:stCxn id="40" idx="6"/>
              <a:endCxn id="42" idx="2"/>
            </p:cNvCxnSpPr>
            <p:nvPr/>
          </p:nvCxnSpPr>
          <p:spPr bwMode="auto">
            <a:xfrm flipV="1">
              <a:off x="4334048" y="3291415"/>
              <a:ext cx="347134" cy="36696"/>
            </a:xfrm>
            <a:prstGeom prst="straightConnector1">
              <a:avLst/>
            </a:prstGeom>
            <a:solidFill>
              <a:schemeClr val="accent1"/>
            </a:solidFill>
            <a:ln w="9525" cap="flat" cmpd="sng" algn="ctr">
              <a:solidFill>
                <a:schemeClr val="tx1"/>
              </a:solidFill>
              <a:prstDash val="dash"/>
              <a:round/>
              <a:headEnd type="none" w="med" len="med"/>
              <a:tailEnd type="triangle"/>
            </a:ln>
            <a:effectLst/>
          </p:spPr>
        </p:cxnSp>
        <p:cxnSp>
          <p:nvCxnSpPr>
            <p:cNvPr id="57" name="Прямая со стрелкой 139"/>
            <p:cNvCxnSpPr>
              <a:endCxn id="43" idx="2"/>
            </p:cNvCxnSpPr>
            <p:nvPr/>
          </p:nvCxnSpPr>
          <p:spPr bwMode="auto">
            <a:xfrm>
              <a:off x="4286248" y="3470678"/>
              <a:ext cx="394934" cy="356976"/>
            </a:xfrm>
            <a:prstGeom prst="straightConnector1">
              <a:avLst/>
            </a:prstGeom>
            <a:solidFill>
              <a:schemeClr val="accent1"/>
            </a:solidFill>
            <a:ln w="9525" cap="flat" cmpd="sng" algn="ctr">
              <a:solidFill>
                <a:schemeClr val="tx1"/>
              </a:solidFill>
              <a:prstDash val="dash"/>
              <a:round/>
              <a:headEnd type="none" w="med" len="med"/>
              <a:tailEnd type="triangle"/>
            </a:ln>
            <a:effectLst/>
          </p:spPr>
        </p:cxnSp>
        <p:cxnSp>
          <p:nvCxnSpPr>
            <p:cNvPr id="58" name="Прямая со стрелкой 141"/>
            <p:cNvCxnSpPr>
              <a:stCxn id="40" idx="4"/>
              <a:endCxn id="44" idx="2"/>
            </p:cNvCxnSpPr>
            <p:nvPr/>
          </p:nvCxnSpPr>
          <p:spPr bwMode="auto">
            <a:xfrm>
              <a:off x="4131554" y="3530605"/>
              <a:ext cx="549629" cy="838908"/>
            </a:xfrm>
            <a:prstGeom prst="straightConnector1">
              <a:avLst/>
            </a:prstGeom>
            <a:solidFill>
              <a:schemeClr val="accent1"/>
            </a:solidFill>
            <a:ln w="9525" cap="flat" cmpd="sng" algn="ctr">
              <a:solidFill>
                <a:schemeClr val="tx1"/>
              </a:solidFill>
              <a:prstDash val="dash"/>
              <a:round/>
              <a:headEnd type="none" w="med" len="med"/>
              <a:tailEnd type="triangle"/>
            </a:ln>
            <a:effectLst/>
          </p:spPr>
        </p:cxnSp>
        <p:cxnSp>
          <p:nvCxnSpPr>
            <p:cNvPr id="59" name="Прямая со стрелкой 147"/>
            <p:cNvCxnSpPr>
              <a:stCxn id="39" idx="6"/>
              <a:endCxn id="45" idx="1"/>
            </p:cNvCxnSpPr>
            <p:nvPr/>
          </p:nvCxnSpPr>
          <p:spPr bwMode="auto">
            <a:xfrm>
              <a:off x="5086172" y="2202736"/>
              <a:ext cx="464299" cy="1143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0" name="Прямая со стрелкой 150"/>
            <p:cNvCxnSpPr>
              <a:stCxn id="41" idx="6"/>
              <a:endCxn id="45" idx="3"/>
            </p:cNvCxnSpPr>
            <p:nvPr/>
          </p:nvCxnSpPr>
          <p:spPr bwMode="auto">
            <a:xfrm flipV="1">
              <a:off x="5086172" y="2603461"/>
              <a:ext cx="464299" cy="1460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1" name="Прямая со стрелкой 152"/>
            <p:cNvCxnSpPr>
              <a:stCxn id="41" idx="6"/>
              <a:endCxn id="46" idx="1"/>
            </p:cNvCxnSpPr>
            <p:nvPr/>
          </p:nvCxnSpPr>
          <p:spPr bwMode="auto">
            <a:xfrm>
              <a:off x="5086172" y="2749554"/>
              <a:ext cx="522153" cy="1460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2" name="Прямая со стрелкой 154"/>
            <p:cNvCxnSpPr>
              <a:stCxn id="42" idx="6"/>
              <a:endCxn id="46" idx="3"/>
            </p:cNvCxnSpPr>
            <p:nvPr/>
          </p:nvCxnSpPr>
          <p:spPr bwMode="auto">
            <a:xfrm flipV="1">
              <a:off x="5086172" y="3182018"/>
              <a:ext cx="522153" cy="10939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3" name="Прямая со стрелкой 156"/>
            <p:cNvCxnSpPr>
              <a:stCxn id="43" idx="6"/>
              <a:endCxn id="47" idx="2"/>
            </p:cNvCxnSpPr>
            <p:nvPr/>
          </p:nvCxnSpPr>
          <p:spPr bwMode="auto">
            <a:xfrm flipV="1">
              <a:off x="5086172" y="3617390"/>
              <a:ext cx="1157114" cy="2102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4" name="Прямая со стрелкой 158"/>
            <p:cNvCxnSpPr>
              <a:endCxn id="47" idx="1"/>
            </p:cNvCxnSpPr>
            <p:nvPr/>
          </p:nvCxnSpPr>
          <p:spPr bwMode="auto">
            <a:xfrm>
              <a:off x="5929322" y="3143248"/>
              <a:ext cx="373273" cy="33095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5" name="Прямая со стрелкой 162"/>
            <p:cNvCxnSpPr>
              <a:stCxn id="46" idx="4"/>
              <a:endCxn id="48" idx="1"/>
            </p:cNvCxnSpPr>
            <p:nvPr/>
          </p:nvCxnSpPr>
          <p:spPr bwMode="auto">
            <a:xfrm>
              <a:off x="5751512" y="3241327"/>
              <a:ext cx="377516" cy="9271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6" name="Прямая со стрелкой 164"/>
            <p:cNvCxnSpPr>
              <a:stCxn id="44" idx="6"/>
              <a:endCxn id="94" idx="1"/>
            </p:cNvCxnSpPr>
            <p:nvPr/>
          </p:nvCxnSpPr>
          <p:spPr bwMode="auto">
            <a:xfrm flipV="1">
              <a:off x="5086172" y="4369092"/>
              <a:ext cx="963123" cy="42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7" name="Прямая со стрелкой 166"/>
            <p:cNvCxnSpPr>
              <a:stCxn id="48" idx="6"/>
              <a:endCxn id="49" idx="3"/>
            </p:cNvCxnSpPr>
            <p:nvPr/>
          </p:nvCxnSpPr>
          <p:spPr bwMode="auto">
            <a:xfrm flipV="1">
              <a:off x="6474709" y="4165565"/>
              <a:ext cx="522154" cy="14609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8" name="Прямая со стрелкой 168"/>
            <p:cNvCxnSpPr>
              <a:stCxn id="47" idx="6"/>
              <a:endCxn id="49" idx="1"/>
            </p:cNvCxnSpPr>
            <p:nvPr/>
          </p:nvCxnSpPr>
          <p:spPr bwMode="auto">
            <a:xfrm>
              <a:off x="6648277" y="3617390"/>
              <a:ext cx="348586" cy="26180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9" name="Прямая со стрелкой 170"/>
            <p:cNvCxnSpPr>
              <a:stCxn id="45" idx="6"/>
              <a:endCxn id="51" idx="2"/>
            </p:cNvCxnSpPr>
            <p:nvPr/>
          </p:nvCxnSpPr>
          <p:spPr bwMode="auto">
            <a:xfrm>
              <a:off x="5896152" y="2460275"/>
              <a:ext cx="1041402" cy="158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0" name="Прямая со стрелкой 172"/>
            <p:cNvCxnSpPr>
              <a:stCxn id="51" idx="6"/>
              <a:endCxn id="52" idx="2"/>
            </p:cNvCxnSpPr>
            <p:nvPr/>
          </p:nvCxnSpPr>
          <p:spPr bwMode="auto">
            <a:xfrm>
              <a:off x="7342544" y="2460275"/>
              <a:ext cx="289279" cy="158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1" name="Прямая со стрелкой 174"/>
            <p:cNvCxnSpPr>
              <a:stCxn id="47" idx="7"/>
              <a:endCxn id="51" idx="3"/>
            </p:cNvCxnSpPr>
            <p:nvPr/>
          </p:nvCxnSpPr>
          <p:spPr bwMode="auto">
            <a:xfrm flipV="1">
              <a:off x="6588968" y="2603461"/>
              <a:ext cx="407895" cy="87074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2" name="Прямая со стрелкой 176"/>
            <p:cNvCxnSpPr>
              <a:stCxn id="49" idx="6"/>
              <a:endCxn id="50" idx="2"/>
            </p:cNvCxnSpPr>
            <p:nvPr/>
          </p:nvCxnSpPr>
          <p:spPr bwMode="auto">
            <a:xfrm>
              <a:off x="7342544" y="4022379"/>
              <a:ext cx="289279" cy="158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73" name="Прямая со стрелкой 178"/>
            <p:cNvCxnSpPr>
              <a:stCxn id="52" idx="5"/>
              <a:endCxn id="53" idx="0"/>
            </p:cNvCxnSpPr>
            <p:nvPr/>
          </p:nvCxnSpPr>
          <p:spPr bwMode="auto">
            <a:xfrm rot="16200000" flipH="1">
              <a:off x="7934112" y="2646852"/>
              <a:ext cx="406443" cy="319659"/>
            </a:xfrm>
            <a:prstGeom prst="straightConnector1">
              <a:avLst/>
            </a:prstGeom>
            <a:solidFill>
              <a:schemeClr val="accent1"/>
            </a:solidFill>
            <a:ln w="9525" cap="flat" cmpd="sng" algn="ctr">
              <a:solidFill>
                <a:schemeClr val="tx1"/>
              </a:solidFill>
              <a:prstDash val="dash"/>
              <a:round/>
              <a:headEnd type="none" w="med" len="med"/>
              <a:tailEnd type="triangle"/>
            </a:ln>
            <a:effectLst/>
          </p:spPr>
        </p:cxnSp>
        <p:cxnSp>
          <p:nvCxnSpPr>
            <p:cNvPr id="74" name="Прямая со стрелкой 180"/>
            <p:cNvCxnSpPr>
              <a:stCxn id="50" idx="7"/>
              <a:endCxn id="53" idx="4"/>
            </p:cNvCxnSpPr>
            <p:nvPr/>
          </p:nvCxnSpPr>
          <p:spPr bwMode="auto">
            <a:xfrm rot="5400000" flipH="1" flipV="1">
              <a:off x="7905184" y="3487215"/>
              <a:ext cx="464299" cy="319659"/>
            </a:xfrm>
            <a:prstGeom prst="straightConnector1">
              <a:avLst/>
            </a:prstGeom>
            <a:solidFill>
              <a:schemeClr val="accent1"/>
            </a:solidFill>
            <a:ln w="9525" cap="flat" cmpd="sng" algn="ctr">
              <a:solidFill>
                <a:schemeClr val="tx1"/>
              </a:solidFill>
              <a:prstDash val="dash"/>
              <a:round/>
              <a:headEnd type="none" w="med" len="med"/>
              <a:tailEnd type="triangle"/>
            </a:ln>
            <a:effectLst/>
          </p:spPr>
        </p:cxnSp>
      </p:grpSp>
      <p:sp>
        <p:nvSpPr>
          <p:cNvPr id="89" name="TextBox 88"/>
          <p:cNvSpPr txBox="1"/>
          <p:nvPr/>
        </p:nvSpPr>
        <p:spPr>
          <a:xfrm>
            <a:off x="8805447" y="4038600"/>
            <a:ext cx="389850" cy="276999"/>
          </a:xfrm>
          <a:prstGeom prst="rect">
            <a:avLst/>
          </a:prstGeom>
          <a:noFill/>
        </p:spPr>
        <p:txBody>
          <a:bodyPr wrap="none" rtlCol="0">
            <a:spAutoFit/>
          </a:bodyPr>
          <a:lstStyle/>
          <a:p>
            <a:r>
              <a:rPr lang="en-US" sz="1200" dirty="0">
                <a:solidFill>
                  <a:schemeClr val="bg2"/>
                </a:solidFill>
                <a:latin typeface="+mj-lt"/>
              </a:rPr>
              <a:t>O1</a:t>
            </a:r>
          </a:p>
        </p:txBody>
      </p:sp>
      <p:sp>
        <p:nvSpPr>
          <p:cNvPr id="90" name="TextBox 89"/>
          <p:cNvSpPr txBox="1"/>
          <p:nvPr/>
        </p:nvSpPr>
        <p:spPr>
          <a:xfrm>
            <a:off x="8779071" y="5181600"/>
            <a:ext cx="389850" cy="276999"/>
          </a:xfrm>
          <a:prstGeom prst="rect">
            <a:avLst/>
          </a:prstGeom>
          <a:noFill/>
        </p:spPr>
        <p:txBody>
          <a:bodyPr wrap="none" rtlCol="0">
            <a:spAutoFit/>
          </a:bodyPr>
          <a:lstStyle/>
          <a:p>
            <a:r>
              <a:rPr lang="en-US" sz="1200" dirty="0">
                <a:solidFill>
                  <a:schemeClr val="bg2"/>
                </a:solidFill>
                <a:latin typeface="+mj-lt"/>
              </a:rPr>
              <a:t>O2</a:t>
            </a:r>
          </a:p>
        </p:txBody>
      </p:sp>
      <p:sp>
        <p:nvSpPr>
          <p:cNvPr id="91" name="TextBox 90"/>
          <p:cNvSpPr txBox="1"/>
          <p:nvPr/>
        </p:nvSpPr>
        <p:spPr>
          <a:xfrm>
            <a:off x="7239001" y="4038600"/>
            <a:ext cx="389850" cy="276999"/>
          </a:xfrm>
          <a:prstGeom prst="rect">
            <a:avLst/>
          </a:prstGeom>
          <a:noFill/>
        </p:spPr>
        <p:txBody>
          <a:bodyPr wrap="none" rtlCol="0">
            <a:spAutoFit/>
          </a:bodyPr>
          <a:lstStyle/>
          <a:p>
            <a:r>
              <a:rPr lang="en-US" sz="1200" dirty="0">
                <a:solidFill>
                  <a:schemeClr val="bg2"/>
                </a:solidFill>
                <a:latin typeface="+mj-lt"/>
              </a:rPr>
              <a:t>G1</a:t>
            </a:r>
          </a:p>
        </p:txBody>
      </p:sp>
      <p:sp>
        <p:nvSpPr>
          <p:cNvPr id="92" name="TextBox 91"/>
          <p:cNvSpPr txBox="1"/>
          <p:nvPr/>
        </p:nvSpPr>
        <p:spPr>
          <a:xfrm>
            <a:off x="7286468" y="4465334"/>
            <a:ext cx="389850" cy="276999"/>
          </a:xfrm>
          <a:prstGeom prst="rect">
            <a:avLst/>
          </a:prstGeom>
          <a:noFill/>
        </p:spPr>
        <p:txBody>
          <a:bodyPr wrap="none" rtlCol="0">
            <a:spAutoFit/>
          </a:bodyPr>
          <a:lstStyle/>
          <a:p>
            <a:r>
              <a:rPr lang="en-US" sz="1200" dirty="0">
                <a:solidFill>
                  <a:schemeClr val="bg2"/>
                </a:solidFill>
                <a:latin typeface="+mj-lt"/>
              </a:rPr>
              <a:t>G2</a:t>
            </a:r>
          </a:p>
        </p:txBody>
      </p:sp>
      <p:sp>
        <p:nvSpPr>
          <p:cNvPr id="93" name="TextBox 92"/>
          <p:cNvSpPr txBox="1"/>
          <p:nvPr/>
        </p:nvSpPr>
        <p:spPr>
          <a:xfrm>
            <a:off x="7781004" y="4881756"/>
            <a:ext cx="389850" cy="276999"/>
          </a:xfrm>
          <a:prstGeom prst="rect">
            <a:avLst/>
          </a:prstGeom>
          <a:noFill/>
        </p:spPr>
        <p:txBody>
          <a:bodyPr wrap="none" rtlCol="0">
            <a:spAutoFit/>
          </a:bodyPr>
          <a:lstStyle/>
          <a:p>
            <a:r>
              <a:rPr lang="en-US" sz="1200" dirty="0">
                <a:solidFill>
                  <a:schemeClr val="bg2"/>
                </a:solidFill>
                <a:latin typeface="+mj-lt"/>
              </a:rPr>
              <a:t>G3</a:t>
            </a:r>
          </a:p>
        </p:txBody>
      </p:sp>
      <p:sp>
        <p:nvSpPr>
          <p:cNvPr id="94" name="TextBox 93"/>
          <p:cNvSpPr txBox="1"/>
          <p:nvPr/>
        </p:nvSpPr>
        <p:spPr>
          <a:xfrm>
            <a:off x="7662447" y="5407968"/>
            <a:ext cx="389850" cy="276999"/>
          </a:xfrm>
          <a:prstGeom prst="rect">
            <a:avLst/>
          </a:prstGeom>
          <a:noFill/>
        </p:spPr>
        <p:txBody>
          <a:bodyPr wrap="none" rtlCol="0">
            <a:spAutoFit/>
          </a:bodyPr>
          <a:lstStyle/>
          <a:p>
            <a:r>
              <a:rPr lang="en-US" sz="1200" dirty="0">
                <a:solidFill>
                  <a:schemeClr val="bg2"/>
                </a:solidFill>
                <a:latin typeface="+mj-lt"/>
              </a:rPr>
              <a:t>G4</a:t>
            </a:r>
          </a:p>
        </p:txBody>
      </p:sp>
      <p:sp>
        <p:nvSpPr>
          <p:cNvPr id="95" name="TextBox 94"/>
          <p:cNvSpPr txBox="1"/>
          <p:nvPr/>
        </p:nvSpPr>
        <p:spPr>
          <a:xfrm>
            <a:off x="8298423" y="4047392"/>
            <a:ext cx="389850" cy="276999"/>
          </a:xfrm>
          <a:prstGeom prst="rect">
            <a:avLst/>
          </a:prstGeom>
          <a:noFill/>
        </p:spPr>
        <p:txBody>
          <a:bodyPr wrap="none" rtlCol="0">
            <a:spAutoFit/>
          </a:bodyPr>
          <a:lstStyle/>
          <a:p>
            <a:r>
              <a:rPr lang="en-US" sz="1200" dirty="0">
                <a:solidFill>
                  <a:schemeClr val="bg2"/>
                </a:solidFill>
                <a:latin typeface="+mj-lt"/>
              </a:rPr>
              <a:t>G5</a:t>
            </a:r>
          </a:p>
        </p:txBody>
      </p:sp>
      <p:sp>
        <p:nvSpPr>
          <p:cNvPr id="96" name="TextBox 95"/>
          <p:cNvSpPr txBox="1"/>
          <p:nvPr/>
        </p:nvSpPr>
        <p:spPr>
          <a:xfrm>
            <a:off x="8298423" y="5179368"/>
            <a:ext cx="389850" cy="276999"/>
          </a:xfrm>
          <a:prstGeom prst="rect">
            <a:avLst/>
          </a:prstGeom>
          <a:noFill/>
        </p:spPr>
        <p:txBody>
          <a:bodyPr wrap="none" rtlCol="0">
            <a:spAutoFit/>
          </a:bodyPr>
          <a:lstStyle/>
          <a:p>
            <a:r>
              <a:rPr lang="en-US" sz="1200" dirty="0">
                <a:solidFill>
                  <a:schemeClr val="bg2"/>
                </a:solidFill>
                <a:latin typeface="+mj-lt"/>
              </a:rPr>
              <a:t>G6</a:t>
            </a:r>
          </a:p>
        </p:txBody>
      </p:sp>
      <p:sp>
        <p:nvSpPr>
          <p:cNvPr id="97" name="TextBox 96"/>
          <p:cNvSpPr txBox="1"/>
          <p:nvPr/>
        </p:nvSpPr>
        <p:spPr>
          <a:xfrm>
            <a:off x="6694386" y="3868616"/>
            <a:ext cx="312906" cy="276999"/>
          </a:xfrm>
          <a:prstGeom prst="rect">
            <a:avLst/>
          </a:prstGeom>
          <a:noFill/>
        </p:spPr>
        <p:txBody>
          <a:bodyPr wrap="none" rtlCol="0">
            <a:spAutoFit/>
          </a:bodyPr>
          <a:lstStyle/>
          <a:p>
            <a:r>
              <a:rPr lang="en-US" sz="1200" dirty="0">
                <a:solidFill>
                  <a:schemeClr val="bg2"/>
                </a:solidFill>
                <a:latin typeface="+mj-lt"/>
              </a:rPr>
              <a:t>I1</a:t>
            </a:r>
          </a:p>
        </p:txBody>
      </p:sp>
      <p:sp>
        <p:nvSpPr>
          <p:cNvPr id="98" name="TextBox 97"/>
          <p:cNvSpPr txBox="1"/>
          <p:nvPr/>
        </p:nvSpPr>
        <p:spPr>
          <a:xfrm>
            <a:off x="6705600" y="4264968"/>
            <a:ext cx="312906" cy="276999"/>
          </a:xfrm>
          <a:prstGeom prst="rect">
            <a:avLst/>
          </a:prstGeom>
          <a:noFill/>
        </p:spPr>
        <p:txBody>
          <a:bodyPr wrap="none" rtlCol="0">
            <a:spAutoFit/>
          </a:bodyPr>
          <a:lstStyle/>
          <a:p>
            <a:r>
              <a:rPr lang="en-US" sz="1200" dirty="0">
                <a:solidFill>
                  <a:schemeClr val="bg2"/>
                </a:solidFill>
                <a:latin typeface="+mj-lt"/>
              </a:rPr>
              <a:t>I2</a:t>
            </a:r>
          </a:p>
        </p:txBody>
      </p:sp>
      <p:sp>
        <p:nvSpPr>
          <p:cNvPr id="99" name="TextBox 98"/>
          <p:cNvSpPr txBox="1"/>
          <p:nvPr/>
        </p:nvSpPr>
        <p:spPr>
          <a:xfrm>
            <a:off x="6703178" y="4648200"/>
            <a:ext cx="312906" cy="276999"/>
          </a:xfrm>
          <a:prstGeom prst="rect">
            <a:avLst/>
          </a:prstGeom>
          <a:noFill/>
        </p:spPr>
        <p:txBody>
          <a:bodyPr wrap="none" rtlCol="0">
            <a:spAutoFit/>
          </a:bodyPr>
          <a:lstStyle/>
          <a:p>
            <a:r>
              <a:rPr lang="en-US" sz="1200" dirty="0">
                <a:solidFill>
                  <a:schemeClr val="bg2"/>
                </a:solidFill>
                <a:latin typeface="+mj-lt"/>
              </a:rPr>
              <a:t>I3</a:t>
            </a:r>
          </a:p>
        </p:txBody>
      </p:sp>
      <p:sp>
        <p:nvSpPr>
          <p:cNvPr id="100" name="TextBox 99"/>
          <p:cNvSpPr txBox="1"/>
          <p:nvPr/>
        </p:nvSpPr>
        <p:spPr>
          <a:xfrm>
            <a:off x="6682411" y="5032348"/>
            <a:ext cx="312906" cy="276999"/>
          </a:xfrm>
          <a:prstGeom prst="rect">
            <a:avLst/>
          </a:prstGeom>
          <a:noFill/>
        </p:spPr>
        <p:txBody>
          <a:bodyPr wrap="none" rtlCol="0">
            <a:spAutoFit/>
          </a:bodyPr>
          <a:lstStyle/>
          <a:p>
            <a:r>
              <a:rPr lang="en-US" sz="1200" dirty="0">
                <a:solidFill>
                  <a:schemeClr val="bg2"/>
                </a:solidFill>
                <a:latin typeface="+mj-lt"/>
              </a:rPr>
              <a:t>I4</a:t>
            </a:r>
          </a:p>
        </p:txBody>
      </p:sp>
      <p:sp>
        <p:nvSpPr>
          <p:cNvPr id="101" name="TextBox 100"/>
          <p:cNvSpPr txBox="1"/>
          <p:nvPr/>
        </p:nvSpPr>
        <p:spPr>
          <a:xfrm>
            <a:off x="6694386" y="5436366"/>
            <a:ext cx="312906" cy="276999"/>
          </a:xfrm>
          <a:prstGeom prst="rect">
            <a:avLst/>
          </a:prstGeom>
          <a:noFill/>
        </p:spPr>
        <p:txBody>
          <a:bodyPr wrap="none" rtlCol="0">
            <a:spAutoFit/>
          </a:bodyPr>
          <a:lstStyle/>
          <a:p>
            <a:r>
              <a:rPr lang="en-US" sz="1200" dirty="0">
                <a:solidFill>
                  <a:schemeClr val="bg2"/>
                </a:solidFill>
                <a:latin typeface="+mj-lt"/>
              </a:rPr>
              <a:t>I5</a:t>
            </a:r>
          </a:p>
        </p:txBody>
      </p:sp>
      <p:sp>
        <p:nvSpPr>
          <p:cNvPr id="103" name="TextBox 102"/>
          <p:cNvSpPr txBox="1"/>
          <p:nvPr/>
        </p:nvSpPr>
        <p:spPr>
          <a:xfrm>
            <a:off x="6154616" y="4674576"/>
            <a:ext cx="287258" cy="276999"/>
          </a:xfrm>
          <a:prstGeom prst="rect">
            <a:avLst/>
          </a:prstGeom>
          <a:noFill/>
        </p:spPr>
        <p:txBody>
          <a:bodyPr wrap="none" rtlCol="0">
            <a:spAutoFit/>
          </a:bodyPr>
          <a:lstStyle/>
          <a:p>
            <a:r>
              <a:rPr lang="en-US" sz="1200" dirty="0">
                <a:solidFill>
                  <a:schemeClr val="bg2"/>
                </a:solidFill>
                <a:latin typeface="+mj-lt"/>
              </a:rPr>
              <a:t>S</a:t>
            </a:r>
          </a:p>
        </p:txBody>
      </p:sp>
      <p:sp>
        <p:nvSpPr>
          <p:cNvPr id="104" name="TextBox 103"/>
          <p:cNvSpPr txBox="1"/>
          <p:nvPr/>
        </p:nvSpPr>
        <p:spPr>
          <a:xfrm>
            <a:off x="9205698" y="4593216"/>
            <a:ext cx="227948" cy="276999"/>
          </a:xfrm>
          <a:prstGeom prst="rect">
            <a:avLst/>
          </a:prstGeom>
          <a:noFill/>
        </p:spPr>
        <p:txBody>
          <a:bodyPr wrap="none" rtlCol="0">
            <a:spAutoFit/>
          </a:bodyPr>
          <a:lstStyle/>
          <a:p>
            <a:r>
              <a:rPr lang="en-US" sz="1200" dirty="0">
                <a:solidFill>
                  <a:schemeClr val="bg2"/>
                </a:solidFill>
                <a:latin typeface="+mj-lt"/>
              </a:rPr>
              <a:t>t</a:t>
            </a:r>
          </a:p>
        </p:txBody>
      </p:sp>
      <p:grpSp>
        <p:nvGrpSpPr>
          <p:cNvPr id="88" name="Group 87"/>
          <p:cNvGrpSpPr/>
          <p:nvPr/>
        </p:nvGrpSpPr>
        <p:grpSpPr>
          <a:xfrm>
            <a:off x="2216171" y="3960168"/>
            <a:ext cx="3583880" cy="1812023"/>
            <a:chOff x="692170" y="3960168"/>
            <a:chExt cx="3583880" cy="1812023"/>
          </a:xfrm>
        </p:grpSpPr>
        <p:sp>
          <p:nvSpPr>
            <p:cNvPr id="5" name="Flowchart: Delay 53"/>
            <p:cNvSpPr/>
            <p:nvPr/>
          </p:nvSpPr>
          <p:spPr bwMode="auto">
            <a:xfrm>
              <a:off x="1298766" y="4063332"/>
              <a:ext cx="305640" cy="273287"/>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200" baseline="-25000" dirty="0">
                <a:latin typeface="+mj-lt"/>
                <a:cs typeface="Arial" charset="0"/>
              </a:endParaRPr>
            </a:p>
          </p:txBody>
        </p:sp>
        <p:sp>
          <p:nvSpPr>
            <p:cNvPr id="7" name="Flowchart: Delay 53"/>
            <p:cNvSpPr/>
            <p:nvPr/>
          </p:nvSpPr>
          <p:spPr bwMode="auto">
            <a:xfrm>
              <a:off x="1311906" y="4685491"/>
              <a:ext cx="305640" cy="273287"/>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200" baseline="-25000" dirty="0">
                <a:latin typeface="+mj-lt"/>
                <a:cs typeface="Arial" charset="0"/>
              </a:endParaRPr>
            </a:p>
          </p:txBody>
        </p:sp>
        <p:sp>
          <p:nvSpPr>
            <p:cNvPr id="9" name="Flowchart: Delay 53"/>
            <p:cNvSpPr/>
            <p:nvPr/>
          </p:nvSpPr>
          <p:spPr bwMode="auto">
            <a:xfrm>
              <a:off x="2194696" y="4770263"/>
              <a:ext cx="305640" cy="273287"/>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200" baseline="-25000" dirty="0">
                <a:latin typeface="+mj-lt"/>
                <a:cs typeface="Arial" charset="0"/>
              </a:endParaRPr>
            </a:p>
          </p:txBody>
        </p:sp>
        <p:sp>
          <p:nvSpPr>
            <p:cNvPr id="11" name="Flowchart: Delay 53"/>
            <p:cNvSpPr/>
            <p:nvPr/>
          </p:nvSpPr>
          <p:spPr bwMode="auto">
            <a:xfrm>
              <a:off x="2194212" y="5426893"/>
              <a:ext cx="305640" cy="273287"/>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200" baseline="-25000" dirty="0">
                <a:latin typeface="+mj-lt"/>
                <a:cs typeface="Arial" charset="0"/>
              </a:endParaRPr>
            </a:p>
          </p:txBody>
        </p:sp>
        <p:sp>
          <p:nvSpPr>
            <p:cNvPr id="13" name="Flowchart: Delay 53"/>
            <p:cNvSpPr/>
            <p:nvPr/>
          </p:nvSpPr>
          <p:spPr bwMode="auto">
            <a:xfrm>
              <a:off x="3137271" y="4136314"/>
              <a:ext cx="305640" cy="273287"/>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200" baseline="-25000" dirty="0">
                <a:latin typeface="+mj-lt"/>
                <a:cs typeface="Arial" charset="0"/>
              </a:endParaRPr>
            </a:p>
          </p:txBody>
        </p:sp>
        <p:sp>
          <p:nvSpPr>
            <p:cNvPr id="15" name="Flowchart: Delay 53"/>
            <p:cNvSpPr/>
            <p:nvPr/>
          </p:nvSpPr>
          <p:spPr bwMode="auto">
            <a:xfrm>
              <a:off x="3141311" y="5344425"/>
              <a:ext cx="305640" cy="273287"/>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en-US" sz="1200" baseline="-25000" dirty="0">
                <a:latin typeface="+mj-lt"/>
                <a:cs typeface="Arial" charset="0"/>
              </a:endParaRPr>
            </a:p>
          </p:txBody>
        </p:sp>
        <p:cxnSp>
          <p:nvCxnSpPr>
            <p:cNvPr id="17" name="Прямая соединительная линия 18"/>
            <p:cNvCxnSpPr/>
            <p:nvPr/>
          </p:nvCxnSpPr>
          <p:spPr bwMode="auto">
            <a:xfrm flipV="1">
              <a:off x="1691188" y="4199710"/>
              <a:ext cx="143560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Прямая соединительная линия 23"/>
            <p:cNvCxnSpPr/>
            <p:nvPr/>
          </p:nvCxnSpPr>
          <p:spPr bwMode="auto">
            <a:xfrm>
              <a:off x="933591" y="5650082"/>
              <a:ext cx="125819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9" name="Прямая соединительная линия 25"/>
            <p:cNvCxnSpPr/>
            <p:nvPr/>
          </p:nvCxnSpPr>
          <p:spPr bwMode="auto">
            <a:xfrm flipV="1">
              <a:off x="1709093" y="4826010"/>
              <a:ext cx="48463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Прямая соединительная линия 26"/>
            <p:cNvCxnSpPr/>
            <p:nvPr/>
          </p:nvCxnSpPr>
          <p:spPr bwMode="auto">
            <a:xfrm>
              <a:off x="924974" y="5012367"/>
              <a:ext cx="126972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1" name="Прямая соединительная линия 27"/>
            <p:cNvCxnSpPr/>
            <p:nvPr/>
          </p:nvCxnSpPr>
          <p:spPr bwMode="auto">
            <a:xfrm>
              <a:off x="2901143" y="4346104"/>
              <a:ext cx="236128" cy="104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2" name="Прямая соединительная линия 39"/>
            <p:cNvCxnSpPr/>
            <p:nvPr/>
          </p:nvCxnSpPr>
          <p:spPr bwMode="auto">
            <a:xfrm>
              <a:off x="2904699" y="5426026"/>
              <a:ext cx="23612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 name="Прямая соединительная линия 41"/>
            <p:cNvCxnSpPr/>
            <p:nvPr/>
          </p:nvCxnSpPr>
          <p:spPr bwMode="auto">
            <a:xfrm rot="5400000">
              <a:off x="2359687" y="4888085"/>
              <a:ext cx="1083437" cy="52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4" name="Прямая соединительная линия 43"/>
            <p:cNvCxnSpPr/>
            <p:nvPr/>
          </p:nvCxnSpPr>
          <p:spPr bwMode="auto">
            <a:xfrm flipV="1">
              <a:off x="2571243" y="5563096"/>
              <a:ext cx="56554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5" name="Прямая соединительная линия 60"/>
            <p:cNvCxnSpPr/>
            <p:nvPr/>
          </p:nvCxnSpPr>
          <p:spPr bwMode="auto">
            <a:xfrm>
              <a:off x="1958568" y="5477193"/>
              <a:ext cx="23612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6" name="Прямая соединительная линия 61"/>
            <p:cNvCxnSpPr/>
            <p:nvPr/>
          </p:nvCxnSpPr>
          <p:spPr bwMode="auto">
            <a:xfrm rot="5400000">
              <a:off x="1628929" y="5147030"/>
              <a:ext cx="659278" cy="104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7" name="Прямая соединительная линия 75"/>
            <p:cNvCxnSpPr/>
            <p:nvPr/>
          </p:nvCxnSpPr>
          <p:spPr bwMode="auto">
            <a:xfrm flipV="1">
              <a:off x="2587117" y="4905410"/>
              <a:ext cx="30175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8" name="Прямая соединительная линия 78"/>
            <p:cNvCxnSpPr/>
            <p:nvPr/>
          </p:nvCxnSpPr>
          <p:spPr bwMode="auto">
            <a:xfrm>
              <a:off x="921735" y="4911649"/>
              <a:ext cx="37751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9" name="Прямая соединительная линия 96"/>
            <p:cNvCxnSpPr/>
            <p:nvPr/>
          </p:nvCxnSpPr>
          <p:spPr bwMode="auto">
            <a:xfrm>
              <a:off x="921735" y="4144932"/>
              <a:ext cx="37751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0" name="Прямая соединительная линия 100"/>
            <p:cNvCxnSpPr/>
            <p:nvPr/>
          </p:nvCxnSpPr>
          <p:spPr bwMode="auto">
            <a:xfrm>
              <a:off x="1157170" y="4760671"/>
              <a:ext cx="15021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1" name="Прямая соединительная линия 101"/>
            <p:cNvCxnSpPr/>
            <p:nvPr/>
          </p:nvCxnSpPr>
          <p:spPr bwMode="auto">
            <a:xfrm rot="5400000">
              <a:off x="926040" y="4530589"/>
              <a:ext cx="463476" cy="24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2" name="Прямая соединительная линия 104"/>
            <p:cNvCxnSpPr/>
            <p:nvPr/>
          </p:nvCxnSpPr>
          <p:spPr bwMode="auto">
            <a:xfrm>
              <a:off x="912239" y="4288562"/>
              <a:ext cx="37751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3" name="Прямая соединительная линия 105"/>
            <p:cNvCxnSpPr/>
            <p:nvPr/>
          </p:nvCxnSpPr>
          <p:spPr bwMode="auto">
            <a:xfrm>
              <a:off x="3529210" y="4272433"/>
              <a:ext cx="37751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4" name="Прямая соединительная линия 106"/>
            <p:cNvCxnSpPr/>
            <p:nvPr/>
          </p:nvCxnSpPr>
          <p:spPr bwMode="auto">
            <a:xfrm>
              <a:off x="3517858" y="5485287"/>
              <a:ext cx="37751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5" name="Овал 107"/>
            <p:cNvSpPr/>
            <p:nvPr/>
          </p:nvSpPr>
          <p:spPr bwMode="auto">
            <a:xfrm>
              <a:off x="1937237" y="4808774"/>
              <a:ext cx="47128" cy="47128"/>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latin typeface="+mj-lt"/>
                <a:cs typeface="Arial" charset="0"/>
              </a:endParaRPr>
            </a:p>
          </p:txBody>
        </p:sp>
        <p:sp>
          <p:nvSpPr>
            <p:cNvPr id="36" name="Овал 108"/>
            <p:cNvSpPr/>
            <p:nvPr/>
          </p:nvSpPr>
          <p:spPr bwMode="auto">
            <a:xfrm>
              <a:off x="1140627" y="4269083"/>
              <a:ext cx="47128" cy="47128"/>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latin typeface="+mj-lt"/>
                <a:cs typeface="Arial" charset="0"/>
              </a:endParaRPr>
            </a:p>
          </p:txBody>
        </p:sp>
        <p:sp>
          <p:nvSpPr>
            <p:cNvPr id="37" name="Овал 109"/>
            <p:cNvSpPr/>
            <p:nvPr/>
          </p:nvSpPr>
          <p:spPr bwMode="auto">
            <a:xfrm>
              <a:off x="2879813" y="4881756"/>
              <a:ext cx="47128" cy="47128"/>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ase">
                <a:spcBef>
                  <a:spcPct val="0"/>
                </a:spcBef>
                <a:spcAft>
                  <a:spcPct val="0"/>
                </a:spcAft>
              </a:pPr>
              <a:endParaRPr lang="ru-RU" sz="1200">
                <a:latin typeface="+mj-lt"/>
                <a:cs typeface="Arial" charset="0"/>
              </a:endParaRPr>
            </a:p>
          </p:txBody>
        </p:sp>
        <p:sp>
          <p:nvSpPr>
            <p:cNvPr id="75" name="TextBox 74"/>
            <p:cNvSpPr txBox="1"/>
            <p:nvPr/>
          </p:nvSpPr>
          <p:spPr>
            <a:xfrm>
              <a:off x="694332" y="3992910"/>
              <a:ext cx="312906" cy="276999"/>
            </a:xfrm>
            <a:prstGeom prst="rect">
              <a:avLst/>
            </a:prstGeom>
            <a:noFill/>
            <a:ln w="9525">
              <a:noFill/>
            </a:ln>
          </p:spPr>
          <p:txBody>
            <a:bodyPr wrap="none" rtlCol="0">
              <a:spAutoFit/>
            </a:bodyPr>
            <a:lstStyle/>
            <a:p>
              <a:r>
                <a:rPr lang="en-US" sz="1200" dirty="0">
                  <a:latin typeface="+mj-lt"/>
                </a:rPr>
                <a:t>I1</a:t>
              </a:r>
            </a:p>
          </p:txBody>
        </p:sp>
        <p:sp>
          <p:nvSpPr>
            <p:cNvPr id="76" name="TextBox 75"/>
            <p:cNvSpPr txBox="1"/>
            <p:nvPr/>
          </p:nvSpPr>
          <p:spPr>
            <a:xfrm>
              <a:off x="692170" y="4141176"/>
              <a:ext cx="312906" cy="276999"/>
            </a:xfrm>
            <a:prstGeom prst="rect">
              <a:avLst/>
            </a:prstGeom>
            <a:noFill/>
            <a:ln w="9525">
              <a:noFill/>
            </a:ln>
          </p:spPr>
          <p:txBody>
            <a:bodyPr wrap="none" rtlCol="0">
              <a:spAutoFit/>
            </a:bodyPr>
            <a:lstStyle/>
            <a:p>
              <a:r>
                <a:rPr lang="en-US" sz="1200" dirty="0">
                  <a:latin typeface="+mj-lt"/>
                </a:rPr>
                <a:t>I2</a:t>
              </a:r>
            </a:p>
          </p:txBody>
        </p:sp>
        <p:sp>
          <p:nvSpPr>
            <p:cNvPr id="77" name="TextBox 76"/>
            <p:cNvSpPr txBox="1"/>
            <p:nvPr/>
          </p:nvSpPr>
          <p:spPr>
            <a:xfrm>
              <a:off x="709754" y="4733192"/>
              <a:ext cx="312906" cy="276999"/>
            </a:xfrm>
            <a:prstGeom prst="rect">
              <a:avLst/>
            </a:prstGeom>
            <a:noFill/>
            <a:ln w="9525">
              <a:noFill/>
            </a:ln>
          </p:spPr>
          <p:txBody>
            <a:bodyPr wrap="none" rtlCol="0">
              <a:spAutoFit/>
            </a:bodyPr>
            <a:lstStyle/>
            <a:p>
              <a:r>
                <a:rPr lang="en-US" sz="1200" dirty="0">
                  <a:latin typeface="+mj-lt"/>
                </a:rPr>
                <a:t>I3</a:t>
              </a:r>
            </a:p>
          </p:txBody>
        </p:sp>
        <p:sp>
          <p:nvSpPr>
            <p:cNvPr id="78" name="TextBox 77"/>
            <p:cNvSpPr txBox="1"/>
            <p:nvPr/>
          </p:nvSpPr>
          <p:spPr>
            <a:xfrm>
              <a:off x="709754" y="4874568"/>
              <a:ext cx="312906" cy="276999"/>
            </a:xfrm>
            <a:prstGeom prst="rect">
              <a:avLst/>
            </a:prstGeom>
            <a:noFill/>
            <a:ln w="9525">
              <a:noFill/>
            </a:ln>
          </p:spPr>
          <p:txBody>
            <a:bodyPr wrap="none" rtlCol="0">
              <a:spAutoFit/>
            </a:bodyPr>
            <a:lstStyle/>
            <a:p>
              <a:r>
                <a:rPr lang="en-US" sz="1200" dirty="0">
                  <a:latin typeface="+mj-lt"/>
                </a:rPr>
                <a:t>I4</a:t>
              </a:r>
            </a:p>
          </p:txBody>
        </p:sp>
        <p:sp>
          <p:nvSpPr>
            <p:cNvPr id="79" name="TextBox 78"/>
            <p:cNvSpPr txBox="1"/>
            <p:nvPr/>
          </p:nvSpPr>
          <p:spPr>
            <a:xfrm>
              <a:off x="727338" y="5495192"/>
              <a:ext cx="312906" cy="276999"/>
            </a:xfrm>
            <a:prstGeom prst="rect">
              <a:avLst/>
            </a:prstGeom>
            <a:noFill/>
            <a:ln w="9525">
              <a:noFill/>
            </a:ln>
          </p:spPr>
          <p:txBody>
            <a:bodyPr wrap="none" rtlCol="0">
              <a:spAutoFit/>
            </a:bodyPr>
            <a:lstStyle/>
            <a:p>
              <a:r>
                <a:rPr lang="en-US" sz="1200" dirty="0">
                  <a:latin typeface="+mj-lt"/>
                </a:rPr>
                <a:t>I5</a:t>
              </a:r>
            </a:p>
          </p:txBody>
        </p:sp>
        <p:sp>
          <p:nvSpPr>
            <p:cNvPr id="80" name="TextBox 79"/>
            <p:cNvSpPr txBox="1"/>
            <p:nvPr/>
          </p:nvSpPr>
          <p:spPr>
            <a:xfrm>
              <a:off x="1700354" y="3960168"/>
              <a:ext cx="389850" cy="276999"/>
            </a:xfrm>
            <a:prstGeom prst="rect">
              <a:avLst/>
            </a:prstGeom>
            <a:noFill/>
            <a:ln w="9525">
              <a:noFill/>
            </a:ln>
          </p:spPr>
          <p:txBody>
            <a:bodyPr wrap="none" rtlCol="0">
              <a:spAutoFit/>
            </a:bodyPr>
            <a:lstStyle/>
            <a:p>
              <a:r>
                <a:rPr lang="en-US" sz="1200" dirty="0">
                  <a:latin typeface="+mj-lt"/>
                </a:rPr>
                <a:t>G1</a:t>
              </a:r>
            </a:p>
          </p:txBody>
        </p:sp>
        <p:sp>
          <p:nvSpPr>
            <p:cNvPr id="81" name="TextBox 80"/>
            <p:cNvSpPr txBox="1"/>
            <p:nvPr/>
          </p:nvSpPr>
          <p:spPr>
            <a:xfrm>
              <a:off x="1673472" y="4602008"/>
              <a:ext cx="389850" cy="276999"/>
            </a:xfrm>
            <a:prstGeom prst="rect">
              <a:avLst/>
            </a:prstGeom>
            <a:noFill/>
            <a:ln w="9525">
              <a:noFill/>
            </a:ln>
          </p:spPr>
          <p:txBody>
            <a:bodyPr wrap="none" rtlCol="0">
              <a:spAutoFit/>
            </a:bodyPr>
            <a:lstStyle/>
            <a:p>
              <a:r>
                <a:rPr lang="en-US" sz="1200" dirty="0">
                  <a:latin typeface="+mj-lt"/>
                </a:rPr>
                <a:t>G2</a:t>
              </a:r>
            </a:p>
          </p:txBody>
        </p:sp>
        <p:sp>
          <p:nvSpPr>
            <p:cNvPr id="82" name="TextBox 81"/>
            <p:cNvSpPr txBox="1"/>
            <p:nvPr/>
          </p:nvSpPr>
          <p:spPr>
            <a:xfrm>
              <a:off x="2557046" y="4645968"/>
              <a:ext cx="389850" cy="276999"/>
            </a:xfrm>
            <a:prstGeom prst="rect">
              <a:avLst/>
            </a:prstGeom>
            <a:noFill/>
            <a:ln w="9525">
              <a:noFill/>
            </a:ln>
          </p:spPr>
          <p:txBody>
            <a:bodyPr wrap="none" rtlCol="0">
              <a:spAutoFit/>
            </a:bodyPr>
            <a:lstStyle/>
            <a:p>
              <a:r>
                <a:rPr lang="en-US" sz="1200" dirty="0">
                  <a:latin typeface="+mj-lt"/>
                </a:rPr>
                <a:t>G3</a:t>
              </a:r>
            </a:p>
          </p:txBody>
        </p:sp>
        <p:sp>
          <p:nvSpPr>
            <p:cNvPr id="83" name="TextBox 82"/>
            <p:cNvSpPr txBox="1"/>
            <p:nvPr/>
          </p:nvSpPr>
          <p:spPr>
            <a:xfrm>
              <a:off x="2565838" y="5340560"/>
              <a:ext cx="389850" cy="276999"/>
            </a:xfrm>
            <a:prstGeom prst="rect">
              <a:avLst/>
            </a:prstGeom>
            <a:noFill/>
            <a:ln w="9525">
              <a:noFill/>
            </a:ln>
          </p:spPr>
          <p:txBody>
            <a:bodyPr wrap="none" rtlCol="0">
              <a:spAutoFit/>
            </a:bodyPr>
            <a:lstStyle/>
            <a:p>
              <a:r>
                <a:rPr lang="en-US" sz="1200" dirty="0">
                  <a:latin typeface="+mj-lt"/>
                </a:rPr>
                <a:t>G4</a:t>
              </a:r>
            </a:p>
          </p:txBody>
        </p:sp>
        <p:sp>
          <p:nvSpPr>
            <p:cNvPr id="84" name="TextBox 83"/>
            <p:cNvSpPr txBox="1"/>
            <p:nvPr/>
          </p:nvSpPr>
          <p:spPr>
            <a:xfrm>
              <a:off x="3547646" y="4038600"/>
              <a:ext cx="389850" cy="276999"/>
            </a:xfrm>
            <a:prstGeom prst="rect">
              <a:avLst/>
            </a:prstGeom>
            <a:noFill/>
            <a:ln w="9525">
              <a:noFill/>
            </a:ln>
          </p:spPr>
          <p:txBody>
            <a:bodyPr wrap="none" rtlCol="0">
              <a:spAutoFit/>
            </a:bodyPr>
            <a:lstStyle/>
            <a:p>
              <a:r>
                <a:rPr lang="en-US" sz="1200" dirty="0">
                  <a:latin typeface="+mj-lt"/>
                </a:rPr>
                <a:t>G5</a:t>
              </a:r>
            </a:p>
          </p:txBody>
        </p:sp>
        <p:sp>
          <p:nvSpPr>
            <p:cNvPr id="85" name="TextBox 84"/>
            <p:cNvSpPr txBox="1"/>
            <p:nvPr/>
          </p:nvSpPr>
          <p:spPr>
            <a:xfrm>
              <a:off x="3547646" y="5255568"/>
              <a:ext cx="389850" cy="276999"/>
            </a:xfrm>
            <a:prstGeom prst="rect">
              <a:avLst/>
            </a:prstGeom>
            <a:noFill/>
            <a:ln w="9525">
              <a:noFill/>
            </a:ln>
          </p:spPr>
          <p:txBody>
            <a:bodyPr wrap="none" rtlCol="0">
              <a:spAutoFit/>
            </a:bodyPr>
            <a:lstStyle/>
            <a:p>
              <a:r>
                <a:rPr lang="en-US" sz="1200" dirty="0">
                  <a:latin typeface="+mj-lt"/>
                </a:rPr>
                <a:t>G6</a:t>
              </a:r>
            </a:p>
          </p:txBody>
        </p:sp>
        <p:sp>
          <p:nvSpPr>
            <p:cNvPr id="86" name="TextBox 85"/>
            <p:cNvSpPr txBox="1"/>
            <p:nvPr/>
          </p:nvSpPr>
          <p:spPr>
            <a:xfrm>
              <a:off x="3886200" y="4126247"/>
              <a:ext cx="389850" cy="276999"/>
            </a:xfrm>
            <a:prstGeom prst="rect">
              <a:avLst/>
            </a:prstGeom>
            <a:noFill/>
            <a:ln w="9525">
              <a:noFill/>
            </a:ln>
          </p:spPr>
          <p:txBody>
            <a:bodyPr wrap="none" rtlCol="0">
              <a:spAutoFit/>
            </a:bodyPr>
            <a:lstStyle/>
            <a:p>
              <a:r>
                <a:rPr lang="en-US" sz="1200" dirty="0">
                  <a:latin typeface="+mj-lt"/>
                </a:rPr>
                <a:t>O1</a:t>
              </a:r>
            </a:p>
          </p:txBody>
        </p:sp>
        <p:sp>
          <p:nvSpPr>
            <p:cNvPr id="87" name="TextBox 86"/>
            <p:cNvSpPr txBox="1"/>
            <p:nvPr/>
          </p:nvSpPr>
          <p:spPr>
            <a:xfrm>
              <a:off x="3886200" y="5334000"/>
              <a:ext cx="389850" cy="276999"/>
            </a:xfrm>
            <a:prstGeom prst="rect">
              <a:avLst/>
            </a:prstGeom>
            <a:noFill/>
            <a:ln w="9525">
              <a:noFill/>
            </a:ln>
          </p:spPr>
          <p:txBody>
            <a:bodyPr wrap="none" rtlCol="0">
              <a:spAutoFit/>
            </a:bodyPr>
            <a:lstStyle/>
            <a:p>
              <a:r>
                <a:rPr lang="en-US" sz="1200" dirty="0">
                  <a:latin typeface="+mj-lt"/>
                </a:rPr>
                <a:t>O2</a:t>
              </a:r>
            </a:p>
          </p:txBody>
        </p:sp>
        <p:sp>
          <p:nvSpPr>
            <p:cNvPr id="105" name="Oval 56"/>
            <p:cNvSpPr/>
            <p:nvPr/>
          </p:nvSpPr>
          <p:spPr bwMode="auto">
            <a:xfrm>
              <a:off x="1608576" y="4159135"/>
              <a:ext cx="81025" cy="8168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endParaRPr lang="en-US" sz="1200">
                <a:latin typeface="Arial" charset="0"/>
                <a:cs typeface="Arial" charset="0"/>
              </a:endParaRPr>
            </a:p>
          </p:txBody>
        </p:sp>
        <p:sp>
          <p:nvSpPr>
            <p:cNvPr id="106" name="Oval 56"/>
            <p:cNvSpPr/>
            <p:nvPr/>
          </p:nvSpPr>
          <p:spPr bwMode="auto">
            <a:xfrm>
              <a:off x="1619329" y="4781294"/>
              <a:ext cx="81025" cy="8168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endParaRPr lang="en-US" sz="1200">
                <a:latin typeface="Arial" charset="0"/>
                <a:cs typeface="Arial" charset="0"/>
              </a:endParaRPr>
            </a:p>
          </p:txBody>
        </p:sp>
        <p:sp>
          <p:nvSpPr>
            <p:cNvPr id="107" name="Oval 56"/>
            <p:cNvSpPr/>
            <p:nvPr/>
          </p:nvSpPr>
          <p:spPr bwMode="auto">
            <a:xfrm>
              <a:off x="2502591" y="4866066"/>
              <a:ext cx="81025" cy="8168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endParaRPr lang="en-US" sz="1200">
                <a:latin typeface="Arial" charset="0"/>
                <a:cs typeface="Arial" charset="0"/>
              </a:endParaRPr>
            </a:p>
          </p:txBody>
        </p:sp>
        <p:sp>
          <p:nvSpPr>
            <p:cNvPr id="108" name="Oval 56"/>
            <p:cNvSpPr/>
            <p:nvPr/>
          </p:nvSpPr>
          <p:spPr bwMode="auto">
            <a:xfrm>
              <a:off x="3449124" y="4232117"/>
              <a:ext cx="81025" cy="8168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endParaRPr lang="en-US" sz="1200">
                <a:latin typeface="Arial" charset="0"/>
                <a:cs typeface="Arial" charset="0"/>
              </a:endParaRPr>
            </a:p>
          </p:txBody>
        </p:sp>
        <p:sp>
          <p:nvSpPr>
            <p:cNvPr id="109" name="Oval 56"/>
            <p:cNvSpPr/>
            <p:nvPr/>
          </p:nvSpPr>
          <p:spPr bwMode="auto">
            <a:xfrm>
              <a:off x="3446951" y="5444971"/>
              <a:ext cx="81025" cy="8168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endParaRPr lang="en-US" sz="1200">
                <a:latin typeface="Arial" charset="0"/>
                <a:cs typeface="Arial" charset="0"/>
              </a:endParaRPr>
            </a:p>
          </p:txBody>
        </p:sp>
        <p:sp>
          <p:nvSpPr>
            <p:cNvPr id="110" name="Oval 56"/>
            <p:cNvSpPr/>
            <p:nvPr/>
          </p:nvSpPr>
          <p:spPr bwMode="auto">
            <a:xfrm>
              <a:off x="2500336" y="5522696"/>
              <a:ext cx="81025" cy="8168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base">
                <a:spcBef>
                  <a:spcPct val="0"/>
                </a:spcBef>
                <a:spcAft>
                  <a:spcPct val="0"/>
                </a:spcAft>
              </a:pPr>
              <a:endParaRPr lang="en-US" sz="1200">
                <a:latin typeface="Arial" charset="0"/>
                <a:cs typeface="Arial" charset="0"/>
              </a:endParaRPr>
            </a:p>
          </p:txBody>
        </p:sp>
      </p:grpSp>
    </p:spTree>
    <p:extLst>
      <p:ext uri="{BB962C8B-B14F-4D97-AF65-F5344CB8AC3E}">
        <p14:creationId xmlns:p14="http://schemas.microsoft.com/office/powerpoint/2010/main" val="116046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Critical Path Method</a:t>
            </a:r>
            <a:endParaRPr lang="en-US" dirty="0"/>
          </a:p>
        </p:txBody>
      </p:sp>
      <p:sp>
        <p:nvSpPr>
          <p:cNvPr id="3" name="Content Placeholder 2"/>
          <p:cNvSpPr>
            <a:spLocks noGrp="1"/>
          </p:cNvSpPr>
          <p:nvPr>
            <p:ph type="body" sz="quarter" idx="10"/>
          </p:nvPr>
        </p:nvSpPr>
        <p:spPr/>
        <p:txBody>
          <a:bodyPr/>
          <a:lstStyle/>
          <a:p>
            <a:r>
              <a:rPr lang="en-US" sz="1800" dirty="0"/>
              <a:t>CPM (Critical Path Method) for Timing graph G = (V,E)</a:t>
            </a:r>
          </a:p>
        </p:txBody>
      </p:sp>
      <mc:AlternateContent xmlns:mc="http://schemas.openxmlformats.org/markup-compatibility/2006" xmlns:a14="http://schemas.microsoft.com/office/drawing/2010/main">
        <mc:Choice Requires="a14">
          <p:sp>
            <p:nvSpPr>
              <p:cNvPr id="4" name="Rectangle 3"/>
              <p:cNvSpPr/>
              <p:nvPr/>
            </p:nvSpPr>
            <p:spPr>
              <a:xfrm>
                <a:off x="4191000" y="1981200"/>
                <a:ext cx="6019800" cy="3539430"/>
              </a:xfrm>
              <a:prstGeom prst="rect">
                <a:avLst/>
              </a:prstGeom>
              <a:solidFill>
                <a:schemeClr val="accent1">
                  <a:lumMod val="20000"/>
                  <a:lumOff val="80000"/>
                </a:schemeClr>
              </a:solidFill>
              <a:ln w="28575">
                <a:solidFill>
                  <a:schemeClr val="accent1">
                    <a:lumMod val="75000"/>
                  </a:schemeClr>
                </a:solidFill>
              </a:ln>
            </p:spPr>
            <p:txBody>
              <a:bodyPr wrap="square">
                <a:spAutoFit/>
              </a:bodyPr>
              <a:lstStyle/>
              <a:p>
                <a:pPr marL="344487" lvl="1"/>
                <a:r>
                  <a:rPr lang="en-US" sz="1400" dirty="0">
                    <a:latin typeface="+mj-lt"/>
                  </a:rPr>
                  <a:t>Q = </a:t>
                </a:r>
                <a14:m>
                  <m:oMath xmlns:m="http://schemas.openxmlformats.org/officeDocument/2006/math">
                    <m:r>
                      <a:rPr lang="en-US" sz="1400" i="1" dirty="0">
                        <a:latin typeface="Cambria Math"/>
                        <a:ea typeface="Cambria Math"/>
                      </a:rPr>
                      <m:t>∅</m:t>
                    </m:r>
                  </m:oMath>
                </a14:m>
                <a:r>
                  <a:rPr lang="en-US" sz="1400" dirty="0">
                    <a:latin typeface="+mj-lt"/>
                  </a:rPr>
                  <a:t> ;</a:t>
                </a:r>
              </a:p>
              <a:p>
                <a:pPr marL="344487" lvl="1"/>
                <a:r>
                  <a:rPr lang="en-US" sz="1400" dirty="0">
                    <a:solidFill>
                      <a:srgbClr val="0000CC"/>
                    </a:solidFill>
                    <a:latin typeface="Courier New" pitchFamily="49" charset="0"/>
                    <a:cs typeface="Courier New" pitchFamily="49" charset="0"/>
                  </a:rPr>
                  <a:t>for</a:t>
                </a:r>
                <a:r>
                  <a:rPr lang="en-US" sz="1400" dirty="0">
                    <a:latin typeface="+mj-lt"/>
                  </a:rPr>
                  <a:t> all vertices </a:t>
                </a:r>
                <a:r>
                  <a:rPr lang="en-US" sz="1400" dirty="0" err="1">
                    <a:latin typeface="+mj-lt"/>
                  </a:rPr>
                  <a:t>i</a:t>
                </a:r>
                <a:r>
                  <a:rPr lang="el-GR" sz="1400" dirty="0">
                    <a:latin typeface="+mj-lt"/>
                  </a:rPr>
                  <a:t> </a:t>
                </a:r>
                <a:r>
                  <a:rPr lang="en-US" sz="1400" dirty="0">
                    <a:latin typeface="+mj-lt"/>
                  </a:rPr>
                  <a:t> </a:t>
                </a:r>
                <a14:m>
                  <m:oMath xmlns:m="http://schemas.openxmlformats.org/officeDocument/2006/math">
                    <m:r>
                      <a:rPr lang="el-GR" sz="1400" i="1">
                        <a:latin typeface="Cambria Math"/>
                        <a:ea typeface="Cambria Math"/>
                      </a:rPr>
                      <m:t>∈</m:t>
                    </m:r>
                  </m:oMath>
                </a14:m>
                <a:r>
                  <a:rPr lang="en-US" sz="1400" dirty="0">
                    <a:latin typeface="+mj-lt"/>
                  </a:rPr>
                  <a:t> V</a:t>
                </a:r>
              </a:p>
              <a:p>
                <a:pPr marL="344487" lvl="1"/>
                <a:r>
                  <a:rPr lang="en-US" sz="1400" dirty="0">
                    <a:latin typeface="+mj-lt"/>
                  </a:rPr>
                  <a:t>	</a:t>
                </a:r>
                <a:r>
                  <a:rPr lang="en-US" sz="1400" dirty="0" err="1">
                    <a:latin typeface="+mj-lt"/>
                  </a:rPr>
                  <a:t>n_visited_inputs</a:t>
                </a:r>
                <a:r>
                  <a:rPr lang="en-US" sz="1400" dirty="0">
                    <a:latin typeface="+mj-lt"/>
                  </a:rPr>
                  <a:t> [i] = 0 ;</a:t>
                </a:r>
              </a:p>
              <a:p>
                <a:pPr marL="801687" lvl="2"/>
                <a:r>
                  <a:rPr lang="en-US" sz="1400" i="1" dirty="0">
                    <a:solidFill>
                      <a:schemeClr val="bg1">
                        <a:lumMod val="50000"/>
                      </a:schemeClr>
                    </a:solidFill>
                    <a:latin typeface="+mj-lt"/>
                  </a:rPr>
                  <a:t>	/* Add a vertex to the tail of Q if all inputs are ready */</a:t>
                </a:r>
              </a:p>
              <a:p>
                <a:pPr marL="801687" lvl="2"/>
                <a:r>
                  <a:rPr lang="en-US" sz="1400" dirty="0">
                    <a:solidFill>
                      <a:srgbClr val="0000CC"/>
                    </a:solidFill>
                    <a:latin typeface="Courier New" pitchFamily="49" charset="0"/>
                    <a:cs typeface="Courier New" pitchFamily="49" charset="0"/>
                  </a:rPr>
                  <a:t>	for</a:t>
                </a:r>
                <a:r>
                  <a:rPr lang="en-US" sz="1400" dirty="0">
                    <a:latin typeface="+mj-lt"/>
                  </a:rPr>
                  <a:t> all primary inputs i</a:t>
                </a:r>
              </a:p>
              <a:p>
                <a:pPr marL="1258887" lvl="3"/>
                <a:r>
                  <a:rPr lang="en-US" sz="1400" i="1" dirty="0">
                    <a:solidFill>
                      <a:schemeClr val="bg1">
                        <a:lumMod val="50000"/>
                      </a:schemeClr>
                    </a:solidFill>
                    <a:latin typeface="+mj-lt"/>
                  </a:rPr>
                  <a:t> /* </a:t>
                </a:r>
                <a:r>
                  <a:rPr lang="en-US" sz="1400" i="1" dirty="0" err="1">
                    <a:solidFill>
                      <a:schemeClr val="bg1">
                        <a:lumMod val="50000"/>
                      </a:schemeClr>
                    </a:solidFill>
                    <a:latin typeface="+mj-lt"/>
                  </a:rPr>
                  <a:t>Fanout</a:t>
                </a:r>
                <a:r>
                  <a:rPr lang="en-US" sz="1400" i="1" dirty="0">
                    <a:solidFill>
                      <a:schemeClr val="bg1">
                        <a:lumMod val="50000"/>
                      </a:schemeClr>
                    </a:solidFill>
                    <a:latin typeface="+mj-lt"/>
                  </a:rPr>
                  <a:t> gates of </a:t>
                </a:r>
                <a:r>
                  <a:rPr lang="en-US" sz="1400" i="1" dirty="0" err="1">
                    <a:solidFill>
                      <a:schemeClr val="bg1">
                        <a:lumMod val="50000"/>
                      </a:schemeClr>
                    </a:solidFill>
                    <a:latin typeface="+mj-lt"/>
                  </a:rPr>
                  <a:t>i</a:t>
                </a:r>
                <a:r>
                  <a:rPr lang="en-US" sz="1400" i="1" dirty="0">
                    <a:solidFill>
                      <a:schemeClr val="bg1">
                        <a:lumMod val="50000"/>
                      </a:schemeClr>
                    </a:solidFill>
                    <a:latin typeface="+mj-lt"/>
                  </a:rPr>
                  <a:t> */</a:t>
                </a:r>
              </a:p>
              <a:p>
                <a:pPr marL="1258887" lvl="3"/>
                <a:r>
                  <a:rPr lang="en-US" sz="1400" dirty="0">
                    <a:solidFill>
                      <a:srgbClr val="0000CC"/>
                    </a:solidFill>
                    <a:latin typeface="Courier New" pitchFamily="49" charset="0"/>
                    <a:cs typeface="Courier New" pitchFamily="49" charset="0"/>
                  </a:rPr>
                  <a:t>for</a:t>
                </a:r>
                <a:r>
                  <a:rPr lang="en-US" sz="1400" dirty="0">
                    <a:latin typeface="+mj-lt"/>
                  </a:rPr>
                  <a:t> all vertices j such that (</a:t>
                </a:r>
                <a:r>
                  <a:rPr lang="en-US" sz="1400" dirty="0" err="1">
                    <a:latin typeface="+mj-lt"/>
                  </a:rPr>
                  <a:t>i</a:t>
                </a:r>
                <a:r>
                  <a:rPr lang="en-US" sz="1400" dirty="0">
                    <a:latin typeface="+mj-lt"/>
                  </a:rPr>
                  <a:t> → j) </a:t>
                </a:r>
                <a14:m>
                  <m:oMath xmlns:m="http://schemas.openxmlformats.org/officeDocument/2006/math">
                    <m:r>
                      <a:rPr lang="el-GR" sz="1400" i="1">
                        <a:latin typeface="Cambria Math"/>
                        <a:ea typeface="Cambria Math"/>
                      </a:rPr>
                      <m:t>∈</m:t>
                    </m:r>
                  </m:oMath>
                </a14:m>
                <a:r>
                  <a:rPr lang="en-US" sz="1400" dirty="0">
                    <a:latin typeface="+mj-lt"/>
                  </a:rPr>
                  <a:t> E</a:t>
                </a:r>
              </a:p>
              <a:p>
                <a:pPr marL="1258887" lvl="3"/>
                <a:r>
                  <a:rPr lang="en-US" sz="1400" dirty="0">
                    <a:latin typeface="+mj-lt"/>
                  </a:rPr>
                  <a:t>	</a:t>
                </a:r>
                <a:r>
                  <a:rPr lang="en-US" sz="1400" dirty="0">
                    <a:solidFill>
                      <a:srgbClr val="0000CC"/>
                    </a:solidFill>
                    <a:latin typeface="Courier New" pitchFamily="49" charset="0"/>
                    <a:cs typeface="Courier New" pitchFamily="49" charset="0"/>
                  </a:rPr>
                  <a:t>if</a:t>
                </a:r>
                <a:r>
                  <a:rPr lang="en-US" sz="1400" dirty="0">
                    <a:latin typeface="+mj-lt"/>
                  </a:rPr>
                  <a:t>(++</a:t>
                </a:r>
                <a:r>
                  <a:rPr lang="en-US" sz="1400" dirty="0" err="1">
                    <a:latin typeface="+mj-lt"/>
                  </a:rPr>
                  <a:t>n_visited_inputs</a:t>
                </a:r>
                <a:r>
                  <a:rPr lang="en-US" sz="1400" dirty="0">
                    <a:latin typeface="+mj-lt"/>
                  </a:rPr>
                  <a:t>[j] == </a:t>
                </a:r>
                <a:r>
                  <a:rPr lang="en-US" sz="1400" dirty="0" err="1">
                    <a:latin typeface="+mj-lt"/>
                  </a:rPr>
                  <a:t>n_inputs</a:t>
                </a:r>
                <a:r>
                  <a:rPr lang="en-US" sz="1400" dirty="0">
                    <a:latin typeface="+mj-lt"/>
                  </a:rPr>
                  <a:t>[j]) </a:t>
                </a:r>
                <a:r>
                  <a:rPr lang="en-US" sz="1400" dirty="0" err="1">
                    <a:solidFill>
                      <a:srgbClr val="0000CC"/>
                    </a:solidFill>
                    <a:latin typeface="Courier New" pitchFamily="49" charset="0"/>
                    <a:cs typeface="Courier New" pitchFamily="49" charset="0"/>
                  </a:rPr>
                  <a:t>addQ</a:t>
                </a:r>
                <a:r>
                  <a:rPr lang="en-US" sz="1400" dirty="0">
                    <a:latin typeface="+mj-lt"/>
                  </a:rPr>
                  <a:t>(</a:t>
                </a:r>
                <a:r>
                  <a:rPr lang="en-US" sz="1400" dirty="0" err="1">
                    <a:latin typeface="+mj-lt"/>
                  </a:rPr>
                  <a:t>j,Q</a:t>
                </a:r>
                <a:r>
                  <a:rPr lang="en-US" sz="1400" dirty="0">
                    <a:latin typeface="+mj-lt"/>
                  </a:rPr>
                  <a:t>) ;</a:t>
                </a:r>
              </a:p>
              <a:p>
                <a:pPr marL="344487" lvl="1"/>
                <a:r>
                  <a:rPr lang="en-US" sz="1400" dirty="0">
                    <a:solidFill>
                      <a:srgbClr val="0000CC"/>
                    </a:solidFill>
                    <a:latin typeface="Courier New" pitchFamily="49" charset="0"/>
                    <a:cs typeface="Courier New" pitchFamily="49" charset="0"/>
                  </a:rPr>
                  <a:t>while</a:t>
                </a:r>
                <a:r>
                  <a:rPr lang="en-US" sz="1400" dirty="0">
                    <a:latin typeface="+mj-lt"/>
                  </a:rPr>
                  <a:t> (Q </a:t>
                </a:r>
                <a14:m>
                  <m:oMath xmlns:m="http://schemas.openxmlformats.org/officeDocument/2006/math">
                    <m:r>
                      <a:rPr lang="en-US" sz="1400" i="1">
                        <a:latin typeface="Cambria Math"/>
                        <a:ea typeface="Cambria Math"/>
                      </a:rPr>
                      <m:t>≠</m:t>
                    </m:r>
                  </m:oMath>
                </a14:m>
                <a:r>
                  <a:rPr lang="en-US" sz="1400" dirty="0">
                    <a:latin typeface="+mj-lt"/>
                  </a:rPr>
                  <a:t> </a:t>
                </a:r>
                <a14:m>
                  <m:oMath xmlns:m="http://schemas.openxmlformats.org/officeDocument/2006/math">
                    <m:r>
                      <a:rPr lang="en-US" sz="1400" i="1" dirty="0">
                        <a:latin typeface="Cambria Math"/>
                        <a:ea typeface="Cambria Math"/>
                      </a:rPr>
                      <m:t>∅</m:t>
                    </m:r>
                  </m:oMath>
                </a14:m>
                <a:r>
                  <a:rPr lang="en-US" sz="1400" dirty="0">
                    <a:latin typeface="+mj-lt"/>
                  </a:rPr>
                  <a:t>) {</a:t>
                </a:r>
              </a:p>
              <a:p>
                <a:pPr marL="801687" lvl="2"/>
                <a:r>
                  <a:rPr lang="en-US" sz="1400" dirty="0">
                    <a:latin typeface="+mj-lt"/>
                  </a:rPr>
                  <a:t>g = </a:t>
                </a:r>
                <a:r>
                  <a:rPr lang="en-US" sz="1400" dirty="0">
                    <a:solidFill>
                      <a:srgbClr val="0000CC"/>
                    </a:solidFill>
                    <a:latin typeface="Courier New" pitchFamily="49" charset="0"/>
                    <a:cs typeface="Courier New" pitchFamily="49" charset="0"/>
                  </a:rPr>
                  <a:t>top</a:t>
                </a:r>
                <a:r>
                  <a:rPr lang="en-US" sz="1400" dirty="0">
                    <a:latin typeface="+mj-lt"/>
                  </a:rPr>
                  <a:t> (Q) ;</a:t>
                </a:r>
              </a:p>
              <a:p>
                <a:pPr marL="801687" lvl="2"/>
                <a:r>
                  <a:rPr lang="en-US" sz="1400" dirty="0">
                    <a:solidFill>
                      <a:srgbClr val="0000CC"/>
                    </a:solidFill>
                    <a:latin typeface="Courier New" pitchFamily="49" charset="0"/>
                    <a:cs typeface="Courier New" pitchFamily="49" charset="0"/>
                  </a:rPr>
                  <a:t>remove</a:t>
                </a:r>
                <a:r>
                  <a:rPr lang="en-US" sz="1400" dirty="0">
                    <a:latin typeface="+mj-lt"/>
                  </a:rPr>
                  <a:t> (</a:t>
                </a:r>
                <a:r>
                  <a:rPr lang="en-US" sz="1400" dirty="0" err="1">
                    <a:latin typeface="+mj-lt"/>
                  </a:rPr>
                  <a:t>g,Q</a:t>
                </a:r>
                <a:r>
                  <a:rPr lang="en-US" sz="1400" dirty="0">
                    <a:latin typeface="+mj-lt"/>
                  </a:rPr>
                  <a:t>) ;</a:t>
                </a:r>
              </a:p>
              <a:p>
                <a:pPr marL="801687" lvl="2"/>
                <a:r>
                  <a:rPr lang="en-US" sz="1400" dirty="0" err="1">
                    <a:latin typeface="+mj-lt"/>
                  </a:rPr>
                  <a:t>compute_delay</a:t>
                </a:r>
                <a:r>
                  <a:rPr lang="en-US" sz="1400" dirty="0">
                    <a:latin typeface="+mj-lt"/>
                  </a:rPr>
                  <a:t>[g]</a:t>
                </a:r>
              </a:p>
              <a:p>
                <a:pPr marL="801687" lvl="2"/>
                <a:r>
                  <a:rPr lang="en-US" sz="1400" i="1" dirty="0">
                    <a:solidFill>
                      <a:schemeClr val="bg1">
                        <a:lumMod val="50000"/>
                      </a:schemeClr>
                    </a:solidFill>
                    <a:latin typeface="+mj-lt"/>
                  </a:rPr>
                  <a:t>/* </a:t>
                </a:r>
                <a:r>
                  <a:rPr lang="en-US" sz="1400" i="1" dirty="0" err="1">
                    <a:solidFill>
                      <a:schemeClr val="bg1">
                        <a:lumMod val="50000"/>
                      </a:schemeClr>
                    </a:solidFill>
                    <a:latin typeface="+mj-lt"/>
                  </a:rPr>
                  <a:t>Fanout</a:t>
                </a:r>
                <a:r>
                  <a:rPr lang="en-US" sz="1400" i="1" dirty="0">
                    <a:solidFill>
                      <a:schemeClr val="bg1">
                        <a:lumMod val="50000"/>
                      </a:schemeClr>
                    </a:solidFill>
                    <a:latin typeface="+mj-lt"/>
                  </a:rPr>
                  <a:t> gates of g */ </a:t>
                </a:r>
              </a:p>
              <a:p>
                <a:pPr marL="801687" lvl="2"/>
                <a:r>
                  <a:rPr lang="en-US" sz="1400" dirty="0">
                    <a:solidFill>
                      <a:srgbClr val="0000CC"/>
                    </a:solidFill>
                    <a:latin typeface="Courier New" pitchFamily="49" charset="0"/>
                    <a:cs typeface="Courier New" pitchFamily="49" charset="0"/>
                  </a:rPr>
                  <a:t>for</a:t>
                </a:r>
                <a:r>
                  <a:rPr lang="en-US" sz="1400" dirty="0">
                    <a:latin typeface="+mj-lt"/>
                  </a:rPr>
                  <a:t> all vertices k such that (g → k) </a:t>
                </a:r>
                <a14:m>
                  <m:oMath xmlns:m="http://schemas.openxmlformats.org/officeDocument/2006/math">
                    <m:r>
                      <a:rPr lang="el-GR" sz="1400" i="1">
                        <a:latin typeface="Cambria Math"/>
                        <a:ea typeface="Cambria Math"/>
                      </a:rPr>
                      <m:t>∈</m:t>
                    </m:r>
                  </m:oMath>
                </a14:m>
                <a:r>
                  <a:rPr lang="en-US" sz="1400" dirty="0">
                    <a:latin typeface="+mj-lt"/>
                  </a:rPr>
                  <a:t> E</a:t>
                </a:r>
              </a:p>
              <a:p>
                <a:pPr marL="801687" lvl="2"/>
                <a:r>
                  <a:rPr lang="en-US" sz="1400" dirty="0">
                    <a:latin typeface="+mj-lt"/>
                  </a:rPr>
                  <a:t>		</a:t>
                </a:r>
                <a:r>
                  <a:rPr lang="en-US" sz="1400" dirty="0">
                    <a:solidFill>
                      <a:srgbClr val="0000CC"/>
                    </a:solidFill>
                    <a:latin typeface="Courier New" pitchFamily="49" charset="0"/>
                    <a:cs typeface="Courier New" pitchFamily="49" charset="0"/>
                  </a:rPr>
                  <a:t>if</a:t>
                </a:r>
                <a:r>
                  <a:rPr lang="en-US" sz="1400" dirty="0">
                    <a:latin typeface="+mj-lt"/>
                  </a:rPr>
                  <a:t>(++</a:t>
                </a:r>
                <a:r>
                  <a:rPr lang="en-US" sz="1400" dirty="0" err="1">
                    <a:latin typeface="+mj-lt"/>
                  </a:rPr>
                  <a:t>n_visited_inputs</a:t>
                </a:r>
                <a:r>
                  <a:rPr lang="en-US" sz="1400" dirty="0">
                    <a:latin typeface="+mj-lt"/>
                  </a:rPr>
                  <a:t>[k] == </a:t>
                </a:r>
                <a:r>
                  <a:rPr lang="en-US" sz="1400" dirty="0" err="1">
                    <a:latin typeface="+mj-lt"/>
                  </a:rPr>
                  <a:t>n_inputs</a:t>
                </a:r>
                <a:r>
                  <a:rPr lang="en-US" sz="1400" dirty="0">
                    <a:latin typeface="+mj-lt"/>
                  </a:rPr>
                  <a:t>[k]) </a:t>
                </a:r>
                <a:r>
                  <a:rPr lang="en-US" sz="1400" dirty="0" err="1">
                    <a:solidFill>
                      <a:srgbClr val="0000CC"/>
                    </a:solidFill>
                    <a:latin typeface="Courier New" pitchFamily="49" charset="0"/>
                    <a:cs typeface="Courier New" pitchFamily="49" charset="0"/>
                  </a:rPr>
                  <a:t>addQ</a:t>
                </a:r>
                <a:r>
                  <a:rPr lang="en-US" sz="1400" dirty="0">
                    <a:latin typeface="+mj-lt"/>
                  </a:rPr>
                  <a:t>(</a:t>
                </a:r>
                <a:r>
                  <a:rPr lang="en-US" sz="1400" dirty="0" err="1">
                    <a:latin typeface="+mj-lt"/>
                  </a:rPr>
                  <a:t>k,Q</a:t>
                </a:r>
                <a:r>
                  <a:rPr lang="en-US" sz="1400" dirty="0">
                    <a:latin typeface="+mj-lt"/>
                  </a:rPr>
                  <a:t>) ;</a:t>
                </a:r>
              </a:p>
              <a:p>
                <a:pPr marL="344487" lvl="1"/>
                <a:r>
                  <a:rPr lang="en-US" sz="1400" dirty="0">
                    <a:latin typeface="+mj-lt"/>
                  </a:rPr>
                  <a:t>}</a:t>
                </a:r>
              </a:p>
            </p:txBody>
          </p:sp>
        </mc:Choice>
        <mc:Fallback xmlns="">
          <p:sp>
            <p:nvSpPr>
              <p:cNvPr id="4" name="Rectangle 3"/>
              <p:cNvSpPr>
                <a:spLocks noRot="1" noChangeAspect="1" noMove="1" noResize="1" noEditPoints="1" noAdjustHandles="1" noChangeArrowheads="1" noChangeShapeType="1" noTextEdit="1"/>
              </p:cNvSpPr>
              <p:nvPr/>
            </p:nvSpPr>
            <p:spPr>
              <a:xfrm>
                <a:off x="4191000" y="1981200"/>
                <a:ext cx="6019800" cy="3539430"/>
              </a:xfrm>
              <a:prstGeom prst="rect">
                <a:avLst/>
              </a:prstGeom>
              <a:blipFill>
                <a:blip r:embed="rId2"/>
                <a:stretch>
                  <a:fillRect b="-171"/>
                </a:stretch>
              </a:blipFill>
              <a:ln w="28575">
                <a:solidFill>
                  <a:schemeClr val="accent1">
                    <a:lumMod val="75000"/>
                  </a:schemeClr>
                </a:solidFill>
              </a:ln>
            </p:spPr>
            <p:txBody>
              <a:bodyPr/>
              <a:lstStyle/>
              <a:p>
                <a:r>
                  <a:rPr lang="en-US">
                    <a:noFill/>
                  </a:rPr>
                  <a:t> </a:t>
                </a:r>
              </a:p>
            </p:txBody>
          </p:sp>
        </mc:Fallback>
      </mc:AlternateContent>
      <p:sp>
        <p:nvSpPr>
          <p:cNvPr id="5" name="Rectangle 4"/>
          <p:cNvSpPr/>
          <p:nvPr/>
        </p:nvSpPr>
        <p:spPr>
          <a:xfrm>
            <a:off x="2362200" y="2120206"/>
            <a:ext cx="1828800" cy="1384995"/>
          </a:xfrm>
          <a:prstGeom prst="rect">
            <a:avLst/>
          </a:prstGeom>
        </p:spPr>
        <p:txBody>
          <a:bodyPr wrap="square">
            <a:spAutoFit/>
          </a:bodyPr>
          <a:lstStyle/>
          <a:p>
            <a:r>
              <a:rPr lang="en-US" sz="1400" dirty="0"/>
              <a:t>Computing the worst-case rise and fall arrival times at each intermediate node, and output(s) of a circuit</a:t>
            </a:r>
            <a:endParaRPr lang="en-US" sz="1200" dirty="0"/>
          </a:p>
        </p:txBody>
      </p:sp>
    </p:spTree>
    <p:extLst>
      <p:ext uri="{BB962C8B-B14F-4D97-AF65-F5344CB8AC3E}">
        <p14:creationId xmlns:p14="http://schemas.microsoft.com/office/powerpoint/2010/main" val="3913936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C6EA8099-AC4D-4778-80A3-65753B46975E}"/>
              </a:ext>
            </a:extLst>
          </p:cNvPr>
          <p:cNvSpPr>
            <a:spLocks noGrp="1"/>
          </p:cNvSpPr>
          <p:nvPr>
            <p:ph type="title"/>
          </p:nvPr>
        </p:nvSpPr>
        <p:spPr/>
        <p:txBody>
          <a:bodyPr/>
          <a:lstStyle/>
          <a:p>
            <a:r>
              <a:rPr lang="en-US" altLang="en-US"/>
              <a:t>Given Circuit with Delays of Components</a:t>
            </a:r>
          </a:p>
        </p:txBody>
      </p:sp>
      <p:grpSp>
        <p:nvGrpSpPr>
          <p:cNvPr id="16387" name="Group 3">
            <a:extLst>
              <a:ext uri="{FF2B5EF4-FFF2-40B4-BE49-F238E27FC236}">
                <a16:creationId xmlns:a16="http://schemas.microsoft.com/office/drawing/2014/main" id="{4489D997-A0BE-43B1-A4F7-2E4E2E59A18B}"/>
              </a:ext>
            </a:extLst>
          </p:cNvPr>
          <p:cNvGrpSpPr>
            <a:grpSpLocks/>
          </p:cNvGrpSpPr>
          <p:nvPr/>
        </p:nvGrpSpPr>
        <p:grpSpPr bwMode="auto">
          <a:xfrm>
            <a:off x="3200401" y="1843089"/>
            <a:ext cx="6481763" cy="3703637"/>
            <a:chOff x="1676400" y="1843797"/>
            <a:chExt cx="6481054" cy="3702846"/>
          </a:xfrm>
        </p:grpSpPr>
        <p:cxnSp>
          <p:nvCxnSpPr>
            <p:cNvPr id="16388" name="Прямая соединительная линия 17">
              <a:extLst>
                <a:ext uri="{FF2B5EF4-FFF2-40B4-BE49-F238E27FC236}">
                  <a16:creationId xmlns:a16="http://schemas.microsoft.com/office/drawing/2014/main" id="{B2A4BB26-C6A5-4C63-BB0E-04099C4ECF72}"/>
                </a:ext>
              </a:extLst>
            </p:cNvPr>
            <p:cNvCxnSpPr>
              <a:cxnSpLocks noChangeShapeType="1"/>
            </p:cNvCxnSpPr>
            <p:nvPr/>
          </p:nvCxnSpPr>
          <p:spPr bwMode="auto">
            <a:xfrm>
              <a:off x="3855411" y="2240676"/>
              <a:ext cx="0" cy="1710048"/>
            </a:xfrm>
            <a:prstGeom prst="line">
              <a:avLst/>
            </a:prstGeom>
            <a:noFill/>
            <a:ln w="9525" algn="ctr">
              <a:solidFill>
                <a:schemeClr val="tx1"/>
              </a:solidFill>
              <a:round/>
              <a:headEnd/>
              <a:tailEnd/>
            </a:ln>
          </p:spPr>
        </p:cxnSp>
        <p:cxnSp>
          <p:nvCxnSpPr>
            <p:cNvPr id="16389" name="Прямая соединительная линия 21">
              <a:extLst>
                <a:ext uri="{FF2B5EF4-FFF2-40B4-BE49-F238E27FC236}">
                  <a16:creationId xmlns:a16="http://schemas.microsoft.com/office/drawing/2014/main" id="{1FF185E6-D809-4A90-AA73-BCCE5A1BDBE5}"/>
                </a:ext>
              </a:extLst>
            </p:cNvPr>
            <p:cNvCxnSpPr>
              <a:cxnSpLocks noChangeShapeType="1"/>
            </p:cNvCxnSpPr>
            <p:nvPr/>
          </p:nvCxnSpPr>
          <p:spPr bwMode="auto">
            <a:xfrm>
              <a:off x="3632998" y="3089426"/>
              <a:ext cx="219763" cy="0"/>
            </a:xfrm>
            <a:prstGeom prst="line">
              <a:avLst/>
            </a:prstGeom>
            <a:noFill/>
            <a:ln w="9525" algn="ctr">
              <a:solidFill>
                <a:schemeClr val="tx1"/>
              </a:solidFill>
              <a:round/>
              <a:headEnd/>
              <a:tailEnd/>
            </a:ln>
          </p:spPr>
        </p:cxnSp>
        <p:cxnSp>
          <p:nvCxnSpPr>
            <p:cNvPr id="16390" name="Прямая соединительная линия 42">
              <a:extLst>
                <a:ext uri="{FF2B5EF4-FFF2-40B4-BE49-F238E27FC236}">
                  <a16:creationId xmlns:a16="http://schemas.microsoft.com/office/drawing/2014/main" id="{219E7B5B-4F1C-4DBC-9D88-BA4524611FD0}"/>
                </a:ext>
              </a:extLst>
            </p:cNvPr>
            <p:cNvCxnSpPr>
              <a:cxnSpLocks noChangeShapeType="1"/>
            </p:cNvCxnSpPr>
            <p:nvPr/>
          </p:nvCxnSpPr>
          <p:spPr bwMode="auto">
            <a:xfrm flipH="1">
              <a:off x="3118281" y="2774967"/>
              <a:ext cx="794" cy="252542"/>
            </a:xfrm>
            <a:prstGeom prst="line">
              <a:avLst/>
            </a:prstGeom>
            <a:noFill/>
            <a:ln w="9525" algn="ctr">
              <a:solidFill>
                <a:schemeClr val="tx1"/>
              </a:solidFill>
              <a:round/>
              <a:headEnd/>
              <a:tailEnd/>
            </a:ln>
          </p:spPr>
        </p:cxnSp>
        <p:grpSp>
          <p:nvGrpSpPr>
            <p:cNvPr id="16391" name="Group 65">
              <a:extLst>
                <a:ext uri="{FF2B5EF4-FFF2-40B4-BE49-F238E27FC236}">
                  <a16:creationId xmlns:a16="http://schemas.microsoft.com/office/drawing/2014/main" id="{503C1C19-A37E-4191-A2D9-1F9AE592DD56}"/>
                </a:ext>
              </a:extLst>
            </p:cNvPr>
            <p:cNvGrpSpPr>
              <a:grpSpLocks/>
            </p:cNvGrpSpPr>
            <p:nvPr/>
          </p:nvGrpSpPr>
          <p:grpSpPr bwMode="auto">
            <a:xfrm>
              <a:off x="1905423" y="1955939"/>
              <a:ext cx="2352439" cy="294978"/>
              <a:chOff x="2652767" y="2608438"/>
              <a:chExt cx="2352439" cy="294978"/>
            </a:xfrm>
          </p:grpSpPr>
          <p:sp>
            <p:nvSpPr>
              <p:cNvPr id="18" name="Flowchart: Delay 53">
                <a:extLst>
                  <a:ext uri="{FF2B5EF4-FFF2-40B4-BE49-F238E27FC236}">
                    <a16:creationId xmlns:a16="http://schemas.microsoft.com/office/drawing/2014/main" id="{99D44F72-0BD4-445B-9572-5A0898F0C3E3}"/>
                  </a:ext>
                </a:extLst>
              </p:cNvPr>
              <p:cNvSpPr/>
              <p:nvPr/>
            </p:nvSpPr>
            <p:spPr bwMode="auto">
              <a:xfrm>
                <a:off x="3058675" y="2608984"/>
                <a:ext cx="330164" cy="29521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6467" name="Прямая соединительная линия 18">
                <a:extLst>
                  <a:ext uri="{FF2B5EF4-FFF2-40B4-BE49-F238E27FC236}">
                    <a16:creationId xmlns:a16="http://schemas.microsoft.com/office/drawing/2014/main" id="{1E5DF337-CF51-4DCC-B7E1-CDD07904D3CF}"/>
                  </a:ext>
                </a:extLst>
              </p:cNvPr>
              <p:cNvCxnSpPr>
                <a:cxnSpLocks noChangeShapeType="1"/>
              </p:cNvCxnSpPr>
              <p:nvPr/>
            </p:nvCxnSpPr>
            <p:spPr bwMode="auto">
              <a:xfrm>
                <a:off x="2652767" y="2696515"/>
                <a:ext cx="407476" cy="0"/>
              </a:xfrm>
              <a:prstGeom prst="line">
                <a:avLst/>
              </a:prstGeom>
              <a:noFill/>
              <a:ln w="9525" algn="ctr">
                <a:solidFill>
                  <a:schemeClr val="tx1"/>
                </a:solidFill>
                <a:round/>
                <a:headEnd/>
                <a:tailEnd/>
              </a:ln>
            </p:spPr>
          </p:cxnSp>
          <p:cxnSp>
            <p:nvCxnSpPr>
              <p:cNvPr id="16468" name="Прямая соединительная линия 19">
                <a:extLst>
                  <a:ext uri="{FF2B5EF4-FFF2-40B4-BE49-F238E27FC236}">
                    <a16:creationId xmlns:a16="http://schemas.microsoft.com/office/drawing/2014/main" id="{B17B5184-E84C-4619-BA30-5147178FB125}"/>
                  </a:ext>
                </a:extLst>
              </p:cNvPr>
              <p:cNvCxnSpPr>
                <a:cxnSpLocks noChangeShapeType="1"/>
              </p:cNvCxnSpPr>
              <p:nvPr/>
            </p:nvCxnSpPr>
            <p:spPr bwMode="auto">
              <a:xfrm>
                <a:off x="2654205" y="2851544"/>
                <a:ext cx="407476" cy="0"/>
              </a:xfrm>
              <a:prstGeom prst="line">
                <a:avLst/>
              </a:prstGeom>
              <a:noFill/>
              <a:ln w="9525" algn="ctr">
                <a:solidFill>
                  <a:schemeClr val="tx1"/>
                </a:solidFill>
                <a:round/>
                <a:headEnd/>
                <a:tailEnd/>
              </a:ln>
            </p:spPr>
          </p:cxnSp>
          <p:cxnSp>
            <p:nvCxnSpPr>
              <p:cNvPr id="16469" name="Прямая соединительная линия 35">
                <a:extLst>
                  <a:ext uri="{FF2B5EF4-FFF2-40B4-BE49-F238E27FC236}">
                    <a16:creationId xmlns:a16="http://schemas.microsoft.com/office/drawing/2014/main" id="{903AA5E4-3388-4C82-844E-2EC3FA09AD5F}"/>
                  </a:ext>
                </a:extLst>
              </p:cNvPr>
              <p:cNvCxnSpPr>
                <a:cxnSpLocks noChangeShapeType="1"/>
                <a:stCxn id="16471" idx="6"/>
                <a:endCxn id="129" idx="1"/>
              </p:cNvCxnSpPr>
              <p:nvPr/>
            </p:nvCxnSpPr>
            <p:spPr bwMode="auto">
              <a:xfrm>
                <a:off x="3470336" y="2755928"/>
                <a:ext cx="1534870" cy="0"/>
              </a:xfrm>
              <a:prstGeom prst="line">
                <a:avLst/>
              </a:prstGeom>
              <a:noFill/>
              <a:ln w="9525" algn="ctr">
                <a:solidFill>
                  <a:schemeClr val="tx1"/>
                </a:solidFill>
                <a:round/>
                <a:headEnd/>
                <a:tailEnd/>
              </a:ln>
            </p:spPr>
          </p:cxnSp>
          <p:sp>
            <p:nvSpPr>
              <p:cNvPr id="61" name="TextBox 60">
                <a:extLst>
                  <a:ext uri="{FF2B5EF4-FFF2-40B4-BE49-F238E27FC236}">
                    <a16:creationId xmlns:a16="http://schemas.microsoft.com/office/drawing/2014/main" id="{2CB2EC3F-2DE5-42BC-99C6-BF553E8E9DD8}"/>
                  </a:ext>
                </a:extLst>
              </p:cNvPr>
              <p:cNvSpPr txBox="1"/>
              <p:nvPr/>
            </p:nvSpPr>
            <p:spPr>
              <a:xfrm>
                <a:off x="3047564" y="2640727"/>
                <a:ext cx="371434" cy="253946"/>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2/1</a:t>
                </a:r>
              </a:p>
            </p:txBody>
          </p:sp>
          <p:sp>
            <p:nvSpPr>
              <p:cNvPr id="16471" name="Oval 64">
                <a:extLst>
                  <a:ext uri="{FF2B5EF4-FFF2-40B4-BE49-F238E27FC236}">
                    <a16:creationId xmlns:a16="http://schemas.microsoft.com/office/drawing/2014/main" id="{4389F930-9919-4262-B6FA-18E0EB400A67}"/>
                  </a:ext>
                </a:extLst>
              </p:cNvPr>
              <p:cNvSpPr>
                <a:spLocks noChangeArrowheads="1"/>
              </p:cNvSpPr>
              <p:nvPr/>
            </p:nvSpPr>
            <p:spPr bwMode="auto">
              <a:xfrm>
                <a:off x="3394075" y="2717797"/>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69" name="Flowchart: Delay 53">
              <a:extLst>
                <a:ext uri="{FF2B5EF4-FFF2-40B4-BE49-F238E27FC236}">
                  <a16:creationId xmlns:a16="http://schemas.microsoft.com/office/drawing/2014/main" id="{FB6440EC-4CE7-47B7-875F-87625EA0F48B}"/>
                </a:ext>
              </a:extLst>
            </p:cNvPr>
            <p:cNvSpPr/>
            <p:nvPr/>
          </p:nvSpPr>
          <p:spPr bwMode="auto">
            <a:xfrm>
              <a:off x="2319268" y="2634203"/>
              <a:ext cx="330164" cy="29521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6393" name="Прямая соединительная линия 18">
              <a:extLst>
                <a:ext uri="{FF2B5EF4-FFF2-40B4-BE49-F238E27FC236}">
                  <a16:creationId xmlns:a16="http://schemas.microsoft.com/office/drawing/2014/main" id="{B44343BA-1A51-4164-BF6A-5A5077495DAD}"/>
                </a:ext>
              </a:extLst>
            </p:cNvPr>
            <p:cNvCxnSpPr>
              <a:cxnSpLocks noChangeShapeType="1"/>
            </p:cNvCxnSpPr>
            <p:nvPr/>
          </p:nvCxnSpPr>
          <p:spPr bwMode="auto">
            <a:xfrm>
              <a:off x="1912036" y="2722000"/>
              <a:ext cx="407476" cy="0"/>
            </a:xfrm>
            <a:prstGeom prst="line">
              <a:avLst/>
            </a:prstGeom>
            <a:noFill/>
            <a:ln w="9525" algn="ctr">
              <a:solidFill>
                <a:schemeClr val="tx1"/>
              </a:solidFill>
              <a:round/>
              <a:headEnd/>
              <a:tailEnd/>
            </a:ln>
          </p:spPr>
        </p:cxnSp>
        <p:cxnSp>
          <p:nvCxnSpPr>
            <p:cNvPr id="16394" name="Прямая соединительная линия 19">
              <a:extLst>
                <a:ext uri="{FF2B5EF4-FFF2-40B4-BE49-F238E27FC236}">
                  <a16:creationId xmlns:a16="http://schemas.microsoft.com/office/drawing/2014/main" id="{26ED8330-A512-4380-8760-924AB70D5D1A}"/>
                </a:ext>
              </a:extLst>
            </p:cNvPr>
            <p:cNvCxnSpPr>
              <a:cxnSpLocks noChangeShapeType="1"/>
            </p:cNvCxnSpPr>
            <p:nvPr/>
          </p:nvCxnSpPr>
          <p:spPr bwMode="auto">
            <a:xfrm>
              <a:off x="1915855" y="2877029"/>
              <a:ext cx="407476" cy="0"/>
            </a:xfrm>
            <a:prstGeom prst="line">
              <a:avLst/>
            </a:prstGeom>
            <a:noFill/>
            <a:ln w="9525" algn="ctr">
              <a:solidFill>
                <a:schemeClr val="tx1"/>
              </a:solidFill>
              <a:round/>
              <a:headEnd/>
              <a:tailEnd/>
            </a:ln>
          </p:spPr>
        </p:cxnSp>
        <p:cxnSp>
          <p:nvCxnSpPr>
            <p:cNvPr id="16395" name="Прямая соединительная линия 35">
              <a:extLst>
                <a:ext uri="{FF2B5EF4-FFF2-40B4-BE49-F238E27FC236}">
                  <a16:creationId xmlns:a16="http://schemas.microsoft.com/office/drawing/2014/main" id="{48EA2680-2FAD-4E37-BAE6-06C52BDC8CFA}"/>
                </a:ext>
              </a:extLst>
            </p:cNvPr>
            <p:cNvCxnSpPr>
              <a:cxnSpLocks noChangeShapeType="1"/>
            </p:cNvCxnSpPr>
            <p:nvPr/>
          </p:nvCxnSpPr>
          <p:spPr bwMode="auto">
            <a:xfrm flipV="1">
              <a:off x="2730103" y="2778882"/>
              <a:ext cx="387322" cy="0"/>
            </a:xfrm>
            <a:prstGeom prst="line">
              <a:avLst/>
            </a:prstGeom>
            <a:noFill/>
            <a:ln w="9525" algn="ctr">
              <a:solidFill>
                <a:schemeClr val="tx1"/>
              </a:solidFill>
              <a:round/>
              <a:headEnd/>
              <a:tailEnd/>
            </a:ln>
          </p:spPr>
        </p:cxnSp>
        <p:sp>
          <p:nvSpPr>
            <p:cNvPr id="73" name="TextBox 72">
              <a:extLst>
                <a:ext uri="{FF2B5EF4-FFF2-40B4-BE49-F238E27FC236}">
                  <a16:creationId xmlns:a16="http://schemas.microsoft.com/office/drawing/2014/main" id="{244F2F6E-DA4B-418E-8FCE-A8723271D84B}"/>
                </a:ext>
              </a:extLst>
            </p:cNvPr>
            <p:cNvSpPr txBox="1"/>
            <p:nvPr/>
          </p:nvSpPr>
          <p:spPr>
            <a:xfrm>
              <a:off x="2306569" y="2665946"/>
              <a:ext cx="373021" cy="253946"/>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4/2</a:t>
              </a:r>
            </a:p>
          </p:txBody>
        </p:sp>
        <p:sp>
          <p:nvSpPr>
            <p:cNvPr id="16397" name="Oval 73">
              <a:extLst>
                <a:ext uri="{FF2B5EF4-FFF2-40B4-BE49-F238E27FC236}">
                  <a16:creationId xmlns:a16="http://schemas.microsoft.com/office/drawing/2014/main" id="{476E69BD-1CF4-470C-9864-81E82B764EE4}"/>
                </a:ext>
              </a:extLst>
            </p:cNvPr>
            <p:cNvSpPr>
              <a:spLocks noChangeArrowheads="1"/>
            </p:cNvSpPr>
            <p:nvPr/>
          </p:nvSpPr>
          <p:spPr bwMode="auto">
            <a:xfrm>
              <a:off x="2653344" y="2742520"/>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nvGrpSpPr>
            <p:cNvPr id="16398" name="Group 86">
              <a:extLst>
                <a:ext uri="{FF2B5EF4-FFF2-40B4-BE49-F238E27FC236}">
                  <a16:creationId xmlns:a16="http://schemas.microsoft.com/office/drawing/2014/main" id="{5891A704-2B60-4539-A0B6-DA5970F0E0F6}"/>
                </a:ext>
              </a:extLst>
            </p:cNvPr>
            <p:cNvGrpSpPr>
              <a:grpSpLocks/>
            </p:cNvGrpSpPr>
            <p:nvPr/>
          </p:nvGrpSpPr>
          <p:grpSpPr bwMode="auto">
            <a:xfrm>
              <a:off x="1912513" y="3252685"/>
              <a:ext cx="1205389" cy="294978"/>
              <a:chOff x="2659857" y="3495652"/>
              <a:chExt cx="1205389" cy="294978"/>
            </a:xfrm>
          </p:grpSpPr>
          <p:sp>
            <p:nvSpPr>
              <p:cNvPr id="81" name="Flowchart: Delay 53">
                <a:extLst>
                  <a:ext uri="{FF2B5EF4-FFF2-40B4-BE49-F238E27FC236}">
                    <a16:creationId xmlns:a16="http://schemas.microsoft.com/office/drawing/2014/main" id="{9B3818FF-65EB-4795-A59A-98CF405F5E76}"/>
                  </a:ext>
                </a:extLst>
              </p:cNvPr>
              <p:cNvSpPr/>
              <p:nvPr/>
            </p:nvSpPr>
            <p:spPr bwMode="auto">
              <a:xfrm>
                <a:off x="3066611" y="3496163"/>
                <a:ext cx="330164" cy="29521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6461" name="Прямая соединительная линия 18">
                <a:extLst>
                  <a:ext uri="{FF2B5EF4-FFF2-40B4-BE49-F238E27FC236}">
                    <a16:creationId xmlns:a16="http://schemas.microsoft.com/office/drawing/2014/main" id="{21C88B9C-D582-4FE0-8098-D3418239FD44}"/>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16462" name="Прямая соединительная линия 19">
                <a:extLst>
                  <a:ext uri="{FF2B5EF4-FFF2-40B4-BE49-F238E27FC236}">
                    <a16:creationId xmlns:a16="http://schemas.microsoft.com/office/drawing/2014/main" id="{A6B4B37C-F3A4-4D36-A9F2-8F6A85052372}"/>
                  </a:ext>
                </a:extLst>
              </p:cNvPr>
              <p:cNvCxnSpPr>
                <a:cxnSpLocks noChangeShapeType="1"/>
              </p:cNvCxnSpPr>
              <p:nvPr/>
            </p:nvCxnSpPr>
            <p:spPr bwMode="auto">
              <a:xfrm>
                <a:off x="2663676" y="3738758"/>
                <a:ext cx="407476" cy="0"/>
              </a:xfrm>
              <a:prstGeom prst="line">
                <a:avLst/>
              </a:prstGeom>
              <a:noFill/>
              <a:ln w="9525" algn="ctr">
                <a:solidFill>
                  <a:schemeClr val="tx1"/>
                </a:solidFill>
                <a:round/>
                <a:headEnd/>
                <a:tailEnd/>
              </a:ln>
            </p:spPr>
          </p:cxnSp>
          <p:cxnSp>
            <p:nvCxnSpPr>
              <p:cNvPr id="16463" name="Прямая соединительная линия 35">
                <a:extLst>
                  <a:ext uri="{FF2B5EF4-FFF2-40B4-BE49-F238E27FC236}">
                    <a16:creationId xmlns:a16="http://schemas.microsoft.com/office/drawing/2014/main" id="{62C8B0BC-7595-45AF-9FD4-75E846CB1DB7}"/>
                  </a:ext>
                </a:extLst>
              </p:cNvPr>
              <p:cNvCxnSpPr>
                <a:cxnSpLocks noChangeShapeType="1"/>
              </p:cNvCxnSpPr>
              <p:nvPr/>
            </p:nvCxnSpPr>
            <p:spPr bwMode="auto">
              <a:xfrm flipV="1">
                <a:off x="3477924" y="3640611"/>
                <a:ext cx="387322" cy="0"/>
              </a:xfrm>
              <a:prstGeom prst="line">
                <a:avLst/>
              </a:prstGeom>
              <a:noFill/>
              <a:ln w="9525" algn="ctr">
                <a:solidFill>
                  <a:schemeClr val="tx1"/>
                </a:solidFill>
                <a:round/>
                <a:headEnd/>
                <a:tailEnd/>
              </a:ln>
            </p:spPr>
          </p:cxnSp>
          <p:sp>
            <p:nvSpPr>
              <p:cNvPr id="85" name="TextBox 84">
                <a:extLst>
                  <a:ext uri="{FF2B5EF4-FFF2-40B4-BE49-F238E27FC236}">
                    <a16:creationId xmlns:a16="http://schemas.microsoft.com/office/drawing/2014/main" id="{224212B6-24EB-4655-8AB0-F256F5D06F7A}"/>
                  </a:ext>
                </a:extLst>
              </p:cNvPr>
              <p:cNvSpPr txBox="1"/>
              <p:nvPr/>
            </p:nvSpPr>
            <p:spPr>
              <a:xfrm>
                <a:off x="3055500" y="3527906"/>
                <a:ext cx="371434" cy="253946"/>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3/1</a:t>
                </a:r>
              </a:p>
            </p:txBody>
          </p:sp>
          <p:sp>
            <p:nvSpPr>
              <p:cNvPr id="16465" name="Oval 85">
                <a:extLst>
                  <a:ext uri="{FF2B5EF4-FFF2-40B4-BE49-F238E27FC236}">
                    <a16:creationId xmlns:a16="http://schemas.microsoft.com/office/drawing/2014/main" id="{4D90FECD-3EB7-40B0-8DF8-6E72BBC3C69A}"/>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88" name="Flowchart: Delay 53">
              <a:extLst>
                <a:ext uri="{FF2B5EF4-FFF2-40B4-BE49-F238E27FC236}">
                  <a16:creationId xmlns:a16="http://schemas.microsoft.com/office/drawing/2014/main" id="{27273E46-D197-44DC-94B8-1AD80A1AF0E8}"/>
                </a:ext>
              </a:extLst>
            </p:cNvPr>
            <p:cNvSpPr/>
            <p:nvPr/>
          </p:nvSpPr>
          <p:spPr bwMode="auto">
            <a:xfrm>
              <a:off x="3227218" y="2943699"/>
              <a:ext cx="330164" cy="29521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6400" name="Прямая соединительная линия 18">
              <a:extLst>
                <a:ext uri="{FF2B5EF4-FFF2-40B4-BE49-F238E27FC236}">
                  <a16:creationId xmlns:a16="http://schemas.microsoft.com/office/drawing/2014/main" id="{9379020A-F3B9-4C0F-AF39-361A969BF023}"/>
                </a:ext>
              </a:extLst>
            </p:cNvPr>
            <p:cNvCxnSpPr>
              <a:cxnSpLocks noChangeShapeType="1"/>
            </p:cNvCxnSpPr>
            <p:nvPr/>
          </p:nvCxnSpPr>
          <p:spPr bwMode="auto">
            <a:xfrm>
              <a:off x="3112663" y="3031570"/>
              <a:ext cx="109821" cy="0"/>
            </a:xfrm>
            <a:prstGeom prst="line">
              <a:avLst/>
            </a:prstGeom>
            <a:noFill/>
            <a:ln w="9525" algn="ctr">
              <a:solidFill>
                <a:schemeClr val="tx1"/>
              </a:solidFill>
              <a:round/>
              <a:headEnd/>
              <a:tailEnd/>
            </a:ln>
          </p:spPr>
        </p:cxnSp>
        <p:sp>
          <p:nvSpPr>
            <p:cNvPr id="91" name="TextBox 90">
              <a:extLst>
                <a:ext uri="{FF2B5EF4-FFF2-40B4-BE49-F238E27FC236}">
                  <a16:creationId xmlns:a16="http://schemas.microsoft.com/office/drawing/2014/main" id="{F64D2791-F9B0-450F-B17E-3037959F9597}"/>
                </a:ext>
              </a:extLst>
            </p:cNvPr>
            <p:cNvSpPr txBox="1"/>
            <p:nvPr/>
          </p:nvSpPr>
          <p:spPr>
            <a:xfrm>
              <a:off x="3214520" y="2975442"/>
              <a:ext cx="373021" cy="253946"/>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1/1</a:t>
              </a:r>
            </a:p>
          </p:txBody>
        </p:sp>
        <p:sp>
          <p:nvSpPr>
            <p:cNvPr id="16402" name="Oval 91">
              <a:extLst>
                <a:ext uri="{FF2B5EF4-FFF2-40B4-BE49-F238E27FC236}">
                  <a16:creationId xmlns:a16="http://schemas.microsoft.com/office/drawing/2014/main" id="{427C3349-55A9-411D-B2C4-CB2631997EE0}"/>
                </a:ext>
              </a:extLst>
            </p:cNvPr>
            <p:cNvSpPr>
              <a:spLocks noChangeArrowheads="1"/>
            </p:cNvSpPr>
            <p:nvPr/>
          </p:nvSpPr>
          <p:spPr bwMode="auto">
            <a:xfrm>
              <a:off x="3561078" y="3052090"/>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16403" name="Прямая соединительная линия 42">
              <a:extLst>
                <a:ext uri="{FF2B5EF4-FFF2-40B4-BE49-F238E27FC236}">
                  <a16:creationId xmlns:a16="http://schemas.microsoft.com/office/drawing/2014/main" id="{A7C173E8-44BA-4A48-BF7E-39BE2F96A3EF}"/>
                </a:ext>
              </a:extLst>
            </p:cNvPr>
            <p:cNvCxnSpPr>
              <a:cxnSpLocks noChangeShapeType="1"/>
            </p:cNvCxnSpPr>
            <p:nvPr/>
          </p:nvCxnSpPr>
          <p:spPr bwMode="auto">
            <a:xfrm flipH="1">
              <a:off x="3113512" y="3147845"/>
              <a:ext cx="794" cy="252542"/>
            </a:xfrm>
            <a:prstGeom prst="line">
              <a:avLst/>
            </a:prstGeom>
            <a:noFill/>
            <a:ln w="9525" algn="ctr">
              <a:solidFill>
                <a:schemeClr val="tx1"/>
              </a:solidFill>
              <a:round/>
              <a:headEnd/>
              <a:tailEnd/>
            </a:ln>
          </p:spPr>
        </p:cxnSp>
        <p:cxnSp>
          <p:nvCxnSpPr>
            <p:cNvPr id="16404" name="Прямая соединительная линия 18">
              <a:extLst>
                <a:ext uri="{FF2B5EF4-FFF2-40B4-BE49-F238E27FC236}">
                  <a16:creationId xmlns:a16="http://schemas.microsoft.com/office/drawing/2014/main" id="{B25340E2-80A5-4D01-803A-77FCFBC6FF1A}"/>
                </a:ext>
              </a:extLst>
            </p:cNvPr>
            <p:cNvCxnSpPr>
              <a:cxnSpLocks noChangeShapeType="1"/>
            </p:cNvCxnSpPr>
            <p:nvPr/>
          </p:nvCxnSpPr>
          <p:spPr bwMode="auto">
            <a:xfrm>
              <a:off x="3112657" y="3149227"/>
              <a:ext cx="109821" cy="0"/>
            </a:xfrm>
            <a:prstGeom prst="line">
              <a:avLst/>
            </a:prstGeom>
            <a:noFill/>
            <a:ln w="9525" algn="ctr">
              <a:solidFill>
                <a:schemeClr val="tx1"/>
              </a:solidFill>
              <a:round/>
              <a:headEnd/>
              <a:tailEnd/>
            </a:ln>
          </p:spPr>
        </p:cxnSp>
        <p:grpSp>
          <p:nvGrpSpPr>
            <p:cNvPr id="16405" name="Group 98">
              <a:extLst>
                <a:ext uri="{FF2B5EF4-FFF2-40B4-BE49-F238E27FC236}">
                  <a16:creationId xmlns:a16="http://schemas.microsoft.com/office/drawing/2014/main" id="{4489472E-2952-490D-9F34-25DF675CE4A5}"/>
                </a:ext>
              </a:extLst>
            </p:cNvPr>
            <p:cNvGrpSpPr>
              <a:grpSpLocks/>
            </p:cNvGrpSpPr>
            <p:nvPr/>
          </p:nvGrpSpPr>
          <p:grpSpPr bwMode="auto">
            <a:xfrm>
              <a:off x="3847998" y="3860266"/>
              <a:ext cx="1114178" cy="294978"/>
              <a:chOff x="2659857" y="3495652"/>
              <a:chExt cx="1114178" cy="294978"/>
            </a:xfrm>
          </p:grpSpPr>
          <p:sp>
            <p:nvSpPr>
              <p:cNvPr id="100" name="Flowchart: Delay 53">
                <a:extLst>
                  <a:ext uri="{FF2B5EF4-FFF2-40B4-BE49-F238E27FC236}">
                    <a16:creationId xmlns:a16="http://schemas.microsoft.com/office/drawing/2014/main" id="{E7F05AC4-6A1F-4302-8508-8B6DEAEF80C9}"/>
                  </a:ext>
                </a:extLst>
              </p:cNvPr>
              <p:cNvSpPr/>
              <p:nvPr/>
            </p:nvSpPr>
            <p:spPr bwMode="auto">
              <a:xfrm>
                <a:off x="3066077" y="3494877"/>
                <a:ext cx="330164" cy="29521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6456" name="Прямая соединительная линия 18">
                <a:extLst>
                  <a:ext uri="{FF2B5EF4-FFF2-40B4-BE49-F238E27FC236}">
                    <a16:creationId xmlns:a16="http://schemas.microsoft.com/office/drawing/2014/main" id="{1334F0D2-F321-425C-A025-7D399C75FBD9}"/>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16457" name="Прямая соединительная линия 35">
                <a:extLst>
                  <a:ext uri="{FF2B5EF4-FFF2-40B4-BE49-F238E27FC236}">
                    <a16:creationId xmlns:a16="http://schemas.microsoft.com/office/drawing/2014/main" id="{997728B9-3A70-414D-A1C5-9BB573A4A7F9}"/>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04" name="TextBox 103">
                <a:extLst>
                  <a:ext uri="{FF2B5EF4-FFF2-40B4-BE49-F238E27FC236}">
                    <a16:creationId xmlns:a16="http://schemas.microsoft.com/office/drawing/2014/main" id="{1535C708-58AE-4F08-B2C5-0B55C298929E}"/>
                  </a:ext>
                </a:extLst>
              </p:cNvPr>
              <p:cNvSpPr txBox="1"/>
              <p:nvPr/>
            </p:nvSpPr>
            <p:spPr>
              <a:xfrm>
                <a:off x="3054966" y="3526620"/>
                <a:ext cx="371434" cy="253946"/>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2/2</a:t>
                </a:r>
              </a:p>
            </p:txBody>
          </p:sp>
          <p:sp>
            <p:nvSpPr>
              <p:cNvPr id="16459" name="Oval 104">
                <a:extLst>
                  <a:ext uri="{FF2B5EF4-FFF2-40B4-BE49-F238E27FC236}">
                    <a16:creationId xmlns:a16="http://schemas.microsoft.com/office/drawing/2014/main" id="{08C3EBD9-70DA-45A7-BA1C-76353FD3114E}"/>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107" name="Flowchart: Delay 53">
              <a:extLst>
                <a:ext uri="{FF2B5EF4-FFF2-40B4-BE49-F238E27FC236}">
                  <a16:creationId xmlns:a16="http://schemas.microsoft.com/office/drawing/2014/main" id="{A789FDA8-4809-4DB9-AFB5-766EF42C984A}"/>
                </a:ext>
              </a:extLst>
            </p:cNvPr>
            <p:cNvSpPr/>
            <p:nvPr/>
          </p:nvSpPr>
          <p:spPr bwMode="auto">
            <a:xfrm>
              <a:off x="2320854" y="3957895"/>
              <a:ext cx="328577" cy="29521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6407" name="Прямая соединительная линия 18">
              <a:extLst>
                <a:ext uri="{FF2B5EF4-FFF2-40B4-BE49-F238E27FC236}">
                  <a16:creationId xmlns:a16="http://schemas.microsoft.com/office/drawing/2014/main" id="{88B9A08F-E3FF-4E19-BE6D-4B9CB3F503DE}"/>
                </a:ext>
              </a:extLst>
            </p:cNvPr>
            <p:cNvCxnSpPr>
              <a:cxnSpLocks noChangeShapeType="1"/>
            </p:cNvCxnSpPr>
            <p:nvPr/>
          </p:nvCxnSpPr>
          <p:spPr bwMode="auto">
            <a:xfrm>
              <a:off x="1913306" y="4045678"/>
              <a:ext cx="407476" cy="0"/>
            </a:xfrm>
            <a:prstGeom prst="line">
              <a:avLst/>
            </a:prstGeom>
            <a:noFill/>
            <a:ln w="9525" algn="ctr">
              <a:solidFill>
                <a:schemeClr val="tx1"/>
              </a:solidFill>
              <a:round/>
              <a:headEnd/>
              <a:tailEnd/>
            </a:ln>
          </p:spPr>
        </p:cxnSp>
        <p:cxnSp>
          <p:nvCxnSpPr>
            <p:cNvPr id="16408" name="Прямая соединительная линия 19">
              <a:extLst>
                <a:ext uri="{FF2B5EF4-FFF2-40B4-BE49-F238E27FC236}">
                  <a16:creationId xmlns:a16="http://schemas.microsoft.com/office/drawing/2014/main" id="{62DA6302-1712-4FAA-9661-7B11BB86C05D}"/>
                </a:ext>
              </a:extLst>
            </p:cNvPr>
            <p:cNvCxnSpPr>
              <a:cxnSpLocks noChangeShapeType="1"/>
            </p:cNvCxnSpPr>
            <p:nvPr/>
          </p:nvCxnSpPr>
          <p:spPr bwMode="auto">
            <a:xfrm>
              <a:off x="1917125" y="4200707"/>
              <a:ext cx="407476" cy="0"/>
            </a:xfrm>
            <a:prstGeom prst="line">
              <a:avLst/>
            </a:prstGeom>
            <a:noFill/>
            <a:ln w="9525" algn="ctr">
              <a:solidFill>
                <a:schemeClr val="tx1"/>
              </a:solidFill>
              <a:round/>
              <a:headEnd/>
              <a:tailEnd/>
            </a:ln>
          </p:spPr>
        </p:cxnSp>
        <p:sp>
          <p:nvSpPr>
            <p:cNvPr id="111" name="TextBox 110">
              <a:extLst>
                <a:ext uri="{FF2B5EF4-FFF2-40B4-BE49-F238E27FC236}">
                  <a16:creationId xmlns:a16="http://schemas.microsoft.com/office/drawing/2014/main" id="{920155D2-085E-4A0B-941B-5B1FF23D47D9}"/>
                </a:ext>
              </a:extLst>
            </p:cNvPr>
            <p:cNvSpPr txBox="1"/>
            <p:nvPr/>
          </p:nvSpPr>
          <p:spPr>
            <a:xfrm>
              <a:off x="2308156" y="3989639"/>
              <a:ext cx="373022" cy="253946"/>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4/2</a:t>
              </a:r>
            </a:p>
          </p:txBody>
        </p:sp>
        <p:grpSp>
          <p:nvGrpSpPr>
            <p:cNvPr id="16410" name="Group 123">
              <a:extLst>
                <a:ext uri="{FF2B5EF4-FFF2-40B4-BE49-F238E27FC236}">
                  <a16:creationId xmlns:a16="http://schemas.microsoft.com/office/drawing/2014/main" id="{6400E27C-5C47-445D-811A-5DB102E6E2BE}"/>
                </a:ext>
              </a:extLst>
            </p:cNvPr>
            <p:cNvGrpSpPr>
              <a:grpSpLocks/>
            </p:cNvGrpSpPr>
            <p:nvPr/>
          </p:nvGrpSpPr>
          <p:grpSpPr bwMode="auto">
            <a:xfrm>
              <a:off x="2654614" y="4066960"/>
              <a:ext cx="1602781" cy="76261"/>
              <a:chOff x="3401958" y="4689476"/>
              <a:chExt cx="1602781" cy="76261"/>
            </a:xfrm>
          </p:grpSpPr>
          <p:cxnSp>
            <p:nvCxnSpPr>
              <p:cNvPr id="16453" name="Прямая соединительная линия 35">
                <a:extLst>
                  <a:ext uri="{FF2B5EF4-FFF2-40B4-BE49-F238E27FC236}">
                    <a16:creationId xmlns:a16="http://schemas.microsoft.com/office/drawing/2014/main" id="{2E983297-6AFF-4DA6-84B5-E20A8D352EE6}"/>
                  </a:ext>
                </a:extLst>
              </p:cNvPr>
              <p:cNvCxnSpPr>
                <a:cxnSpLocks noChangeShapeType="1"/>
              </p:cNvCxnSpPr>
              <p:nvPr/>
            </p:nvCxnSpPr>
            <p:spPr bwMode="auto">
              <a:xfrm flipV="1">
                <a:off x="3478717" y="4727606"/>
                <a:ext cx="1526022" cy="0"/>
              </a:xfrm>
              <a:prstGeom prst="line">
                <a:avLst/>
              </a:prstGeom>
              <a:noFill/>
              <a:ln w="9525" algn="ctr">
                <a:solidFill>
                  <a:schemeClr val="tx1"/>
                </a:solidFill>
                <a:round/>
                <a:headEnd/>
                <a:tailEnd/>
              </a:ln>
            </p:spPr>
          </p:cxnSp>
          <p:sp>
            <p:nvSpPr>
              <p:cNvPr id="16454" name="Oval 111">
                <a:extLst>
                  <a:ext uri="{FF2B5EF4-FFF2-40B4-BE49-F238E27FC236}">
                    <a16:creationId xmlns:a16="http://schemas.microsoft.com/office/drawing/2014/main" id="{F92FF559-9C62-4057-A689-BB4CCCB7C786}"/>
                  </a:ext>
                </a:extLst>
              </p:cNvPr>
              <p:cNvSpPr>
                <a:spLocks noChangeArrowheads="1"/>
              </p:cNvSpPr>
              <p:nvPr/>
            </p:nvSpPr>
            <p:spPr bwMode="auto">
              <a:xfrm>
                <a:off x="3401958" y="4689476"/>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grpSp>
          <p:nvGrpSpPr>
            <p:cNvPr id="16411" name="Group 124">
              <a:extLst>
                <a:ext uri="{FF2B5EF4-FFF2-40B4-BE49-F238E27FC236}">
                  <a16:creationId xmlns:a16="http://schemas.microsoft.com/office/drawing/2014/main" id="{284E546E-D9D2-4EE0-AB8C-6F34FCA3BA4C}"/>
                </a:ext>
              </a:extLst>
            </p:cNvPr>
            <p:cNvGrpSpPr>
              <a:grpSpLocks/>
            </p:cNvGrpSpPr>
            <p:nvPr/>
          </p:nvGrpSpPr>
          <p:grpSpPr bwMode="auto">
            <a:xfrm>
              <a:off x="3853228" y="2014501"/>
              <a:ext cx="1114178" cy="294978"/>
              <a:chOff x="2659857" y="3495652"/>
              <a:chExt cx="1114178" cy="294978"/>
            </a:xfrm>
          </p:grpSpPr>
          <p:sp>
            <p:nvSpPr>
              <p:cNvPr id="126" name="Flowchart: Delay 53">
                <a:extLst>
                  <a:ext uri="{FF2B5EF4-FFF2-40B4-BE49-F238E27FC236}">
                    <a16:creationId xmlns:a16="http://schemas.microsoft.com/office/drawing/2014/main" id="{017C4170-7E6F-461D-B6F8-3151845A197E}"/>
                  </a:ext>
                </a:extLst>
              </p:cNvPr>
              <p:cNvSpPr/>
              <p:nvPr/>
            </p:nvSpPr>
            <p:spPr bwMode="auto">
              <a:xfrm>
                <a:off x="3065610" y="3496362"/>
                <a:ext cx="330164" cy="29362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6449" name="Прямая соединительная линия 18">
                <a:extLst>
                  <a:ext uri="{FF2B5EF4-FFF2-40B4-BE49-F238E27FC236}">
                    <a16:creationId xmlns:a16="http://schemas.microsoft.com/office/drawing/2014/main" id="{B583F276-4CC2-4C37-B511-3233F6D52963}"/>
                  </a:ext>
                </a:extLst>
              </p:cNvPr>
              <p:cNvCxnSpPr>
                <a:cxnSpLocks noChangeShapeType="1"/>
              </p:cNvCxnSpPr>
              <p:nvPr/>
            </p:nvCxnSpPr>
            <p:spPr bwMode="auto">
              <a:xfrm>
                <a:off x="2659857" y="3721827"/>
                <a:ext cx="407476" cy="0"/>
              </a:xfrm>
              <a:prstGeom prst="line">
                <a:avLst/>
              </a:prstGeom>
              <a:noFill/>
              <a:ln w="9525" algn="ctr">
                <a:solidFill>
                  <a:schemeClr val="tx1"/>
                </a:solidFill>
                <a:round/>
                <a:headEnd/>
                <a:tailEnd/>
              </a:ln>
            </p:spPr>
          </p:cxnSp>
          <p:cxnSp>
            <p:nvCxnSpPr>
              <p:cNvPr id="16450" name="Прямая соединительная линия 35">
                <a:extLst>
                  <a:ext uri="{FF2B5EF4-FFF2-40B4-BE49-F238E27FC236}">
                    <a16:creationId xmlns:a16="http://schemas.microsoft.com/office/drawing/2014/main" id="{5F53E4C5-24E4-4030-BF2C-4306BBE82FDC}"/>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29" name="TextBox 128">
                <a:extLst>
                  <a:ext uri="{FF2B5EF4-FFF2-40B4-BE49-F238E27FC236}">
                    <a16:creationId xmlns:a16="http://schemas.microsoft.com/office/drawing/2014/main" id="{8C9A6388-8029-4098-957F-CE346B6DB169}"/>
                  </a:ext>
                </a:extLst>
              </p:cNvPr>
              <p:cNvSpPr txBox="1"/>
              <p:nvPr/>
            </p:nvSpPr>
            <p:spPr>
              <a:xfrm>
                <a:off x="3064022" y="3528105"/>
                <a:ext cx="371434" cy="252358"/>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3/2</a:t>
                </a:r>
              </a:p>
            </p:txBody>
          </p:sp>
          <p:sp>
            <p:nvSpPr>
              <p:cNvPr id="16452" name="Oval 129">
                <a:extLst>
                  <a:ext uri="{FF2B5EF4-FFF2-40B4-BE49-F238E27FC236}">
                    <a16:creationId xmlns:a16="http://schemas.microsoft.com/office/drawing/2014/main" id="{00EBDF96-EA9C-4F49-BA5C-267EA6893A50}"/>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cxnSp>
          <p:nvCxnSpPr>
            <p:cNvPr id="16412" name="Прямая соединительная линия 21">
              <a:extLst>
                <a:ext uri="{FF2B5EF4-FFF2-40B4-BE49-F238E27FC236}">
                  <a16:creationId xmlns:a16="http://schemas.microsoft.com/office/drawing/2014/main" id="{40AF879A-A69E-455C-BA61-6859E2F30B43}"/>
                </a:ext>
              </a:extLst>
            </p:cNvPr>
            <p:cNvCxnSpPr>
              <a:cxnSpLocks noChangeShapeType="1"/>
            </p:cNvCxnSpPr>
            <p:nvPr/>
          </p:nvCxnSpPr>
          <p:spPr bwMode="auto">
            <a:xfrm>
              <a:off x="5471789" y="3090960"/>
              <a:ext cx="219763" cy="0"/>
            </a:xfrm>
            <a:prstGeom prst="line">
              <a:avLst/>
            </a:prstGeom>
            <a:noFill/>
            <a:ln w="9525" algn="ctr">
              <a:solidFill>
                <a:schemeClr val="tx1"/>
              </a:solidFill>
              <a:round/>
              <a:headEnd/>
              <a:tailEnd/>
            </a:ln>
          </p:spPr>
        </p:cxnSp>
        <p:cxnSp>
          <p:nvCxnSpPr>
            <p:cNvPr id="16413" name="Прямая соединительная линия 42">
              <a:extLst>
                <a:ext uri="{FF2B5EF4-FFF2-40B4-BE49-F238E27FC236}">
                  <a16:creationId xmlns:a16="http://schemas.microsoft.com/office/drawing/2014/main" id="{C43E4697-0056-4697-AB61-387ECA0584F6}"/>
                </a:ext>
              </a:extLst>
            </p:cNvPr>
            <p:cNvCxnSpPr>
              <a:cxnSpLocks noChangeShapeType="1"/>
            </p:cNvCxnSpPr>
            <p:nvPr/>
          </p:nvCxnSpPr>
          <p:spPr bwMode="auto">
            <a:xfrm flipH="1">
              <a:off x="4962134" y="2162072"/>
              <a:ext cx="100" cy="865437"/>
            </a:xfrm>
            <a:prstGeom prst="line">
              <a:avLst/>
            </a:prstGeom>
            <a:noFill/>
            <a:ln w="9525" algn="ctr">
              <a:solidFill>
                <a:schemeClr val="tx1"/>
              </a:solidFill>
              <a:round/>
              <a:headEnd/>
              <a:tailEnd/>
            </a:ln>
          </p:spPr>
        </p:cxnSp>
        <p:sp>
          <p:nvSpPr>
            <p:cNvPr id="146" name="Flowchart: Delay 53">
              <a:extLst>
                <a:ext uri="{FF2B5EF4-FFF2-40B4-BE49-F238E27FC236}">
                  <a16:creationId xmlns:a16="http://schemas.microsoft.com/office/drawing/2014/main" id="{23ED82E7-7646-496A-8C28-7BA8E78C995E}"/>
                </a:ext>
              </a:extLst>
            </p:cNvPr>
            <p:cNvSpPr/>
            <p:nvPr/>
          </p:nvSpPr>
          <p:spPr bwMode="auto">
            <a:xfrm>
              <a:off x="5065342" y="2945287"/>
              <a:ext cx="330164" cy="29521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6415" name="Прямая соединительная линия 18">
              <a:extLst>
                <a:ext uri="{FF2B5EF4-FFF2-40B4-BE49-F238E27FC236}">
                  <a16:creationId xmlns:a16="http://schemas.microsoft.com/office/drawing/2014/main" id="{67F2CA50-D555-49C6-9511-5A326DD9B2DE}"/>
                </a:ext>
              </a:extLst>
            </p:cNvPr>
            <p:cNvCxnSpPr>
              <a:cxnSpLocks noChangeShapeType="1"/>
            </p:cNvCxnSpPr>
            <p:nvPr/>
          </p:nvCxnSpPr>
          <p:spPr bwMode="auto">
            <a:xfrm>
              <a:off x="4957842" y="3033104"/>
              <a:ext cx="109821" cy="0"/>
            </a:xfrm>
            <a:prstGeom prst="line">
              <a:avLst/>
            </a:prstGeom>
            <a:noFill/>
            <a:ln w="9525" algn="ctr">
              <a:solidFill>
                <a:schemeClr val="tx1"/>
              </a:solidFill>
              <a:round/>
              <a:headEnd/>
              <a:tailEnd/>
            </a:ln>
          </p:spPr>
        </p:cxnSp>
        <p:sp>
          <p:nvSpPr>
            <p:cNvPr id="148" name="TextBox 147">
              <a:extLst>
                <a:ext uri="{FF2B5EF4-FFF2-40B4-BE49-F238E27FC236}">
                  <a16:creationId xmlns:a16="http://schemas.microsoft.com/office/drawing/2014/main" id="{CF748116-B09C-4CCB-AC0F-817B8E2D7E78}"/>
                </a:ext>
              </a:extLst>
            </p:cNvPr>
            <p:cNvSpPr txBox="1"/>
            <p:nvPr/>
          </p:nvSpPr>
          <p:spPr>
            <a:xfrm>
              <a:off x="5054230" y="2977030"/>
              <a:ext cx="371434" cy="253946"/>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1/3</a:t>
              </a:r>
            </a:p>
          </p:txBody>
        </p:sp>
        <p:sp>
          <p:nvSpPr>
            <p:cNvPr id="16417" name="Oval 148">
              <a:extLst>
                <a:ext uri="{FF2B5EF4-FFF2-40B4-BE49-F238E27FC236}">
                  <a16:creationId xmlns:a16="http://schemas.microsoft.com/office/drawing/2014/main" id="{A043FA92-B0CE-4813-A7E3-3BD0795B913E}"/>
                </a:ext>
              </a:extLst>
            </p:cNvPr>
            <p:cNvSpPr>
              <a:spLocks noChangeArrowheads="1"/>
            </p:cNvSpPr>
            <p:nvPr/>
          </p:nvSpPr>
          <p:spPr bwMode="auto">
            <a:xfrm>
              <a:off x="5399869" y="3053624"/>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16418" name="Прямая соединительная линия 42">
              <a:extLst>
                <a:ext uri="{FF2B5EF4-FFF2-40B4-BE49-F238E27FC236}">
                  <a16:creationId xmlns:a16="http://schemas.microsoft.com/office/drawing/2014/main" id="{125CD8E0-B96E-4FB9-AD59-49CA10392FBD}"/>
                </a:ext>
              </a:extLst>
            </p:cNvPr>
            <p:cNvCxnSpPr>
              <a:cxnSpLocks noChangeShapeType="1"/>
            </p:cNvCxnSpPr>
            <p:nvPr/>
          </p:nvCxnSpPr>
          <p:spPr bwMode="auto">
            <a:xfrm flipH="1">
              <a:off x="4957463" y="3149379"/>
              <a:ext cx="397" cy="858376"/>
            </a:xfrm>
            <a:prstGeom prst="line">
              <a:avLst/>
            </a:prstGeom>
            <a:noFill/>
            <a:ln w="9525" algn="ctr">
              <a:solidFill>
                <a:schemeClr val="tx1"/>
              </a:solidFill>
              <a:round/>
              <a:headEnd/>
              <a:tailEnd/>
            </a:ln>
          </p:spPr>
        </p:cxnSp>
        <p:cxnSp>
          <p:nvCxnSpPr>
            <p:cNvPr id="16419" name="Прямая соединительная линия 18">
              <a:extLst>
                <a:ext uri="{FF2B5EF4-FFF2-40B4-BE49-F238E27FC236}">
                  <a16:creationId xmlns:a16="http://schemas.microsoft.com/office/drawing/2014/main" id="{215DCC88-0EEA-44CB-B056-3B2C1C832D40}"/>
                </a:ext>
              </a:extLst>
            </p:cNvPr>
            <p:cNvCxnSpPr>
              <a:cxnSpLocks noChangeShapeType="1"/>
            </p:cNvCxnSpPr>
            <p:nvPr/>
          </p:nvCxnSpPr>
          <p:spPr bwMode="auto">
            <a:xfrm>
              <a:off x="4951448" y="3150761"/>
              <a:ext cx="109821" cy="0"/>
            </a:xfrm>
            <a:prstGeom prst="line">
              <a:avLst/>
            </a:prstGeom>
            <a:noFill/>
            <a:ln w="9525" algn="ctr">
              <a:solidFill>
                <a:schemeClr val="tx1"/>
              </a:solidFill>
              <a:round/>
              <a:headEnd/>
              <a:tailEnd/>
            </a:ln>
          </p:spPr>
        </p:cxnSp>
        <p:sp>
          <p:nvSpPr>
            <p:cNvPr id="16420" name="TextBox 155">
              <a:extLst>
                <a:ext uri="{FF2B5EF4-FFF2-40B4-BE49-F238E27FC236}">
                  <a16:creationId xmlns:a16="http://schemas.microsoft.com/office/drawing/2014/main" id="{AF83C1B0-9786-4147-89A7-DA7786EC88FB}"/>
                </a:ext>
              </a:extLst>
            </p:cNvPr>
            <p:cNvSpPr txBox="1">
              <a:spLocks noChangeArrowheads="1"/>
            </p:cNvSpPr>
            <p:nvPr/>
          </p:nvSpPr>
          <p:spPr bwMode="auto">
            <a:xfrm>
              <a:off x="1676503" y="1921934"/>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a</a:t>
              </a:r>
            </a:p>
          </p:txBody>
        </p:sp>
        <p:sp>
          <p:nvSpPr>
            <p:cNvPr id="16421" name="TextBox 156">
              <a:extLst>
                <a:ext uri="{FF2B5EF4-FFF2-40B4-BE49-F238E27FC236}">
                  <a16:creationId xmlns:a16="http://schemas.microsoft.com/office/drawing/2014/main" id="{843CB395-B137-43FC-B686-7DFAFB3AB034}"/>
                </a:ext>
              </a:extLst>
            </p:cNvPr>
            <p:cNvSpPr txBox="1">
              <a:spLocks noChangeArrowheads="1"/>
            </p:cNvSpPr>
            <p:nvPr/>
          </p:nvSpPr>
          <p:spPr bwMode="auto">
            <a:xfrm>
              <a:off x="1676400" y="2065385"/>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b</a:t>
              </a:r>
            </a:p>
          </p:txBody>
        </p:sp>
        <p:sp>
          <p:nvSpPr>
            <p:cNvPr id="16422" name="TextBox 157">
              <a:extLst>
                <a:ext uri="{FF2B5EF4-FFF2-40B4-BE49-F238E27FC236}">
                  <a16:creationId xmlns:a16="http://schemas.microsoft.com/office/drawing/2014/main" id="{A86CFA59-38C2-4359-A41E-F180E0F68FD6}"/>
                </a:ext>
              </a:extLst>
            </p:cNvPr>
            <p:cNvSpPr txBox="1">
              <a:spLocks noChangeArrowheads="1"/>
            </p:cNvSpPr>
            <p:nvPr/>
          </p:nvSpPr>
          <p:spPr bwMode="auto">
            <a:xfrm>
              <a:off x="1679439" y="2598785"/>
              <a:ext cx="2616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a:t>
              </a:r>
            </a:p>
          </p:txBody>
        </p:sp>
        <p:sp>
          <p:nvSpPr>
            <p:cNvPr id="16423" name="TextBox 158">
              <a:extLst>
                <a:ext uri="{FF2B5EF4-FFF2-40B4-BE49-F238E27FC236}">
                  <a16:creationId xmlns:a16="http://schemas.microsoft.com/office/drawing/2014/main" id="{D25E5FDF-A7CE-4E00-BEED-F2EF1A5242F4}"/>
                </a:ext>
              </a:extLst>
            </p:cNvPr>
            <p:cNvSpPr txBox="1">
              <a:spLocks noChangeArrowheads="1"/>
            </p:cNvSpPr>
            <p:nvPr/>
          </p:nvSpPr>
          <p:spPr bwMode="auto">
            <a:xfrm>
              <a:off x="1682376" y="2751202"/>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d</a:t>
              </a:r>
            </a:p>
          </p:txBody>
        </p:sp>
        <p:sp>
          <p:nvSpPr>
            <p:cNvPr id="16424" name="TextBox 159">
              <a:extLst>
                <a:ext uri="{FF2B5EF4-FFF2-40B4-BE49-F238E27FC236}">
                  <a16:creationId xmlns:a16="http://schemas.microsoft.com/office/drawing/2014/main" id="{E5FAE122-2665-49AC-A181-353F33D1F4B1}"/>
                </a:ext>
              </a:extLst>
            </p:cNvPr>
            <p:cNvSpPr txBox="1">
              <a:spLocks noChangeArrowheads="1"/>
            </p:cNvSpPr>
            <p:nvPr/>
          </p:nvSpPr>
          <p:spPr bwMode="auto">
            <a:xfrm>
              <a:off x="1682376" y="3213846"/>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e</a:t>
              </a:r>
            </a:p>
          </p:txBody>
        </p:sp>
        <p:sp>
          <p:nvSpPr>
            <p:cNvPr id="16425" name="TextBox 160">
              <a:extLst>
                <a:ext uri="{FF2B5EF4-FFF2-40B4-BE49-F238E27FC236}">
                  <a16:creationId xmlns:a16="http://schemas.microsoft.com/office/drawing/2014/main" id="{1E46C59E-48EF-40FA-8DEE-F3B19D20FF71}"/>
                </a:ext>
              </a:extLst>
            </p:cNvPr>
            <p:cNvSpPr txBox="1">
              <a:spLocks noChangeArrowheads="1"/>
            </p:cNvSpPr>
            <p:nvPr/>
          </p:nvSpPr>
          <p:spPr bwMode="auto">
            <a:xfrm>
              <a:off x="1687196" y="3379840"/>
              <a:ext cx="22794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f</a:t>
              </a:r>
            </a:p>
          </p:txBody>
        </p:sp>
        <p:sp>
          <p:nvSpPr>
            <p:cNvPr id="16426" name="TextBox 161">
              <a:extLst>
                <a:ext uri="{FF2B5EF4-FFF2-40B4-BE49-F238E27FC236}">
                  <a16:creationId xmlns:a16="http://schemas.microsoft.com/office/drawing/2014/main" id="{7E543239-4120-4EBA-958C-4CD5C4B3FCB1}"/>
                </a:ext>
              </a:extLst>
            </p:cNvPr>
            <p:cNvSpPr txBox="1">
              <a:spLocks noChangeArrowheads="1"/>
            </p:cNvSpPr>
            <p:nvPr/>
          </p:nvSpPr>
          <p:spPr bwMode="auto">
            <a:xfrm>
              <a:off x="1684365" y="4075964"/>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h</a:t>
              </a:r>
            </a:p>
          </p:txBody>
        </p:sp>
        <p:sp>
          <p:nvSpPr>
            <p:cNvPr id="16427" name="TextBox 162">
              <a:extLst>
                <a:ext uri="{FF2B5EF4-FFF2-40B4-BE49-F238E27FC236}">
                  <a16:creationId xmlns:a16="http://schemas.microsoft.com/office/drawing/2014/main" id="{2F89F85F-445A-4F5A-B02C-8DFE05BE11AC}"/>
                </a:ext>
              </a:extLst>
            </p:cNvPr>
            <p:cNvSpPr txBox="1">
              <a:spLocks noChangeArrowheads="1"/>
            </p:cNvSpPr>
            <p:nvPr/>
          </p:nvSpPr>
          <p:spPr bwMode="auto">
            <a:xfrm>
              <a:off x="1687301" y="3920644"/>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g</a:t>
              </a:r>
            </a:p>
          </p:txBody>
        </p:sp>
        <p:sp>
          <p:nvSpPr>
            <p:cNvPr id="16428" name="TextBox 163">
              <a:extLst>
                <a:ext uri="{FF2B5EF4-FFF2-40B4-BE49-F238E27FC236}">
                  <a16:creationId xmlns:a16="http://schemas.microsoft.com/office/drawing/2014/main" id="{BCE7154D-305A-4958-8172-F058E081D88F}"/>
                </a:ext>
              </a:extLst>
            </p:cNvPr>
            <p:cNvSpPr txBox="1">
              <a:spLocks noChangeArrowheads="1"/>
            </p:cNvSpPr>
            <p:nvPr/>
          </p:nvSpPr>
          <p:spPr bwMode="auto">
            <a:xfrm>
              <a:off x="2733014" y="1843797"/>
              <a:ext cx="2183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i</a:t>
              </a:r>
            </a:p>
          </p:txBody>
        </p:sp>
        <p:sp>
          <p:nvSpPr>
            <p:cNvPr id="16429" name="TextBox 164">
              <a:extLst>
                <a:ext uri="{FF2B5EF4-FFF2-40B4-BE49-F238E27FC236}">
                  <a16:creationId xmlns:a16="http://schemas.microsoft.com/office/drawing/2014/main" id="{19AA5CB4-E1F3-4E8E-A22D-AB982423673B}"/>
                </a:ext>
              </a:extLst>
            </p:cNvPr>
            <p:cNvSpPr txBox="1">
              <a:spLocks noChangeArrowheads="1"/>
            </p:cNvSpPr>
            <p:nvPr/>
          </p:nvSpPr>
          <p:spPr bwMode="auto">
            <a:xfrm>
              <a:off x="2733014" y="2523009"/>
              <a:ext cx="2183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j</a:t>
              </a:r>
            </a:p>
          </p:txBody>
        </p:sp>
        <p:sp>
          <p:nvSpPr>
            <p:cNvPr id="16430" name="TextBox 165">
              <a:extLst>
                <a:ext uri="{FF2B5EF4-FFF2-40B4-BE49-F238E27FC236}">
                  <a16:creationId xmlns:a16="http://schemas.microsoft.com/office/drawing/2014/main" id="{54E7A55A-CCBA-44D5-AB16-C0A340017EB7}"/>
                </a:ext>
              </a:extLst>
            </p:cNvPr>
            <p:cNvSpPr txBox="1">
              <a:spLocks noChangeArrowheads="1"/>
            </p:cNvSpPr>
            <p:nvPr/>
          </p:nvSpPr>
          <p:spPr bwMode="auto">
            <a:xfrm>
              <a:off x="2736090" y="3147845"/>
              <a:ext cx="2616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k</a:t>
              </a:r>
            </a:p>
          </p:txBody>
        </p:sp>
        <p:sp>
          <p:nvSpPr>
            <p:cNvPr id="16431" name="TextBox 166">
              <a:extLst>
                <a:ext uri="{FF2B5EF4-FFF2-40B4-BE49-F238E27FC236}">
                  <a16:creationId xmlns:a16="http://schemas.microsoft.com/office/drawing/2014/main" id="{A11B107A-3082-482A-A8A6-269564DA05F6}"/>
                </a:ext>
              </a:extLst>
            </p:cNvPr>
            <p:cNvSpPr txBox="1">
              <a:spLocks noChangeArrowheads="1"/>
            </p:cNvSpPr>
            <p:nvPr/>
          </p:nvSpPr>
          <p:spPr bwMode="auto">
            <a:xfrm>
              <a:off x="2736090" y="3860266"/>
              <a:ext cx="2183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l</a:t>
              </a:r>
            </a:p>
          </p:txBody>
        </p:sp>
        <p:sp>
          <p:nvSpPr>
            <p:cNvPr id="16432" name="TextBox 167">
              <a:extLst>
                <a:ext uri="{FF2B5EF4-FFF2-40B4-BE49-F238E27FC236}">
                  <a16:creationId xmlns:a16="http://schemas.microsoft.com/office/drawing/2014/main" id="{D82D782C-65F4-4A18-B5FB-FED2C502F105}"/>
                </a:ext>
              </a:extLst>
            </p:cNvPr>
            <p:cNvSpPr txBox="1">
              <a:spLocks noChangeArrowheads="1"/>
            </p:cNvSpPr>
            <p:nvPr/>
          </p:nvSpPr>
          <p:spPr bwMode="auto">
            <a:xfrm>
              <a:off x="4681734" y="1905544"/>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n</a:t>
              </a:r>
            </a:p>
          </p:txBody>
        </p:sp>
        <p:sp>
          <p:nvSpPr>
            <p:cNvPr id="16433" name="TextBox 168">
              <a:extLst>
                <a:ext uri="{FF2B5EF4-FFF2-40B4-BE49-F238E27FC236}">
                  <a16:creationId xmlns:a16="http://schemas.microsoft.com/office/drawing/2014/main" id="{09F04DC5-6BF4-4CB6-84F9-2549C76EFB85}"/>
                </a:ext>
              </a:extLst>
            </p:cNvPr>
            <p:cNvSpPr txBox="1">
              <a:spLocks noChangeArrowheads="1"/>
            </p:cNvSpPr>
            <p:nvPr/>
          </p:nvSpPr>
          <p:spPr bwMode="auto">
            <a:xfrm>
              <a:off x="4670797" y="3761601"/>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p</a:t>
              </a:r>
            </a:p>
          </p:txBody>
        </p:sp>
        <p:sp>
          <p:nvSpPr>
            <p:cNvPr id="16434" name="TextBox 169">
              <a:extLst>
                <a:ext uri="{FF2B5EF4-FFF2-40B4-BE49-F238E27FC236}">
                  <a16:creationId xmlns:a16="http://schemas.microsoft.com/office/drawing/2014/main" id="{3CC3A95B-2A7D-4D05-BCAC-2FD85FABEAAB}"/>
                </a:ext>
              </a:extLst>
            </p:cNvPr>
            <p:cNvSpPr txBox="1">
              <a:spLocks noChangeArrowheads="1"/>
            </p:cNvSpPr>
            <p:nvPr/>
          </p:nvSpPr>
          <p:spPr bwMode="auto">
            <a:xfrm>
              <a:off x="5471789" y="2839393"/>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o</a:t>
              </a:r>
            </a:p>
          </p:txBody>
        </p:sp>
        <p:sp>
          <p:nvSpPr>
            <p:cNvPr id="16435" name="TextBox 170">
              <a:extLst>
                <a:ext uri="{FF2B5EF4-FFF2-40B4-BE49-F238E27FC236}">
                  <a16:creationId xmlns:a16="http://schemas.microsoft.com/office/drawing/2014/main" id="{D18ED5C0-427A-46ED-B704-438C4B0F99EB}"/>
                </a:ext>
              </a:extLst>
            </p:cNvPr>
            <p:cNvSpPr txBox="1">
              <a:spLocks noChangeArrowheads="1"/>
            </p:cNvSpPr>
            <p:nvPr/>
          </p:nvSpPr>
          <p:spPr bwMode="auto">
            <a:xfrm>
              <a:off x="3593601" y="2833009"/>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m</a:t>
              </a:r>
            </a:p>
          </p:txBody>
        </p:sp>
        <p:grpSp>
          <p:nvGrpSpPr>
            <p:cNvPr id="16436" name="Group 171">
              <a:extLst>
                <a:ext uri="{FF2B5EF4-FFF2-40B4-BE49-F238E27FC236}">
                  <a16:creationId xmlns:a16="http://schemas.microsoft.com/office/drawing/2014/main" id="{B3813E4F-C52A-4902-91F7-697F07CAFC27}"/>
                </a:ext>
              </a:extLst>
            </p:cNvPr>
            <p:cNvGrpSpPr>
              <a:grpSpLocks/>
            </p:cNvGrpSpPr>
            <p:nvPr/>
          </p:nvGrpSpPr>
          <p:grpSpPr bwMode="auto">
            <a:xfrm>
              <a:off x="5375277" y="3979753"/>
              <a:ext cx="2782177" cy="1566890"/>
              <a:chOff x="5092926" y="2493470"/>
              <a:chExt cx="3812947" cy="2142482"/>
            </a:xfrm>
          </p:grpSpPr>
          <p:grpSp>
            <p:nvGrpSpPr>
              <p:cNvPr id="16437" name="Group 172">
                <a:extLst>
                  <a:ext uri="{FF2B5EF4-FFF2-40B4-BE49-F238E27FC236}">
                    <a16:creationId xmlns:a16="http://schemas.microsoft.com/office/drawing/2014/main" id="{AB59FAEC-4BD2-4F60-9B23-7883E283C6E7}"/>
                  </a:ext>
                </a:extLst>
              </p:cNvPr>
              <p:cNvGrpSpPr>
                <a:grpSpLocks/>
              </p:cNvGrpSpPr>
              <p:nvPr/>
            </p:nvGrpSpPr>
            <p:grpSpPr bwMode="auto">
              <a:xfrm>
                <a:off x="6144895" y="2493470"/>
                <a:ext cx="1123149" cy="465373"/>
                <a:chOff x="6447524" y="2627285"/>
                <a:chExt cx="824946" cy="341813"/>
              </a:xfrm>
            </p:grpSpPr>
            <p:sp>
              <p:nvSpPr>
                <p:cNvPr id="178" name="Flowchart: Delay 53">
                  <a:extLst>
                    <a:ext uri="{FF2B5EF4-FFF2-40B4-BE49-F238E27FC236}">
                      <a16:creationId xmlns:a16="http://schemas.microsoft.com/office/drawing/2014/main" id="{4F91A976-4C15-4200-A76D-DDB955508202}"/>
                    </a:ext>
                  </a:extLst>
                </p:cNvPr>
                <p:cNvSpPr/>
                <p:nvPr/>
              </p:nvSpPr>
              <p:spPr bwMode="auto">
                <a:xfrm>
                  <a:off x="6634745" y="2673875"/>
                  <a:ext cx="329153" cy="29489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6443" name="Straight Connector 178">
                  <a:extLst>
                    <a:ext uri="{FF2B5EF4-FFF2-40B4-BE49-F238E27FC236}">
                      <a16:creationId xmlns:a16="http://schemas.microsoft.com/office/drawing/2014/main" id="{61E73868-CBD9-4D4B-9D65-C7B0210D2846}"/>
                    </a:ext>
                  </a:extLst>
                </p:cNvPr>
                <p:cNvCxnSpPr>
                  <a:cxnSpLocks noChangeShapeType="1"/>
                </p:cNvCxnSpPr>
                <p:nvPr/>
              </p:nvCxnSpPr>
              <p:spPr bwMode="auto">
                <a:xfrm>
                  <a:off x="6963944" y="2821609"/>
                  <a:ext cx="187221" cy="0"/>
                </a:xfrm>
                <a:prstGeom prst="line">
                  <a:avLst/>
                </a:prstGeom>
                <a:noFill/>
                <a:ln w="9525" algn="ctr">
                  <a:solidFill>
                    <a:schemeClr val="tx1"/>
                  </a:solidFill>
                  <a:round/>
                  <a:headEnd/>
                  <a:tailEnd/>
                </a:ln>
              </p:spPr>
            </p:cxnSp>
            <p:cxnSp>
              <p:nvCxnSpPr>
                <p:cNvPr id="16444" name="Straight Connector 179">
                  <a:extLst>
                    <a:ext uri="{FF2B5EF4-FFF2-40B4-BE49-F238E27FC236}">
                      <a16:creationId xmlns:a16="http://schemas.microsoft.com/office/drawing/2014/main" id="{3185F9A3-8E24-44A9-9BF4-B308795B6009}"/>
                    </a:ext>
                  </a:extLst>
                </p:cNvPr>
                <p:cNvCxnSpPr>
                  <a:cxnSpLocks noChangeShapeType="1"/>
                </p:cNvCxnSpPr>
                <p:nvPr/>
              </p:nvCxnSpPr>
              <p:spPr bwMode="auto">
                <a:xfrm>
                  <a:off x="6447524" y="2740868"/>
                  <a:ext cx="187221" cy="0"/>
                </a:xfrm>
                <a:prstGeom prst="line">
                  <a:avLst/>
                </a:prstGeom>
                <a:noFill/>
                <a:ln w="9525" algn="ctr">
                  <a:solidFill>
                    <a:schemeClr val="tx1"/>
                  </a:solidFill>
                  <a:round/>
                  <a:headEnd/>
                  <a:tailEnd/>
                </a:ln>
              </p:spPr>
            </p:cxnSp>
            <p:cxnSp>
              <p:nvCxnSpPr>
                <p:cNvPr id="16445" name="Straight Connector 180">
                  <a:extLst>
                    <a:ext uri="{FF2B5EF4-FFF2-40B4-BE49-F238E27FC236}">
                      <a16:creationId xmlns:a16="http://schemas.microsoft.com/office/drawing/2014/main" id="{55E63DD6-E0A3-49BA-BCDE-7A2A2E127F26}"/>
                    </a:ext>
                  </a:extLst>
                </p:cNvPr>
                <p:cNvCxnSpPr>
                  <a:cxnSpLocks noChangeShapeType="1"/>
                </p:cNvCxnSpPr>
                <p:nvPr/>
              </p:nvCxnSpPr>
              <p:spPr bwMode="auto">
                <a:xfrm>
                  <a:off x="6447524" y="2893268"/>
                  <a:ext cx="187221" cy="0"/>
                </a:xfrm>
                <a:prstGeom prst="line">
                  <a:avLst/>
                </a:prstGeom>
                <a:noFill/>
                <a:ln w="9525" algn="ctr">
                  <a:solidFill>
                    <a:schemeClr val="tx1"/>
                  </a:solidFill>
                  <a:round/>
                  <a:headEnd/>
                  <a:tailEnd/>
                </a:ln>
              </p:spPr>
            </p:cxnSp>
            <p:sp>
              <p:nvSpPr>
                <p:cNvPr id="182" name="TextBox 181">
                  <a:extLst>
                    <a:ext uri="{FF2B5EF4-FFF2-40B4-BE49-F238E27FC236}">
                      <a16:creationId xmlns:a16="http://schemas.microsoft.com/office/drawing/2014/main" id="{D7C8AF45-5CEA-4725-88F2-BF211D94D690}"/>
                    </a:ext>
                  </a:extLst>
                </p:cNvPr>
                <p:cNvSpPr txBox="1"/>
                <p:nvPr/>
              </p:nvSpPr>
              <p:spPr>
                <a:xfrm>
                  <a:off x="6634745" y="2713725"/>
                  <a:ext cx="373892" cy="25503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4/5</a:t>
                  </a:r>
                </a:p>
              </p:txBody>
            </p:sp>
            <p:sp>
              <p:nvSpPr>
                <p:cNvPr id="183" name="TextBox 182">
                  <a:extLst>
                    <a:ext uri="{FF2B5EF4-FFF2-40B4-BE49-F238E27FC236}">
                      <a16:creationId xmlns:a16="http://schemas.microsoft.com/office/drawing/2014/main" id="{322B2149-C94E-4BB2-837D-3FE54059F3B2}"/>
                    </a:ext>
                  </a:extLst>
                </p:cNvPr>
                <p:cNvSpPr txBox="1"/>
                <p:nvPr/>
              </p:nvSpPr>
              <p:spPr>
                <a:xfrm>
                  <a:off x="6898387" y="2627649"/>
                  <a:ext cx="373892" cy="255039"/>
                </a:xfrm>
                <a:prstGeom prst="rect">
                  <a:avLst/>
                </a:prstGeom>
                <a:noFill/>
              </p:spPr>
              <p:txBody>
                <a:bodyPr wrap="none">
                  <a:spAutoFit/>
                </a:bodyPr>
                <a:lstStyle/>
                <a:p>
                  <a:pPr eaLnBrk="1" hangingPunct="1">
                    <a:defRPr/>
                  </a:pPr>
                  <a:r>
                    <a:rPr lang="en-US" sz="1050" dirty="0">
                      <a:latin typeface="+mj-lt"/>
                      <a:cs typeface="Arial" charset="0"/>
                    </a:rPr>
                    <a:t>1/2</a:t>
                  </a:r>
                </a:p>
              </p:txBody>
            </p:sp>
          </p:grpSp>
          <p:sp>
            <p:nvSpPr>
              <p:cNvPr id="174" name="TextBox 173">
                <a:extLst>
                  <a:ext uri="{FF2B5EF4-FFF2-40B4-BE49-F238E27FC236}">
                    <a16:creationId xmlns:a16="http://schemas.microsoft.com/office/drawing/2014/main" id="{B8CF8774-3F2E-4252-B2EE-EEC7B049A00C}"/>
                  </a:ext>
                </a:extLst>
              </p:cNvPr>
              <p:cNvSpPr txBox="1"/>
              <p:nvPr/>
            </p:nvSpPr>
            <p:spPr>
              <a:xfrm>
                <a:off x="5092368" y="4288720"/>
                <a:ext cx="2925935" cy="347232"/>
              </a:xfrm>
              <a:prstGeom prst="rect">
                <a:avLst/>
              </a:prstGeom>
              <a:noFill/>
            </p:spPr>
            <p:txBody>
              <a:bodyPr wrap="none">
                <a:spAutoFit/>
              </a:bodyPr>
              <a:lstStyle/>
              <a:p>
                <a:pPr eaLnBrk="1" hangingPunct="1">
                  <a:defRPr/>
                </a:pPr>
                <a:r>
                  <a:rPr lang="en-US" sz="1050" dirty="0">
                    <a:latin typeface="+mj-lt"/>
                    <a:cs typeface="Arial" charset="0"/>
                  </a:rPr>
                  <a:t>rise delay / fall delay of the block</a:t>
                </a:r>
              </a:p>
            </p:txBody>
          </p:sp>
          <p:sp>
            <p:nvSpPr>
              <p:cNvPr id="175" name="TextBox 174">
                <a:extLst>
                  <a:ext uri="{FF2B5EF4-FFF2-40B4-BE49-F238E27FC236}">
                    <a16:creationId xmlns:a16="http://schemas.microsoft.com/office/drawing/2014/main" id="{0A4B28FD-DFAA-4E01-9E1D-94D9705C54BB}"/>
                  </a:ext>
                </a:extLst>
              </p:cNvPr>
              <p:cNvSpPr txBox="1"/>
              <p:nvPr/>
            </p:nvSpPr>
            <p:spPr>
              <a:xfrm>
                <a:off x="6917543" y="3859021"/>
                <a:ext cx="1988330" cy="347232"/>
              </a:xfrm>
              <a:prstGeom prst="rect">
                <a:avLst/>
              </a:prstGeom>
              <a:noFill/>
            </p:spPr>
            <p:txBody>
              <a:bodyPr wrap="none">
                <a:spAutoFit/>
              </a:bodyPr>
              <a:lstStyle/>
              <a:p>
                <a:pPr eaLnBrk="1" hangingPunct="1">
                  <a:defRPr/>
                </a:pPr>
                <a:r>
                  <a:rPr lang="en-US" sz="1050" dirty="0">
                    <a:latin typeface="+mj-lt"/>
                    <a:cs typeface="Arial" charset="0"/>
                  </a:rPr>
                  <a:t>rise / fall arrival times</a:t>
                </a:r>
              </a:p>
            </p:txBody>
          </p:sp>
          <p:cxnSp>
            <p:nvCxnSpPr>
              <p:cNvPr id="16440" name="Straight Arrow Connector 175">
                <a:extLst>
                  <a:ext uri="{FF2B5EF4-FFF2-40B4-BE49-F238E27FC236}">
                    <a16:creationId xmlns:a16="http://schemas.microsoft.com/office/drawing/2014/main" id="{157743B5-AECB-44A1-B1AD-1C504E1529E3}"/>
                  </a:ext>
                </a:extLst>
              </p:cNvPr>
              <p:cNvCxnSpPr>
                <a:cxnSpLocks noChangeShapeType="1"/>
              </p:cNvCxnSpPr>
              <p:nvPr/>
            </p:nvCxnSpPr>
            <p:spPr bwMode="auto">
              <a:xfrm flipV="1">
                <a:off x="5638800" y="3044804"/>
                <a:ext cx="802786" cy="1045671"/>
              </a:xfrm>
              <a:prstGeom prst="straightConnector1">
                <a:avLst/>
              </a:prstGeom>
              <a:noFill/>
              <a:ln w="19050" algn="ctr">
                <a:solidFill>
                  <a:schemeClr val="tx1"/>
                </a:solidFill>
                <a:round/>
                <a:headEnd/>
                <a:tailEnd type="triangle" w="med" len="med"/>
              </a:ln>
            </p:spPr>
          </p:cxnSp>
          <p:cxnSp>
            <p:nvCxnSpPr>
              <p:cNvPr id="16441" name="Straight Arrow Connector 176">
                <a:extLst>
                  <a:ext uri="{FF2B5EF4-FFF2-40B4-BE49-F238E27FC236}">
                    <a16:creationId xmlns:a16="http://schemas.microsoft.com/office/drawing/2014/main" id="{C7F1EB78-FA68-4452-BA02-1EBDC763B473}"/>
                  </a:ext>
                </a:extLst>
              </p:cNvPr>
              <p:cNvCxnSpPr>
                <a:cxnSpLocks noChangeShapeType="1"/>
              </p:cNvCxnSpPr>
              <p:nvPr/>
            </p:nvCxnSpPr>
            <p:spPr bwMode="auto">
              <a:xfrm flipH="1" flipV="1">
                <a:off x="7048579" y="2851228"/>
                <a:ext cx="502809" cy="936419"/>
              </a:xfrm>
              <a:prstGeom prst="straightConnector1">
                <a:avLst/>
              </a:prstGeom>
              <a:noFill/>
              <a:ln w="19050" algn="ctr">
                <a:solidFill>
                  <a:schemeClr val="tx1"/>
                </a:solidFill>
                <a:round/>
                <a:headEnd/>
                <a:tailEnd type="triangle" w="med" len="med"/>
              </a:ln>
            </p:spPr>
          </p:cxn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12621843-94F2-4DDB-A140-F987BEF4F3C5}"/>
              </a:ext>
            </a:extLst>
          </p:cNvPr>
          <p:cNvSpPr>
            <a:spLocks noGrp="1"/>
          </p:cNvSpPr>
          <p:nvPr>
            <p:ph type="title"/>
          </p:nvPr>
        </p:nvSpPr>
        <p:spPr/>
        <p:txBody>
          <a:bodyPr/>
          <a:lstStyle/>
          <a:p>
            <a:r>
              <a:rPr lang="en-US" altLang="en-US"/>
              <a:t>CPM Arrival Time Calculation Steps</a:t>
            </a:r>
          </a:p>
        </p:txBody>
      </p:sp>
      <p:grpSp>
        <p:nvGrpSpPr>
          <p:cNvPr id="17411" name="Group 183">
            <a:extLst>
              <a:ext uri="{FF2B5EF4-FFF2-40B4-BE49-F238E27FC236}">
                <a16:creationId xmlns:a16="http://schemas.microsoft.com/office/drawing/2014/main" id="{FFC175DB-7D49-4040-8ECB-A9D10513D15D}"/>
              </a:ext>
            </a:extLst>
          </p:cNvPr>
          <p:cNvGrpSpPr>
            <a:grpSpLocks/>
          </p:cNvGrpSpPr>
          <p:nvPr/>
        </p:nvGrpSpPr>
        <p:grpSpPr bwMode="auto">
          <a:xfrm>
            <a:off x="3124201" y="1981201"/>
            <a:ext cx="5230813" cy="2981325"/>
            <a:chOff x="1795511" y="2496296"/>
            <a:chExt cx="4664021" cy="2508785"/>
          </a:xfrm>
        </p:grpSpPr>
        <p:cxnSp>
          <p:nvCxnSpPr>
            <p:cNvPr id="17412" name="Прямая соединительная линия 17">
              <a:extLst>
                <a:ext uri="{FF2B5EF4-FFF2-40B4-BE49-F238E27FC236}">
                  <a16:creationId xmlns:a16="http://schemas.microsoft.com/office/drawing/2014/main" id="{2FD37B65-E8A0-4F95-AA46-E2D3E7DB14F9}"/>
                </a:ext>
              </a:extLst>
            </p:cNvPr>
            <p:cNvCxnSpPr>
              <a:cxnSpLocks noChangeShapeType="1"/>
            </p:cNvCxnSpPr>
            <p:nvPr/>
          </p:nvCxnSpPr>
          <p:spPr bwMode="auto">
            <a:xfrm>
              <a:off x="4602755" y="2893175"/>
              <a:ext cx="0" cy="1710048"/>
            </a:xfrm>
            <a:prstGeom prst="line">
              <a:avLst/>
            </a:prstGeom>
            <a:noFill/>
            <a:ln w="9525" algn="ctr">
              <a:solidFill>
                <a:schemeClr val="tx1"/>
              </a:solidFill>
              <a:round/>
              <a:headEnd/>
              <a:tailEnd/>
            </a:ln>
          </p:spPr>
        </p:cxnSp>
        <p:cxnSp>
          <p:nvCxnSpPr>
            <p:cNvPr id="17413" name="Прямая соединительная линия 21">
              <a:extLst>
                <a:ext uri="{FF2B5EF4-FFF2-40B4-BE49-F238E27FC236}">
                  <a16:creationId xmlns:a16="http://schemas.microsoft.com/office/drawing/2014/main" id="{D3F28C3C-BFF4-4068-A53B-5C95823346D8}"/>
                </a:ext>
              </a:extLst>
            </p:cNvPr>
            <p:cNvCxnSpPr>
              <a:cxnSpLocks noChangeShapeType="1"/>
            </p:cNvCxnSpPr>
            <p:nvPr/>
          </p:nvCxnSpPr>
          <p:spPr bwMode="auto">
            <a:xfrm>
              <a:off x="4380342" y="3741925"/>
              <a:ext cx="219763" cy="0"/>
            </a:xfrm>
            <a:prstGeom prst="line">
              <a:avLst/>
            </a:prstGeom>
            <a:noFill/>
            <a:ln w="9525" algn="ctr">
              <a:solidFill>
                <a:schemeClr val="tx1"/>
              </a:solidFill>
              <a:round/>
              <a:headEnd/>
              <a:tailEnd/>
            </a:ln>
          </p:spPr>
        </p:cxnSp>
        <p:cxnSp>
          <p:nvCxnSpPr>
            <p:cNvPr id="17414" name="Прямая соединительная линия 42">
              <a:extLst>
                <a:ext uri="{FF2B5EF4-FFF2-40B4-BE49-F238E27FC236}">
                  <a16:creationId xmlns:a16="http://schemas.microsoft.com/office/drawing/2014/main" id="{8B49DB4C-25AC-4EC5-A114-7F7FFC9D2F4C}"/>
                </a:ext>
              </a:extLst>
            </p:cNvPr>
            <p:cNvCxnSpPr>
              <a:cxnSpLocks noChangeShapeType="1"/>
            </p:cNvCxnSpPr>
            <p:nvPr/>
          </p:nvCxnSpPr>
          <p:spPr bwMode="auto">
            <a:xfrm flipH="1">
              <a:off x="3865625" y="3427466"/>
              <a:ext cx="794" cy="252542"/>
            </a:xfrm>
            <a:prstGeom prst="line">
              <a:avLst/>
            </a:prstGeom>
            <a:noFill/>
            <a:ln w="9525" algn="ctr">
              <a:solidFill>
                <a:schemeClr val="tx1"/>
              </a:solidFill>
              <a:round/>
              <a:headEnd/>
              <a:tailEnd/>
            </a:ln>
          </p:spPr>
        </p:cxnSp>
        <p:sp>
          <p:nvSpPr>
            <p:cNvPr id="6" name="Прямоугольник 47">
              <a:extLst>
                <a:ext uri="{FF2B5EF4-FFF2-40B4-BE49-F238E27FC236}">
                  <a16:creationId xmlns:a16="http://schemas.microsoft.com/office/drawing/2014/main" id="{5EBD0316-2B89-476F-B9A8-84C0F6AAE300}"/>
                </a:ext>
              </a:extLst>
            </p:cNvPr>
            <p:cNvSpPr/>
            <p:nvPr/>
          </p:nvSpPr>
          <p:spPr bwMode="auto">
            <a:xfrm>
              <a:off x="1795511" y="2536372"/>
              <a:ext cx="714820" cy="500956"/>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7" name="Прямоугольник 48">
              <a:extLst>
                <a:ext uri="{FF2B5EF4-FFF2-40B4-BE49-F238E27FC236}">
                  <a16:creationId xmlns:a16="http://schemas.microsoft.com/office/drawing/2014/main" id="{AFD8C5DE-62F0-44F6-A830-325519FE7D4F}"/>
                </a:ext>
              </a:extLst>
            </p:cNvPr>
            <p:cNvSpPr/>
            <p:nvPr/>
          </p:nvSpPr>
          <p:spPr bwMode="auto">
            <a:xfrm>
              <a:off x="1820990" y="3251069"/>
              <a:ext cx="714820" cy="500955"/>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8" name="Прямоугольник 49">
              <a:extLst>
                <a:ext uri="{FF2B5EF4-FFF2-40B4-BE49-F238E27FC236}">
                  <a16:creationId xmlns:a16="http://schemas.microsoft.com/office/drawing/2014/main" id="{3BE0CA37-192E-4202-97DB-C67FD2C36E91}"/>
                </a:ext>
              </a:extLst>
            </p:cNvPr>
            <p:cNvSpPr/>
            <p:nvPr/>
          </p:nvSpPr>
          <p:spPr bwMode="auto">
            <a:xfrm>
              <a:off x="1828068" y="3836185"/>
              <a:ext cx="713404" cy="499620"/>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9" name="Прямоугольник 50">
              <a:extLst>
                <a:ext uri="{FF2B5EF4-FFF2-40B4-BE49-F238E27FC236}">
                  <a16:creationId xmlns:a16="http://schemas.microsoft.com/office/drawing/2014/main" id="{27DF9E15-F1F0-42FD-B07E-1ED7DB0C28F4}"/>
                </a:ext>
              </a:extLst>
            </p:cNvPr>
            <p:cNvSpPr/>
            <p:nvPr/>
          </p:nvSpPr>
          <p:spPr bwMode="auto">
            <a:xfrm>
              <a:off x="1853546" y="4505461"/>
              <a:ext cx="714819" cy="499620"/>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grpSp>
          <p:nvGrpSpPr>
            <p:cNvPr id="17419" name="Group 65">
              <a:extLst>
                <a:ext uri="{FF2B5EF4-FFF2-40B4-BE49-F238E27FC236}">
                  <a16:creationId xmlns:a16="http://schemas.microsoft.com/office/drawing/2014/main" id="{78625B7D-515A-448F-BAA1-9B8B9840F4FE}"/>
                </a:ext>
              </a:extLst>
            </p:cNvPr>
            <p:cNvGrpSpPr>
              <a:grpSpLocks/>
            </p:cNvGrpSpPr>
            <p:nvPr/>
          </p:nvGrpSpPr>
          <p:grpSpPr bwMode="auto">
            <a:xfrm>
              <a:off x="2652767" y="2608438"/>
              <a:ext cx="2352439" cy="294978"/>
              <a:chOff x="2652767" y="2608438"/>
              <a:chExt cx="2352439" cy="294978"/>
            </a:xfrm>
          </p:grpSpPr>
          <p:sp>
            <p:nvSpPr>
              <p:cNvPr id="18" name="Flowchart: Delay 53">
                <a:extLst>
                  <a:ext uri="{FF2B5EF4-FFF2-40B4-BE49-F238E27FC236}">
                    <a16:creationId xmlns:a16="http://schemas.microsoft.com/office/drawing/2014/main" id="{6D260CD9-4D7C-4500-8D68-349C25EEFE02}"/>
                  </a:ext>
                </a:extLst>
              </p:cNvPr>
              <p:cNvSpPr/>
              <p:nvPr/>
            </p:nvSpPr>
            <p:spPr bwMode="auto">
              <a:xfrm>
                <a:off x="3060954" y="2608510"/>
                <a:ext cx="329808" cy="29523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7483" name="Прямая соединительная линия 18">
                <a:extLst>
                  <a:ext uri="{FF2B5EF4-FFF2-40B4-BE49-F238E27FC236}">
                    <a16:creationId xmlns:a16="http://schemas.microsoft.com/office/drawing/2014/main" id="{B1B5DDE5-FAFC-4114-AF77-9A52501C8285}"/>
                  </a:ext>
                </a:extLst>
              </p:cNvPr>
              <p:cNvCxnSpPr>
                <a:cxnSpLocks noChangeShapeType="1"/>
              </p:cNvCxnSpPr>
              <p:nvPr/>
            </p:nvCxnSpPr>
            <p:spPr bwMode="auto">
              <a:xfrm>
                <a:off x="2652767" y="2696515"/>
                <a:ext cx="407476" cy="0"/>
              </a:xfrm>
              <a:prstGeom prst="line">
                <a:avLst/>
              </a:prstGeom>
              <a:noFill/>
              <a:ln w="9525" algn="ctr">
                <a:solidFill>
                  <a:schemeClr val="tx1"/>
                </a:solidFill>
                <a:round/>
                <a:headEnd/>
                <a:tailEnd/>
              </a:ln>
            </p:spPr>
          </p:cxnSp>
          <p:cxnSp>
            <p:nvCxnSpPr>
              <p:cNvPr id="17484" name="Прямая соединительная линия 19">
                <a:extLst>
                  <a:ext uri="{FF2B5EF4-FFF2-40B4-BE49-F238E27FC236}">
                    <a16:creationId xmlns:a16="http://schemas.microsoft.com/office/drawing/2014/main" id="{500FAEE7-5A7F-40BA-9D56-44767AAC4991}"/>
                  </a:ext>
                </a:extLst>
              </p:cNvPr>
              <p:cNvCxnSpPr>
                <a:cxnSpLocks noChangeShapeType="1"/>
              </p:cNvCxnSpPr>
              <p:nvPr/>
            </p:nvCxnSpPr>
            <p:spPr bwMode="auto">
              <a:xfrm>
                <a:off x="2654205" y="2851544"/>
                <a:ext cx="407476" cy="0"/>
              </a:xfrm>
              <a:prstGeom prst="line">
                <a:avLst/>
              </a:prstGeom>
              <a:noFill/>
              <a:ln w="9525" algn="ctr">
                <a:solidFill>
                  <a:schemeClr val="tx1"/>
                </a:solidFill>
                <a:round/>
                <a:headEnd/>
                <a:tailEnd/>
              </a:ln>
            </p:spPr>
          </p:cxnSp>
          <p:cxnSp>
            <p:nvCxnSpPr>
              <p:cNvPr id="17485" name="Прямая соединительная линия 35">
                <a:extLst>
                  <a:ext uri="{FF2B5EF4-FFF2-40B4-BE49-F238E27FC236}">
                    <a16:creationId xmlns:a16="http://schemas.microsoft.com/office/drawing/2014/main" id="{C8CDB8C7-ACC4-4941-8776-422E88D913BC}"/>
                  </a:ext>
                </a:extLst>
              </p:cNvPr>
              <p:cNvCxnSpPr>
                <a:cxnSpLocks noChangeShapeType="1"/>
                <a:endCxn id="129" idx="1"/>
              </p:cNvCxnSpPr>
              <p:nvPr/>
            </p:nvCxnSpPr>
            <p:spPr bwMode="auto">
              <a:xfrm>
                <a:off x="3480358" y="2755927"/>
                <a:ext cx="1524848" cy="0"/>
              </a:xfrm>
              <a:prstGeom prst="line">
                <a:avLst/>
              </a:prstGeom>
              <a:noFill/>
              <a:ln w="9525" algn="ctr">
                <a:solidFill>
                  <a:schemeClr val="tx1"/>
                </a:solidFill>
                <a:round/>
                <a:headEnd/>
                <a:tailEnd/>
              </a:ln>
            </p:spPr>
          </p:cxnSp>
          <p:sp>
            <p:nvSpPr>
              <p:cNvPr id="61" name="TextBox 60">
                <a:extLst>
                  <a:ext uri="{FF2B5EF4-FFF2-40B4-BE49-F238E27FC236}">
                    <a16:creationId xmlns:a16="http://schemas.microsoft.com/office/drawing/2014/main" id="{A71E3127-D6D6-49B2-B3AE-257979084B06}"/>
                  </a:ext>
                </a:extLst>
              </p:cNvPr>
              <p:cNvSpPr txBox="1"/>
              <p:nvPr/>
            </p:nvSpPr>
            <p:spPr>
              <a:xfrm>
                <a:off x="3048215" y="2640572"/>
                <a:ext cx="332638" cy="213741"/>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2/1</a:t>
                </a:r>
              </a:p>
            </p:txBody>
          </p:sp>
          <p:sp>
            <p:nvSpPr>
              <p:cNvPr id="17487" name="Oval 64">
                <a:extLst>
                  <a:ext uri="{FF2B5EF4-FFF2-40B4-BE49-F238E27FC236}">
                    <a16:creationId xmlns:a16="http://schemas.microsoft.com/office/drawing/2014/main" id="{66D7E238-4AEC-4E37-AD7F-BCDE539FA5C9}"/>
                  </a:ext>
                </a:extLst>
              </p:cNvPr>
              <p:cNvSpPr>
                <a:spLocks noChangeArrowheads="1"/>
              </p:cNvSpPr>
              <p:nvPr/>
            </p:nvSpPr>
            <p:spPr bwMode="auto">
              <a:xfrm>
                <a:off x="3394075" y="2717797"/>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69" name="Flowchart: Delay 53">
              <a:extLst>
                <a:ext uri="{FF2B5EF4-FFF2-40B4-BE49-F238E27FC236}">
                  <a16:creationId xmlns:a16="http://schemas.microsoft.com/office/drawing/2014/main" id="{802B85D2-FD41-42E5-A9DF-F3AD21046369}"/>
                </a:ext>
              </a:extLst>
            </p:cNvPr>
            <p:cNvSpPr/>
            <p:nvPr/>
          </p:nvSpPr>
          <p:spPr bwMode="auto">
            <a:xfrm>
              <a:off x="3066616" y="3285802"/>
              <a:ext cx="329808" cy="295229"/>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7421" name="Прямая соединительная линия 18">
              <a:extLst>
                <a:ext uri="{FF2B5EF4-FFF2-40B4-BE49-F238E27FC236}">
                  <a16:creationId xmlns:a16="http://schemas.microsoft.com/office/drawing/2014/main" id="{85C62980-3CBF-42F2-AD88-7FEB81B4EF5C}"/>
                </a:ext>
              </a:extLst>
            </p:cNvPr>
            <p:cNvCxnSpPr>
              <a:cxnSpLocks noChangeShapeType="1"/>
            </p:cNvCxnSpPr>
            <p:nvPr/>
          </p:nvCxnSpPr>
          <p:spPr bwMode="auto">
            <a:xfrm>
              <a:off x="2659380" y="3374499"/>
              <a:ext cx="407476" cy="0"/>
            </a:xfrm>
            <a:prstGeom prst="line">
              <a:avLst/>
            </a:prstGeom>
            <a:noFill/>
            <a:ln w="9525" algn="ctr">
              <a:solidFill>
                <a:schemeClr val="tx1"/>
              </a:solidFill>
              <a:round/>
              <a:headEnd/>
              <a:tailEnd/>
            </a:ln>
          </p:spPr>
        </p:cxnSp>
        <p:cxnSp>
          <p:nvCxnSpPr>
            <p:cNvPr id="17422" name="Прямая соединительная линия 19">
              <a:extLst>
                <a:ext uri="{FF2B5EF4-FFF2-40B4-BE49-F238E27FC236}">
                  <a16:creationId xmlns:a16="http://schemas.microsoft.com/office/drawing/2014/main" id="{DA30C742-7367-4648-A76D-D68E5465D1D1}"/>
                </a:ext>
              </a:extLst>
            </p:cNvPr>
            <p:cNvCxnSpPr>
              <a:cxnSpLocks noChangeShapeType="1"/>
            </p:cNvCxnSpPr>
            <p:nvPr/>
          </p:nvCxnSpPr>
          <p:spPr bwMode="auto">
            <a:xfrm>
              <a:off x="2663199" y="3529528"/>
              <a:ext cx="407476" cy="0"/>
            </a:xfrm>
            <a:prstGeom prst="line">
              <a:avLst/>
            </a:prstGeom>
            <a:noFill/>
            <a:ln w="9525" algn="ctr">
              <a:solidFill>
                <a:schemeClr val="tx1"/>
              </a:solidFill>
              <a:round/>
              <a:headEnd/>
              <a:tailEnd/>
            </a:ln>
          </p:spPr>
        </p:cxnSp>
        <p:cxnSp>
          <p:nvCxnSpPr>
            <p:cNvPr id="17423" name="Прямая соединительная линия 35">
              <a:extLst>
                <a:ext uri="{FF2B5EF4-FFF2-40B4-BE49-F238E27FC236}">
                  <a16:creationId xmlns:a16="http://schemas.microsoft.com/office/drawing/2014/main" id="{991E54AF-7882-44AD-898C-6370178748A7}"/>
                </a:ext>
              </a:extLst>
            </p:cNvPr>
            <p:cNvCxnSpPr>
              <a:cxnSpLocks noChangeShapeType="1"/>
            </p:cNvCxnSpPr>
            <p:nvPr/>
          </p:nvCxnSpPr>
          <p:spPr bwMode="auto">
            <a:xfrm flipV="1">
              <a:off x="3477447" y="3431381"/>
              <a:ext cx="387322" cy="0"/>
            </a:xfrm>
            <a:prstGeom prst="line">
              <a:avLst/>
            </a:prstGeom>
            <a:noFill/>
            <a:ln w="9525" algn="ctr">
              <a:solidFill>
                <a:schemeClr val="tx1"/>
              </a:solidFill>
              <a:round/>
              <a:headEnd/>
              <a:tailEnd/>
            </a:ln>
          </p:spPr>
        </p:cxnSp>
        <p:sp>
          <p:nvSpPr>
            <p:cNvPr id="73" name="TextBox 72">
              <a:extLst>
                <a:ext uri="{FF2B5EF4-FFF2-40B4-BE49-F238E27FC236}">
                  <a16:creationId xmlns:a16="http://schemas.microsoft.com/office/drawing/2014/main" id="{50B9B326-34F9-4493-9927-A4DBD2753670}"/>
                </a:ext>
              </a:extLst>
            </p:cNvPr>
            <p:cNvSpPr txBox="1"/>
            <p:nvPr/>
          </p:nvSpPr>
          <p:spPr>
            <a:xfrm>
              <a:off x="3053877" y="3317863"/>
              <a:ext cx="332638" cy="213741"/>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4/2</a:t>
              </a:r>
            </a:p>
          </p:txBody>
        </p:sp>
        <p:sp>
          <p:nvSpPr>
            <p:cNvPr id="17425" name="Oval 73">
              <a:extLst>
                <a:ext uri="{FF2B5EF4-FFF2-40B4-BE49-F238E27FC236}">
                  <a16:creationId xmlns:a16="http://schemas.microsoft.com/office/drawing/2014/main" id="{23852ADD-7BF2-4E7B-88EF-62A96783EAB3}"/>
                </a:ext>
              </a:extLst>
            </p:cNvPr>
            <p:cNvSpPr>
              <a:spLocks noChangeArrowheads="1"/>
            </p:cNvSpPr>
            <p:nvPr/>
          </p:nvSpPr>
          <p:spPr bwMode="auto">
            <a:xfrm>
              <a:off x="3400688" y="339501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nvGrpSpPr>
            <p:cNvPr id="17426" name="Group 86">
              <a:extLst>
                <a:ext uri="{FF2B5EF4-FFF2-40B4-BE49-F238E27FC236}">
                  <a16:creationId xmlns:a16="http://schemas.microsoft.com/office/drawing/2014/main" id="{920F7ED4-4C17-4A67-BFF2-98FDECBF565F}"/>
                </a:ext>
              </a:extLst>
            </p:cNvPr>
            <p:cNvGrpSpPr>
              <a:grpSpLocks/>
            </p:cNvGrpSpPr>
            <p:nvPr/>
          </p:nvGrpSpPr>
          <p:grpSpPr bwMode="auto">
            <a:xfrm>
              <a:off x="2659857" y="3905184"/>
              <a:ext cx="1205389" cy="294978"/>
              <a:chOff x="2659857" y="3495652"/>
              <a:chExt cx="1205389" cy="294978"/>
            </a:xfrm>
          </p:grpSpPr>
          <p:sp>
            <p:nvSpPr>
              <p:cNvPr id="81" name="Flowchart: Delay 53">
                <a:extLst>
                  <a:ext uri="{FF2B5EF4-FFF2-40B4-BE49-F238E27FC236}">
                    <a16:creationId xmlns:a16="http://schemas.microsoft.com/office/drawing/2014/main" id="{A071C63B-D6BA-40AA-88D4-11508FE30313}"/>
                  </a:ext>
                </a:extLst>
              </p:cNvPr>
              <p:cNvSpPr/>
              <p:nvPr/>
            </p:nvSpPr>
            <p:spPr bwMode="auto">
              <a:xfrm>
                <a:off x="3066616" y="3496119"/>
                <a:ext cx="329808" cy="29389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7477" name="Прямая соединительная линия 18">
                <a:extLst>
                  <a:ext uri="{FF2B5EF4-FFF2-40B4-BE49-F238E27FC236}">
                    <a16:creationId xmlns:a16="http://schemas.microsoft.com/office/drawing/2014/main" id="{F008CFD6-2D29-4E1E-B681-E1EC691B6310}"/>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17478" name="Прямая соединительная линия 19">
                <a:extLst>
                  <a:ext uri="{FF2B5EF4-FFF2-40B4-BE49-F238E27FC236}">
                    <a16:creationId xmlns:a16="http://schemas.microsoft.com/office/drawing/2014/main" id="{E0DEB04E-91C8-4A97-B502-DCBA8D0EEAE4}"/>
                  </a:ext>
                </a:extLst>
              </p:cNvPr>
              <p:cNvCxnSpPr>
                <a:cxnSpLocks noChangeShapeType="1"/>
              </p:cNvCxnSpPr>
              <p:nvPr/>
            </p:nvCxnSpPr>
            <p:spPr bwMode="auto">
              <a:xfrm>
                <a:off x="2663676" y="3738758"/>
                <a:ext cx="407476" cy="0"/>
              </a:xfrm>
              <a:prstGeom prst="line">
                <a:avLst/>
              </a:prstGeom>
              <a:noFill/>
              <a:ln w="9525" algn="ctr">
                <a:solidFill>
                  <a:schemeClr val="tx1"/>
                </a:solidFill>
                <a:round/>
                <a:headEnd/>
                <a:tailEnd/>
              </a:ln>
            </p:spPr>
          </p:cxnSp>
          <p:cxnSp>
            <p:nvCxnSpPr>
              <p:cNvPr id="17479" name="Прямая соединительная линия 35">
                <a:extLst>
                  <a:ext uri="{FF2B5EF4-FFF2-40B4-BE49-F238E27FC236}">
                    <a16:creationId xmlns:a16="http://schemas.microsoft.com/office/drawing/2014/main" id="{F94F84DF-9C8D-4567-A885-9B20DEB49746}"/>
                  </a:ext>
                </a:extLst>
              </p:cNvPr>
              <p:cNvCxnSpPr>
                <a:cxnSpLocks noChangeShapeType="1"/>
              </p:cNvCxnSpPr>
              <p:nvPr/>
            </p:nvCxnSpPr>
            <p:spPr bwMode="auto">
              <a:xfrm flipV="1">
                <a:off x="3477924" y="3640611"/>
                <a:ext cx="387322" cy="0"/>
              </a:xfrm>
              <a:prstGeom prst="line">
                <a:avLst/>
              </a:prstGeom>
              <a:noFill/>
              <a:ln w="9525" algn="ctr">
                <a:solidFill>
                  <a:schemeClr val="tx1"/>
                </a:solidFill>
                <a:round/>
                <a:headEnd/>
                <a:tailEnd/>
              </a:ln>
            </p:spPr>
          </p:cxnSp>
          <p:sp>
            <p:nvSpPr>
              <p:cNvPr id="85" name="TextBox 84">
                <a:extLst>
                  <a:ext uri="{FF2B5EF4-FFF2-40B4-BE49-F238E27FC236}">
                    <a16:creationId xmlns:a16="http://schemas.microsoft.com/office/drawing/2014/main" id="{F57A3967-E9BB-4502-98D1-4FAF6F3BC92F}"/>
                  </a:ext>
                </a:extLst>
              </p:cNvPr>
              <p:cNvSpPr txBox="1"/>
              <p:nvPr/>
            </p:nvSpPr>
            <p:spPr>
              <a:xfrm>
                <a:off x="3055292" y="3528180"/>
                <a:ext cx="331223" cy="212405"/>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3/1</a:t>
                </a:r>
              </a:p>
            </p:txBody>
          </p:sp>
          <p:sp>
            <p:nvSpPr>
              <p:cNvPr id="17481" name="Oval 85">
                <a:extLst>
                  <a:ext uri="{FF2B5EF4-FFF2-40B4-BE49-F238E27FC236}">
                    <a16:creationId xmlns:a16="http://schemas.microsoft.com/office/drawing/2014/main" id="{6A4C15BD-3BC6-497B-A8D7-C3069A309762}"/>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88" name="Flowchart: Delay 53">
              <a:extLst>
                <a:ext uri="{FF2B5EF4-FFF2-40B4-BE49-F238E27FC236}">
                  <a16:creationId xmlns:a16="http://schemas.microsoft.com/office/drawing/2014/main" id="{9B0E5F0D-1BC6-4973-B306-EB9249DD08A1}"/>
                </a:ext>
              </a:extLst>
            </p:cNvPr>
            <p:cNvSpPr/>
            <p:nvPr/>
          </p:nvSpPr>
          <p:spPr bwMode="auto">
            <a:xfrm>
              <a:off x="3973942" y="3595727"/>
              <a:ext cx="329807" cy="295229"/>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7428" name="Прямая соединительная линия 18">
              <a:extLst>
                <a:ext uri="{FF2B5EF4-FFF2-40B4-BE49-F238E27FC236}">
                  <a16:creationId xmlns:a16="http://schemas.microsoft.com/office/drawing/2014/main" id="{E099C591-9232-45AF-B503-836A0D9A7D0B}"/>
                </a:ext>
              </a:extLst>
            </p:cNvPr>
            <p:cNvCxnSpPr>
              <a:cxnSpLocks noChangeShapeType="1"/>
            </p:cNvCxnSpPr>
            <p:nvPr/>
          </p:nvCxnSpPr>
          <p:spPr bwMode="auto">
            <a:xfrm>
              <a:off x="3860007" y="3684069"/>
              <a:ext cx="109821" cy="0"/>
            </a:xfrm>
            <a:prstGeom prst="line">
              <a:avLst/>
            </a:prstGeom>
            <a:noFill/>
            <a:ln w="9525" algn="ctr">
              <a:solidFill>
                <a:schemeClr val="tx1"/>
              </a:solidFill>
              <a:round/>
              <a:headEnd/>
              <a:tailEnd/>
            </a:ln>
          </p:spPr>
        </p:cxnSp>
        <p:sp>
          <p:nvSpPr>
            <p:cNvPr id="91" name="TextBox 90">
              <a:extLst>
                <a:ext uri="{FF2B5EF4-FFF2-40B4-BE49-F238E27FC236}">
                  <a16:creationId xmlns:a16="http://schemas.microsoft.com/office/drawing/2014/main" id="{3BA65C32-9BFA-4902-80E5-501636A1D6E2}"/>
                </a:ext>
              </a:extLst>
            </p:cNvPr>
            <p:cNvSpPr txBox="1"/>
            <p:nvPr/>
          </p:nvSpPr>
          <p:spPr>
            <a:xfrm>
              <a:off x="3962618" y="3627788"/>
              <a:ext cx="331223" cy="213741"/>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1/1</a:t>
              </a:r>
            </a:p>
          </p:txBody>
        </p:sp>
        <p:sp>
          <p:nvSpPr>
            <p:cNvPr id="17430" name="Oval 91">
              <a:extLst>
                <a:ext uri="{FF2B5EF4-FFF2-40B4-BE49-F238E27FC236}">
                  <a16:creationId xmlns:a16="http://schemas.microsoft.com/office/drawing/2014/main" id="{2CB0D5B4-4C85-46D9-802C-5E55D9F3AC35}"/>
                </a:ext>
              </a:extLst>
            </p:cNvPr>
            <p:cNvSpPr>
              <a:spLocks noChangeArrowheads="1"/>
            </p:cNvSpPr>
            <p:nvPr/>
          </p:nvSpPr>
          <p:spPr bwMode="auto">
            <a:xfrm>
              <a:off x="4308422" y="370458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17431" name="Прямая соединительная линия 42">
              <a:extLst>
                <a:ext uri="{FF2B5EF4-FFF2-40B4-BE49-F238E27FC236}">
                  <a16:creationId xmlns:a16="http://schemas.microsoft.com/office/drawing/2014/main" id="{5B4E2618-7B23-4903-8FF0-07F7AE61970D}"/>
                </a:ext>
              </a:extLst>
            </p:cNvPr>
            <p:cNvCxnSpPr>
              <a:cxnSpLocks noChangeShapeType="1"/>
            </p:cNvCxnSpPr>
            <p:nvPr/>
          </p:nvCxnSpPr>
          <p:spPr bwMode="auto">
            <a:xfrm flipH="1">
              <a:off x="3860856" y="3800344"/>
              <a:ext cx="794" cy="252542"/>
            </a:xfrm>
            <a:prstGeom prst="line">
              <a:avLst/>
            </a:prstGeom>
            <a:noFill/>
            <a:ln w="9525" algn="ctr">
              <a:solidFill>
                <a:schemeClr val="tx1"/>
              </a:solidFill>
              <a:round/>
              <a:headEnd/>
              <a:tailEnd/>
            </a:ln>
          </p:spPr>
        </p:cxnSp>
        <p:cxnSp>
          <p:nvCxnSpPr>
            <p:cNvPr id="17432" name="Прямая соединительная линия 18">
              <a:extLst>
                <a:ext uri="{FF2B5EF4-FFF2-40B4-BE49-F238E27FC236}">
                  <a16:creationId xmlns:a16="http://schemas.microsoft.com/office/drawing/2014/main" id="{AF4FDFD0-75E5-46F7-8BCA-7EE97B30C397}"/>
                </a:ext>
              </a:extLst>
            </p:cNvPr>
            <p:cNvCxnSpPr>
              <a:cxnSpLocks noChangeShapeType="1"/>
            </p:cNvCxnSpPr>
            <p:nvPr/>
          </p:nvCxnSpPr>
          <p:spPr bwMode="auto">
            <a:xfrm>
              <a:off x="3860001" y="3801726"/>
              <a:ext cx="109821" cy="0"/>
            </a:xfrm>
            <a:prstGeom prst="line">
              <a:avLst/>
            </a:prstGeom>
            <a:noFill/>
            <a:ln w="9525" algn="ctr">
              <a:solidFill>
                <a:schemeClr val="tx1"/>
              </a:solidFill>
              <a:round/>
              <a:headEnd/>
              <a:tailEnd/>
            </a:ln>
          </p:spPr>
        </p:cxnSp>
        <p:grpSp>
          <p:nvGrpSpPr>
            <p:cNvPr id="17433" name="Group 98">
              <a:extLst>
                <a:ext uri="{FF2B5EF4-FFF2-40B4-BE49-F238E27FC236}">
                  <a16:creationId xmlns:a16="http://schemas.microsoft.com/office/drawing/2014/main" id="{53D22029-1E76-4744-A9DF-20E4DF6A0BCB}"/>
                </a:ext>
              </a:extLst>
            </p:cNvPr>
            <p:cNvGrpSpPr>
              <a:grpSpLocks/>
            </p:cNvGrpSpPr>
            <p:nvPr/>
          </p:nvGrpSpPr>
          <p:grpSpPr bwMode="auto">
            <a:xfrm>
              <a:off x="4595342" y="4512765"/>
              <a:ext cx="1114178" cy="294978"/>
              <a:chOff x="2659857" y="3495652"/>
              <a:chExt cx="1114178" cy="294978"/>
            </a:xfrm>
          </p:grpSpPr>
          <p:sp>
            <p:nvSpPr>
              <p:cNvPr id="100" name="Flowchart: Delay 53">
                <a:extLst>
                  <a:ext uri="{FF2B5EF4-FFF2-40B4-BE49-F238E27FC236}">
                    <a16:creationId xmlns:a16="http://schemas.microsoft.com/office/drawing/2014/main" id="{DC46F190-C7F5-42A7-BED3-364EA575B9AE}"/>
                  </a:ext>
                </a:extLst>
              </p:cNvPr>
              <p:cNvSpPr/>
              <p:nvPr/>
            </p:nvSpPr>
            <p:spPr bwMode="auto">
              <a:xfrm>
                <a:off x="3066098" y="3495028"/>
                <a:ext cx="329807" cy="29523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7472" name="Прямая соединительная линия 18">
                <a:extLst>
                  <a:ext uri="{FF2B5EF4-FFF2-40B4-BE49-F238E27FC236}">
                    <a16:creationId xmlns:a16="http://schemas.microsoft.com/office/drawing/2014/main" id="{9334ECB9-109F-462E-AEED-739BA914909C}"/>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17473" name="Прямая соединительная линия 35">
                <a:extLst>
                  <a:ext uri="{FF2B5EF4-FFF2-40B4-BE49-F238E27FC236}">
                    <a16:creationId xmlns:a16="http://schemas.microsoft.com/office/drawing/2014/main" id="{ACB61248-1E2D-478D-A376-0E0EBCFF2AF7}"/>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04" name="TextBox 103">
                <a:extLst>
                  <a:ext uri="{FF2B5EF4-FFF2-40B4-BE49-F238E27FC236}">
                    <a16:creationId xmlns:a16="http://schemas.microsoft.com/office/drawing/2014/main" id="{970025C3-7457-4D7B-A621-CCC30DB2D8A7}"/>
                  </a:ext>
                </a:extLst>
              </p:cNvPr>
              <p:cNvSpPr txBox="1"/>
              <p:nvPr/>
            </p:nvSpPr>
            <p:spPr>
              <a:xfrm>
                <a:off x="3054774" y="3527090"/>
                <a:ext cx="332638" cy="213741"/>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2/2</a:t>
                </a:r>
              </a:p>
            </p:txBody>
          </p:sp>
          <p:sp>
            <p:nvSpPr>
              <p:cNvPr id="17475" name="Oval 104">
                <a:extLst>
                  <a:ext uri="{FF2B5EF4-FFF2-40B4-BE49-F238E27FC236}">
                    <a16:creationId xmlns:a16="http://schemas.microsoft.com/office/drawing/2014/main" id="{00719200-31AD-4F80-8162-2BB4C48B6215}"/>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107" name="Flowchart: Delay 53">
              <a:extLst>
                <a:ext uri="{FF2B5EF4-FFF2-40B4-BE49-F238E27FC236}">
                  <a16:creationId xmlns:a16="http://schemas.microsoft.com/office/drawing/2014/main" id="{29DA0334-C2D7-4F55-861D-CDD369092305}"/>
                </a:ext>
              </a:extLst>
            </p:cNvPr>
            <p:cNvSpPr/>
            <p:nvPr/>
          </p:nvSpPr>
          <p:spPr bwMode="auto">
            <a:xfrm>
              <a:off x="3068032" y="4609660"/>
              <a:ext cx="329807" cy="29523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7435" name="Прямая соединительная линия 18">
              <a:extLst>
                <a:ext uri="{FF2B5EF4-FFF2-40B4-BE49-F238E27FC236}">
                  <a16:creationId xmlns:a16="http://schemas.microsoft.com/office/drawing/2014/main" id="{1EFD3760-F6C0-4910-BE50-40D0E5305723}"/>
                </a:ext>
              </a:extLst>
            </p:cNvPr>
            <p:cNvCxnSpPr>
              <a:cxnSpLocks noChangeShapeType="1"/>
            </p:cNvCxnSpPr>
            <p:nvPr/>
          </p:nvCxnSpPr>
          <p:spPr bwMode="auto">
            <a:xfrm>
              <a:off x="2660650" y="4698177"/>
              <a:ext cx="407476" cy="0"/>
            </a:xfrm>
            <a:prstGeom prst="line">
              <a:avLst/>
            </a:prstGeom>
            <a:noFill/>
            <a:ln w="9525" algn="ctr">
              <a:solidFill>
                <a:schemeClr val="tx1"/>
              </a:solidFill>
              <a:round/>
              <a:headEnd/>
              <a:tailEnd/>
            </a:ln>
          </p:spPr>
        </p:cxnSp>
        <p:cxnSp>
          <p:nvCxnSpPr>
            <p:cNvPr id="17436" name="Прямая соединительная линия 19">
              <a:extLst>
                <a:ext uri="{FF2B5EF4-FFF2-40B4-BE49-F238E27FC236}">
                  <a16:creationId xmlns:a16="http://schemas.microsoft.com/office/drawing/2014/main" id="{0C5B7C66-280C-417D-86D6-FF8D4DFAFC7E}"/>
                </a:ext>
              </a:extLst>
            </p:cNvPr>
            <p:cNvCxnSpPr>
              <a:cxnSpLocks noChangeShapeType="1"/>
            </p:cNvCxnSpPr>
            <p:nvPr/>
          </p:nvCxnSpPr>
          <p:spPr bwMode="auto">
            <a:xfrm>
              <a:off x="2664469" y="4853206"/>
              <a:ext cx="407476" cy="0"/>
            </a:xfrm>
            <a:prstGeom prst="line">
              <a:avLst/>
            </a:prstGeom>
            <a:noFill/>
            <a:ln w="9525" algn="ctr">
              <a:solidFill>
                <a:schemeClr val="tx1"/>
              </a:solidFill>
              <a:round/>
              <a:headEnd/>
              <a:tailEnd/>
            </a:ln>
          </p:spPr>
        </p:cxnSp>
        <p:sp>
          <p:nvSpPr>
            <p:cNvPr id="111" name="TextBox 110">
              <a:extLst>
                <a:ext uri="{FF2B5EF4-FFF2-40B4-BE49-F238E27FC236}">
                  <a16:creationId xmlns:a16="http://schemas.microsoft.com/office/drawing/2014/main" id="{498FCF0C-28FE-406E-A8AF-025A0F2AB21B}"/>
                </a:ext>
              </a:extLst>
            </p:cNvPr>
            <p:cNvSpPr txBox="1"/>
            <p:nvPr/>
          </p:nvSpPr>
          <p:spPr>
            <a:xfrm>
              <a:off x="3055292" y="4641721"/>
              <a:ext cx="332639" cy="213741"/>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4/2</a:t>
              </a:r>
            </a:p>
          </p:txBody>
        </p:sp>
        <p:grpSp>
          <p:nvGrpSpPr>
            <p:cNvPr id="17438" name="Group 123">
              <a:extLst>
                <a:ext uri="{FF2B5EF4-FFF2-40B4-BE49-F238E27FC236}">
                  <a16:creationId xmlns:a16="http://schemas.microsoft.com/office/drawing/2014/main" id="{A004900A-B27E-45E4-8EA4-1D209CA3933D}"/>
                </a:ext>
              </a:extLst>
            </p:cNvPr>
            <p:cNvGrpSpPr>
              <a:grpSpLocks/>
            </p:cNvGrpSpPr>
            <p:nvPr/>
          </p:nvGrpSpPr>
          <p:grpSpPr bwMode="auto">
            <a:xfrm>
              <a:off x="3401958" y="4719459"/>
              <a:ext cx="1602781" cy="76261"/>
              <a:chOff x="3401958" y="4689476"/>
              <a:chExt cx="1602781" cy="76261"/>
            </a:xfrm>
          </p:grpSpPr>
          <p:cxnSp>
            <p:nvCxnSpPr>
              <p:cNvPr id="17469" name="Прямая соединительная линия 35">
                <a:extLst>
                  <a:ext uri="{FF2B5EF4-FFF2-40B4-BE49-F238E27FC236}">
                    <a16:creationId xmlns:a16="http://schemas.microsoft.com/office/drawing/2014/main" id="{F8850747-2A1C-42D5-8384-D7352EB7EBBC}"/>
                  </a:ext>
                </a:extLst>
              </p:cNvPr>
              <p:cNvCxnSpPr>
                <a:cxnSpLocks noChangeShapeType="1"/>
              </p:cNvCxnSpPr>
              <p:nvPr/>
            </p:nvCxnSpPr>
            <p:spPr bwMode="auto">
              <a:xfrm flipV="1">
                <a:off x="3478717" y="4727606"/>
                <a:ext cx="1526022" cy="0"/>
              </a:xfrm>
              <a:prstGeom prst="line">
                <a:avLst/>
              </a:prstGeom>
              <a:noFill/>
              <a:ln w="9525" algn="ctr">
                <a:solidFill>
                  <a:schemeClr val="tx1"/>
                </a:solidFill>
                <a:round/>
                <a:headEnd/>
                <a:tailEnd/>
              </a:ln>
            </p:spPr>
          </p:cxnSp>
          <p:sp>
            <p:nvSpPr>
              <p:cNvPr id="17470" name="Oval 111">
                <a:extLst>
                  <a:ext uri="{FF2B5EF4-FFF2-40B4-BE49-F238E27FC236}">
                    <a16:creationId xmlns:a16="http://schemas.microsoft.com/office/drawing/2014/main" id="{34BDF688-AE21-4E3D-B092-FD2E65762E7D}"/>
                  </a:ext>
                </a:extLst>
              </p:cNvPr>
              <p:cNvSpPr>
                <a:spLocks noChangeArrowheads="1"/>
              </p:cNvSpPr>
              <p:nvPr/>
            </p:nvSpPr>
            <p:spPr bwMode="auto">
              <a:xfrm>
                <a:off x="3401958" y="4689476"/>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grpSp>
          <p:nvGrpSpPr>
            <p:cNvPr id="17439" name="Group 124">
              <a:extLst>
                <a:ext uri="{FF2B5EF4-FFF2-40B4-BE49-F238E27FC236}">
                  <a16:creationId xmlns:a16="http://schemas.microsoft.com/office/drawing/2014/main" id="{A999B807-295D-4669-BF90-087029CC4C19}"/>
                </a:ext>
              </a:extLst>
            </p:cNvPr>
            <p:cNvGrpSpPr>
              <a:grpSpLocks/>
            </p:cNvGrpSpPr>
            <p:nvPr/>
          </p:nvGrpSpPr>
          <p:grpSpPr bwMode="auto">
            <a:xfrm>
              <a:off x="4600572" y="2667000"/>
              <a:ext cx="1114178" cy="294978"/>
              <a:chOff x="2659857" y="3495652"/>
              <a:chExt cx="1114178" cy="294978"/>
            </a:xfrm>
          </p:grpSpPr>
          <p:sp>
            <p:nvSpPr>
              <p:cNvPr id="126" name="Flowchart: Delay 53">
                <a:extLst>
                  <a:ext uri="{FF2B5EF4-FFF2-40B4-BE49-F238E27FC236}">
                    <a16:creationId xmlns:a16="http://schemas.microsoft.com/office/drawing/2014/main" id="{B8991F71-4C5D-411C-899B-5A1508DAE1A9}"/>
                  </a:ext>
                </a:extLst>
              </p:cNvPr>
              <p:cNvSpPr/>
              <p:nvPr/>
            </p:nvSpPr>
            <p:spPr bwMode="auto">
              <a:xfrm>
                <a:off x="3066530" y="3495941"/>
                <a:ext cx="329807" cy="29523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7465" name="Прямая соединительная линия 18">
                <a:extLst>
                  <a:ext uri="{FF2B5EF4-FFF2-40B4-BE49-F238E27FC236}">
                    <a16:creationId xmlns:a16="http://schemas.microsoft.com/office/drawing/2014/main" id="{AC12B7B0-43C1-4F8E-BD61-B8E04D8E78B2}"/>
                  </a:ext>
                </a:extLst>
              </p:cNvPr>
              <p:cNvCxnSpPr>
                <a:cxnSpLocks noChangeShapeType="1"/>
              </p:cNvCxnSpPr>
              <p:nvPr/>
            </p:nvCxnSpPr>
            <p:spPr bwMode="auto">
              <a:xfrm>
                <a:off x="2659857" y="3721827"/>
                <a:ext cx="407476" cy="0"/>
              </a:xfrm>
              <a:prstGeom prst="line">
                <a:avLst/>
              </a:prstGeom>
              <a:noFill/>
              <a:ln w="9525" algn="ctr">
                <a:solidFill>
                  <a:schemeClr val="tx1"/>
                </a:solidFill>
                <a:round/>
                <a:headEnd/>
                <a:tailEnd/>
              </a:ln>
            </p:spPr>
          </p:cxnSp>
          <p:cxnSp>
            <p:nvCxnSpPr>
              <p:cNvPr id="17466" name="Прямая соединительная линия 35">
                <a:extLst>
                  <a:ext uri="{FF2B5EF4-FFF2-40B4-BE49-F238E27FC236}">
                    <a16:creationId xmlns:a16="http://schemas.microsoft.com/office/drawing/2014/main" id="{83D19135-DAF9-47FF-8597-7AD04AB6053D}"/>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29" name="TextBox 128">
                <a:extLst>
                  <a:ext uri="{FF2B5EF4-FFF2-40B4-BE49-F238E27FC236}">
                    <a16:creationId xmlns:a16="http://schemas.microsoft.com/office/drawing/2014/main" id="{62E544D4-1920-4CFA-B796-7B425C24CFF3}"/>
                  </a:ext>
                </a:extLst>
              </p:cNvPr>
              <p:cNvSpPr txBox="1"/>
              <p:nvPr/>
            </p:nvSpPr>
            <p:spPr>
              <a:xfrm>
                <a:off x="3065114" y="3528002"/>
                <a:ext cx="331223" cy="213741"/>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3/2</a:t>
                </a:r>
              </a:p>
            </p:txBody>
          </p:sp>
          <p:sp>
            <p:nvSpPr>
              <p:cNvPr id="17468" name="Oval 129">
                <a:extLst>
                  <a:ext uri="{FF2B5EF4-FFF2-40B4-BE49-F238E27FC236}">
                    <a16:creationId xmlns:a16="http://schemas.microsoft.com/office/drawing/2014/main" id="{22AC92FD-F579-463D-97CF-6A0A74339228}"/>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cxnSp>
          <p:nvCxnSpPr>
            <p:cNvPr id="17440" name="Прямая соединительная линия 21">
              <a:extLst>
                <a:ext uri="{FF2B5EF4-FFF2-40B4-BE49-F238E27FC236}">
                  <a16:creationId xmlns:a16="http://schemas.microsoft.com/office/drawing/2014/main" id="{3FDE5E62-4E04-44B4-A2CC-9F5B46AD4752}"/>
                </a:ext>
              </a:extLst>
            </p:cNvPr>
            <p:cNvCxnSpPr>
              <a:cxnSpLocks noChangeShapeType="1"/>
            </p:cNvCxnSpPr>
            <p:nvPr/>
          </p:nvCxnSpPr>
          <p:spPr bwMode="auto">
            <a:xfrm>
              <a:off x="6219133" y="3743459"/>
              <a:ext cx="219763" cy="0"/>
            </a:xfrm>
            <a:prstGeom prst="line">
              <a:avLst/>
            </a:prstGeom>
            <a:noFill/>
            <a:ln w="9525" algn="ctr">
              <a:solidFill>
                <a:schemeClr val="tx1"/>
              </a:solidFill>
              <a:round/>
              <a:headEnd/>
              <a:tailEnd/>
            </a:ln>
          </p:spPr>
        </p:cxnSp>
        <p:cxnSp>
          <p:nvCxnSpPr>
            <p:cNvPr id="17441" name="Прямая соединительная линия 42">
              <a:extLst>
                <a:ext uri="{FF2B5EF4-FFF2-40B4-BE49-F238E27FC236}">
                  <a16:creationId xmlns:a16="http://schemas.microsoft.com/office/drawing/2014/main" id="{69DF1B17-3A84-425F-A95E-68283D9DE5AB}"/>
                </a:ext>
              </a:extLst>
            </p:cNvPr>
            <p:cNvCxnSpPr>
              <a:cxnSpLocks noChangeShapeType="1"/>
            </p:cNvCxnSpPr>
            <p:nvPr/>
          </p:nvCxnSpPr>
          <p:spPr bwMode="auto">
            <a:xfrm flipH="1">
              <a:off x="5709478" y="2814571"/>
              <a:ext cx="100" cy="865437"/>
            </a:xfrm>
            <a:prstGeom prst="line">
              <a:avLst/>
            </a:prstGeom>
            <a:noFill/>
            <a:ln w="9525" algn="ctr">
              <a:solidFill>
                <a:schemeClr val="tx1"/>
              </a:solidFill>
              <a:round/>
              <a:headEnd/>
              <a:tailEnd/>
            </a:ln>
          </p:spPr>
        </p:cxnSp>
        <p:sp>
          <p:nvSpPr>
            <p:cNvPr id="146" name="Flowchart: Delay 53">
              <a:extLst>
                <a:ext uri="{FF2B5EF4-FFF2-40B4-BE49-F238E27FC236}">
                  <a16:creationId xmlns:a16="http://schemas.microsoft.com/office/drawing/2014/main" id="{D325A3E7-40D8-46B7-8414-9212E442819B}"/>
                </a:ext>
              </a:extLst>
            </p:cNvPr>
            <p:cNvSpPr/>
            <p:nvPr/>
          </p:nvSpPr>
          <p:spPr bwMode="auto">
            <a:xfrm>
              <a:off x="5812655" y="3597062"/>
              <a:ext cx="329808" cy="29523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7443" name="Прямая соединительная линия 18">
              <a:extLst>
                <a:ext uri="{FF2B5EF4-FFF2-40B4-BE49-F238E27FC236}">
                  <a16:creationId xmlns:a16="http://schemas.microsoft.com/office/drawing/2014/main" id="{A9428085-77EB-439B-A002-80B132A70C58}"/>
                </a:ext>
              </a:extLst>
            </p:cNvPr>
            <p:cNvCxnSpPr>
              <a:cxnSpLocks noChangeShapeType="1"/>
            </p:cNvCxnSpPr>
            <p:nvPr/>
          </p:nvCxnSpPr>
          <p:spPr bwMode="auto">
            <a:xfrm>
              <a:off x="5705186" y="3685603"/>
              <a:ext cx="109821" cy="0"/>
            </a:xfrm>
            <a:prstGeom prst="line">
              <a:avLst/>
            </a:prstGeom>
            <a:noFill/>
            <a:ln w="9525" algn="ctr">
              <a:solidFill>
                <a:schemeClr val="tx1"/>
              </a:solidFill>
              <a:round/>
              <a:headEnd/>
              <a:tailEnd/>
            </a:ln>
          </p:spPr>
        </p:cxnSp>
        <p:sp>
          <p:nvSpPr>
            <p:cNvPr id="148" name="TextBox 147">
              <a:extLst>
                <a:ext uri="{FF2B5EF4-FFF2-40B4-BE49-F238E27FC236}">
                  <a16:creationId xmlns:a16="http://schemas.microsoft.com/office/drawing/2014/main" id="{0C424245-D09C-41D9-A432-189A9B8E6A17}"/>
                </a:ext>
              </a:extLst>
            </p:cNvPr>
            <p:cNvSpPr txBox="1"/>
            <p:nvPr/>
          </p:nvSpPr>
          <p:spPr>
            <a:xfrm>
              <a:off x="5801331" y="3629123"/>
              <a:ext cx="331223" cy="213741"/>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1/3</a:t>
              </a:r>
            </a:p>
          </p:txBody>
        </p:sp>
        <p:sp>
          <p:nvSpPr>
            <p:cNvPr id="17445" name="Oval 148">
              <a:extLst>
                <a:ext uri="{FF2B5EF4-FFF2-40B4-BE49-F238E27FC236}">
                  <a16:creationId xmlns:a16="http://schemas.microsoft.com/office/drawing/2014/main" id="{79B83942-55CA-44EF-AAE1-D5919ED57F41}"/>
                </a:ext>
              </a:extLst>
            </p:cNvPr>
            <p:cNvSpPr>
              <a:spLocks noChangeArrowheads="1"/>
            </p:cNvSpPr>
            <p:nvPr/>
          </p:nvSpPr>
          <p:spPr bwMode="auto">
            <a:xfrm>
              <a:off x="6147213" y="3706123"/>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17446" name="Прямая соединительная линия 42">
              <a:extLst>
                <a:ext uri="{FF2B5EF4-FFF2-40B4-BE49-F238E27FC236}">
                  <a16:creationId xmlns:a16="http://schemas.microsoft.com/office/drawing/2014/main" id="{9D0D0B96-9502-4728-BA86-53F3897EDA67}"/>
                </a:ext>
              </a:extLst>
            </p:cNvPr>
            <p:cNvCxnSpPr>
              <a:cxnSpLocks noChangeShapeType="1"/>
            </p:cNvCxnSpPr>
            <p:nvPr/>
          </p:nvCxnSpPr>
          <p:spPr bwMode="auto">
            <a:xfrm flipH="1">
              <a:off x="5704807" y="3801878"/>
              <a:ext cx="0" cy="858376"/>
            </a:xfrm>
            <a:prstGeom prst="line">
              <a:avLst/>
            </a:prstGeom>
            <a:noFill/>
            <a:ln w="9525" algn="ctr">
              <a:solidFill>
                <a:schemeClr val="tx1"/>
              </a:solidFill>
              <a:round/>
              <a:headEnd/>
              <a:tailEnd/>
            </a:ln>
          </p:spPr>
        </p:cxnSp>
        <p:cxnSp>
          <p:nvCxnSpPr>
            <p:cNvPr id="17447" name="Прямая соединительная линия 18">
              <a:extLst>
                <a:ext uri="{FF2B5EF4-FFF2-40B4-BE49-F238E27FC236}">
                  <a16:creationId xmlns:a16="http://schemas.microsoft.com/office/drawing/2014/main" id="{1B6C8319-4612-4B01-ADF2-7D4E09020618}"/>
                </a:ext>
              </a:extLst>
            </p:cNvPr>
            <p:cNvCxnSpPr>
              <a:cxnSpLocks noChangeShapeType="1"/>
            </p:cNvCxnSpPr>
            <p:nvPr/>
          </p:nvCxnSpPr>
          <p:spPr bwMode="auto">
            <a:xfrm>
              <a:off x="5698792" y="3803260"/>
              <a:ext cx="109821" cy="0"/>
            </a:xfrm>
            <a:prstGeom prst="line">
              <a:avLst/>
            </a:prstGeom>
            <a:noFill/>
            <a:ln w="9525" algn="ctr">
              <a:solidFill>
                <a:schemeClr val="tx1"/>
              </a:solidFill>
              <a:round/>
              <a:headEnd/>
              <a:tailEnd/>
            </a:ln>
          </p:spPr>
        </p:cxnSp>
        <p:sp>
          <p:nvSpPr>
            <p:cNvPr id="17448" name="TextBox 155">
              <a:extLst>
                <a:ext uri="{FF2B5EF4-FFF2-40B4-BE49-F238E27FC236}">
                  <a16:creationId xmlns:a16="http://schemas.microsoft.com/office/drawing/2014/main" id="{9302D55B-0EA4-4C91-9B99-73F03A384909}"/>
                </a:ext>
              </a:extLst>
            </p:cNvPr>
            <p:cNvSpPr txBox="1">
              <a:spLocks noChangeArrowheads="1"/>
            </p:cNvSpPr>
            <p:nvPr/>
          </p:nvSpPr>
          <p:spPr bwMode="auto">
            <a:xfrm>
              <a:off x="2423847" y="2574433"/>
              <a:ext cx="240399"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a</a:t>
              </a:r>
            </a:p>
          </p:txBody>
        </p:sp>
        <p:sp>
          <p:nvSpPr>
            <p:cNvPr id="17449" name="TextBox 156">
              <a:extLst>
                <a:ext uri="{FF2B5EF4-FFF2-40B4-BE49-F238E27FC236}">
                  <a16:creationId xmlns:a16="http://schemas.microsoft.com/office/drawing/2014/main" id="{80D694B4-C994-4C6F-8981-0B02B19CB550}"/>
                </a:ext>
              </a:extLst>
            </p:cNvPr>
            <p:cNvSpPr txBox="1">
              <a:spLocks noChangeArrowheads="1"/>
            </p:cNvSpPr>
            <p:nvPr/>
          </p:nvSpPr>
          <p:spPr bwMode="auto">
            <a:xfrm>
              <a:off x="2423744" y="2717884"/>
              <a:ext cx="240399"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b</a:t>
              </a:r>
            </a:p>
          </p:txBody>
        </p:sp>
        <p:sp>
          <p:nvSpPr>
            <p:cNvPr id="17450" name="TextBox 157">
              <a:extLst>
                <a:ext uri="{FF2B5EF4-FFF2-40B4-BE49-F238E27FC236}">
                  <a16:creationId xmlns:a16="http://schemas.microsoft.com/office/drawing/2014/main" id="{0701F74F-A2EA-4AC9-A9E0-1D759D388D67}"/>
                </a:ext>
              </a:extLst>
            </p:cNvPr>
            <p:cNvSpPr txBox="1">
              <a:spLocks noChangeArrowheads="1"/>
            </p:cNvSpPr>
            <p:nvPr/>
          </p:nvSpPr>
          <p:spPr bwMode="auto">
            <a:xfrm>
              <a:off x="2426783" y="3251284"/>
              <a:ext cx="233252"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a:t>
              </a:r>
            </a:p>
          </p:txBody>
        </p:sp>
        <p:sp>
          <p:nvSpPr>
            <p:cNvPr id="17451" name="TextBox 158">
              <a:extLst>
                <a:ext uri="{FF2B5EF4-FFF2-40B4-BE49-F238E27FC236}">
                  <a16:creationId xmlns:a16="http://schemas.microsoft.com/office/drawing/2014/main" id="{3D36B7ED-BC05-4CE6-B44C-C5372D42D632}"/>
                </a:ext>
              </a:extLst>
            </p:cNvPr>
            <p:cNvSpPr txBox="1">
              <a:spLocks noChangeArrowheads="1"/>
            </p:cNvSpPr>
            <p:nvPr/>
          </p:nvSpPr>
          <p:spPr bwMode="auto">
            <a:xfrm>
              <a:off x="2429720" y="3403701"/>
              <a:ext cx="240399"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d</a:t>
              </a:r>
            </a:p>
          </p:txBody>
        </p:sp>
        <p:sp>
          <p:nvSpPr>
            <p:cNvPr id="17452" name="TextBox 159">
              <a:extLst>
                <a:ext uri="{FF2B5EF4-FFF2-40B4-BE49-F238E27FC236}">
                  <a16:creationId xmlns:a16="http://schemas.microsoft.com/office/drawing/2014/main" id="{3219E84E-AF07-4909-A5BD-D64BEB42C620}"/>
                </a:ext>
              </a:extLst>
            </p:cNvPr>
            <p:cNvSpPr txBox="1">
              <a:spLocks noChangeArrowheads="1"/>
            </p:cNvSpPr>
            <p:nvPr/>
          </p:nvSpPr>
          <p:spPr bwMode="auto">
            <a:xfrm>
              <a:off x="2429720" y="3866345"/>
              <a:ext cx="240399"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e</a:t>
              </a:r>
            </a:p>
          </p:txBody>
        </p:sp>
        <p:sp>
          <p:nvSpPr>
            <p:cNvPr id="17453" name="TextBox 160">
              <a:extLst>
                <a:ext uri="{FF2B5EF4-FFF2-40B4-BE49-F238E27FC236}">
                  <a16:creationId xmlns:a16="http://schemas.microsoft.com/office/drawing/2014/main" id="{2C0447DD-3AD8-4B3D-AC55-AE96C50E175B}"/>
                </a:ext>
              </a:extLst>
            </p:cNvPr>
            <p:cNvSpPr txBox="1">
              <a:spLocks noChangeArrowheads="1"/>
            </p:cNvSpPr>
            <p:nvPr/>
          </p:nvSpPr>
          <p:spPr bwMode="auto">
            <a:xfrm>
              <a:off x="2434540" y="4032339"/>
              <a:ext cx="203239"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f</a:t>
              </a:r>
            </a:p>
          </p:txBody>
        </p:sp>
        <p:sp>
          <p:nvSpPr>
            <p:cNvPr id="17454" name="TextBox 161">
              <a:extLst>
                <a:ext uri="{FF2B5EF4-FFF2-40B4-BE49-F238E27FC236}">
                  <a16:creationId xmlns:a16="http://schemas.microsoft.com/office/drawing/2014/main" id="{115E17AF-CA49-43B7-A207-94360A5958A4}"/>
                </a:ext>
              </a:extLst>
            </p:cNvPr>
            <p:cNvSpPr txBox="1">
              <a:spLocks noChangeArrowheads="1"/>
            </p:cNvSpPr>
            <p:nvPr/>
          </p:nvSpPr>
          <p:spPr bwMode="auto">
            <a:xfrm>
              <a:off x="2431709" y="4728463"/>
              <a:ext cx="240399"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h</a:t>
              </a:r>
            </a:p>
          </p:txBody>
        </p:sp>
        <p:sp>
          <p:nvSpPr>
            <p:cNvPr id="17455" name="TextBox 162">
              <a:extLst>
                <a:ext uri="{FF2B5EF4-FFF2-40B4-BE49-F238E27FC236}">
                  <a16:creationId xmlns:a16="http://schemas.microsoft.com/office/drawing/2014/main" id="{6C23DE9F-B32A-4D56-88AE-D833C16108D8}"/>
                </a:ext>
              </a:extLst>
            </p:cNvPr>
            <p:cNvSpPr txBox="1">
              <a:spLocks noChangeArrowheads="1"/>
            </p:cNvSpPr>
            <p:nvPr/>
          </p:nvSpPr>
          <p:spPr bwMode="auto">
            <a:xfrm>
              <a:off x="2434645" y="4573143"/>
              <a:ext cx="240399"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g</a:t>
              </a:r>
            </a:p>
          </p:txBody>
        </p:sp>
        <p:sp>
          <p:nvSpPr>
            <p:cNvPr id="17456" name="TextBox 163">
              <a:extLst>
                <a:ext uri="{FF2B5EF4-FFF2-40B4-BE49-F238E27FC236}">
                  <a16:creationId xmlns:a16="http://schemas.microsoft.com/office/drawing/2014/main" id="{309E094C-984F-46A8-8844-74AF9A6E95F6}"/>
                </a:ext>
              </a:extLst>
            </p:cNvPr>
            <p:cNvSpPr txBox="1">
              <a:spLocks noChangeArrowheads="1"/>
            </p:cNvSpPr>
            <p:nvPr/>
          </p:nvSpPr>
          <p:spPr bwMode="auto">
            <a:xfrm>
              <a:off x="3480358" y="2496296"/>
              <a:ext cx="194663"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i</a:t>
              </a:r>
            </a:p>
          </p:txBody>
        </p:sp>
        <p:sp>
          <p:nvSpPr>
            <p:cNvPr id="17457" name="TextBox 164">
              <a:extLst>
                <a:ext uri="{FF2B5EF4-FFF2-40B4-BE49-F238E27FC236}">
                  <a16:creationId xmlns:a16="http://schemas.microsoft.com/office/drawing/2014/main" id="{3E972809-678E-4ABA-8014-7ACC20FAD1A4}"/>
                </a:ext>
              </a:extLst>
            </p:cNvPr>
            <p:cNvSpPr txBox="1">
              <a:spLocks noChangeArrowheads="1"/>
            </p:cNvSpPr>
            <p:nvPr/>
          </p:nvSpPr>
          <p:spPr bwMode="auto">
            <a:xfrm>
              <a:off x="3480358" y="3175508"/>
              <a:ext cx="194663"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j</a:t>
              </a:r>
            </a:p>
          </p:txBody>
        </p:sp>
        <p:sp>
          <p:nvSpPr>
            <p:cNvPr id="17458" name="TextBox 165">
              <a:extLst>
                <a:ext uri="{FF2B5EF4-FFF2-40B4-BE49-F238E27FC236}">
                  <a16:creationId xmlns:a16="http://schemas.microsoft.com/office/drawing/2014/main" id="{A2DCE4D6-2C3F-4598-9BE9-E89582D8512F}"/>
                </a:ext>
              </a:extLst>
            </p:cNvPr>
            <p:cNvSpPr txBox="1">
              <a:spLocks noChangeArrowheads="1"/>
            </p:cNvSpPr>
            <p:nvPr/>
          </p:nvSpPr>
          <p:spPr bwMode="auto">
            <a:xfrm>
              <a:off x="3483434" y="3800344"/>
              <a:ext cx="233252"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k</a:t>
              </a:r>
            </a:p>
          </p:txBody>
        </p:sp>
        <p:sp>
          <p:nvSpPr>
            <p:cNvPr id="17459" name="TextBox 166">
              <a:extLst>
                <a:ext uri="{FF2B5EF4-FFF2-40B4-BE49-F238E27FC236}">
                  <a16:creationId xmlns:a16="http://schemas.microsoft.com/office/drawing/2014/main" id="{A32A4588-3EEB-4915-8C1A-0AC708273177}"/>
                </a:ext>
              </a:extLst>
            </p:cNvPr>
            <p:cNvSpPr txBox="1">
              <a:spLocks noChangeArrowheads="1"/>
            </p:cNvSpPr>
            <p:nvPr/>
          </p:nvSpPr>
          <p:spPr bwMode="auto">
            <a:xfrm>
              <a:off x="3483434" y="4512765"/>
              <a:ext cx="194663"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l</a:t>
              </a:r>
            </a:p>
          </p:txBody>
        </p:sp>
        <p:sp>
          <p:nvSpPr>
            <p:cNvPr id="17460" name="TextBox 167">
              <a:extLst>
                <a:ext uri="{FF2B5EF4-FFF2-40B4-BE49-F238E27FC236}">
                  <a16:creationId xmlns:a16="http://schemas.microsoft.com/office/drawing/2014/main" id="{F34D2975-BFDE-4509-9A1D-369284B05A7F}"/>
                </a:ext>
              </a:extLst>
            </p:cNvPr>
            <p:cNvSpPr txBox="1">
              <a:spLocks noChangeArrowheads="1"/>
            </p:cNvSpPr>
            <p:nvPr/>
          </p:nvSpPr>
          <p:spPr bwMode="auto">
            <a:xfrm>
              <a:off x="5429078" y="2558043"/>
              <a:ext cx="240399"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n</a:t>
              </a:r>
            </a:p>
          </p:txBody>
        </p:sp>
        <p:sp>
          <p:nvSpPr>
            <p:cNvPr id="17461" name="TextBox 168">
              <a:extLst>
                <a:ext uri="{FF2B5EF4-FFF2-40B4-BE49-F238E27FC236}">
                  <a16:creationId xmlns:a16="http://schemas.microsoft.com/office/drawing/2014/main" id="{B960805B-897F-4972-9572-CD79234EDF6B}"/>
                </a:ext>
              </a:extLst>
            </p:cNvPr>
            <p:cNvSpPr txBox="1">
              <a:spLocks noChangeArrowheads="1"/>
            </p:cNvSpPr>
            <p:nvPr/>
          </p:nvSpPr>
          <p:spPr bwMode="auto">
            <a:xfrm>
              <a:off x="5418141" y="4406739"/>
              <a:ext cx="240399"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p</a:t>
              </a:r>
            </a:p>
          </p:txBody>
        </p:sp>
        <p:sp>
          <p:nvSpPr>
            <p:cNvPr id="17462" name="TextBox 169">
              <a:extLst>
                <a:ext uri="{FF2B5EF4-FFF2-40B4-BE49-F238E27FC236}">
                  <a16:creationId xmlns:a16="http://schemas.microsoft.com/office/drawing/2014/main" id="{86829DFF-8B79-425F-81D2-25AB10813C1C}"/>
                </a:ext>
              </a:extLst>
            </p:cNvPr>
            <p:cNvSpPr txBox="1">
              <a:spLocks noChangeArrowheads="1"/>
            </p:cNvSpPr>
            <p:nvPr/>
          </p:nvSpPr>
          <p:spPr bwMode="auto">
            <a:xfrm>
              <a:off x="6219133" y="3491892"/>
              <a:ext cx="240399"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o</a:t>
              </a:r>
            </a:p>
          </p:txBody>
        </p:sp>
        <p:sp>
          <p:nvSpPr>
            <p:cNvPr id="17463" name="TextBox 170">
              <a:extLst>
                <a:ext uri="{FF2B5EF4-FFF2-40B4-BE49-F238E27FC236}">
                  <a16:creationId xmlns:a16="http://schemas.microsoft.com/office/drawing/2014/main" id="{356CC88E-2E44-4664-B64A-907B03B532A0}"/>
                </a:ext>
              </a:extLst>
            </p:cNvPr>
            <p:cNvSpPr txBox="1">
              <a:spLocks noChangeArrowheads="1"/>
            </p:cNvSpPr>
            <p:nvPr/>
          </p:nvSpPr>
          <p:spPr bwMode="auto">
            <a:xfrm>
              <a:off x="4340945" y="3485508"/>
              <a:ext cx="278987" cy="23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m</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BB86011A-1290-44AD-9739-3FA6435881CB}"/>
              </a:ext>
            </a:extLst>
          </p:cNvPr>
          <p:cNvSpPr>
            <a:spLocks noGrp="1"/>
          </p:cNvSpPr>
          <p:nvPr>
            <p:ph type="title"/>
          </p:nvPr>
        </p:nvSpPr>
        <p:spPr/>
        <p:txBody>
          <a:bodyPr/>
          <a:lstStyle/>
          <a:p>
            <a:r>
              <a:rPr lang="en-US" altLang="en-US"/>
              <a:t>CPM Arrival Time Calculation Steps (2)</a:t>
            </a:r>
          </a:p>
        </p:txBody>
      </p:sp>
      <p:grpSp>
        <p:nvGrpSpPr>
          <p:cNvPr id="18435" name="Group 183">
            <a:extLst>
              <a:ext uri="{FF2B5EF4-FFF2-40B4-BE49-F238E27FC236}">
                <a16:creationId xmlns:a16="http://schemas.microsoft.com/office/drawing/2014/main" id="{18264CF3-3A5B-42E9-9A0B-81BBB4884276}"/>
              </a:ext>
            </a:extLst>
          </p:cNvPr>
          <p:cNvGrpSpPr>
            <a:grpSpLocks/>
          </p:cNvGrpSpPr>
          <p:nvPr/>
        </p:nvGrpSpPr>
        <p:grpSpPr bwMode="auto">
          <a:xfrm>
            <a:off x="3197225" y="1825626"/>
            <a:ext cx="5087938" cy="3355975"/>
            <a:chOff x="1795511" y="2250146"/>
            <a:chExt cx="4671193" cy="2754935"/>
          </a:xfrm>
        </p:grpSpPr>
        <p:cxnSp>
          <p:nvCxnSpPr>
            <p:cNvPr id="18436" name="Прямая соединительная линия 17">
              <a:extLst>
                <a:ext uri="{FF2B5EF4-FFF2-40B4-BE49-F238E27FC236}">
                  <a16:creationId xmlns:a16="http://schemas.microsoft.com/office/drawing/2014/main" id="{1AC2A04C-380B-4B39-8039-9A5FA16CBC6B}"/>
                </a:ext>
              </a:extLst>
            </p:cNvPr>
            <p:cNvCxnSpPr>
              <a:cxnSpLocks noChangeShapeType="1"/>
            </p:cNvCxnSpPr>
            <p:nvPr/>
          </p:nvCxnSpPr>
          <p:spPr bwMode="auto">
            <a:xfrm>
              <a:off x="4602755" y="2893175"/>
              <a:ext cx="0" cy="1710048"/>
            </a:xfrm>
            <a:prstGeom prst="line">
              <a:avLst/>
            </a:prstGeom>
            <a:noFill/>
            <a:ln w="9525" algn="ctr">
              <a:solidFill>
                <a:schemeClr val="tx1"/>
              </a:solidFill>
              <a:round/>
              <a:headEnd/>
              <a:tailEnd/>
            </a:ln>
          </p:spPr>
        </p:cxnSp>
        <p:cxnSp>
          <p:nvCxnSpPr>
            <p:cNvPr id="18437" name="Прямая соединительная линия 21">
              <a:extLst>
                <a:ext uri="{FF2B5EF4-FFF2-40B4-BE49-F238E27FC236}">
                  <a16:creationId xmlns:a16="http://schemas.microsoft.com/office/drawing/2014/main" id="{22448EF1-D693-45AB-9B3B-8450F3988BFA}"/>
                </a:ext>
              </a:extLst>
            </p:cNvPr>
            <p:cNvCxnSpPr>
              <a:cxnSpLocks noChangeShapeType="1"/>
            </p:cNvCxnSpPr>
            <p:nvPr/>
          </p:nvCxnSpPr>
          <p:spPr bwMode="auto">
            <a:xfrm>
              <a:off x="4380342" y="3741925"/>
              <a:ext cx="219763" cy="0"/>
            </a:xfrm>
            <a:prstGeom prst="line">
              <a:avLst/>
            </a:prstGeom>
            <a:noFill/>
            <a:ln w="9525" algn="ctr">
              <a:solidFill>
                <a:schemeClr val="tx1"/>
              </a:solidFill>
              <a:round/>
              <a:headEnd/>
              <a:tailEnd/>
            </a:ln>
          </p:spPr>
        </p:cxnSp>
        <p:cxnSp>
          <p:nvCxnSpPr>
            <p:cNvPr id="18438" name="Прямая соединительная линия 42">
              <a:extLst>
                <a:ext uri="{FF2B5EF4-FFF2-40B4-BE49-F238E27FC236}">
                  <a16:creationId xmlns:a16="http://schemas.microsoft.com/office/drawing/2014/main" id="{434BDFF7-1C6D-4986-A81B-16DAF1210B0D}"/>
                </a:ext>
              </a:extLst>
            </p:cNvPr>
            <p:cNvCxnSpPr>
              <a:cxnSpLocks noChangeShapeType="1"/>
            </p:cNvCxnSpPr>
            <p:nvPr/>
          </p:nvCxnSpPr>
          <p:spPr bwMode="auto">
            <a:xfrm flipH="1">
              <a:off x="3865625" y="3427466"/>
              <a:ext cx="794" cy="252542"/>
            </a:xfrm>
            <a:prstGeom prst="line">
              <a:avLst/>
            </a:prstGeom>
            <a:noFill/>
            <a:ln w="9525" algn="ctr">
              <a:solidFill>
                <a:schemeClr val="tx1"/>
              </a:solidFill>
              <a:round/>
              <a:headEnd/>
              <a:tailEnd/>
            </a:ln>
          </p:spPr>
        </p:cxnSp>
        <p:sp>
          <p:nvSpPr>
            <p:cNvPr id="6" name="Прямоугольник 47">
              <a:extLst>
                <a:ext uri="{FF2B5EF4-FFF2-40B4-BE49-F238E27FC236}">
                  <a16:creationId xmlns:a16="http://schemas.microsoft.com/office/drawing/2014/main" id="{CDF37325-9243-4976-97A4-433249467A33}"/>
                </a:ext>
              </a:extLst>
            </p:cNvPr>
            <p:cNvSpPr/>
            <p:nvPr/>
          </p:nvSpPr>
          <p:spPr bwMode="auto">
            <a:xfrm>
              <a:off x="1795511" y="2536847"/>
              <a:ext cx="714160" cy="50042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7" name="Прямоугольник 48">
              <a:extLst>
                <a:ext uri="{FF2B5EF4-FFF2-40B4-BE49-F238E27FC236}">
                  <a16:creationId xmlns:a16="http://schemas.microsoft.com/office/drawing/2014/main" id="{A1568176-38A3-4612-A65B-8579A1C529A2}"/>
                </a:ext>
              </a:extLst>
            </p:cNvPr>
            <p:cNvSpPr/>
            <p:nvPr/>
          </p:nvSpPr>
          <p:spPr bwMode="auto">
            <a:xfrm>
              <a:off x="1821745" y="3250993"/>
              <a:ext cx="714160" cy="50042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8" name="Прямоугольник 49">
              <a:extLst>
                <a:ext uri="{FF2B5EF4-FFF2-40B4-BE49-F238E27FC236}">
                  <a16:creationId xmlns:a16="http://schemas.microsoft.com/office/drawing/2014/main" id="{B92685B2-1183-4044-B194-F476FC83A8BC}"/>
                </a:ext>
              </a:extLst>
            </p:cNvPr>
            <p:cNvSpPr/>
            <p:nvPr/>
          </p:nvSpPr>
          <p:spPr bwMode="auto">
            <a:xfrm>
              <a:off x="1827575" y="3836124"/>
              <a:ext cx="714160" cy="50042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9" name="Прямоугольник 50">
              <a:extLst>
                <a:ext uri="{FF2B5EF4-FFF2-40B4-BE49-F238E27FC236}">
                  <a16:creationId xmlns:a16="http://schemas.microsoft.com/office/drawing/2014/main" id="{EE9972B9-9674-40D9-868D-D96A9F516B67}"/>
                </a:ext>
              </a:extLst>
            </p:cNvPr>
            <p:cNvSpPr/>
            <p:nvPr/>
          </p:nvSpPr>
          <p:spPr bwMode="auto">
            <a:xfrm>
              <a:off x="1853810" y="4504658"/>
              <a:ext cx="714160" cy="50042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16" name="Прямоугольник 57">
              <a:extLst>
                <a:ext uri="{FF2B5EF4-FFF2-40B4-BE49-F238E27FC236}">
                  <a16:creationId xmlns:a16="http://schemas.microsoft.com/office/drawing/2014/main" id="{36918E60-25A6-4731-AA74-EF8FB769804B}"/>
                </a:ext>
              </a:extLst>
            </p:cNvPr>
            <p:cNvSpPr/>
            <p:nvPr/>
          </p:nvSpPr>
          <p:spPr bwMode="auto">
            <a:xfrm>
              <a:off x="3509496" y="2250146"/>
              <a:ext cx="715618" cy="50042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A:2/1</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grpSp>
          <p:nvGrpSpPr>
            <p:cNvPr id="18444" name="Group 65">
              <a:extLst>
                <a:ext uri="{FF2B5EF4-FFF2-40B4-BE49-F238E27FC236}">
                  <a16:creationId xmlns:a16="http://schemas.microsoft.com/office/drawing/2014/main" id="{544C44E1-60B3-406F-88F0-59FF2CF83165}"/>
                </a:ext>
              </a:extLst>
            </p:cNvPr>
            <p:cNvGrpSpPr>
              <a:grpSpLocks/>
            </p:cNvGrpSpPr>
            <p:nvPr/>
          </p:nvGrpSpPr>
          <p:grpSpPr bwMode="auto">
            <a:xfrm>
              <a:off x="2652767" y="2608438"/>
              <a:ext cx="2352440" cy="294978"/>
              <a:chOff x="2652767" y="2608438"/>
              <a:chExt cx="2352440" cy="294978"/>
            </a:xfrm>
          </p:grpSpPr>
          <p:sp>
            <p:nvSpPr>
              <p:cNvPr id="18" name="Flowchart: Delay 53">
                <a:extLst>
                  <a:ext uri="{FF2B5EF4-FFF2-40B4-BE49-F238E27FC236}">
                    <a16:creationId xmlns:a16="http://schemas.microsoft.com/office/drawing/2014/main" id="{123AAAE4-7EEC-4025-92ED-260F0B928B11}"/>
                  </a:ext>
                </a:extLst>
              </p:cNvPr>
              <p:cNvSpPr/>
              <p:nvPr/>
            </p:nvSpPr>
            <p:spPr bwMode="auto">
              <a:xfrm>
                <a:off x="3059138" y="2608523"/>
                <a:ext cx="330845" cy="29452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8508" name="Прямая соединительная линия 18">
                <a:extLst>
                  <a:ext uri="{FF2B5EF4-FFF2-40B4-BE49-F238E27FC236}">
                    <a16:creationId xmlns:a16="http://schemas.microsoft.com/office/drawing/2014/main" id="{952A6FA9-4BBB-4A88-8716-4E9F1490FADA}"/>
                  </a:ext>
                </a:extLst>
              </p:cNvPr>
              <p:cNvCxnSpPr>
                <a:cxnSpLocks noChangeShapeType="1"/>
              </p:cNvCxnSpPr>
              <p:nvPr/>
            </p:nvCxnSpPr>
            <p:spPr bwMode="auto">
              <a:xfrm>
                <a:off x="2652767" y="2696515"/>
                <a:ext cx="407476" cy="0"/>
              </a:xfrm>
              <a:prstGeom prst="line">
                <a:avLst/>
              </a:prstGeom>
              <a:noFill/>
              <a:ln w="9525" algn="ctr">
                <a:solidFill>
                  <a:schemeClr val="tx1"/>
                </a:solidFill>
                <a:round/>
                <a:headEnd/>
                <a:tailEnd/>
              </a:ln>
            </p:spPr>
          </p:cxnSp>
          <p:cxnSp>
            <p:nvCxnSpPr>
              <p:cNvPr id="18509" name="Прямая соединительная линия 19">
                <a:extLst>
                  <a:ext uri="{FF2B5EF4-FFF2-40B4-BE49-F238E27FC236}">
                    <a16:creationId xmlns:a16="http://schemas.microsoft.com/office/drawing/2014/main" id="{5315EE17-3FA5-422E-B393-9A219F681D26}"/>
                  </a:ext>
                </a:extLst>
              </p:cNvPr>
              <p:cNvCxnSpPr>
                <a:cxnSpLocks noChangeShapeType="1"/>
              </p:cNvCxnSpPr>
              <p:nvPr/>
            </p:nvCxnSpPr>
            <p:spPr bwMode="auto">
              <a:xfrm>
                <a:off x="2654205" y="2851544"/>
                <a:ext cx="407476" cy="0"/>
              </a:xfrm>
              <a:prstGeom prst="line">
                <a:avLst/>
              </a:prstGeom>
              <a:noFill/>
              <a:ln w="9525" algn="ctr">
                <a:solidFill>
                  <a:schemeClr val="tx1"/>
                </a:solidFill>
                <a:round/>
                <a:headEnd/>
                <a:tailEnd/>
              </a:ln>
            </p:spPr>
          </p:cxnSp>
          <p:cxnSp>
            <p:nvCxnSpPr>
              <p:cNvPr id="18510" name="Прямая соединительная линия 35">
                <a:extLst>
                  <a:ext uri="{FF2B5EF4-FFF2-40B4-BE49-F238E27FC236}">
                    <a16:creationId xmlns:a16="http://schemas.microsoft.com/office/drawing/2014/main" id="{16133590-661E-419C-BC24-63EDB053E72B}"/>
                  </a:ext>
                </a:extLst>
              </p:cNvPr>
              <p:cNvCxnSpPr>
                <a:cxnSpLocks noChangeShapeType="1"/>
                <a:endCxn id="129" idx="1"/>
              </p:cNvCxnSpPr>
              <p:nvPr/>
            </p:nvCxnSpPr>
            <p:spPr bwMode="auto">
              <a:xfrm>
                <a:off x="3480358" y="2755927"/>
                <a:ext cx="1524849" cy="0"/>
              </a:xfrm>
              <a:prstGeom prst="line">
                <a:avLst/>
              </a:prstGeom>
              <a:noFill/>
              <a:ln w="9525" algn="ctr">
                <a:solidFill>
                  <a:schemeClr val="tx1"/>
                </a:solidFill>
                <a:round/>
                <a:headEnd/>
                <a:tailEnd/>
              </a:ln>
            </p:spPr>
          </p:cxnSp>
          <p:sp>
            <p:nvSpPr>
              <p:cNvPr id="61" name="TextBox 60">
                <a:extLst>
                  <a:ext uri="{FF2B5EF4-FFF2-40B4-BE49-F238E27FC236}">
                    <a16:creationId xmlns:a16="http://schemas.microsoft.com/office/drawing/2014/main" id="{76127FC6-88CB-4001-9227-3580E9CA020D}"/>
                  </a:ext>
                </a:extLst>
              </p:cNvPr>
              <p:cNvSpPr txBox="1"/>
              <p:nvPr/>
            </p:nvSpPr>
            <p:spPr>
              <a:xfrm>
                <a:off x="3047478" y="2641102"/>
                <a:ext cx="342505" cy="207207"/>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2/1</a:t>
                </a:r>
              </a:p>
            </p:txBody>
          </p:sp>
          <p:sp>
            <p:nvSpPr>
              <p:cNvPr id="18512" name="Oval 64">
                <a:extLst>
                  <a:ext uri="{FF2B5EF4-FFF2-40B4-BE49-F238E27FC236}">
                    <a16:creationId xmlns:a16="http://schemas.microsoft.com/office/drawing/2014/main" id="{25EEEBBC-CEE4-408D-9B6A-6CC58670752B}"/>
                  </a:ext>
                </a:extLst>
              </p:cNvPr>
              <p:cNvSpPr>
                <a:spLocks noChangeArrowheads="1"/>
              </p:cNvSpPr>
              <p:nvPr/>
            </p:nvSpPr>
            <p:spPr bwMode="auto">
              <a:xfrm>
                <a:off x="3394075" y="2717797"/>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69" name="Flowchart: Delay 53">
              <a:extLst>
                <a:ext uri="{FF2B5EF4-FFF2-40B4-BE49-F238E27FC236}">
                  <a16:creationId xmlns:a16="http://schemas.microsoft.com/office/drawing/2014/main" id="{C146B740-205D-4D67-A77A-12B06CE81DA0}"/>
                </a:ext>
              </a:extLst>
            </p:cNvPr>
            <p:cNvSpPr/>
            <p:nvPr/>
          </p:nvSpPr>
          <p:spPr bwMode="auto">
            <a:xfrm>
              <a:off x="3066425" y="3286179"/>
              <a:ext cx="329388" cy="295823"/>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8446" name="Прямая соединительная линия 18">
              <a:extLst>
                <a:ext uri="{FF2B5EF4-FFF2-40B4-BE49-F238E27FC236}">
                  <a16:creationId xmlns:a16="http://schemas.microsoft.com/office/drawing/2014/main" id="{5CD8B3CE-9EAF-4771-9E86-BCE08AB1EA6C}"/>
                </a:ext>
              </a:extLst>
            </p:cNvPr>
            <p:cNvCxnSpPr>
              <a:cxnSpLocks noChangeShapeType="1"/>
            </p:cNvCxnSpPr>
            <p:nvPr/>
          </p:nvCxnSpPr>
          <p:spPr bwMode="auto">
            <a:xfrm>
              <a:off x="2659380" y="3374499"/>
              <a:ext cx="407476" cy="0"/>
            </a:xfrm>
            <a:prstGeom prst="line">
              <a:avLst/>
            </a:prstGeom>
            <a:noFill/>
            <a:ln w="9525" algn="ctr">
              <a:solidFill>
                <a:schemeClr val="tx1"/>
              </a:solidFill>
              <a:round/>
              <a:headEnd/>
              <a:tailEnd/>
            </a:ln>
          </p:spPr>
        </p:cxnSp>
        <p:cxnSp>
          <p:nvCxnSpPr>
            <p:cNvPr id="18447" name="Прямая соединительная линия 19">
              <a:extLst>
                <a:ext uri="{FF2B5EF4-FFF2-40B4-BE49-F238E27FC236}">
                  <a16:creationId xmlns:a16="http://schemas.microsoft.com/office/drawing/2014/main" id="{E927CD7F-E52A-4C0B-8CFE-736A1F179F56}"/>
                </a:ext>
              </a:extLst>
            </p:cNvPr>
            <p:cNvCxnSpPr>
              <a:cxnSpLocks noChangeShapeType="1"/>
            </p:cNvCxnSpPr>
            <p:nvPr/>
          </p:nvCxnSpPr>
          <p:spPr bwMode="auto">
            <a:xfrm>
              <a:off x="2663199" y="3529528"/>
              <a:ext cx="407476" cy="0"/>
            </a:xfrm>
            <a:prstGeom prst="line">
              <a:avLst/>
            </a:prstGeom>
            <a:noFill/>
            <a:ln w="9525" algn="ctr">
              <a:solidFill>
                <a:schemeClr val="tx1"/>
              </a:solidFill>
              <a:round/>
              <a:headEnd/>
              <a:tailEnd/>
            </a:ln>
          </p:spPr>
        </p:cxnSp>
        <p:cxnSp>
          <p:nvCxnSpPr>
            <p:cNvPr id="18448" name="Прямая соединительная линия 35">
              <a:extLst>
                <a:ext uri="{FF2B5EF4-FFF2-40B4-BE49-F238E27FC236}">
                  <a16:creationId xmlns:a16="http://schemas.microsoft.com/office/drawing/2014/main" id="{2A855691-C283-4D6A-8B1D-3AC81B20FFE2}"/>
                </a:ext>
              </a:extLst>
            </p:cNvPr>
            <p:cNvCxnSpPr>
              <a:cxnSpLocks noChangeShapeType="1"/>
            </p:cNvCxnSpPr>
            <p:nvPr/>
          </p:nvCxnSpPr>
          <p:spPr bwMode="auto">
            <a:xfrm flipV="1">
              <a:off x="3477447" y="3431381"/>
              <a:ext cx="387322" cy="0"/>
            </a:xfrm>
            <a:prstGeom prst="line">
              <a:avLst/>
            </a:prstGeom>
            <a:noFill/>
            <a:ln w="9525" algn="ctr">
              <a:solidFill>
                <a:schemeClr val="tx1"/>
              </a:solidFill>
              <a:round/>
              <a:headEnd/>
              <a:tailEnd/>
            </a:ln>
          </p:spPr>
        </p:cxnSp>
        <p:sp>
          <p:nvSpPr>
            <p:cNvPr id="73" name="TextBox 72">
              <a:extLst>
                <a:ext uri="{FF2B5EF4-FFF2-40B4-BE49-F238E27FC236}">
                  <a16:creationId xmlns:a16="http://schemas.microsoft.com/office/drawing/2014/main" id="{FC733A1C-A83A-4E98-9C28-527673D98A8C}"/>
                </a:ext>
              </a:extLst>
            </p:cNvPr>
            <p:cNvSpPr txBox="1"/>
            <p:nvPr/>
          </p:nvSpPr>
          <p:spPr>
            <a:xfrm>
              <a:off x="3054765" y="3318758"/>
              <a:ext cx="341048" cy="208510"/>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4/2</a:t>
              </a:r>
            </a:p>
          </p:txBody>
        </p:sp>
        <p:sp>
          <p:nvSpPr>
            <p:cNvPr id="18450" name="Oval 73">
              <a:extLst>
                <a:ext uri="{FF2B5EF4-FFF2-40B4-BE49-F238E27FC236}">
                  <a16:creationId xmlns:a16="http://schemas.microsoft.com/office/drawing/2014/main" id="{878469A4-8B17-4420-91DF-21870FE2AA69}"/>
                </a:ext>
              </a:extLst>
            </p:cNvPr>
            <p:cNvSpPr>
              <a:spLocks noChangeArrowheads="1"/>
            </p:cNvSpPr>
            <p:nvPr/>
          </p:nvSpPr>
          <p:spPr bwMode="auto">
            <a:xfrm>
              <a:off x="3400688" y="339501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nvGrpSpPr>
            <p:cNvPr id="18451" name="Group 86">
              <a:extLst>
                <a:ext uri="{FF2B5EF4-FFF2-40B4-BE49-F238E27FC236}">
                  <a16:creationId xmlns:a16="http://schemas.microsoft.com/office/drawing/2014/main" id="{7458C246-DB59-46D9-B1AD-0DD76751520D}"/>
                </a:ext>
              </a:extLst>
            </p:cNvPr>
            <p:cNvGrpSpPr>
              <a:grpSpLocks/>
            </p:cNvGrpSpPr>
            <p:nvPr/>
          </p:nvGrpSpPr>
          <p:grpSpPr bwMode="auto">
            <a:xfrm>
              <a:off x="2659857" y="3905184"/>
              <a:ext cx="1205389" cy="294978"/>
              <a:chOff x="2659857" y="3495652"/>
              <a:chExt cx="1205389" cy="294978"/>
            </a:xfrm>
          </p:grpSpPr>
          <p:sp>
            <p:nvSpPr>
              <p:cNvPr id="81" name="Flowchart: Delay 53">
                <a:extLst>
                  <a:ext uri="{FF2B5EF4-FFF2-40B4-BE49-F238E27FC236}">
                    <a16:creationId xmlns:a16="http://schemas.microsoft.com/office/drawing/2014/main" id="{F87D8702-03E1-4190-99B3-4305D5A3692D}"/>
                  </a:ext>
                </a:extLst>
              </p:cNvPr>
              <p:cNvSpPr/>
              <p:nvPr/>
            </p:nvSpPr>
            <p:spPr bwMode="auto">
              <a:xfrm>
                <a:off x="3066426" y="3495660"/>
                <a:ext cx="330846" cy="29452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8502" name="Прямая соединительная линия 18">
                <a:extLst>
                  <a:ext uri="{FF2B5EF4-FFF2-40B4-BE49-F238E27FC236}">
                    <a16:creationId xmlns:a16="http://schemas.microsoft.com/office/drawing/2014/main" id="{C84A0944-122E-421B-BC4C-CE1A74FF084D}"/>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18503" name="Прямая соединительная линия 19">
                <a:extLst>
                  <a:ext uri="{FF2B5EF4-FFF2-40B4-BE49-F238E27FC236}">
                    <a16:creationId xmlns:a16="http://schemas.microsoft.com/office/drawing/2014/main" id="{0E0B69B2-77EC-495B-BF09-077F6A91713B}"/>
                  </a:ext>
                </a:extLst>
              </p:cNvPr>
              <p:cNvCxnSpPr>
                <a:cxnSpLocks noChangeShapeType="1"/>
              </p:cNvCxnSpPr>
              <p:nvPr/>
            </p:nvCxnSpPr>
            <p:spPr bwMode="auto">
              <a:xfrm>
                <a:off x="2663676" y="3738758"/>
                <a:ext cx="407476" cy="0"/>
              </a:xfrm>
              <a:prstGeom prst="line">
                <a:avLst/>
              </a:prstGeom>
              <a:noFill/>
              <a:ln w="9525" algn="ctr">
                <a:solidFill>
                  <a:schemeClr val="tx1"/>
                </a:solidFill>
                <a:round/>
                <a:headEnd/>
                <a:tailEnd/>
              </a:ln>
            </p:spPr>
          </p:cxnSp>
          <p:cxnSp>
            <p:nvCxnSpPr>
              <p:cNvPr id="18504" name="Прямая соединительная линия 35">
                <a:extLst>
                  <a:ext uri="{FF2B5EF4-FFF2-40B4-BE49-F238E27FC236}">
                    <a16:creationId xmlns:a16="http://schemas.microsoft.com/office/drawing/2014/main" id="{B6DEE0D0-712F-4827-8629-1674B64F9EF3}"/>
                  </a:ext>
                </a:extLst>
              </p:cNvPr>
              <p:cNvCxnSpPr>
                <a:cxnSpLocks noChangeShapeType="1"/>
              </p:cNvCxnSpPr>
              <p:nvPr/>
            </p:nvCxnSpPr>
            <p:spPr bwMode="auto">
              <a:xfrm flipV="1">
                <a:off x="3477924" y="3640611"/>
                <a:ext cx="387322" cy="0"/>
              </a:xfrm>
              <a:prstGeom prst="line">
                <a:avLst/>
              </a:prstGeom>
              <a:noFill/>
              <a:ln w="9525" algn="ctr">
                <a:solidFill>
                  <a:schemeClr val="tx1"/>
                </a:solidFill>
                <a:round/>
                <a:headEnd/>
                <a:tailEnd/>
              </a:ln>
            </p:spPr>
          </p:cxnSp>
          <p:sp>
            <p:nvSpPr>
              <p:cNvPr id="85" name="TextBox 84">
                <a:extLst>
                  <a:ext uri="{FF2B5EF4-FFF2-40B4-BE49-F238E27FC236}">
                    <a16:creationId xmlns:a16="http://schemas.microsoft.com/office/drawing/2014/main" id="{9603D5DE-6766-4CE3-934E-DEB96F7C229F}"/>
                  </a:ext>
                </a:extLst>
              </p:cNvPr>
              <p:cNvSpPr txBox="1"/>
              <p:nvPr/>
            </p:nvSpPr>
            <p:spPr>
              <a:xfrm>
                <a:off x="3054766" y="3528240"/>
                <a:ext cx="342506" cy="207206"/>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3/1</a:t>
                </a:r>
              </a:p>
            </p:txBody>
          </p:sp>
          <p:sp>
            <p:nvSpPr>
              <p:cNvPr id="18506" name="Oval 85">
                <a:extLst>
                  <a:ext uri="{FF2B5EF4-FFF2-40B4-BE49-F238E27FC236}">
                    <a16:creationId xmlns:a16="http://schemas.microsoft.com/office/drawing/2014/main" id="{5EB3ACC8-125A-4DFF-830A-1F2B96605058}"/>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88" name="Flowchart: Delay 53">
              <a:extLst>
                <a:ext uri="{FF2B5EF4-FFF2-40B4-BE49-F238E27FC236}">
                  <a16:creationId xmlns:a16="http://schemas.microsoft.com/office/drawing/2014/main" id="{D237BA72-12F0-4AA3-B20F-B83F82490F25}"/>
                </a:ext>
              </a:extLst>
            </p:cNvPr>
            <p:cNvSpPr/>
            <p:nvPr/>
          </p:nvSpPr>
          <p:spPr bwMode="auto">
            <a:xfrm>
              <a:off x="3974430" y="3596337"/>
              <a:ext cx="329388" cy="29452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8453" name="Прямая соединительная линия 18">
              <a:extLst>
                <a:ext uri="{FF2B5EF4-FFF2-40B4-BE49-F238E27FC236}">
                  <a16:creationId xmlns:a16="http://schemas.microsoft.com/office/drawing/2014/main" id="{6085AA06-31B7-4A46-907B-8881D974B215}"/>
                </a:ext>
              </a:extLst>
            </p:cNvPr>
            <p:cNvCxnSpPr>
              <a:cxnSpLocks noChangeShapeType="1"/>
            </p:cNvCxnSpPr>
            <p:nvPr/>
          </p:nvCxnSpPr>
          <p:spPr bwMode="auto">
            <a:xfrm>
              <a:off x="3860007" y="3684069"/>
              <a:ext cx="109821" cy="0"/>
            </a:xfrm>
            <a:prstGeom prst="line">
              <a:avLst/>
            </a:prstGeom>
            <a:noFill/>
            <a:ln w="9525" algn="ctr">
              <a:solidFill>
                <a:schemeClr val="tx1"/>
              </a:solidFill>
              <a:round/>
              <a:headEnd/>
              <a:tailEnd/>
            </a:ln>
          </p:spPr>
        </p:cxnSp>
        <p:sp>
          <p:nvSpPr>
            <p:cNvPr id="91" name="TextBox 90">
              <a:extLst>
                <a:ext uri="{FF2B5EF4-FFF2-40B4-BE49-F238E27FC236}">
                  <a16:creationId xmlns:a16="http://schemas.microsoft.com/office/drawing/2014/main" id="{92F29C31-C673-43BA-BA4E-0607A1325632}"/>
                </a:ext>
              </a:extLst>
            </p:cNvPr>
            <p:cNvSpPr txBox="1"/>
            <p:nvPr/>
          </p:nvSpPr>
          <p:spPr>
            <a:xfrm>
              <a:off x="3962770" y="3627614"/>
              <a:ext cx="341048" cy="208510"/>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1/1</a:t>
              </a:r>
            </a:p>
          </p:txBody>
        </p:sp>
        <p:sp>
          <p:nvSpPr>
            <p:cNvPr id="18455" name="Oval 91">
              <a:extLst>
                <a:ext uri="{FF2B5EF4-FFF2-40B4-BE49-F238E27FC236}">
                  <a16:creationId xmlns:a16="http://schemas.microsoft.com/office/drawing/2014/main" id="{26D8D9EE-88D9-44E0-BB66-57455E529E0F}"/>
                </a:ext>
              </a:extLst>
            </p:cNvPr>
            <p:cNvSpPr>
              <a:spLocks noChangeArrowheads="1"/>
            </p:cNvSpPr>
            <p:nvPr/>
          </p:nvSpPr>
          <p:spPr bwMode="auto">
            <a:xfrm>
              <a:off x="4308422" y="370458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18456" name="Прямая соединительная линия 42">
              <a:extLst>
                <a:ext uri="{FF2B5EF4-FFF2-40B4-BE49-F238E27FC236}">
                  <a16:creationId xmlns:a16="http://schemas.microsoft.com/office/drawing/2014/main" id="{126E05CE-1F16-4D44-A858-749A4940D3C1}"/>
                </a:ext>
              </a:extLst>
            </p:cNvPr>
            <p:cNvCxnSpPr>
              <a:cxnSpLocks noChangeShapeType="1"/>
            </p:cNvCxnSpPr>
            <p:nvPr/>
          </p:nvCxnSpPr>
          <p:spPr bwMode="auto">
            <a:xfrm flipH="1">
              <a:off x="3860856" y="3800344"/>
              <a:ext cx="794" cy="252542"/>
            </a:xfrm>
            <a:prstGeom prst="line">
              <a:avLst/>
            </a:prstGeom>
            <a:noFill/>
            <a:ln w="9525" algn="ctr">
              <a:solidFill>
                <a:schemeClr val="tx1"/>
              </a:solidFill>
              <a:round/>
              <a:headEnd/>
              <a:tailEnd/>
            </a:ln>
          </p:spPr>
        </p:cxnSp>
        <p:cxnSp>
          <p:nvCxnSpPr>
            <p:cNvPr id="18457" name="Прямая соединительная линия 18">
              <a:extLst>
                <a:ext uri="{FF2B5EF4-FFF2-40B4-BE49-F238E27FC236}">
                  <a16:creationId xmlns:a16="http://schemas.microsoft.com/office/drawing/2014/main" id="{D4E3AE6A-517F-4AB8-A66A-D5F9CBB3B2DB}"/>
                </a:ext>
              </a:extLst>
            </p:cNvPr>
            <p:cNvCxnSpPr>
              <a:cxnSpLocks noChangeShapeType="1"/>
            </p:cNvCxnSpPr>
            <p:nvPr/>
          </p:nvCxnSpPr>
          <p:spPr bwMode="auto">
            <a:xfrm>
              <a:off x="3860001" y="3801726"/>
              <a:ext cx="109821" cy="0"/>
            </a:xfrm>
            <a:prstGeom prst="line">
              <a:avLst/>
            </a:prstGeom>
            <a:noFill/>
            <a:ln w="9525" algn="ctr">
              <a:solidFill>
                <a:schemeClr val="tx1"/>
              </a:solidFill>
              <a:round/>
              <a:headEnd/>
              <a:tailEnd/>
            </a:ln>
          </p:spPr>
        </p:cxnSp>
        <p:grpSp>
          <p:nvGrpSpPr>
            <p:cNvPr id="18458" name="Group 98">
              <a:extLst>
                <a:ext uri="{FF2B5EF4-FFF2-40B4-BE49-F238E27FC236}">
                  <a16:creationId xmlns:a16="http://schemas.microsoft.com/office/drawing/2014/main" id="{578FCF03-8183-4B00-A366-34B3339A958B}"/>
                </a:ext>
              </a:extLst>
            </p:cNvPr>
            <p:cNvGrpSpPr>
              <a:grpSpLocks/>
            </p:cNvGrpSpPr>
            <p:nvPr/>
          </p:nvGrpSpPr>
          <p:grpSpPr bwMode="auto">
            <a:xfrm>
              <a:off x="4595342" y="4512765"/>
              <a:ext cx="1114178" cy="294978"/>
              <a:chOff x="2659857" y="3495652"/>
              <a:chExt cx="1114178" cy="294978"/>
            </a:xfrm>
          </p:grpSpPr>
          <p:sp>
            <p:nvSpPr>
              <p:cNvPr id="100" name="Flowchart: Delay 53">
                <a:extLst>
                  <a:ext uri="{FF2B5EF4-FFF2-40B4-BE49-F238E27FC236}">
                    <a16:creationId xmlns:a16="http://schemas.microsoft.com/office/drawing/2014/main" id="{D3AA3B84-5CCF-42C4-AA7F-BEADCECAE225}"/>
                  </a:ext>
                </a:extLst>
              </p:cNvPr>
              <p:cNvSpPr/>
              <p:nvPr/>
            </p:nvSpPr>
            <p:spPr bwMode="auto">
              <a:xfrm>
                <a:off x="3066461" y="3495364"/>
                <a:ext cx="329388" cy="29582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8497" name="Прямая соединительная линия 18">
                <a:extLst>
                  <a:ext uri="{FF2B5EF4-FFF2-40B4-BE49-F238E27FC236}">
                    <a16:creationId xmlns:a16="http://schemas.microsoft.com/office/drawing/2014/main" id="{13AB8ECD-E0B5-41AD-A187-8164E292AEA5}"/>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18498" name="Прямая соединительная линия 35">
                <a:extLst>
                  <a:ext uri="{FF2B5EF4-FFF2-40B4-BE49-F238E27FC236}">
                    <a16:creationId xmlns:a16="http://schemas.microsoft.com/office/drawing/2014/main" id="{4EA69987-7A3E-4387-A9A8-55B8B0619079}"/>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04" name="TextBox 103">
                <a:extLst>
                  <a:ext uri="{FF2B5EF4-FFF2-40B4-BE49-F238E27FC236}">
                    <a16:creationId xmlns:a16="http://schemas.microsoft.com/office/drawing/2014/main" id="{779974A8-012D-42C6-B8EB-E9AEEC0B9093}"/>
                  </a:ext>
                </a:extLst>
              </p:cNvPr>
              <p:cNvSpPr txBox="1"/>
              <p:nvPr/>
            </p:nvSpPr>
            <p:spPr>
              <a:xfrm>
                <a:off x="3054801" y="3527944"/>
                <a:ext cx="341048" cy="208510"/>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2/2</a:t>
                </a:r>
              </a:p>
            </p:txBody>
          </p:sp>
          <p:sp>
            <p:nvSpPr>
              <p:cNvPr id="18500" name="Oval 104">
                <a:extLst>
                  <a:ext uri="{FF2B5EF4-FFF2-40B4-BE49-F238E27FC236}">
                    <a16:creationId xmlns:a16="http://schemas.microsoft.com/office/drawing/2014/main" id="{5A59E104-F553-400A-B3CD-116CDD2CC1AA}"/>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107" name="Flowchart: Delay 53">
              <a:extLst>
                <a:ext uri="{FF2B5EF4-FFF2-40B4-BE49-F238E27FC236}">
                  <a16:creationId xmlns:a16="http://schemas.microsoft.com/office/drawing/2014/main" id="{C4B49870-2B21-4117-95AA-43EE813A3BEF}"/>
                </a:ext>
              </a:extLst>
            </p:cNvPr>
            <p:cNvSpPr/>
            <p:nvPr/>
          </p:nvSpPr>
          <p:spPr bwMode="auto">
            <a:xfrm>
              <a:off x="3067883" y="4610216"/>
              <a:ext cx="329388" cy="29452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8460" name="Прямая соединительная линия 18">
              <a:extLst>
                <a:ext uri="{FF2B5EF4-FFF2-40B4-BE49-F238E27FC236}">
                  <a16:creationId xmlns:a16="http://schemas.microsoft.com/office/drawing/2014/main" id="{74491984-C55A-4FDC-B1E0-7FCD34BC8451}"/>
                </a:ext>
              </a:extLst>
            </p:cNvPr>
            <p:cNvCxnSpPr>
              <a:cxnSpLocks noChangeShapeType="1"/>
            </p:cNvCxnSpPr>
            <p:nvPr/>
          </p:nvCxnSpPr>
          <p:spPr bwMode="auto">
            <a:xfrm>
              <a:off x="2660650" y="4698177"/>
              <a:ext cx="407476" cy="0"/>
            </a:xfrm>
            <a:prstGeom prst="line">
              <a:avLst/>
            </a:prstGeom>
            <a:noFill/>
            <a:ln w="9525" algn="ctr">
              <a:solidFill>
                <a:schemeClr val="tx1"/>
              </a:solidFill>
              <a:round/>
              <a:headEnd/>
              <a:tailEnd/>
            </a:ln>
          </p:spPr>
        </p:cxnSp>
        <p:cxnSp>
          <p:nvCxnSpPr>
            <p:cNvPr id="18461" name="Прямая соединительная линия 19">
              <a:extLst>
                <a:ext uri="{FF2B5EF4-FFF2-40B4-BE49-F238E27FC236}">
                  <a16:creationId xmlns:a16="http://schemas.microsoft.com/office/drawing/2014/main" id="{AA4BBBFB-E61B-41A9-B894-1B0ACFDD23F4}"/>
                </a:ext>
              </a:extLst>
            </p:cNvPr>
            <p:cNvCxnSpPr>
              <a:cxnSpLocks noChangeShapeType="1"/>
            </p:cNvCxnSpPr>
            <p:nvPr/>
          </p:nvCxnSpPr>
          <p:spPr bwMode="auto">
            <a:xfrm>
              <a:off x="2664469" y="4853206"/>
              <a:ext cx="407476" cy="0"/>
            </a:xfrm>
            <a:prstGeom prst="line">
              <a:avLst/>
            </a:prstGeom>
            <a:noFill/>
            <a:ln w="9525" algn="ctr">
              <a:solidFill>
                <a:schemeClr val="tx1"/>
              </a:solidFill>
              <a:round/>
              <a:headEnd/>
              <a:tailEnd/>
            </a:ln>
          </p:spPr>
        </p:cxnSp>
        <p:sp>
          <p:nvSpPr>
            <p:cNvPr id="111" name="TextBox 110">
              <a:extLst>
                <a:ext uri="{FF2B5EF4-FFF2-40B4-BE49-F238E27FC236}">
                  <a16:creationId xmlns:a16="http://schemas.microsoft.com/office/drawing/2014/main" id="{2C7C53C1-6D17-4905-BCE8-0916BA2D6A0D}"/>
                </a:ext>
              </a:extLst>
            </p:cNvPr>
            <p:cNvSpPr txBox="1"/>
            <p:nvPr/>
          </p:nvSpPr>
          <p:spPr>
            <a:xfrm>
              <a:off x="3056223" y="4642795"/>
              <a:ext cx="341048" cy="207207"/>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4/2</a:t>
              </a:r>
            </a:p>
          </p:txBody>
        </p:sp>
        <p:grpSp>
          <p:nvGrpSpPr>
            <p:cNvPr id="18463" name="Group 123">
              <a:extLst>
                <a:ext uri="{FF2B5EF4-FFF2-40B4-BE49-F238E27FC236}">
                  <a16:creationId xmlns:a16="http://schemas.microsoft.com/office/drawing/2014/main" id="{21F4C403-8E8F-41E5-9A12-AD2B82A68CC5}"/>
                </a:ext>
              </a:extLst>
            </p:cNvPr>
            <p:cNvGrpSpPr>
              <a:grpSpLocks/>
            </p:cNvGrpSpPr>
            <p:nvPr/>
          </p:nvGrpSpPr>
          <p:grpSpPr bwMode="auto">
            <a:xfrm>
              <a:off x="3401958" y="4719459"/>
              <a:ext cx="1602781" cy="76261"/>
              <a:chOff x="3401958" y="4689476"/>
              <a:chExt cx="1602781" cy="76261"/>
            </a:xfrm>
          </p:grpSpPr>
          <p:cxnSp>
            <p:nvCxnSpPr>
              <p:cNvPr id="18494" name="Прямая соединительная линия 35">
                <a:extLst>
                  <a:ext uri="{FF2B5EF4-FFF2-40B4-BE49-F238E27FC236}">
                    <a16:creationId xmlns:a16="http://schemas.microsoft.com/office/drawing/2014/main" id="{6A5BB535-73F2-48AC-9C53-B6A0AB150145}"/>
                  </a:ext>
                </a:extLst>
              </p:cNvPr>
              <p:cNvCxnSpPr>
                <a:cxnSpLocks noChangeShapeType="1"/>
              </p:cNvCxnSpPr>
              <p:nvPr/>
            </p:nvCxnSpPr>
            <p:spPr bwMode="auto">
              <a:xfrm flipV="1">
                <a:off x="3478717" y="4727606"/>
                <a:ext cx="1526022" cy="0"/>
              </a:xfrm>
              <a:prstGeom prst="line">
                <a:avLst/>
              </a:prstGeom>
              <a:noFill/>
              <a:ln w="9525" algn="ctr">
                <a:solidFill>
                  <a:schemeClr val="tx1"/>
                </a:solidFill>
                <a:round/>
                <a:headEnd/>
                <a:tailEnd/>
              </a:ln>
            </p:spPr>
          </p:cxnSp>
          <p:sp>
            <p:nvSpPr>
              <p:cNvPr id="18495" name="Oval 111">
                <a:extLst>
                  <a:ext uri="{FF2B5EF4-FFF2-40B4-BE49-F238E27FC236}">
                    <a16:creationId xmlns:a16="http://schemas.microsoft.com/office/drawing/2014/main" id="{D6B834DE-0D3A-4F8D-BB9B-D4E5D9C7505A}"/>
                  </a:ext>
                </a:extLst>
              </p:cNvPr>
              <p:cNvSpPr>
                <a:spLocks noChangeArrowheads="1"/>
              </p:cNvSpPr>
              <p:nvPr/>
            </p:nvSpPr>
            <p:spPr bwMode="auto">
              <a:xfrm>
                <a:off x="3401958" y="4689476"/>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grpSp>
          <p:nvGrpSpPr>
            <p:cNvPr id="18464" name="Group 124">
              <a:extLst>
                <a:ext uri="{FF2B5EF4-FFF2-40B4-BE49-F238E27FC236}">
                  <a16:creationId xmlns:a16="http://schemas.microsoft.com/office/drawing/2014/main" id="{C9F5727C-3B86-44F2-B0D2-206B730D7F61}"/>
                </a:ext>
              </a:extLst>
            </p:cNvPr>
            <p:cNvGrpSpPr>
              <a:grpSpLocks/>
            </p:cNvGrpSpPr>
            <p:nvPr/>
          </p:nvGrpSpPr>
          <p:grpSpPr bwMode="auto">
            <a:xfrm>
              <a:off x="4600572" y="2667000"/>
              <a:ext cx="1114178" cy="294978"/>
              <a:chOff x="2659857" y="3495652"/>
              <a:chExt cx="1114178" cy="294978"/>
            </a:xfrm>
          </p:grpSpPr>
          <p:sp>
            <p:nvSpPr>
              <p:cNvPr id="126" name="Flowchart: Delay 53">
                <a:extLst>
                  <a:ext uri="{FF2B5EF4-FFF2-40B4-BE49-F238E27FC236}">
                    <a16:creationId xmlns:a16="http://schemas.microsoft.com/office/drawing/2014/main" id="{B210B157-925C-47C9-B1B3-1DEBFF0B26D2}"/>
                  </a:ext>
                </a:extLst>
              </p:cNvPr>
              <p:cNvSpPr/>
              <p:nvPr/>
            </p:nvSpPr>
            <p:spPr bwMode="auto">
              <a:xfrm>
                <a:off x="3067061" y="3495818"/>
                <a:ext cx="329388" cy="29452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8490" name="Прямая соединительная линия 18">
                <a:extLst>
                  <a:ext uri="{FF2B5EF4-FFF2-40B4-BE49-F238E27FC236}">
                    <a16:creationId xmlns:a16="http://schemas.microsoft.com/office/drawing/2014/main" id="{5AFC0A0A-5401-4770-802E-0F7BCE375CD0}"/>
                  </a:ext>
                </a:extLst>
              </p:cNvPr>
              <p:cNvCxnSpPr>
                <a:cxnSpLocks noChangeShapeType="1"/>
              </p:cNvCxnSpPr>
              <p:nvPr/>
            </p:nvCxnSpPr>
            <p:spPr bwMode="auto">
              <a:xfrm>
                <a:off x="2659857" y="3721827"/>
                <a:ext cx="407476" cy="0"/>
              </a:xfrm>
              <a:prstGeom prst="line">
                <a:avLst/>
              </a:prstGeom>
              <a:noFill/>
              <a:ln w="9525" algn="ctr">
                <a:solidFill>
                  <a:schemeClr val="tx1"/>
                </a:solidFill>
                <a:round/>
                <a:headEnd/>
                <a:tailEnd/>
              </a:ln>
            </p:spPr>
          </p:cxnSp>
          <p:cxnSp>
            <p:nvCxnSpPr>
              <p:cNvPr id="18491" name="Прямая соединительная линия 35">
                <a:extLst>
                  <a:ext uri="{FF2B5EF4-FFF2-40B4-BE49-F238E27FC236}">
                    <a16:creationId xmlns:a16="http://schemas.microsoft.com/office/drawing/2014/main" id="{5E7345FB-56CA-416E-9FCF-06779DEAA84D}"/>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29" name="TextBox 128">
                <a:extLst>
                  <a:ext uri="{FF2B5EF4-FFF2-40B4-BE49-F238E27FC236}">
                    <a16:creationId xmlns:a16="http://schemas.microsoft.com/office/drawing/2014/main" id="{73920B45-DD37-489D-A323-F9DCA464738A}"/>
                  </a:ext>
                </a:extLst>
              </p:cNvPr>
              <p:cNvSpPr txBox="1"/>
              <p:nvPr/>
            </p:nvSpPr>
            <p:spPr>
              <a:xfrm>
                <a:off x="3064146" y="3528398"/>
                <a:ext cx="342506" cy="207206"/>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3/2</a:t>
                </a:r>
              </a:p>
            </p:txBody>
          </p:sp>
          <p:sp>
            <p:nvSpPr>
              <p:cNvPr id="18493" name="Oval 129">
                <a:extLst>
                  <a:ext uri="{FF2B5EF4-FFF2-40B4-BE49-F238E27FC236}">
                    <a16:creationId xmlns:a16="http://schemas.microsoft.com/office/drawing/2014/main" id="{00609CFE-937A-461A-95D8-3FC68F98F143}"/>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cxnSp>
          <p:nvCxnSpPr>
            <p:cNvPr id="18465" name="Прямая соединительная линия 21">
              <a:extLst>
                <a:ext uri="{FF2B5EF4-FFF2-40B4-BE49-F238E27FC236}">
                  <a16:creationId xmlns:a16="http://schemas.microsoft.com/office/drawing/2014/main" id="{5D278ED8-950E-47C5-84D7-627CD5E940C9}"/>
                </a:ext>
              </a:extLst>
            </p:cNvPr>
            <p:cNvCxnSpPr>
              <a:cxnSpLocks noChangeShapeType="1"/>
            </p:cNvCxnSpPr>
            <p:nvPr/>
          </p:nvCxnSpPr>
          <p:spPr bwMode="auto">
            <a:xfrm>
              <a:off x="6219133" y="3743459"/>
              <a:ext cx="219763" cy="0"/>
            </a:xfrm>
            <a:prstGeom prst="line">
              <a:avLst/>
            </a:prstGeom>
            <a:noFill/>
            <a:ln w="9525" algn="ctr">
              <a:solidFill>
                <a:schemeClr val="tx1"/>
              </a:solidFill>
              <a:round/>
              <a:headEnd/>
              <a:tailEnd/>
            </a:ln>
          </p:spPr>
        </p:cxnSp>
        <p:cxnSp>
          <p:nvCxnSpPr>
            <p:cNvPr id="18466" name="Прямая соединительная линия 42">
              <a:extLst>
                <a:ext uri="{FF2B5EF4-FFF2-40B4-BE49-F238E27FC236}">
                  <a16:creationId xmlns:a16="http://schemas.microsoft.com/office/drawing/2014/main" id="{187F1955-B5D6-49BE-9381-FAF4B156606E}"/>
                </a:ext>
              </a:extLst>
            </p:cNvPr>
            <p:cNvCxnSpPr>
              <a:cxnSpLocks noChangeShapeType="1"/>
            </p:cNvCxnSpPr>
            <p:nvPr/>
          </p:nvCxnSpPr>
          <p:spPr bwMode="auto">
            <a:xfrm flipH="1">
              <a:off x="5709478" y="2814571"/>
              <a:ext cx="100" cy="865437"/>
            </a:xfrm>
            <a:prstGeom prst="line">
              <a:avLst/>
            </a:prstGeom>
            <a:noFill/>
            <a:ln w="9525" algn="ctr">
              <a:solidFill>
                <a:schemeClr val="tx1"/>
              </a:solidFill>
              <a:round/>
              <a:headEnd/>
              <a:tailEnd/>
            </a:ln>
          </p:spPr>
        </p:cxnSp>
        <p:sp>
          <p:nvSpPr>
            <p:cNvPr id="146" name="Flowchart: Delay 53">
              <a:extLst>
                <a:ext uri="{FF2B5EF4-FFF2-40B4-BE49-F238E27FC236}">
                  <a16:creationId xmlns:a16="http://schemas.microsoft.com/office/drawing/2014/main" id="{B02EEA48-80E3-4DDA-9ED6-8872B109DB74}"/>
                </a:ext>
              </a:extLst>
            </p:cNvPr>
            <p:cNvSpPr/>
            <p:nvPr/>
          </p:nvSpPr>
          <p:spPr bwMode="auto">
            <a:xfrm>
              <a:off x="5812299" y="3597640"/>
              <a:ext cx="330846" cy="29452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18468" name="Прямая соединительная линия 18">
              <a:extLst>
                <a:ext uri="{FF2B5EF4-FFF2-40B4-BE49-F238E27FC236}">
                  <a16:creationId xmlns:a16="http://schemas.microsoft.com/office/drawing/2014/main" id="{5352B0CE-EDAD-4027-9EA4-A04FE3B9B4E5}"/>
                </a:ext>
              </a:extLst>
            </p:cNvPr>
            <p:cNvCxnSpPr>
              <a:cxnSpLocks noChangeShapeType="1"/>
            </p:cNvCxnSpPr>
            <p:nvPr/>
          </p:nvCxnSpPr>
          <p:spPr bwMode="auto">
            <a:xfrm>
              <a:off x="5705186" y="3685603"/>
              <a:ext cx="109821" cy="0"/>
            </a:xfrm>
            <a:prstGeom prst="line">
              <a:avLst/>
            </a:prstGeom>
            <a:noFill/>
            <a:ln w="9525" algn="ctr">
              <a:solidFill>
                <a:schemeClr val="tx1"/>
              </a:solidFill>
              <a:round/>
              <a:headEnd/>
              <a:tailEnd/>
            </a:ln>
          </p:spPr>
        </p:cxnSp>
        <p:sp>
          <p:nvSpPr>
            <p:cNvPr id="148" name="TextBox 147">
              <a:extLst>
                <a:ext uri="{FF2B5EF4-FFF2-40B4-BE49-F238E27FC236}">
                  <a16:creationId xmlns:a16="http://schemas.microsoft.com/office/drawing/2014/main" id="{9894E378-7ADC-4749-9D6E-4A4EC8782A2E}"/>
                </a:ext>
              </a:extLst>
            </p:cNvPr>
            <p:cNvSpPr txBox="1"/>
            <p:nvPr/>
          </p:nvSpPr>
          <p:spPr>
            <a:xfrm>
              <a:off x="5800640" y="3630220"/>
              <a:ext cx="342506" cy="207206"/>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1/3</a:t>
              </a:r>
            </a:p>
          </p:txBody>
        </p:sp>
        <p:sp>
          <p:nvSpPr>
            <p:cNvPr id="18470" name="Oval 148">
              <a:extLst>
                <a:ext uri="{FF2B5EF4-FFF2-40B4-BE49-F238E27FC236}">
                  <a16:creationId xmlns:a16="http://schemas.microsoft.com/office/drawing/2014/main" id="{37F2F7AF-FBCD-48C2-B37C-6766283A1C64}"/>
                </a:ext>
              </a:extLst>
            </p:cNvPr>
            <p:cNvSpPr>
              <a:spLocks noChangeArrowheads="1"/>
            </p:cNvSpPr>
            <p:nvPr/>
          </p:nvSpPr>
          <p:spPr bwMode="auto">
            <a:xfrm>
              <a:off x="6147213" y="3706123"/>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18471" name="Прямая соединительная линия 42">
              <a:extLst>
                <a:ext uri="{FF2B5EF4-FFF2-40B4-BE49-F238E27FC236}">
                  <a16:creationId xmlns:a16="http://schemas.microsoft.com/office/drawing/2014/main" id="{CC97202D-E8D1-46C6-8B23-1089103C94C6}"/>
                </a:ext>
              </a:extLst>
            </p:cNvPr>
            <p:cNvCxnSpPr>
              <a:cxnSpLocks noChangeShapeType="1"/>
            </p:cNvCxnSpPr>
            <p:nvPr/>
          </p:nvCxnSpPr>
          <p:spPr bwMode="auto">
            <a:xfrm flipH="1">
              <a:off x="5704807" y="3801878"/>
              <a:ext cx="397" cy="858376"/>
            </a:xfrm>
            <a:prstGeom prst="line">
              <a:avLst/>
            </a:prstGeom>
            <a:noFill/>
            <a:ln w="9525" algn="ctr">
              <a:solidFill>
                <a:schemeClr val="tx1"/>
              </a:solidFill>
              <a:round/>
              <a:headEnd/>
              <a:tailEnd/>
            </a:ln>
          </p:spPr>
        </p:cxnSp>
        <p:cxnSp>
          <p:nvCxnSpPr>
            <p:cNvPr id="18472" name="Прямая соединительная линия 18">
              <a:extLst>
                <a:ext uri="{FF2B5EF4-FFF2-40B4-BE49-F238E27FC236}">
                  <a16:creationId xmlns:a16="http://schemas.microsoft.com/office/drawing/2014/main" id="{39DFDE66-8553-4272-91F6-FA1B30288B01}"/>
                </a:ext>
              </a:extLst>
            </p:cNvPr>
            <p:cNvCxnSpPr>
              <a:cxnSpLocks noChangeShapeType="1"/>
            </p:cNvCxnSpPr>
            <p:nvPr/>
          </p:nvCxnSpPr>
          <p:spPr bwMode="auto">
            <a:xfrm>
              <a:off x="5698792" y="3803260"/>
              <a:ext cx="109821" cy="0"/>
            </a:xfrm>
            <a:prstGeom prst="line">
              <a:avLst/>
            </a:prstGeom>
            <a:noFill/>
            <a:ln w="9525" algn="ctr">
              <a:solidFill>
                <a:schemeClr val="tx1"/>
              </a:solidFill>
              <a:round/>
              <a:headEnd/>
              <a:tailEnd/>
            </a:ln>
          </p:spPr>
        </p:cxnSp>
        <p:sp>
          <p:nvSpPr>
            <p:cNvPr id="18473" name="TextBox 155">
              <a:extLst>
                <a:ext uri="{FF2B5EF4-FFF2-40B4-BE49-F238E27FC236}">
                  <a16:creationId xmlns:a16="http://schemas.microsoft.com/office/drawing/2014/main" id="{169AB8D5-A8F3-4F43-BDB7-D69B1AFA59F2}"/>
                </a:ext>
              </a:extLst>
            </p:cNvPr>
            <p:cNvSpPr txBox="1">
              <a:spLocks noChangeArrowheads="1"/>
            </p:cNvSpPr>
            <p:nvPr/>
          </p:nvSpPr>
          <p:spPr bwMode="auto">
            <a:xfrm>
              <a:off x="2423847" y="2574433"/>
              <a:ext cx="24757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a</a:t>
              </a:r>
            </a:p>
          </p:txBody>
        </p:sp>
        <p:sp>
          <p:nvSpPr>
            <p:cNvPr id="18474" name="TextBox 156">
              <a:extLst>
                <a:ext uri="{FF2B5EF4-FFF2-40B4-BE49-F238E27FC236}">
                  <a16:creationId xmlns:a16="http://schemas.microsoft.com/office/drawing/2014/main" id="{FF02CF6B-7863-48E8-AEA7-81E0EE648C31}"/>
                </a:ext>
              </a:extLst>
            </p:cNvPr>
            <p:cNvSpPr txBox="1">
              <a:spLocks noChangeArrowheads="1"/>
            </p:cNvSpPr>
            <p:nvPr/>
          </p:nvSpPr>
          <p:spPr bwMode="auto">
            <a:xfrm>
              <a:off x="2423744" y="2717884"/>
              <a:ext cx="24757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b</a:t>
              </a:r>
            </a:p>
          </p:txBody>
        </p:sp>
        <p:sp>
          <p:nvSpPr>
            <p:cNvPr id="18475" name="TextBox 157">
              <a:extLst>
                <a:ext uri="{FF2B5EF4-FFF2-40B4-BE49-F238E27FC236}">
                  <a16:creationId xmlns:a16="http://schemas.microsoft.com/office/drawing/2014/main" id="{5123639D-6633-403B-8E1A-4F9AD922669A}"/>
                </a:ext>
              </a:extLst>
            </p:cNvPr>
            <p:cNvSpPr txBox="1">
              <a:spLocks noChangeArrowheads="1"/>
            </p:cNvSpPr>
            <p:nvPr/>
          </p:nvSpPr>
          <p:spPr bwMode="auto">
            <a:xfrm>
              <a:off x="2426783" y="3251284"/>
              <a:ext cx="24021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a:t>
              </a:r>
            </a:p>
          </p:txBody>
        </p:sp>
        <p:sp>
          <p:nvSpPr>
            <p:cNvPr id="18476" name="TextBox 158">
              <a:extLst>
                <a:ext uri="{FF2B5EF4-FFF2-40B4-BE49-F238E27FC236}">
                  <a16:creationId xmlns:a16="http://schemas.microsoft.com/office/drawing/2014/main" id="{502A3A62-0370-47C4-97AD-59BCD060EEE5}"/>
                </a:ext>
              </a:extLst>
            </p:cNvPr>
            <p:cNvSpPr txBox="1">
              <a:spLocks noChangeArrowheads="1"/>
            </p:cNvSpPr>
            <p:nvPr/>
          </p:nvSpPr>
          <p:spPr bwMode="auto">
            <a:xfrm>
              <a:off x="2429720" y="3403701"/>
              <a:ext cx="24757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d</a:t>
              </a:r>
            </a:p>
          </p:txBody>
        </p:sp>
        <p:sp>
          <p:nvSpPr>
            <p:cNvPr id="18477" name="TextBox 159">
              <a:extLst>
                <a:ext uri="{FF2B5EF4-FFF2-40B4-BE49-F238E27FC236}">
                  <a16:creationId xmlns:a16="http://schemas.microsoft.com/office/drawing/2014/main" id="{43037F8F-8720-4B14-964F-7862272C4339}"/>
                </a:ext>
              </a:extLst>
            </p:cNvPr>
            <p:cNvSpPr txBox="1">
              <a:spLocks noChangeArrowheads="1"/>
            </p:cNvSpPr>
            <p:nvPr/>
          </p:nvSpPr>
          <p:spPr bwMode="auto">
            <a:xfrm>
              <a:off x="2429720" y="3866345"/>
              <a:ext cx="24757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e</a:t>
              </a:r>
            </a:p>
          </p:txBody>
        </p:sp>
        <p:sp>
          <p:nvSpPr>
            <p:cNvPr id="18478" name="TextBox 160">
              <a:extLst>
                <a:ext uri="{FF2B5EF4-FFF2-40B4-BE49-F238E27FC236}">
                  <a16:creationId xmlns:a16="http://schemas.microsoft.com/office/drawing/2014/main" id="{D6015AFC-E73D-4800-8049-BC234F4FEF70}"/>
                </a:ext>
              </a:extLst>
            </p:cNvPr>
            <p:cNvSpPr txBox="1">
              <a:spLocks noChangeArrowheads="1"/>
            </p:cNvSpPr>
            <p:nvPr/>
          </p:nvSpPr>
          <p:spPr bwMode="auto">
            <a:xfrm>
              <a:off x="2434540" y="4032339"/>
              <a:ext cx="209302"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f</a:t>
              </a:r>
            </a:p>
          </p:txBody>
        </p:sp>
        <p:sp>
          <p:nvSpPr>
            <p:cNvPr id="18479" name="TextBox 161">
              <a:extLst>
                <a:ext uri="{FF2B5EF4-FFF2-40B4-BE49-F238E27FC236}">
                  <a16:creationId xmlns:a16="http://schemas.microsoft.com/office/drawing/2014/main" id="{EE6A09A3-A526-483B-B006-3DD957336F5C}"/>
                </a:ext>
              </a:extLst>
            </p:cNvPr>
            <p:cNvSpPr txBox="1">
              <a:spLocks noChangeArrowheads="1"/>
            </p:cNvSpPr>
            <p:nvPr/>
          </p:nvSpPr>
          <p:spPr bwMode="auto">
            <a:xfrm>
              <a:off x="2431709" y="4728463"/>
              <a:ext cx="24757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h</a:t>
              </a:r>
            </a:p>
          </p:txBody>
        </p:sp>
        <p:sp>
          <p:nvSpPr>
            <p:cNvPr id="18480" name="TextBox 162">
              <a:extLst>
                <a:ext uri="{FF2B5EF4-FFF2-40B4-BE49-F238E27FC236}">
                  <a16:creationId xmlns:a16="http://schemas.microsoft.com/office/drawing/2014/main" id="{711CB7BE-0CDA-4804-A5DD-82B40CD223BB}"/>
                </a:ext>
              </a:extLst>
            </p:cNvPr>
            <p:cNvSpPr txBox="1">
              <a:spLocks noChangeArrowheads="1"/>
            </p:cNvSpPr>
            <p:nvPr/>
          </p:nvSpPr>
          <p:spPr bwMode="auto">
            <a:xfrm>
              <a:off x="2434645" y="4573143"/>
              <a:ext cx="24757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g</a:t>
              </a:r>
            </a:p>
          </p:txBody>
        </p:sp>
        <p:sp>
          <p:nvSpPr>
            <p:cNvPr id="18481" name="TextBox 163">
              <a:extLst>
                <a:ext uri="{FF2B5EF4-FFF2-40B4-BE49-F238E27FC236}">
                  <a16:creationId xmlns:a16="http://schemas.microsoft.com/office/drawing/2014/main" id="{23E73405-C896-49F2-A182-75F08B67114F}"/>
                </a:ext>
              </a:extLst>
            </p:cNvPr>
            <p:cNvSpPr txBox="1">
              <a:spLocks noChangeArrowheads="1"/>
            </p:cNvSpPr>
            <p:nvPr/>
          </p:nvSpPr>
          <p:spPr bwMode="auto">
            <a:xfrm>
              <a:off x="3480358" y="2496296"/>
              <a:ext cx="20047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i</a:t>
              </a:r>
            </a:p>
          </p:txBody>
        </p:sp>
        <p:sp>
          <p:nvSpPr>
            <p:cNvPr id="18482" name="TextBox 164">
              <a:extLst>
                <a:ext uri="{FF2B5EF4-FFF2-40B4-BE49-F238E27FC236}">
                  <a16:creationId xmlns:a16="http://schemas.microsoft.com/office/drawing/2014/main" id="{AB289A69-FD6A-45F8-83EC-70C75BC9795A}"/>
                </a:ext>
              </a:extLst>
            </p:cNvPr>
            <p:cNvSpPr txBox="1">
              <a:spLocks noChangeArrowheads="1"/>
            </p:cNvSpPr>
            <p:nvPr/>
          </p:nvSpPr>
          <p:spPr bwMode="auto">
            <a:xfrm>
              <a:off x="3480358" y="3175508"/>
              <a:ext cx="20047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j</a:t>
              </a:r>
            </a:p>
          </p:txBody>
        </p:sp>
        <p:sp>
          <p:nvSpPr>
            <p:cNvPr id="18483" name="TextBox 165">
              <a:extLst>
                <a:ext uri="{FF2B5EF4-FFF2-40B4-BE49-F238E27FC236}">
                  <a16:creationId xmlns:a16="http://schemas.microsoft.com/office/drawing/2014/main" id="{F6824444-2887-418D-9390-2DBEC3C1845F}"/>
                </a:ext>
              </a:extLst>
            </p:cNvPr>
            <p:cNvSpPr txBox="1">
              <a:spLocks noChangeArrowheads="1"/>
            </p:cNvSpPr>
            <p:nvPr/>
          </p:nvSpPr>
          <p:spPr bwMode="auto">
            <a:xfrm>
              <a:off x="3483434" y="3800344"/>
              <a:ext cx="24021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k</a:t>
              </a:r>
            </a:p>
          </p:txBody>
        </p:sp>
        <p:sp>
          <p:nvSpPr>
            <p:cNvPr id="18484" name="TextBox 166">
              <a:extLst>
                <a:ext uri="{FF2B5EF4-FFF2-40B4-BE49-F238E27FC236}">
                  <a16:creationId xmlns:a16="http://schemas.microsoft.com/office/drawing/2014/main" id="{FC67267A-5259-446D-BDCB-D3A05B197355}"/>
                </a:ext>
              </a:extLst>
            </p:cNvPr>
            <p:cNvSpPr txBox="1">
              <a:spLocks noChangeArrowheads="1"/>
            </p:cNvSpPr>
            <p:nvPr/>
          </p:nvSpPr>
          <p:spPr bwMode="auto">
            <a:xfrm>
              <a:off x="3483434" y="4512765"/>
              <a:ext cx="20047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l</a:t>
              </a:r>
            </a:p>
          </p:txBody>
        </p:sp>
        <p:sp>
          <p:nvSpPr>
            <p:cNvPr id="18485" name="TextBox 167">
              <a:extLst>
                <a:ext uri="{FF2B5EF4-FFF2-40B4-BE49-F238E27FC236}">
                  <a16:creationId xmlns:a16="http://schemas.microsoft.com/office/drawing/2014/main" id="{70575707-1126-43D7-9F0C-332F781AA9F7}"/>
                </a:ext>
              </a:extLst>
            </p:cNvPr>
            <p:cNvSpPr txBox="1">
              <a:spLocks noChangeArrowheads="1"/>
            </p:cNvSpPr>
            <p:nvPr/>
          </p:nvSpPr>
          <p:spPr bwMode="auto">
            <a:xfrm>
              <a:off x="5429078" y="2558043"/>
              <a:ext cx="24757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n</a:t>
              </a:r>
            </a:p>
          </p:txBody>
        </p:sp>
        <p:sp>
          <p:nvSpPr>
            <p:cNvPr id="18486" name="TextBox 168">
              <a:extLst>
                <a:ext uri="{FF2B5EF4-FFF2-40B4-BE49-F238E27FC236}">
                  <a16:creationId xmlns:a16="http://schemas.microsoft.com/office/drawing/2014/main" id="{C9DF2DEA-1CF0-4364-BD5B-997D2BCACE8A}"/>
                </a:ext>
              </a:extLst>
            </p:cNvPr>
            <p:cNvSpPr txBox="1">
              <a:spLocks noChangeArrowheads="1"/>
            </p:cNvSpPr>
            <p:nvPr/>
          </p:nvSpPr>
          <p:spPr bwMode="auto">
            <a:xfrm>
              <a:off x="5418141" y="4406739"/>
              <a:ext cx="24757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p</a:t>
              </a:r>
            </a:p>
          </p:txBody>
        </p:sp>
        <p:sp>
          <p:nvSpPr>
            <p:cNvPr id="18487" name="TextBox 169">
              <a:extLst>
                <a:ext uri="{FF2B5EF4-FFF2-40B4-BE49-F238E27FC236}">
                  <a16:creationId xmlns:a16="http://schemas.microsoft.com/office/drawing/2014/main" id="{0F3F505E-7DCF-411E-BF89-96111FE4E0B3}"/>
                </a:ext>
              </a:extLst>
            </p:cNvPr>
            <p:cNvSpPr txBox="1">
              <a:spLocks noChangeArrowheads="1"/>
            </p:cNvSpPr>
            <p:nvPr/>
          </p:nvSpPr>
          <p:spPr bwMode="auto">
            <a:xfrm>
              <a:off x="6219133" y="3491892"/>
              <a:ext cx="24757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o</a:t>
              </a:r>
            </a:p>
          </p:txBody>
        </p:sp>
        <p:sp>
          <p:nvSpPr>
            <p:cNvPr id="18488" name="TextBox 170">
              <a:extLst>
                <a:ext uri="{FF2B5EF4-FFF2-40B4-BE49-F238E27FC236}">
                  <a16:creationId xmlns:a16="http://schemas.microsoft.com/office/drawing/2014/main" id="{2243CCD9-1387-4EE6-89B3-10B0B8A4837F}"/>
                </a:ext>
              </a:extLst>
            </p:cNvPr>
            <p:cNvSpPr txBox="1">
              <a:spLocks noChangeArrowheads="1"/>
            </p:cNvSpPr>
            <p:nvPr/>
          </p:nvSpPr>
          <p:spPr bwMode="auto">
            <a:xfrm>
              <a:off x="4340945" y="3485508"/>
              <a:ext cx="287311" cy="227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m</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EE46E21D-988F-4428-8682-B1C792A1C1B7}"/>
              </a:ext>
            </a:extLst>
          </p:cNvPr>
          <p:cNvSpPr>
            <a:spLocks noGrp="1"/>
          </p:cNvSpPr>
          <p:nvPr>
            <p:ph type="title"/>
          </p:nvPr>
        </p:nvSpPr>
        <p:spPr/>
        <p:txBody>
          <a:bodyPr/>
          <a:lstStyle/>
          <a:p>
            <a:r>
              <a:rPr lang="en-US" altLang="en-US"/>
              <a:t>CPM Arrival Time Calculation Steps (3)</a:t>
            </a:r>
          </a:p>
        </p:txBody>
      </p:sp>
      <p:grpSp>
        <p:nvGrpSpPr>
          <p:cNvPr id="19459" name="Group 183">
            <a:extLst>
              <a:ext uri="{FF2B5EF4-FFF2-40B4-BE49-F238E27FC236}">
                <a16:creationId xmlns:a16="http://schemas.microsoft.com/office/drawing/2014/main" id="{A507CAA1-825F-4B98-B406-1348380EC0C7}"/>
              </a:ext>
            </a:extLst>
          </p:cNvPr>
          <p:cNvGrpSpPr>
            <a:grpSpLocks/>
          </p:cNvGrpSpPr>
          <p:nvPr/>
        </p:nvGrpSpPr>
        <p:grpSpPr bwMode="auto">
          <a:xfrm>
            <a:off x="2816225" y="1597026"/>
            <a:ext cx="5513388" cy="3584575"/>
            <a:chOff x="1795511" y="2250146"/>
            <a:chExt cx="4645450" cy="3013596"/>
          </a:xfrm>
        </p:grpSpPr>
        <p:cxnSp>
          <p:nvCxnSpPr>
            <p:cNvPr id="19460" name="Прямая соединительная линия 17">
              <a:extLst>
                <a:ext uri="{FF2B5EF4-FFF2-40B4-BE49-F238E27FC236}">
                  <a16:creationId xmlns:a16="http://schemas.microsoft.com/office/drawing/2014/main" id="{E5FF5949-137C-4D6D-8C1D-A45E0501323B}"/>
                </a:ext>
              </a:extLst>
            </p:cNvPr>
            <p:cNvCxnSpPr>
              <a:cxnSpLocks noChangeShapeType="1"/>
            </p:cNvCxnSpPr>
            <p:nvPr/>
          </p:nvCxnSpPr>
          <p:spPr bwMode="auto">
            <a:xfrm>
              <a:off x="4602755" y="2893175"/>
              <a:ext cx="0" cy="1710048"/>
            </a:xfrm>
            <a:prstGeom prst="line">
              <a:avLst/>
            </a:prstGeom>
            <a:noFill/>
            <a:ln w="9525" algn="ctr">
              <a:solidFill>
                <a:schemeClr val="tx1"/>
              </a:solidFill>
              <a:round/>
              <a:headEnd/>
              <a:tailEnd/>
            </a:ln>
          </p:spPr>
        </p:cxnSp>
        <p:cxnSp>
          <p:nvCxnSpPr>
            <p:cNvPr id="19461" name="Прямая соединительная линия 21">
              <a:extLst>
                <a:ext uri="{FF2B5EF4-FFF2-40B4-BE49-F238E27FC236}">
                  <a16:creationId xmlns:a16="http://schemas.microsoft.com/office/drawing/2014/main" id="{B57D042D-1382-4B90-A6FA-18020D89F28E}"/>
                </a:ext>
              </a:extLst>
            </p:cNvPr>
            <p:cNvCxnSpPr>
              <a:cxnSpLocks noChangeShapeType="1"/>
            </p:cNvCxnSpPr>
            <p:nvPr/>
          </p:nvCxnSpPr>
          <p:spPr bwMode="auto">
            <a:xfrm>
              <a:off x="4380342" y="3741925"/>
              <a:ext cx="219763" cy="0"/>
            </a:xfrm>
            <a:prstGeom prst="line">
              <a:avLst/>
            </a:prstGeom>
            <a:noFill/>
            <a:ln w="9525" algn="ctr">
              <a:solidFill>
                <a:schemeClr val="tx1"/>
              </a:solidFill>
              <a:round/>
              <a:headEnd/>
              <a:tailEnd/>
            </a:ln>
          </p:spPr>
        </p:cxnSp>
        <p:cxnSp>
          <p:nvCxnSpPr>
            <p:cNvPr id="19462" name="Прямая соединительная линия 42">
              <a:extLst>
                <a:ext uri="{FF2B5EF4-FFF2-40B4-BE49-F238E27FC236}">
                  <a16:creationId xmlns:a16="http://schemas.microsoft.com/office/drawing/2014/main" id="{D24D1272-20E2-45AC-B537-EEE4A4189BC6}"/>
                </a:ext>
              </a:extLst>
            </p:cNvPr>
            <p:cNvCxnSpPr>
              <a:cxnSpLocks noChangeShapeType="1"/>
            </p:cNvCxnSpPr>
            <p:nvPr/>
          </p:nvCxnSpPr>
          <p:spPr bwMode="auto">
            <a:xfrm flipH="1">
              <a:off x="3865625" y="3427466"/>
              <a:ext cx="794" cy="252542"/>
            </a:xfrm>
            <a:prstGeom prst="line">
              <a:avLst/>
            </a:prstGeom>
            <a:noFill/>
            <a:ln w="9525" algn="ctr">
              <a:solidFill>
                <a:schemeClr val="tx1"/>
              </a:solidFill>
              <a:round/>
              <a:headEnd/>
              <a:tailEnd/>
            </a:ln>
          </p:spPr>
        </p:cxnSp>
        <p:sp>
          <p:nvSpPr>
            <p:cNvPr id="6" name="Прямоугольник 47">
              <a:extLst>
                <a:ext uri="{FF2B5EF4-FFF2-40B4-BE49-F238E27FC236}">
                  <a16:creationId xmlns:a16="http://schemas.microsoft.com/office/drawing/2014/main" id="{9DCA73D7-A519-4994-9DCD-A2427543CF03}"/>
                </a:ext>
              </a:extLst>
            </p:cNvPr>
            <p:cNvSpPr/>
            <p:nvPr/>
          </p:nvSpPr>
          <p:spPr bwMode="auto">
            <a:xfrm>
              <a:off x="1795511" y="2537092"/>
              <a:ext cx="714273" cy="500486"/>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latin typeface="+mj-lt"/>
                  <a:cs typeface="Arial" charset="0"/>
                </a:rPr>
                <a:t>A:0/0</a:t>
              </a:r>
            </a:p>
            <a:p>
              <a:pPr algn="ctr" eaLnBrk="1" hangingPunct="1">
                <a:defRPr/>
              </a:pPr>
              <a:endParaRPr lang="ru-RU" sz="1200" dirty="0">
                <a:latin typeface="+mj-lt"/>
                <a:cs typeface="Arial" charset="0"/>
              </a:endParaRPr>
            </a:p>
            <a:p>
              <a:pPr algn="ctr" eaLnBrk="1" hangingPunct="1">
                <a:defRPr/>
              </a:pPr>
              <a:endParaRPr lang="ru-RU" sz="1200" dirty="0">
                <a:latin typeface="+mj-lt"/>
                <a:cs typeface="Arial" charset="0"/>
              </a:endParaRPr>
            </a:p>
          </p:txBody>
        </p:sp>
        <p:sp>
          <p:nvSpPr>
            <p:cNvPr id="7" name="Прямоугольник 48">
              <a:extLst>
                <a:ext uri="{FF2B5EF4-FFF2-40B4-BE49-F238E27FC236}">
                  <a16:creationId xmlns:a16="http://schemas.microsoft.com/office/drawing/2014/main" id="{C728C991-2AF2-4B8C-9337-12E6DB5DF5F3}"/>
                </a:ext>
              </a:extLst>
            </p:cNvPr>
            <p:cNvSpPr/>
            <p:nvPr/>
          </p:nvSpPr>
          <p:spPr bwMode="auto">
            <a:xfrm>
              <a:off x="1822263" y="3251119"/>
              <a:ext cx="714273" cy="500487"/>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latin typeface="+mj-lt"/>
                  <a:cs typeface="Arial" charset="0"/>
                </a:rPr>
                <a:t>A:0/0</a:t>
              </a:r>
              <a:endParaRPr lang="en-US" sz="1200" dirty="0">
                <a:latin typeface="+mj-lt"/>
                <a:cs typeface="Arial" charset="0"/>
              </a:endParaRPr>
            </a:p>
            <a:p>
              <a:pPr algn="ctr" eaLnBrk="1" hangingPunct="1">
                <a:defRPr/>
              </a:pPr>
              <a:endParaRPr lang="en-US" sz="1200" dirty="0">
                <a:latin typeface="+mj-lt"/>
                <a:cs typeface="Arial" charset="0"/>
              </a:endParaRPr>
            </a:p>
            <a:p>
              <a:pPr algn="ctr" eaLnBrk="1" hangingPunct="1">
                <a:defRPr/>
              </a:pPr>
              <a:endParaRPr lang="ru-RU" sz="1200" dirty="0">
                <a:latin typeface="+mj-lt"/>
                <a:cs typeface="Arial" charset="0"/>
              </a:endParaRPr>
            </a:p>
          </p:txBody>
        </p:sp>
        <p:sp>
          <p:nvSpPr>
            <p:cNvPr id="8" name="Прямоугольник 49">
              <a:extLst>
                <a:ext uri="{FF2B5EF4-FFF2-40B4-BE49-F238E27FC236}">
                  <a16:creationId xmlns:a16="http://schemas.microsoft.com/office/drawing/2014/main" id="{A6A9BA91-5A3F-49B9-8D0A-09C4DAB36C71}"/>
                </a:ext>
              </a:extLst>
            </p:cNvPr>
            <p:cNvSpPr/>
            <p:nvPr/>
          </p:nvSpPr>
          <p:spPr bwMode="auto">
            <a:xfrm>
              <a:off x="1827613" y="3835687"/>
              <a:ext cx="714273" cy="500487"/>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latin typeface="+mj-lt"/>
                  <a:cs typeface="Arial" charset="0"/>
                </a:rPr>
                <a:t>A:0/0</a:t>
              </a:r>
              <a:endParaRPr lang="en-US" sz="1200" dirty="0">
                <a:latin typeface="+mj-lt"/>
                <a:cs typeface="Arial" charset="0"/>
              </a:endParaRPr>
            </a:p>
            <a:p>
              <a:pPr algn="ctr" eaLnBrk="1" hangingPunct="1">
                <a:defRPr/>
              </a:pPr>
              <a:endParaRPr lang="en-US" sz="1200" dirty="0">
                <a:latin typeface="+mj-lt"/>
                <a:cs typeface="Arial" charset="0"/>
              </a:endParaRPr>
            </a:p>
            <a:p>
              <a:pPr algn="ctr" eaLnBrk="1" hangingPunct="1">
                <a:defRPr/>
              </a:pPr>
              <a:endParaRPr lang="ru-RU" sz="1200" dirty="0">
                <a:latin typeface="+mj-lt"/>
                <a:cs typeface="Arial" charset="0"/>
              </a:endParaRPr>
            </a:p>
          </p:txBody>
        </p:sp>
        <p:sp>
          <p:nvSpPr>
            <p:cNvPr id="9" name="Прямоугольник 50">
              <a:extLst>
                <a:ext uri="{FF2B5EF4-FFF2-40B4-BE49-F238E27FC236}">
                  <a16:creationId xmlns:a16="http://schemas.microsoft.com/office/drawing/2014/main" id="{38D09553-B0F4-4EFC-93EC-6A010ADC82D1}"/>
                </a:ext>
              </a:extLst>
            </p:cNvPr>
            <p:cNvSpPr/>
            <p:nvPr/>
          </p:nvSpPr>
          <p:spPr bwMode="auto">
            <a:xfrm>
              <a:off x="1854365" y="4505672"/>
              <a:ext cx="714273" cy="49915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latin typeface="+mj-lt"/>
                  <a:cs typeface="Arial" charset="0"/>
                </a:rPr>
                <a:t>A:0/0</a:t>
              </a:r>
              <a:endParaRPr lang="en-US" sz="1200" dirty="0">
                <a:latin typeface="+mj-lt"/>
                <a:cs typeface="Arial" charset="0"/>
              </a:endParaRPr>
            </a:p>
            <a:p>
              <a:pPr algn="ctr" eaLnBrk="1" hangingPunct="1">
                <a:defRPr/>
              </a:pPr>
              <a:endParaRPr lang="en-US" sz="1200" dirty="0">
                <a:latin typeface="+mj-lt"/>
                <a:cs typeface="Arial" charset="0"/>
              </a:endParaRPr>
            </a:p>
            <a:p>
              <a:pPr algn="ctr" eaLnBrk="1" hangingPunct="1">
                <a:defRPr/>
              </a:pPr>
              <a:endParaRPr lang="ru-RU" sz="1200" dirty="0">
                <a:latin typeface="+mj-lt"/>
                <a:cs typeface="Arial" charset="0"/>
              </a:endParaRPr>
            </a:p>
          </p:txBody>
        </p:sp>
        <p:sp>
          <p:nvSpPr>
            <p:cNvPr id="10" name="Прямоугольник 51">
              <a:extLst>
                <a:ext uri="{FF2B5EF4-FFF2-40B4-BE49-F238E27FC236}">
                  <a16:creationId xmlns:a16="http://schemas.microsoft.com/office/drawing/2014/main" id="{258E740B-B054-48A5-A5FE-5FE240B81C96}"/>
                </a:ext>
              </a:extLst>
            </p:cNvPr>
            <p:cNvSpPr/>
            <p:nvPr/>
          </p:nvSpPr>
          <p:spPr bwMode="auto">
            <a:xfrm>
              <a:off x="3510301" y="4763256"/>
              <a:ext cx="714273" cy="500486"/>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latin typeface="+mj-lt"/>
                  <a:cs typeface="Arial" charset="0"/>
                </a:rPr>
                <a:t>A:4/2</a:t>
              </a:r>
            </a:p>
            <a:p>
              <a:pPr algn="ctr" eaLnBrk="1" hangingPunct="1">
                <a:defRPr/>
              </a:pPr>
              <a:endParaRPr lang="ru-RU" sz="1200" dirty="0">
                <a:latin typeface="+mj-lt"/>
                <a:cs typeface="Arial" charset="0"/>
              </a:endParaRPr>
            </a:p>
            <a:p>
              <a:pPr algn="ctr" eaLnBrk="1" hangingPunct="1">
                <a:defRPr/>
              </a:pPr>
              <a:endParaRPr lang="ru-RU" sz="1200" dirty="0">
                <a:latin typeface="+mj-lt"/>
                <a:cs typeface="Arial" charset="0"/>
              </a:endParaRPr>
            </a:p>
          </p:txBody>
        </p:sp>
        <p:sp>
          <p:nvSpPr>
            <p:cNvPr id="11" name="Прямоугольник 52">
              <a:extLst>
                <a:ext uri="{FF2B5EF4-FFF2-40B4-BE49-F238E27FC236}">
                  <a16:creationId xmlns:a16="http://schemas.microsoft.com/office/drawing/2014/main" id="{6291106B-637C-403D-952E-C87BC3F77BB9}"/>
                </a:ext>
              </a:extLst>
            </p:cNvPr>
            <p:cNvSpPr/>
            <p:nvPr/>
          </p:nvSpPr>
          <p:spPr bwMode="auto">
            <a:xfrm>
              <a:off x="3510301" y="4065244"/>
              <a:ext cx="714273" cy="500487"/>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latin typeface="+mj-lt"/>
                  <a:cs typeface="Arial" charset="0"/>
                </a:rPr>
                <a:t>A:3/1</a:t>
              </a:r>
            </a:p>
            <a:p>
              <a:pPr algn="ctr" eaLnBrk="1" hangingPunct="1">
                <a:defRPr/>
              </a:pPr>
              <a:endParaRPr lang="ru-RU" sz="1200" dirty="0">
                <a:latin typeface="+mj-lt"/>
                <a:cs typeface="Arial" charset="0"/>
              </a:endParaRPr>
            </a:p>
            <a:p>
              <a:pPr algn="ctr" eaLnBrk="1" hangingPunct="1">
                <a:defRPr/>
              </a:pPr>
              <a:endParaRPr lang="ru-RU" sz="1200" dirty="0">
                <a:latin typeface="+mj-lt"/>
                <a:cs typeface="Arial" charset="0"/>
              </a:endParaRPr>
            </a:p>
          </p:txBody>
        </p:sp>
        <p:sp>
          <p:nvSpPr>
            <p:cNvPr id="16" name="Прямоугольник 57">
              <a:extLst>
                <a:ext uri="{FF2B5EF4-FFF2-40B4-BE49-F238E27FC236}">
                  <a16:creationId xmlns:a16="http://schemas.microsoft.com/office/drawing/2014/main" id="{98838D29-F836-4EC0-9E51-E72159A7FD77}"/>
                </a:ext>
              </a:extLst>
            </p:cNvPr>
            <p:cNvSpPr/>
            <p:nvPr/>
          </p:nvSpPr>
          <p:spPr bwMode="auto">
            <a:xfrm>
              <a:off x="3510301" y="2250146"/>
              <a:ext cx="714273" cy="500487"/>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latin typeface="+mj-lt"/>
                  <a:cs typeface="Arial" charset="0"/>
                </a:rPr>
                <a:t>A:2/1</a:t>
              </a:r>
            </a:p>
            <a:p>
              <a:pPr algn="ctr" eaLnBrk="1" hangingPunct="1">
                <a:defRPr/>
              </a:pPr>
              <a:endParaRPr lang="ru-RU" sz="1200" dirty="0">
                <a:latin typeface="+mj-lt"/>
                <a:cs typeface="Arial" charset="0"/>
              </a:endParaRPr>
            </a:p>
            <a:p>
              <a:pPr algn="ctr" eaLnBrk="1" hangingPunct="1">
                <a:defRPr/>
              </a:pPr>
              <a:endParaRPr lang="ru-RU" sz="1200" dirty="0">
                <a:latin typeface="+mj-lt"/>
                <a:cs typeface="Arial" charset="0"/>
              </a:endParaRPr>
            </a:p>
          </p:txBody>
        </p:sp>
        <p:sp>
          <p:nvSpPr>
            <p:cNvPr id="17" name="Прямоугольник 58">
              <a:extLst>
                <a:ext uri="{FF2B5EF4-FFF2-40B4-BE49-F238E27FC236}">
                  <a16:creationId xmlns:a16="http://schemas.microsoft.com/office/drawing/2014/main" id="{5F5CAAFB-B3AE-48AE-9ACF-EA9EF0A84292}"/>
                </a:ext>
              </a:extLst>
            </p:cNvPr>
            <p:cNvSpPr/>
            <p:nvPr/>
          </p:nvSpPr>
          <p:spPr bwMode="auto">
            <a:xfrm>
              <a:off x="3581194" y="2929473"/>
              <a:ext cx="714273" cy="500486"/>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latin typeface="+mj-lt"/>
                  <a:cs typeface="Arial" charset="0"/>
                </a:rPr>
                <a:t>A:4/2</a:t>
              </a:r>
            </a:p>
            <a:p>
              <a:pPr algn="ctr" eaLnBrk="1" hangingPunct="1">
                <a:defRPr/>
              </a:pPr>
              <a:endParaRPr lang="en-US" sz="1200" dirty="0">
                <a:latin typeface="+mj-lt"/>
                <a:cs typeface="Arial" charset="0"/>
              </a:endParaRPr>
            </a:p>
            <a:p>
              <a:pPr algn="ctr" eaLnBrk="1" hangingPunct="1">
                <a:defRPr/>
              </a:pPr>
              <a:endParaRPr lang="ru-RU" sz="1200" dirty="0">
                <a:latin typeface="+mj-lt"/>
                <a:cs typeface="Arial" charset="0"/>
              </a:endParaRPr>
            </a:p>
          </p:txBody>
        </p:sp>
        <p:grpSp>
          <p:nvGrpSpPr>
            <p:cNvPr id="19471" name="Group 65">
              <a:extLst>
                <a:ext uri="{FF2B5EF4-FFF2-40B4-BE49-F238E27FC236}">
                  <a16:creationId xmlns:a16="http://schemas.microsoft.com/office/drawing/2014/main" id="{31A87A7A-5C29-4DE6-974A-C0DE3814980E}"/>
                </a:ext>
              </a:extLst>
            </p:cNvPr>
            <p:cNvGrpSpPr>
              <a:grpSpLocks/>
            </p:cNvGrpSpPr>
            <p:nvPr/>
          </p:nvGrpSpPr>
          <p:grpSpPr bwMode="auto">
            <a:xfrm>
              <a:off x="2652767" y="2608438"/>
              <a:ext cx="2352439" cy="294978"/>
              <a:chOff x="2652767" y="2608438"/>
              <a:chExt cx="2352439" cy="294978"/>
            </a:xfrm>
          </p:grpSpPr>
          <p:sp>
            <p:nvSpPr>
              <p:cNvPr id="18" name="Flowchart: Delay 53">
                <a:extLst>
                  <a:ext uri="{FF2B5EF4-FFF2-40B4-BE49-F238E27FC236}">
                    <a16:creationId xmlns:a16="http://schemas.microsoft.com/office/drawing/2014/main" id="{4292D395-A1AC-4F47-87DE-EB3B1DAC04C4}"/>
                  </a:ext>
                </a:extLst>
              </p:cNvPr>
              <p:cNvSpPr/>
              <p:nvPr/>
            </p:nvSpPr>
            <p:spPr bwMode="auto">
              <a:xfrm>
                <a:off x="3059534" y="2607827"/>
                <a:ext cx="330384" cy="29495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000" baseline="-25000" dirty="0">
                  <a:latin typeface="+mj-lt"/>
                  <a:cs typeface="Arial" charset="0"/>
                </a:endParaRPr>
              </a:p>
            </p:txBody>
          </p:sp>
          <p:cxnSp>
            <p:nvCxnSpPr>
              <p:cNvPr id="19535" name="Прямая соединительная линия 18">
                <a:extLst>
                  <a:ext uri="{FF2B5EF4-FFF2-40B4-BE49-F238E27FC236}">
                    <a16:creationId xmlns:a16="http://schemas.microsoft.com/office/drawing/2014/main" id="{F128C24A-A654-4A74-9C72-612EFABB6DC2}"/>
                  </a:ext>
                </a:extLst>
              </p:cNvPr>
              <p:cNvCxnSpPr>
                <a:cxnSpLocks noChangeShapeType="1"/>
              </p:cNvCxnSpPr>
              <p:nvPr/>
            </p:nvCxnSpPr>
            <p:spPr bwMode="auto">
              <a:xfrm>
                <a:off x="2652767" y="2696515"/>
                <a:ext cx="407476" cy="0"/>
              </a:xfrm>
              <a:prstGeom prst="line">
                <a:avLst/>
              </a:prstGeom>
              <a:noFill/>
              <a:ln w="9525" algn="ctr">
                <a:solidFill>
                  <a:schemeClr val="tx1"/>
                </a:solidFill>
                <a:round/>
                <a:headEnd/>
                <a:tailEnd/>
              </a:ln>
            </p:spPr>
          </p:cxnSp>
          <p:cxnSp>
            <p:nvCxnSpPr>
              <p:cNvPr id="19536" name="Прямая соединительная линия 19">
                <a:extLst>
                  <a:ext uri="{FF2B5EF4-FFF2-40B4-BE49-F238E27FC236}">
                    <a16:creationId xmlns:a16="http://schemas.microsoft.com/office/drawing/2014/main" id="{20F68C7A-65F3-4792-A5B2-D2AA74D3B6D4}"/>
                  </a:ext>
                </a:extLst>
              </p:cNvPr>
              <p:cNvCxnSpPr>
                <a:cxnSpLocks noChangeShapeType="1"/>
              </p:cNvCxnSpPr>
              <p:nvPr/>
            </p:nvCxnSpPr>
            <p:spPr bwMode="auto">
              <a:xfrm>
                <a:off x="2654205" y="2851544"/>
                <a:ext cx="407476" cy="0"/>
              </a:xfrm>
              <a:prstGeom prst="line">
                <a:avLst/>
              </a:prstGeom>
              <a:noFill/>
              <a:ln w="9525" algn="ctr">
                <a:solidFill>
                  <a:schemeClr val="tx1"/>
                </a:solidFill>
                <a:round/>
                <a:headEnd/>
                <a:tailEnd/>
              </a:ln>
            </p:spPr>
          </p:cxnSp>
          <p:cxnSp>
            <p:nvCxnSpPr>
              <p:cNvPr id="19537" name="Прямая соединительная линия 35">
                <a:extLst>
                  <a:ext uri="{FF2B5EF4-FFF2-40B4-BE49-F238E27FC236}">
                    <a16:creationId xmlns:a16="http://schemas.microsoft.com/office/drawing/2014/main" id="{D3F04CC3-A53F-46E5-8571-39A8336E5E71}"/>
                  </a:ext>
                </a:extLst>
              </p:cNvPr>
              <p:cNvCxnSpPr>
                <a:cxnSpLocks noChangeShapeType="1"/>
                <a:endCxn id="129" idx="1"/>
              </p:cNvCxnSpPr>
              <p:nvPr/>
            </p:nvCxnSpPr>
            <p:spPr bwMode="auto">
              <a:xfrm>
                <a:off x="3480358" y="2755927"/>
                <a:ext cx="1524848" cy="0"/>
              </a:xfrm>
              <a:prstGeom prst="line">
                <a:avLst/>
              </a:prstGeom>
              <a:noFill/>
              <a:ln w="9525" algn="ctr">
                <a:solidFill>
                  <a:schemeClr val="tx1"/>
                </a:solidFill>
                <a:round/>
                <a:headEnd/>
                <a:tailEnd/>
              </a:ln>
            </p:spPr>
          </p:cxnSp>
          <p:sp>
            <p:nvSpPr>
              <p:cNvPr id="61" name="TextBox 60">
                <a:extLst>
                  <a:ext uri="{FF2B5EF4-FFF2-40B4-BE49-F238E27FC236}">
                    <a16:creationId xmlns:a16="http://schemas.microsoft.com/office/drawing/2014/main" id="{626187DC-9FF5-48A6-AF0F-211F23458355}"/>
                  </a:ext>
                </a:extLst>
              </p:cNvPr>
              <p:cNvSpPr txBox="1"/>
              <p:nvPr/>
            </p:nvSpPr>
            <p:spPr>
              <a:xfrm>
                <a:off x="3047495" y="2639858"/>
                <a:ext cx="304970" cy="206868"/>
              </a:xfrm>
              <a:prstGeom prst="rect">
                <a:avLst/>
              </a:prstGeom>
              <a:noFill/>
            </p:spPr>
            <p:txBody>
              <a:bodyPr wrap="none">
                <a:spAutoFit/>
              </a:bodyPr>
              <a:lstStyle/>
              <a:p>
                <a:pPr eaLnBrk="1" hangingPunct="1">
                  <a:defRPr/>
                </a:pPr>
                <a:r>
                  <a:rPr lang="en-US" sz="1000" dirty="0">
                    <a:solidFill>
                      <a:schemeClr val="bg1"/>
                    </a:solidFill>
                    <a:latin typeface="+mj-lt"/>
                    <a:cs typeface="Arial" charset="0"/>
                  </a:rPr>
                  <a:t>2/1</a:t>
                </a:r>
              </a:p>
            </p:txBody>
          </p:sp>
          <p:sp>
            <p:nvSpPr>
              <p:cNvPr id="19539" name="Oval 64">
                <a:extLst>
                  <a:ext uri="{FF2B5EF4-FFF2-40B4-BE49-F238E27FC236}">
                    <a16:creationId xmlns:a16="http://schemas.microsoft.com/office/drawing/2014/main" id="{6127199D-3EEC-4E48-9EDB-A7B423C8F369}"/>
                  </a:ext>
                </a:extLst>
              </p:cNvPr>
              <p:cNvSpPr>
                <a:spLocks noChangeArrowheads="1"/>
              </p:cNvSpPr>
              <p:nvPr/>
            </p:nvSpPr>
            <p:spPr bwMode="auto">
              <a:xfrm>
                <a:off x="3394075" y="2717797"/>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000"/>
              </a:p>
            </p:txBody>
          </p:sp>
        </p:grpSp>
        <p:sp>
          <p:nvSpPr>
            <p:cNvPr id="69" name="Flowchart: Delay 53">
              <a:extLst>
                <a:ext uri="{FF2B5EF4-FFF2-40B4-BE49-F238E27FC236}">
                  <a16:creationId xmlns:a16="http://schemas.microsoft.com/office/drawing/2014/main" id="{1C060AAE-D95C-4B20-A8A6-0E8297FC08A0}"/>
                </a:ext>
              </a:extLst>
            </p:cNvPr>
            <p:cNvSpPr/>
            <p:nvPr/>
          </p:nvSpPr>
          <p:spPr bwMode="auto">
            <a:xfrm>
              <a:off x="3066221" y="3285819"/>
              <a:ext cx="330385" cy="29495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000" baseline="-25000" dirty="0">
                <a:latin typeface="+mj-lt"/>
                <a:cs typeface="Arial" charset="0"/>
              </a:endParaRPr>
            </a:p>
          </p:txBody>
        </p:sp>
        <p:cxnSp>
          <p:nvCxnSpPr>
            <p:cNvPr id="19473" name="Прямая соединительная линия 18">
              <a:extLst>
                <a:ext uri="{FF2B5EF4-FFF2-40B4-BE49-F238E27FC236}">
                  <a16:creationId xmlns:a16="http://schemas.microsoft.com/office/drawing/2014/main" id="{4B9DD673-F3CA-46E4-952F-B785AFFB1824}"/>
                </a:ext>
              </a:extLst>
            </p:cNvPr>
            <p:cNvCxnSpPr>
              <a:cxnSpLocks noChangeShapeType="1"/>
            </p:cNvCxnSpPr>
            <p:nvPr/>
          </p:nvCxnSpPr>
          <p:spPr bwMode="auto">
            <a:xfrm>
              <a:off x="2659380" y="3374499"/>
              <a:ext cx="407476" cy="0"/>
            </a:xfrm>
            <a:prstGeom prst="line">
              <a:avLst/>
            </a:prstGeom>
            <a:noFill/>
            <a:ln w="9525" algn="ctr">
              <a:solidFill>
                <a:schemeClr val="tx1"/>
              </a:solidFill>
              <a:round/>
              <a:headEnd/>
              <a:tailEnd/>
            </a:ln>
          </p:spPr>
        </p:cxnSp>
        <p:cxnSp>
          <p:nvCxnSpPr>
            <p:cNvPr id="19474" name="Прямая соединительная линия 19">
              <a:extLst>
                <a:ext uri="{FF2B5EF4-FFF2-40B4-BE49-F238E27FC236}">
                  <a16:creationId xmlns:a16="http://schemas.microsoft.com/office/drawing/2014/main" id="{76F18D6C-BB5C-41F8-AE02-02E8E8521A0A}"/>
                </a:ext>
              </a:extLst>
            </p:cNvPr>
            <p:cNvCxnSpPr>
              <a:cxnSpLocks noChangeShapeType="1"/>
            </p:cNvCxnSpPr>
            <p:nvPr/>
          </p:nvCxnSpPr>
          <p:spPr bwMode="auto">
            <a:xfrm>
              <a:off x="2663199" y="3529528"/>
              <a:ext cx="407476" cy="0"/>
            </a:xfrm>
            <a:prstGeom prst="line">
              <a:avLst/>
            </a:prstGeom>
            <a:noFill/>
            <a:ln w="9525" algn="ctr">
              <a:solidFill>
                <a:schemeClr val="tx1"/>
              </a:solidFill>
              <a:round/>
              <a:headEnd/>
              <a:tailEnd/>
            </a:ln>
          </p:spPr>
        </p:cxnSp>
        <p:cxnSp>
          <p:nvCxnSpPr>
            <p:cNvPr id="19475" name="Прямая соединительная линия 35">
              <a:extLst>
                <a:ext uri="{FF2B5EF4-FFF2-40B4-BE49-F238E27FC236}">
                  <a16:creationId xmlns:a16="http://schemas.microsoft.com/office/drawing/2014/main" id="{DCB5F1C1-B4C8-4B84-AD5F-0CC091082915}"/>
                </a:ext>
              </a:extLst>
            </p:cNvPr>
            <p:cNvCxnSpPr>
              <a:cxnSpLocks noChangeShapeType="1"/>
            </p:cNvCxnSpPr>
            <p:nvPr/>
          </p:nvCxnSpPr>
          <p:spPr bwMode="auto">
            <a:xfrm flipV="1">
              <a:off x="3477447" y="3431381"/>
              <a:ext cx="387322" cy="0"/>
            </a:xfrm>
            <a:prstGeom prst="line">
              <a:avLst/>
            </a:prstGeom>
            <a:noFill/>
            <a:ln w="9525" algn="ctr">
              <a:solidFill>
                <a:schemeClr val="tx1"/>
              </a:solidFill>
              <a:round/>
              <a:headEnd/>
              <a:tailEnd/>
            </a:ln>
          </p:spPr>
        </p:cxnSp>
        <p:sp>
          <p:nvSpPr>
            <p:cNvPr id="73" name="TextBox 72">
              <a:extLst>
                <a:ext uri="{FF2B5EF4-FFF2-40B4-BE49-F238E27FC236}">
                  <a16:creationId xmlns:a16="http://schemas.microsoft.com/office/drawing/2014/main" id="{4B4FDCDB-D259-451B-B4D6-93CA2FAA3585}"/>
                </a:ext>
              </a:extLst>
            </p:cNvPr>
            <p:cNvSpPr txBox="1"/>
            <p:nvPr/>
          </p:nvSpPr>
          <p:spPr>
            <a:xfrm>
              <a:off x="3054183" y="3317851"/>
              <a:ext cx="304970" cy="208202"/>
            </a:xfrm>
            <a:prstGeom prst="rect">
              <a:avLst/>
            </a:prstGeom>
            <a:noFill/>
          </p:spPr>
          <p:txBody>
            <a:bodyPr wrap="none">
              <a:spAutoFit/>
            </a:bodyPr>
            <a:lstStyle/>
            <a:p>
              <a:pPr eaLnBrk="1" hangingPunct="1">
                <a:defRPr/>
              </a:pPr>
              <a:r>
                <a:rPr lang="en-US" sz="1000" dirty="0">
                  <a:solidFill>
                    <a:schemeClr val="bg1"/>
                  </a:solidFill>
                  <a:latin typeface="+mj-lt"/>
                  <a:cs typeface="Arial" charset="0"/>
                </a:rPr>
                <a:t>4/2</a:t>
              </a:r>
            </a:p>
          </p:txBody>
        </p:sp>
        <p:sp>
          <p:nvSpPr>
            <p:cNvPr id="19477" name="Oval 73">
              <a:extLst>
                <a:ext uri="{FF2B5EF4-FFF2-40B4-BE49-F238E27FC236}">
                  <a16:creationId xmlns:a16="http://schemas.microsoft.com/office/drawing/2014/main" id="{405B9D48-0530-4326-B030-39F280A7A0F2}"/>
                </a:ext>
              </a:extLst>
            </p:cNvPr>
            <p:cNvSpPr>
              <a:spLocks noChangeArrowheads="1"/>
            </p:cNvSpPr>
            <p:nvPr/>
          </p:nvSpPr>
          <p:spPr bwMode="auto">
            <a:xfrm>
              <a:off x="3400688" y="339501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000"/>
            </a:p>
          </p:txBody>
        </p:sp>
        <p:grpSp>
          <p:nvGrpSpPr>
            <p:cNvPr id="19478" name="Group 86">
              <a:extLst>
                <a:ext uri="{FF2B5EF4-FFF2-40B4-BE49-F238E27FC236}">
                  <a16:creationId xmlns:a16="http://schemas.microsoft.com/office/drawing/2014/main" id="{17A7C2FE-04A7-4F22-832D-683DACD02613}"/>
                </a:ext>
              </a:extLst>
            </p:cNvPr>
            <p:cNvGrpSpPr>
              <a:grpSpLocks/>
            </p:cNvGrpSpPr>
            <p:nvPr/>
          </p:nvGrpSpPr>
          <p:grpSpPr bwMode="auto">
            <a:xfrm>
              <a:off x="2659857" y="3905184"/>
              <a:ext cx="1205389" cy="294978"/>
              <a:chOff x="2659857" y="3495652"/>
              <a:chExt cx="1205389" cy="294978"/>
            </a:xfrm>
          </p:grpSpPr>
          <p:sp>
            <p:nvSpPr>
              <p:cNvPr id="81" name="Flowchart: Delay 53">
                <a:extLst>
                  <a:ext uri="{FF2B5EF4-FFF2-40B4-BE49-F238E27FC236}">
                    <a16:creationId xmlns:a16="http://schemas.microsoft.com/office/drawing/2014/main" id="{C35EC8BF-1D02-472F-A050-C64B836C1F4C}"/>
                  </a:ext>
                </a:extLst>
              </p:cNvPr>
              <p:cNvSpPr/>
              <p:nvPr/>
            </p:nvSpPr>
            <p:spPr bwMode="auto">
              <a:xfrm>
                <a:off x="3066222" y="3495556"/>
                <a:ext cx="330385" cy="29495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000" baseline="-25000" dirty="0">
                  <a:latin typeface="+mj-lt"/>
                  <a:cs typeface="Arial" charset="0"/>
                </a:endParaRPr>
              </a:p>
            </p:txBody>
          </p:sp>
          <p:cxnSp>
            <p:nvCxnSpPr>
              <p:cNvPr id="19529" name="Прямая соединительная линия 18">
                <a:extLst>
                  <a:ext uri="{FF2B5EF4-FFF2-40B4-BE49-F238E27FC236}">
                    <a16:creationId xmlns:a16="http://schemas.microsoft.com/office/drawing/2014/main" id="{3896144D-F266-4404-A998-87A30C780557}"/>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19530" name="Прямая соединительная линия 19">
                <a:extLst>
                  <a:ext uri="{FF2B5EF4-FFF2-40B4-BE49-F238E27FC236}">
                    <a16:creationId xmlns:a16="http://schemas.microsoft.com/office/drawing/2014/main" id="{227A49E5-06D0-4664-AEA7-A7C4BE7352F9}"/>
                  </a:ext>
                </a:extLst>
              </p:cNvPr>
              <p:cNvCxnSpPr>
                <a:cxnSpLocks noChangeShapeType="1"/>
              </p:cNvCxnSpPr>
              <p:nvPr/>
            </p:nvCxnSpPr>
            <p:spPr bwMode="auto">
              <a:xfrm>
                <a:off x="2663676" y="3738758"/>
                <a:ext cx="407476" cy="0"/>
              </a:xfrm>
              <a:prstGeom prst="line">
                <a:avLst/>
              </a:prstGeom>
              <a:noFill/>
              <a:ln w="9525" algn="ctr">
                <a:solidFill>
                  <a:schemeClr val="tx1"/>
                </a:solidFill>
                <a:round/>
                <a:headEnd/>
                <a:tailEnd/>
              </a:ln>
            </p:spPr>
          </p:cxnSp>
          <p:cxnSp>
            <p:nvCxnSpPr>
              <p:cNvPr id="19531" name="Прямая соединительная линия 35">
                <a:extLst>
                  <a:ext uri="{FF2B5EF4-FFF2-40B4-BE49-F238E27FC236}">
                    <a16:creationId xmlns:a16="http://schemas.microsoft.com/office/drawing/2014/main" id="{2041EAC4-4702-428D-BB6E-119B57905415}"/>
                  </a:ext>
                </a:extLst>
              </p:cNvPr>
              <p:cNvCxnSpPr>
                <a:cxnSpLocks noChangeShapeType="1"/>
              </p:cNvCxnSpPr>
              <p:nvPr/>
            </p:nvCxnSpPr>
            <p:spPr bwMode="auto">
              <a:xfrm flipV="1">
                <a:off x="3477924" y="3640611"/>
                <a:ext cx="387322" cy="1768"/>
              </a:xfrm>
              <a:prstGeom prst="line">
                <a:avLst/>
              </a:prstGeom>
              <a:noFill/>
              <a:ln w="9525" algn="ctr">
                <a:solidFill>
                  <a:schemeClr val="tx1"/>
                </a:solidFill>
                <a:round/>
                <a:headEnd/>
                <a:tailEnd/>
              </a:ln>
            </p:spPr>
          </p:cxnSp>
          <p:sp>
            <p:nvSpPr>
              <p:cNvPr id="85" name="TextBox 84">
                <a:extLst>
                  <a:ext uri="{FF2B5EF4-FFF2-40B4-BE49-F238E27FC236}">
                    <a16:creationId xmlns:a16="http://schemas.microsoft.com/office/drawing/2014/main" id="{7075D38D-0C5C-41EC-8C9C-A448C1FD4787}"/>
                  </a:ext>
                </a:extLst>
              </p:cNvPr>
              <p:cNvSpPr txBox="1"/>
              <p:nvPr/>
            </p:nvSpPr>
            <p:spPr>
              <a:xfrm>
                <a:off x="3054184" y="3527587"/>
                <a:ext cx="304971" cy="206868"/>
              </a:xfrm>
              <a:prstGeom prst="rect">
                <a:avLst/>
              </a:prstGeom>
              <a:noFill/>
            </p:spPr>
            <p:txBody>
              <a:bodyPr wrap="none">
                <a:spAutoFit/>
              </a:bodyPr>
              <a:lstStyle/>
              <a:p>
                <a:pPr eaLnBrk="1" hangingPunct="1">
                  <a:defRPr/>
                </a:pPr>
                <a:r>
                  <a:rPr lang="en-US" sz="1000" dirty="0">
                    <a:solidFill>
                      <a:schemeClr val="bg1"/>
                    </a:solidFill>
                    <a:latin typeface="+mj-lt"/>
                    <a:cs typeface="Arial" charset="0"/>
                  </a:rPr>
                  <a:t>3/1</a:t>
                </a:r>
              </a:p>
            </p:txBody>
          </p:sp>
          <p:sp>
            <p:nvSpPr>
              <p:cNvPr id="19533" name="Oval 85">
                <a:extLst>
                  <a:ext uri="{FF2B5EF4-FFF2-40B4-BE49-F238E27FC236}">
                    <a16:creationId xmlns:a16="http://schemas.microsoft.com/office/drawing/2014/main" id="{C755F9D1-7F8D-4660-8A5D-2AEE7800FED7}"/>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000"/>
              </a:p>
            </p:txBody>
          </p:sp>
        </p:grpSp>
        <p:sp>
          <p:nvSpPr>
            <p:cNvPr id="88" name="Flowchart: Delay 53">
              <a:extLst>
                <a:ext uri="{FF2B5EF4-FFF2-40B4-BE49-F238E27FC236}">
                  <a16:creationId xmlns:a16="http://schemas.microsoft.com/office/drawing/2014/main" id="{692E4346-2533-4629-B3ED-F9263649333E}"/>
                </a:ext>
              </a:extLst>
            </p:cNvPr>
            <p:cNvSpPr/>
            <p:nvPr/>
          </p:nvSpPr>
          <p:spPr bwMode="auto">
            <a:xfrm>
              <a:off x="3974445" y="3595454"/>
              <a:ext cx="329047" cy="29495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000" baseline="-25000" dirty="0">
                <a:latin typeface="+mj-lt"/>
                <a:cs typeface="Arial" charset="0"/>
              </a:endParaRPr>
            </a:p>
          </p:txBody>
        </p:sp>
        <p:cxnSp>
          <p:nvCxnSpPr>
            <p:cNvPr id="19480" name="Прямая соединительная линия 18">
              <a:extLst>
                <a:ext uri="{FF2B5EF4-FFF2-40B4-BE49-F238E27FC236}">
                  <a16:creationId xmlns:a16="http://schemas.microsoft.com/office/drawing/2014/main" id="{66476490-140F-4704-BC78-849A9FDDDA8E}"/>
                </a:ext>
              </a:extLst>
            </p:cNvPr>
            <p:cNvCxnSpPr>
              <a:cxnSpLocks noChangeShapeType="1"/>
            </p:cNvCxnSpPr>
            <p:nvPr/>
          </p:nvCxnSpPr>
          <p:spPr bwMode="auto">
            <a:xfrm>
              <a:off x="3860007" y="3684069"/>
              <a:ext cx="109821" cy="1131"/>
            </a:xfrm>
            <a:prstGeom prst="line">
              <a:avLst/>
            </a:prstGeom>
            <a:noFill/>
            <a:ln w="9525" algn="ctr">
              <a:solidFill>
                <a:schemeClr val="tx1"/>
              </a:solidFill>
              <a:round/>
              <a:headEnd/>
              <a:tailEnd/>
            </a:ln>
          </p:spPr>
        </p:cxnSp>
        <p:sp>
          <p:nvSpPr>
            <p:cNvPr id="91" name="TextBox 90">
              <a:extLst>
                <a:ext uri="{FF2B5EF4-FFF2-40B4-BE49-F238E27FC236}">
                  <a16:creationId xmlns:a16="http://schemas.microsoft.com/office/drawing/2014/main" id="{9DE23FFA-B3DD-428F-8FE6-AD9B77B9DA29}"/>
                </a:ext>
              </a:extLst>
            </p:cNvPr>
            <p:cNvSpPr txBox="1"/>
            <p:nvPr/>
          </p:nvSpPr>
          <p:spPr>
            <a:xfrm>
              <a:off x="3962407" y="3627485"/>
              <a:ext cx="303633" cy="208202"/>
            </a:xfrm>
            <a:prstGeom prst="rect">
              <a:avLst/>
            </a:prstGeom>
            <a:noFill/>
          </p:spPr>
          <p:txBody>
            <a:bodyPr wrap="none">
              <a:spAutoFit/>
            </a:bodyPr>
            <a:lstStyle/>
            <a:p>
              <a:pPr eaLnBrk="1" hangingPunct="1">
                <a:defRPr/>
              </a:pPr>
              <a:r>
                <a:rPr lang="en-US" sz="1000" dirty="0">
                  <a:solidFill>
                    <a:schemeClr val="bg1"/>
                  </a:solidFill>
                  <a:latin typeface="+mj-lt"/>
                  <a:cs typeface="Arial" charset="0"/>
                </a:rPr>
                <a:t>1/1</a:t>
              </a:r>
            </a:p>
          </p:txBody>
        </p:sp>
        <p:sp>
          <p:nvSpPr>
            <p:cNvPr id="19482" name="Oval 91">
              <a:extLst>
                <a:ext uri="{FF2B5EF4-FFF2-40B4-BE49-F238E27FC236}">
                  <a16:creationId xmlns:a16="http://schemas.microsoft.com/office/drawing/2014/main" id="{5091D1FF-B438-4F23-BCCE-5A308FB49296}"/>
                </a:ext>
              </a:extLst>
            </p:cNvPr>
            <p:cNvSpPr>
              <a:spLocks noChangeArrowheads="1"/>
            </p:cNvSpPr>
            <p:nvPr/>
          </p:nvSpPr>
          <p:spPr bwMode="auto">
            <a:xfrm>
              <a:off x="4308422" y="370458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000"/>
            </a:p>
          </p:txBody>
        </p:sp>
        <p:cxnSp>
          <p:nvCxnSpPr>
            <p:cNvPr id="19483" name="Прямая соединительная линия 42">
              <a:extLst>
                <a:ext uri="{FF2B5EF4-FFF2-40B4-BE49-F238E27FC236}">
                  <a16:creationId xmlns:a16="http://schemas.microsoft.com/office/drawing/2014/main" id="{D94C5FAC-7AD7-4B86-ACE9-43B72DE5F302}"/>
                </a:ext>
              </a:extLst>
            </p:cNvPr>
            <p:cNvCxnSpPr>
              <a:cxnSpLocks noChangeShapeType="1"/>
            </p:cNvCxnSpPr>
            <p:nvPr/>
          </p:nvCxnSpPr>
          <p:spPr bwMode="auto">
            <a:xfrm flipH="1">
              <a:off x="3860856" y="3800344"/>
              <a:ext cx="794" cy="252542"/>
            </a:xfrm>
            <a:prstGeom prst="line">
              <a:avLst/>
            </a:prstGeom>
            <a:noFill/>
            <a:ln w="9525" algn="ctr">
              <a:solidFill>
                <a:schemeClr val="tx1"/>
              </a:solidFill>
              <a:round/>
              <a:headEnd/>
              <a:tailEnd/>
            </a:ln>
          </p:spPr>
        </p:cxnSp>
        <p:cxnSp>
          <p:nvCxnSpPr>
            <p:cNvPr id="19484" name="Прямая соединительная линия 18">
              <a:extLst>
                <a:ext uri="{FF2B5EF4-FFF2-40B4-BE49-F238E27FC236}">
                  <a16:creationId xmlns:a16="http://schemas.microsoft.com/office/drawing/2014/main" id="{556EC91A-86EF-4991-AB01-9105D2C67CB1}"/>
                </a:ext>
              </a:extLst>
            </p:cNvPr>
            <p:cNvCxnSpPr>
              <a:cxnSpLocks noChangeShapeType="1"/>
            </p:cNvCxnSpPr>
            <p:nvPr/>
          </p:nvCxnSpPr>
          <p:spPr bwMode="auto">
            <a:xfrm>
              <a:off x="3860001" y="3801726"/>
              <a:ext cx="109821" cy="1131"/>
            </a:xfrm>
            <a:prstGeom prst="line">
              <a:avLst/>
            </a:prstGeom>
            <a:noFill/>
            <a:ln w="9525" algn="ctr">
              <a:solidFill>
                <a:schemeClr val="tx1"/>
              </a:solidFill>
              <a:round/>
              <a:headEnd/>
              <a:tailEnd/>
            </a:ln>
          </p:spPr>
        </p:cxnSp>
        <p:grpSp>
          <p:nvGrpSpPr>
            <p:cNvPr id="19485" name="Group 98">
              <a:extLst>
                <a:ext uri="{FF2B5EF4-FFF2-40B4-BE49-F238E27FC236}">
                  <a16:creationId xmlns:a16="http://schemas.microsoft.com/office/drawing/2014/main" id="{CD3778AD-BD3C-4F04-9EB5-4BC7F0B7F09D}"/>
                </a:ext>
              </a:extLst>
            </p:cNvPr>
            <p:cNvGrpSpPr>
              <a:grpSpLocks/>
            </p:cNvGrpSpPr>
            <p:nvPr/>
          </p:nvGrpSpPr>
          <p:grpSpPr bwMode="auto">
            <a:xfrm>
              <a:off x="4595342" y="4512765"/>
              <a:ext cx="1114178" cy="294978"/>
              <a:chOff x="2659857" y="3495652"/>
              <a:chExt cx="1114178" cy="294978"/>
            </a:xfrm>
          </p:grpSpPr>
          <p:sp>
            <p:nvSpPr>
              <p:cNvPr id="100" name="Flowchart: Delay 53">
                <a:extLst>
                  <a:ext uri="{FF2B5EF4-FFF2-40B4-BE49-F238E27FC236}">
                    <a16:creationId xmlns:a16="http://schemas.microsoft.com/office/drawing/2014/main" id="{04CA8376-D6FB-4737-A71F-09F5B234CBBC}"/>
                  </a:ext>
                </a:extLst>
              </p:cNvPr>
              <p:cNvSpPr/>
              <p:nvPr/>
            </p:nvSpPr>
            <p:spPr bwMode="auto">
              <a:xfrm>
                <a:off x="3066229" y="3495232"/>
                <a:ext cx="330384" cy="294953"/>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000" baseline="-25000" dirty="0">
                  <a:latin typeface="+mj-lt"/>
                  <a:cs typeface="Arial" charset="0"/>
                </a:endParaRPr>
              </a:p>
            </p:txBody>
          </p:sp>
          <p:cxnSp>
            <p:nvCxnSpPr>
              <p:cNvPr id="19524" name="Прямая соединительная линия 18">
                <a:extLst>
                  <a:ext uri="{FF2B5EF4-FFF2-40B4-BE49-F238E27FC236}">
                    <a16:creationId xmlns:a16="http://schemas.microsoft.com/office/drawing/2014/main" id="{4912EDBB-C89C-4910-B1E3-2B8D183F39AC}"/>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19525" name="Прямая соединительная линия 35">
                <a:extLst>
                  <a:ext uri="{FF2B5EF4-FFF2-40B4-BE49-F238E27FC236}">
                    <a16:creationId xmlns:a16="http://schemas.microsoft.com/office/drawing/2014/main" id="{64E375BC-7814-451C-8DA1-B2B6E05C4C94}"/>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04" name="TextBox 103">
                <a:extLst>
                  <a:ext uri="{FF2B5EF4-FFF2-40B4-BE49-F238E27FC236}">
                    <a16:creationId xmlns:a16="http://schemas.microsoft.com/office/drawing/2014/main" id="{5C828200-764D-44D9-BF43-4413E0E5F94F}"/>
                  </a:ext>
                </a:extLst>
              </p:cNvPr>
              <p:cNvSpPr txBox="1"/>
              <p:nvPr/>
            </p:nvSpPr>
            <p:spPr>
              <a:xfrm>
                <a:off x="3054190" y="3527264"/>
                <a:ext cx="304970" cy="206867"/>
              </a:xfrm>
              <a:prstGeom prst="rect">
                <a:avLst/>
              </a:prstGeom>
              <a:noFill/>
            </p:spPr>
            <p:txBody>
              <a:bodyPr wrap="none">
                <a:spAutoFit/>
              </a:bodyPr>
              <a:lstStyle/>
              <a:p>
                <a:pPr eaLnBrk="1" hangingPunct="1">
                  <a:defRPr/>
                </a:pPr>
                <a:r>
                  <a:rPr lang="en-US" sz="1000" dirty="0">
                    <a:solidFill>
                      <a:schemeClr val="bg1"/>
                    </a:solidFill>
                    <a:latin typeface="+mj-lt"/>
                    <a:cs typeface="Arial" charset="0"/>
                  </a:rPr>
                  <a:t>2/2</a:t>
                </a:r>
              </a:p>
            </p:txBody>
          </p:sp>
          <p:sp>
            <p:nvSpPr>
              <p:cNvPr id="19527" name="Oval 104">
                <a:extLst>
                  <a:ext uri="{FF2B5EF4-FFF2-40B4-BE49-F238E27FC236}">
                    <a16:creationId xmlns:a16="http://schemas.microsoft.com/office/drawing/2014/main" id="{087A65C8-0E9B-4F31-B532-8E73542B7857}"/>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000"/>
              </a:p>
            </p:txBody>
          </p:sp>
        </p:grpSp>
        <p:sp>
          <p:nvSpPr>
            <p:cNvPr id="107" name="Flowchart: Delay 53">
              <a:extLst>
                <a:ext uri="{FF2B5EF4-FFF2-40B4-BE49-F238E27FC236}">
                  <a16:creationId xmlns:a16="http://schemas.microsoft.com/office/drawing/2014/main" id="{5B7DE900-1078-4C29-AE82-0D046C0F89AD}"/>
                </a:ext>
              </a:extLst>
            </p:cNvPr>
            <p:cNvSpPr/>
            <p:nvPr/>
          </p:nvSpPr>
          <p:spPr bwMode="auto">
            <a:xfrm>
              <a:off x="3067559" y="4609773"/>
              <a:ext cx="330384" cy="29495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000" baseline="-25000" dirty="0">
                <a:latin typeface="+mj-lt"/>
                <a:cs typeface="Arial" charset="0"/>
              </a:endParaRPr>
            </a:p>
          </p:txBody>
        </p:sp>
        <p:cxnSp>
          <p:nvCxnSpPr>
            <p:cNvPr id="19487" name="Прямая соединительная линия 18">
              <a:extLst>
                <a:ext uri="{FF2B5EF4-FFF2-40B4-BE49-F238E27FC236}">
                  <a16:creationId xmlns:a16="http://schemas.microsoft.com/office/drawing/2014/main" id="{C84EA896-C0BB-4B6C-B49F-FE82AB97577D}"/>
                </a:ext>
              </a:extLst>
            </p:cNvPr>
            <p:cNvCxnSpPr>
              <a:cxnSpLocks noChangeShapeType="1"/>
            </p:cNvCxnSpPr>
            <p:nvPr/>
          </p:nvCxnSpPr>
          <p:spPr bwMode="auto">
            <a:xfrm>
              <a:off x="2660650" y="4698177"/>
              <a:ext cx="407476" cy="0"/>
            </a:xfrm>
            <a:prstGeom prst="line">
              <a:avLst/>
            </a:prstGeom>
            <a:noFill/>
            <a:ln w="9525" algn="ctr">
              <a:solidFill>
                <a:schemeClr val="tx1"/>
              </a:solidFill>
              <a:round/>
              <a:headEnd/>
              <a:tailEnd/>
            </a:ln>
          </p:spPr>
        </p:cxnSp>
        <p:cxnSp>
          <p:nvCxnSpPr>
            <p:cNvPr id="19488" name="Прямая соединительная линия 19">
              <a:extLst>
                <a:ext uri="{FF2B5EF4-FFF2-40B4-BE49-F238E27FC236}">
                  <a16:creationId xmlns:a16="http://schemas.microsoft.com/office/drawing/2014/main" id="{830E8B7B-B244-4655-A201-D8E5E793F021}"/>
                </a:ext>
              </a:extLst>
            </p:cNvPr>
            <p:cNvCxnSpPr>
              <a:cxnSpLocks noChangeShapeType="1"/>
            </p:cNvCxnSpPr>
            <p:nvPr/>
          </p:nvCxnSpPr>
          <p:spPr bwMode="auto">
            <a:xfrm>
              <a:off x="2664469" y="4853206"/>
              <a:ext cx="407476" cy="0"/>
            </a:xfrm>
            <a:prstGeom prst="line">
              <a:avLst/>
            </a:prstGeom>
            <a:noFill/>
            <a:ln w="9525" algn="ctr">
              <a:solidFill>
                <a:schemeClr val="tx1"/>
              </a:solidFill>
              <a:round/>
              <a:headEnd/>
              <a:tailEnd/>
            </a:ln>
          </p:spPr>
        </p:cxnSp>
        <p:sp>
          <p:nvSpPr>
            <p:cNvPr id="111" name="TextBox 110">
              <a:extLst>
                <a:ext uri="{FF2B5EF4-FFF2-40B4-BE49-F238E27FC236}">
                  <a16:creationId xmlns:a16="http://schemas.microsoft.com/office/drawing/2014/main" id="{8E8D3F34-EAEB-408D-B6C7-B1D04FCCEAF9}"/>
                </a:ext>
              </a:extLst>
            </p:cNvPr>
            <p:cNvSpPr txBox="1"/>
            <p:nvPr/>
          </p:nvSpPr>
          <p:spPr>
            <a:xfrm>
              <a:off x="3055521" y="4641804"/>
              <a:ext cx="304970" cy="206868"/>
            </a:xfrm>
            <a:prstGeom prst="rect">
              <a:avLst/>
            </a:prstGeom>
            <a:noFill/>
          </p:spPr>
          <p:txBody>
            <a:bodyPr wrap="none">
              <a:spAutoFit/>
            </a:bodyPr>
            <a:lstStyle/>
            <a:p>
              <a:pPr eaLnBrk="1" hangingPunct="1">
                <a:defRPr/>
              </a:pPr>
              <a:r>
                <a:rPr lang="en-US" sz="1000" dirty="0">
                  <a:solidFill>
                    <a:schemeClr val="bg1"/>
                  </a:solidFill>
                  <a:latin typeface="+mj-lt"/>
                  <a:cs typeface="Arial" charset="0"/>
                </a:rPr>
                <a:t>4/2</a:t>
              </a:r>
            </a:p>
          </p:txBody>
        </p:sp>
        <p:grpSp>
          <p:nvGrpSpPr>
            <p:cNvPr id="19490" name="Group 123">
              <a:extLst>
                <a:ext uri="{FF2B5EF4-FFF2-40B4-BE49-F238E27FC236}">
                  <a16:creationId xmlns:a16="http://schemas.microsoft.com/office/drawing/2014/main" id="{3F0DDFE6-227E-46BF-B0B0-1BC648272846}"/>
                </a:ext>
              </a:extLst>
            </p:cNvPr>
            <p:cNvGrpSpPr>
              <a:grpSpLocks/>
            </p:cNvGrpSpPr>
            <p:nvPr/>
          </p:nvGrpSpPr>
          <p:grpSpPr bwMode="auto">
            <a:xfrm>
              <a:off x="3401958" y="4719459"/>
              <a:ext cx="1602781" cy="76261"/>
              <a:chOff x="3401958" y="4689476"/>
              <a:chExt cx="1602781" cy="76261"/>
            </a:xfrm>
          </p:grpSpPr>
          <p:cxnSp>
            <p:nvCxnSpPr>
              <p:cNvPr id="19521" name="Прямая соединительная линия 35">
                <a:extLst>
                  <a:ext uri="{FF2B5EF4-FFF2-40B4-BE49-F238E27FC236}">
                    <a16:creationId xmlns:a16="http://schemas.microsoft.com/office/drawing/2014/main" id="{4E81D3CF-C9D1-4E2E-979A-DAC5EEB75E30}"/>
                  </a:ext>
                </a:extLst>
              </p:cNvPr>
              <p:cNvCxnSpPr>
                <a:cxnSpLocks noChangeShapeType="1"/>
              </p:cNvCxnSpPr>
              <p:nvPr/>
            </p:nvCxnSpPr>
            <p:spPr bwMode="auto">
              <a:xfrm flipV="1">
                <a:off x="3478717" y="4727606"/>
                <a:ext cx="1526022" cy="0"/>
              </a:xfrm>
              <a:prstGeom prst="line">
                <a:avLst/>
              </a:prstGeom>
              <a:noFill/>
              <a:ln w="9525" algn="ctr">
                <a:solidFill>
                  <a:schemeClr val="tx1"/>
                </a:solidFill>
                <a:round/>
                <a:headEnd/>
                <a:tailEnd/>
              </a:ln>
            </p:spPr>
          </p:cxnSp>
          <p:sp>
            <p:nvSpPr>
              <p:cNvPr id="19522" name="Oval 111">
                <a:extLst>
                  <a:ext uri="{FF2B5EF4-FFF2-40B4-BE49-F238E27FC236}">
                    <a16:creationId xmlns:a16="http://schemas.microsoft.com/office/drawing/2014/main" id="{40C5AB01-0BA0-42C2-9E84-7CF2D19C181E}"/>
                  </a:ext>
                </a:extLst>
              </p:cNvPr>
              <p:cNvSpPr>
                <a:spLocks noChangeArrowheads="1"/>
              </p:cNvSpPr>
              <p:nvPr/>
            </p:nvSpPr>
            <p:spPr bwMode="auto">
              <a:xfrm>
                <a:off x="3401958" y="4689476"/>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000"/>
              </a:p>
            </p:txBody>
          </p:sp>
        </p:grpSp>
        <p:grpSp>
          <p:nvGrpSpPr>
            <p:cNvPr id="19491" name="Group 124">
              <a:extLst>
                <a:ext uri="{FF2B5EF4-FFF2-40B4-BE49-F238E27FC236}">
                  <a16:creationId xmlns:a16="http://schemas.microsoft.com/office/drawing/2014/main" id="{16D29615-36BC-4768-9BA4-57BC4AACCF27}"/>
                </a:ext>
              </a:extLst>
            </p:cNvPr>
            <p:cNvGrpSpPr>
              <a:grpSpLocks/>
            </p:cNvGrpSpPr>
            <p:nvPr/>
          </p:nvGrpSpPr>
          <p:grpSpPr bwMode="auto">
            <a:xfrm>
              <a:off x="4600572" y="2667000"/>
              <a:ext cx="1114178" cy="294978"/>
              <a:chOff x="2659857" y="3495652"/>
              <a:chExt cx="1114178" cy="294978"/>
            </a:xfrm>
          </p:grpSpPr>
          <p:sp>
            <p:nvSpPr>
              <p:cNvPr id="126" name="Flowchart: Delay 53">
                <a:extLst>
                  <a:ext uri="{FF2B5EF4-FFF2-40B4-BE49-F238E27FC236}">
                    <a16:creationId xmlns:a16="http://schemas.microsoft.com/office/drawing/2014/main" id="{276050CF-84FE-4BC4-A640-4C05C0529482}"/>
                  </a:ext>
                </a:extLst>
              </p:cNvPr>
              <p:cNvSpPr/>
              <p:nvPr/>
            </p:nvSpPr>
            <p:spPr bwMode="auto">
              <a:xfrm>
                <a:off x="3066349" y="3495203"/>
                <a:ext cx="330384" cy="29495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000" baseline="-25000" dirty="0">
                  <a:latin typeface="+mj-lt"/>
                  <a:cs typeface="Arial" charset="0"/>
                </a:endParaRPr>
              </a:p>
            </p:txBody>
          </p:sp>
          <p:cxnSp>
            <p:nvCxnSpPr>
              <p:cNvPr id="19517" name="Прямая соединительная линия 18">
                <a:extLst>
                  <a:ext uri="{FF2B5EF4-FFF2-40B4-BE49-F238E27FC236}">
                    <a16:creationId xmlns:a16="http://schemas.microsoft.com/office/drawing/2014/main" id="{CB03D384-1007-4828-9CA7-43359EBFD552}"/>
                  </a:ext>
                </a:extLst>
              </p:cNvPr>
              <p:cNvCxnSpPr>
                <a:cxnSpLocks noChangeShapeType="1"/>
              </p:cNvCxnSpPr>
              <p:nvPr/>
            </p:nvCxnSpPr>
            <p:spPr bwMode="auto">
              <a:xfrm>
                <a:off x="2659857" y="3721827"/>
                <a:ext cx="407476" cy="0"/>
              </a:xfrm>
              <a:prstGeom prst="line">
                <a:avLst/>
              </a:prstGeom>
              <a:noFill/>
              <a:ln w="9525" algn="ctr">
                <a:solidFill>
                  <a:schemeClr val="tx1"/>
                </a:solidFill>
                <a:round/>
                <a:headEnd/>
                <a:tailEnd/>
              </a:ln>
            </p:spPr>
          </p:cxnSp>
          <p:cxnSp>
            <p:nvCxnSpPr>
              <p:cNvPr id="19518" name="Прямая соединительная линия 35">
                <a:extLst>
                  <a:ext uri="{FF2B5EF4-FFF2-40B4-BE49-F238E27FC236}">
                    <a16:creationId xmlns:a16="http://schemas.microsoft.com/office/drawing/2014/main" id="{AED098E7-BCCF-46CA-A9F2-87AA0D351173}"/>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29" name="TextBox 128">
                <a:extLst>
                  <a:ext uri="{FF2B5EF4-FFF2-40B4-BE49-F238E27FC236}">
                    <a16:creationId xmlns:a16="http://schemas.microsoft.com/office/drawing/2014/main" id="{A3A5FC90-3990-46A9-A8FD-100FE7CBA3B4}"/>
                  </a:ext>
                </a:extLst>
              </p:cNvPr>
              <p:cNvSpPr txBox="1"/>
              <p:nvPr/>
            </p:nvSpPr>
            <p:spPr>
              <a:xfrm>
                <a:off x="3065011" y="3527234"/>
                <a:ext cx="303633" cy="206868"/>
              </a:xfrm>
              <a:prstGeom prst="rect">
                <a:avLst/>
              </a:prstGeom>
              <a:noFill/>
            </p:spPr>
            <p:txBody>
              <a:bodyPr wrap="none">
                <a:spAutoFit/>
              </a:bodyPr>
              <a:lstStyle/>
              <a:p>
                <a:pPr eaLnBrk="1" hangingPunct="1">
                  <a:defRPr/>
                </a:pPr>
                <a:r>
                  <a:rPr lang="en-US" sz="1000" dirty="0">
                    <a:solidFill>
                      <a:schemeClr val="bg1"/>
                    </a:solidFill>
                    <a:latin typeface="+mj-lt"/>
                    <a:cs typeface="Arial" charset="0"/>
                  </a:rPr>
                  <a:t>3/2</a:t>
                </a:r>
              </a:p>
            </p:txBody>
          </p:sp>
          <p:sp>
            <p:nvSpPr>
              <p:cNvPr id="19520" name="Oval 129">
                <a:extLst>
                  <a:ext uri="{FF2B5EF4-FFF2-40B4-BE49-F238E27FC236}">
                    <a16:creationId xmlns:a16="http://schemas.microsoft.com/office/drawing/2014/main" id="{ECB0AE8F-9806-474D-BF15-C44EE47F8960}"/>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000"/>
              </a:p>
            </p:txBody>
          </p:sp>
        </p:grpSp>
        <p:cxnSp>
          <p:nvCxnSpPr>
            <p:cNvPr id="19492" name="Прямая соединительная линия 21">
              <a:extLst>
                <a:ext uri="{FF2B5EF4-FFF2-40B4-BE49-F238E27FC236}">
                  <a16:creationId xmlns:a16="http://schemas.microsoft.com/office/drawing/2014/main" id="{3E2E86DD-BA40-4DEB-B7C9-CA16668210AF}"/>
                </a:ext>
              </a:extLst>
            </p:cNvPr>
            <p:cNvCxnSpPr>
              <a:cxnSpLocks noChangeShapeType="1"/>
            </p:cNvCxnSpPr>
            <p:nvPr/>
          </p:nvCxnSpPr>
          <p:spPr bwMode="auto">
            <a:xfrm>
              <a:off x="6219133" y="3743459"/>
              <a:ext cx="219763" cy="0"/>
            </a:xfrm>
            <a:prstGeom prst="line">
              <a:avLst/>
            </a:prstGeom>
            <a:noFill/>
            <a:ln w="9525" algn="ctr">
              <a:solidFill>
                <a:schemeClr val="tx1"/>
              </a:solidFill>
              <a:round/>
              <a:headEnd/>
              <a:tailEnd/>
            </a:ln>
          </p:spPr>
        </p:cxnSp>
        <p:cxnSp>
          <p:nvCxnSpPr>
            <p:cNvPr id="19493" name="Прямая соединительная линия 42">
              <a:extLst>
                <a:ext uri="{FF2B5EF4-FFF2-40B4-BE49-F238E27FC236}">
                  <a16:creationId xmlns:a16="http://schemas.microsoft.com/office/drawing/2014/main" id="{3AC3958E-D95E-45AE-90B9-755560B55779}"/>
                </a:ext>
              </a:extLst>
            </p:cNvPr>
            <p:cNvCxnSpPr>
              <a:cxnSpLocks noChangeShapeType="1"/>
            </p:cNvCxnSpPr>
            <p:nvPr/>
          </p:nvCxnSpPr>
          <p:spPr bwMode="auto">
            <a:xfrm flipH="1">
              <a:off x="5709478" y="2814571"/>
              <a:ext cx="100" cy="865437"/>
            </a:xfrm>
            <a:prstGeom prst="line">
              <a:avLst/>
            </a:prstGeom>
            <a:noFill/>
            <a:ln w="9525" algn="ctr">
              <a:solidFill>
                <a:schemeClr val="tx1"/>
              </a:solidFill>
              <a:round/>
              <a:headEnd/>
              <a:tailEnd/>
            </a:ln>
          </p:spPr>
        </p:cxnSp>
        <p:sp>
          <p:nvSpPr>
            <p:cNvPr id="146" name="Flowchart: Delay 53">
              <a:extLst>
                <a:ext uri="{FF2B5EF4-FFF2-40B4-BE49-F238E27FC236}">
                  <a16:creationId xmlns:a16="http://schemas.microsoft.com/office/drawing/2014/main" id="{D794EA5A-627C-4B83-86AA-D20EB6220687}"/>
                </a:ext>
              </a:extLst>
            </p:cNvPr>
            <p:cNvSpPr/>
            <p:nvPr/>
          </p:nvSpPr>
          <p:spPr bwMode="auto">
            <a:xfrm>
              <a:off x="5812294" y="3598123"/>
              <a:ext cx="330384" cy="29495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000" baseline="-25000" dirty="0">
                <a:latin typeface="+mj-lt"/>
                <a:cs typeface="Arial" charset="0"/>
              </a:endParaRPr>
            </a:p>
          </p:txBody>
        </p:sp>
        <p:cxnSp>
          <p:nvCxnSpPr>
            <p:cNvPr id="19495" name="Прямая соединительная линия 18">
              <a:extLst>
                <a:ext uri="{FF2B5EF4-FFF2-40B4-BE49-F238E27FC236}">
                  <a16:creationId xmlns:a16="http://schemas.microsoft.com/office/drawing/2014/main" id="{23C265B1-01DE-442D-AD36-1F90AF7046CB}"/>
                </a:ext>
              </a:extLst>
            </p:cNvPr>
            <p:cNvCxnSpPr>
              <a:cxnSpLocks noChangeShapeType="1"/>
            </p:cNvCxnSpPr>
            <p:nvPr/>
          </p:nvCxnSpPr>
          <p:spPr bwMode="auto">
            <a:xfrm>
              <a:off x="5705186" y="3685603"/>
              <a:ext cx="109821" cy="0"/>
            </a:xfrm>
            <a:prstGeom prst="line">
              <a:avLst/>
            </a:prstGeom>
            <a:noFill/>
            <a:ln w="9525" algn="ctr">
              <a:solidFill>
                <a:schemeClr val="tx1"/>
              </a:solidFill>
              <a:round/>
              <a:headEnd/>
              <a:tailEnd/>
            </a:ln>
          </p:spPr>
        </p:cxnSp>
        <p:sp>
          <p:nvSpPr>
            <p:cNvPr id="148" name="TextBox 147">
              <a:extLst>
                <a:ext uri="{FF2B5EF4-FFF2-40B4-BE49-F238E27FC236}">
                  <a16:creationId xmlns:a16="http://schemas.microsoft.com/office/drawing/2014/main" id="{770D2E31-E403-4E4A-A3A7-3E964660EFA1}"/>
                </a:ext>
              </a:extLst>
            </p:cNvPr>
            <p:cNvSpPr txBox="1"/>
            <p:nvPr/>
          </p:nvSpPr>
          <p:spPr>
            <a:xfrm>
              <a:off x="5801593" y="3630154"/>
              <a:ext cx="303632" cy="206868"/>
            </a:xfrm>
            <a:prstGeom prst="rect">
              <a:avLst/>
            </a:prstGeom>
            <a:noFill/>
          </p:spPr>
          <p:txBody>
            <a:bodyPr wrap="none">
              <a:spAutoFit/>
            </a:bodyPr>
            <a:lstStyle/>
            <a:p>
              <a:pPr eaLnBrk="1" hangingPunct="1">
                <a:defRPr/>
              </a:pPr>
              <a:r>
                <a:rPr lang="en-US" sz="1000" dirty="0">
                  <a:solidFill>
                    <a:schemeClr val="bg1"/>
                  </a:solidFill>
                  <a:latin typeface="+mj-lt"/>
                  <a:cs typeface="Arial" charset="0"/>
                </a:rPr>
                <a:t>1/3</a:t>
              </a:r>
            </a:p>
          </p:txBody>
        </p:sp>
        <p:sp>
          <p:nvSpPr>
            <p:cNvPr id="19497" name="Oval 148">
              <a:extLst>
                <a:ext uri="{FF2B5EF4-FFF2-40B4-BE49-F238E27FC236}">
                  <a16:creationId xmlns:a16="http://schemas.microsoft.com/office/drawing/2014/main" id="{5F2F8C78-0D37-49EF-B5AC-591E212CF92B}"/>
                </a:ext>
              </a:extLst>
            </p:cNvPr>
            <p:cNvSpPr>
              <a:spLocks noChangeArrowheads="1"/>
            </p:cNvSpPr>
            <p:nvPr/>
          </p:nvSpPr>
          <p:spPr bwMode="auto">
            <a:xfrm>
              <a:off x="6147213" y="3706123"/>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000"/>
            </a:p>
          </p:txBody>
        </p:sp>
        <p:cxnSp>
          <p:nvCxnSpPr>
            <p:cNvPr id="19498" name="Прямая соединительная линия 42">
              <a:extLst>
                <a:ext uri="{FF2B5EF4-FFF2-40B4-BE49-F238E27FC236}">
                  <a16:creationId xmlns:a16="http://schemas.microsoft.com/office/drawing/2014/main" id="{C2411F90-F331-4596-9872-54ED3EBF2687}"/>
                </a:ext>
              </a:extLst>
            </p:cNvPr>
            <p:cNvCxnSpPr>
              <a:cxnSpLocks noChangeShapeType="1"/>
            </p:cNvCxnSpPr>
            <p:nvPr/>
          </p:nvCxnSpPr>
          <p:spPr bwMode="auto">
            <a:xfrm flipH="1">
              <a:off x="5704807" y="3801878"/>
              <a:ext cx="397" cy="858376"/>
            </a:xfrm>
            <a:prstGeom prst="line">
              <a:avLst/>
            </a:prstGeom>
            <a:noFill/>
            <a:ln w="9525" algn="ctr">
              <a:solidFill>
                <a:schemeClr val="tx1"/>
              </a:solidFill>
              <a:round/>
              <a:headEnd/>
              <a:tailEnd/>
            </a:ln>
          </p:spPr>
        </p:cxnSp>
        <p:cxnSp>
          <p:nvCxnSpPr>
            <p:cNvPr id="19499" name="Прямая соединительная линия 18">
              <a:extLst>
                <a:ext uri="{FF2B5EF4-FFF2-40B4-BE49-F238E27FC236}">
                  <a16:creationId xmlns:a16="http://schemas.microsoft.com/office/drawing/2014/main" id="{F84D9B4D-7357-42AD-88F5-344CD6A6B58F}"/>
                </a:ext>
              </a:extLst>
            </p:cNvPr>
            <p:cNvCxnSpPr>
              <a:cxnSpLocks noChangeShapeType="1"/>
            </p:cNvCxnSpPr>
            <p:nvPr/>
          </p:nvCxnSpPr>
          <p:spPr bwMode="auto">
            <a:xfrm>
              <a:off x="5698792" y="3803260"/>
              <a:ext cx="109821" cy="0"/>
            </a:xfrm>
            <a:prstGeom prst="line">
              <a:avLst/>
            </a:prstGeom>
            <a:noFill/>
            <a:ln w="9525" algn="ctr">
              <a:solidFill>
                <a:schemeClr val="tx1"/>
              </a:solidFill>
              <a:round/>
              <a:headEnd/>
              <a:tailEnd/>
            </a:ln>
          </p:spPr>
        </p:cxnSp>
        <p:sp>
          <p:nvSpPr>
            <p:cNvPr id="19500" name="TextBox 155">
              <a:extLst>
                <a:ext uri="{FF2B5EF4-FFF2-40B4-BE49-F238E27FC236}">
                  <a16:creationId xmlns:a16="http://schemas.microsoft.com/office/drawing/2014/main" id="{7928C06F-B5D2-4E4D-996D-6F457979D2FF}"/>
                </a:ext>
              </a:extLst>
            </p:cNvPr>
            <p:cNvSpPr txBox="1">
              <a:spLocks noChangeArrowheads="1"/>
            </p:cNvSpPr>
            <p:nvPr/>
          </p:nvSpPr>
          <p:spPr bwMode="auto">
            <a:xfrm>
              <a:off x="2423847" y="2574433"/>
              <a:ext cx="221828"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a</a:t>
              </a:r>
            </a:p>
          </p:txBody>
        </p:sp>
        <p:sp>
          <p:nvSpPr>
            <p:cNvPr id="19501" name="TextBox 156">
              <a:extLst>
                <a:ext uri="{FF2B5EF4-FFF2-40B4-BE49-F238E27FC236}">
                  <a16:creationId xmlns:a16="http://schemas.microsoft.com/office/drawing/2014/main" id="{B755B2A8-BC8C-45C4-B437-C171CDEB3DD2}"/>
                </a:ext>
              </a:extLst>
            </p:cNvPr>
            <p:cNvSpPr txBox="1">
              <a:spLocks noChangeArrowheads="1"/>
            </p:cNvSpPr>
            <p:nvPr/>
          </p:nvSpPr>
          <p:spPr bwMode="auto">
            <a:xfrm>
              <a:off x="2423744" y="2717884"/>
              <a:ext cx="221828"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b</a:t>
              </a:r>
            </a:p>
          </p:txBody>
        </p:sp>
        <p:sp>
          <p:nvSpPr>
            <p:cNvPr id="19502" name="TextBox 157">
              <a:extLst>
                <a:ext uri="{FF2B5EF4-FFF2-40B4-BE49-F238E27FC236}">
                  <a16:creationId xmlns:a16="http://schemas.microsoft.com/office/drawing/2014/main" id="{33CCBE85-E38A-481B-BC97-8A9A0FB58B0B}"/>
                </a:ext>
              </a:extLst>
            </p:cNvPr>
            <p:cNvSpPr txBox="1">
              <a:spLocks noChangeArrowheads="1"/>
            </p:cNvSpPr>
            <p:nvPr/>
          </p:nvSpPr>
          <p:spPr bwMode="auto">
            <a:xfrm>
              <a:off x="2426783" y="3251284"/>
              <a:ext cx="215072"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a:t>
              </a:r>
            </a:p>
          </p:txBody>
        </p:sp>
        <p:sp>
          <p:nvSpPr>
            <p:cNvPr id="19503" name="TextBox 158">
              <a:extLst>
                <a:ext uri="{FF2B5EF4-FFF2-40B4-BE49-F238E27FC236}">
                  <a16:creationId xmlns:a16="http://schemas.microsoft.com/office/drawing/2014/main" id="{CA347D0E-B948-45EB-A80B-3FC60F3095D2}"/>
                </a:ext>
              </a:extLst>
            </p:cNvPr>
            <p:cNvSpPr txBox="1">
              <a:spLocks noChangeArrowheads="1"/>
            </p:cNvSpPr>
            <p:nvPr/>
          </p:nvSpPr>
          <p:spPr bwMode="auto">
            <a:xfrm>
              <a:off x="2429720" y="3403701"/>
              <a:ext cx="221828"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d</a:t>
              </a:r>
            </a:p>
          </p:txBody>
        </p:sp>
        <p:sp>
          <p:nvSpPr>
            <p:cNvPr id="19504" name="TextBox 159">
              <a:extLst>
                <a:ext uri="{FF2B5EF4-FFF2-40B4-BE49-F238E27FC236}">
                  <a16:creationId xmlns:a16="http://schemas.microsoft.com/office/drawing/2014/main" id="{6C8F4690-7375-4BBD-8AAF-863C3AF3E7E4}"/>
                </a:ext>
              </a:extLst>
            </p:cNvPr>
            <p:cNvSpPr txBox="1">
              <a:spLocks noChangeArrowheads="1"/>
            </p:cNvSpPr>
            <p:nvPr/>
          </p:nvSpPr>
          <p:spPr bwMode="auto">
            <a:xfrm>
              <a:off x="2429720" y="3866345"/>
              <a:ext cx="221828"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e</a:t>
              </a:r>
            </a:p>
          </p:txBody>
        </p:sp>
        <p:sp>
          <p:nvSpPr>
            <p:cNvPr id="19505" name="TextBox 160">
              <a:extLst>
                <a:ext uri="{FF2B5EF4-FFF2-40B4-BE49-F238E27FC236}">
                  <a16:creationId xmlns:a16="http://schemas.microsoft.com/office/drawing/2014/main" id="{EBA0FB2A-1277-42E3-B61D-DA2897283CB9}"/>
                </a:ext>
              </a:extLst>
            </p:cNvPr>
            <p:cNvSpPr txBox="1">
              <a:spLocks noChangeArrowheads="1"/>
            </p:cNvSpPr>
            <p:nvPr/>
          </p:nvSpPr>
          <p:spPr bwMode="auto">
            <a:xfrm>
              <a:off x="2434540" y="4032339"/>
              <a:ext cx="188053"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f</a:t>
              </a:r>
            </a:p>
          </p:txBody>
        </p:sp>
        <p:sp>
          <p:nvSpPr>
            <p:cNvPr id="19506" name="TextBox 161">
              <a:extLst>
                <a:ext uri="{FF2B5EF4-FFF2-40B4-BE49-F238E27FC236}">
                  <a16:creationId xmlns:a16="http://schemas.microsoft.com/office/drawing/2014/main" id="{C0CBCED0-1B51-423C-A347-BAA5FEF7107B}"/>
                </a:ext>
              </a:extLst>
            </p:cNvPr>
            <p:cNvSpPr txBox="1">
              <a:spLocks noChangeArrowheads="1"/>
            </p:cNvSpPr>
            <p:nvPr/>
          </p:nvSpPr>
          <p:spPr bwMode="auto">
            <a:xfrm>
              <a:off x="2431709" y="4728463"/>
              <a:ext cx="221828"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h</a:t>
              </a:r>
            </a:p>
          </p:txBody>
        </p:sp>
        <p:sp>
          <p:nvSpPr>
            <p:cNvPr id="19507" name="TextBox 162">
              <a:extLst>
                <a:ext uri="{FF2B5EF4-FFF2-40B4-BE49-F238E27FC236}">
                  <a16:creationId xmlns:a16="http://schemas.microsoft.com/office/drawing/2014/main" id="{C84CF664-096D-4DC2-8869-FDBAE7A721D3}"/>
                </a:ext>
              </a:extLst>
            </p:cNvPr>
            <p:cNvSpPr txBox="1">
              <a:spLocks noChangeArrowheads="1"/>
            </p:cNvSpPr>
            <p:nvPr/>
          </p:nvSpPr>
          <p:spPr bwMode="auto">
            <a:xfrm>
              <a:off x="2434645" y="4573143"/>
              <a:ext cx="221828"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g</a:t>
              </a:r>
            </a:p>
          </p:txBody>
        </p:sp>
        <p:sp>
          <p:nvSpPr>
            <p:cNvPr id="19508" name="TextBox 163">
              <a:extLst>
                <a:ext uri="{FF2B5EF4-FFF2-40B4-BE49-F238E27FC236}">
                  <a16:creationId xmlns:a16="http://schemas.microsoft.com/office/drawing/2014/main" id="{58CD4654-6DD6-4032-9DE6-1D0A0720DFD3}"/>
                </a:ext>
              </a:extLst>
            </p:cNvPr>
            <p:cNvSpPr txBox="1">
              <a:spLocks noChangeArrowheads="1"/>
            </p:cNvSpPr>
            <p:nvPr/>
          </p:nvSpPr>
          <p:spPr bwMode="auto">
            <a:xfrm>
              <a:off x="3480358" y="2496296"/>
              <a:ext cx="182650"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i</a:t>
              </a:r>
            </a:p>
          </p:txBody>
        </p:sp>
        <p:sp>
          <p:nvSpPr>
            <p:cNvPr id="19509" name="TextBox 164">
              <a:extLst>
                <a:ext uri="{FF2B5EF4-FFF2-40B4-BE49-F238E27FC236}">
                  <a16:creationId xmlns:a16="http://schemas.microsoft.com/office/drawing/2014/main" id="{A1CB7E5B-8B7D-4DAF-878D-4A13AA26F119}"/>
                </a:ext>
              </a:extLst>
            </p:cNvPr>
            <p:cNvSpPr txBox="1">
              <a:spLocks noChangeArrowheads="1"/>
            </p:cNvSpPr>
            <p:nvPr/>
          </p:nvSpPr>
          <p:spPr bwMode="auto">
            <a:xfrm>
              <a:off x="3480358" y="3175508"/>
              <a:ext cx="182650"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j</a:t>
              </a:r>
            </a:p>
          </p:txBody>
        </p:sp>
        <p:sp>
          <p:nvSpPr>
            <p:cNvPr id="19510" name="TextBox 165">
              <a:extLst>
                <a:ext uri="{FF2B5EF4-FFF2-40B4-BE49-F238E27FC236}">
                  <a16:creationId xmlns:a16="http://schemas.microsoft.com/office/drawing/2014/main" id="{39ED0583-044C-4C44-A6E2-120A5E095284}"/>
                </a:ext>
              </a:extLst>
            </p:cNvPr>
            <p:cNvSpPr txBox="1">
              <a:spLocks noChangeArrowheads="1"/>
            </p:cNvSpPr>
            <p:nvPr/>
          </p:nvSpPr>
          <p:spPr bwMode="auto">
            <a:xfrm>
              <a:off x="3483434" y="3800344"/>
              <a:ext cx="215072"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k</a:t>
              </a:r>
            </a:p>
          </p:txBody>
        </p:sp>
        <p:sp>
          <p:nvSpPr>
            <p:cNvPr id="19511" name="TextBox 166">
              <a:extLst>
                <a:ext uri="{FF2B5EF4-FFF2-40B4-BE49-F238E27FC236}">
                  <a16:creationId xmlns:a16="http://schemas.microsoft.com/office/drawing/2014/main" id="{1C43E079-73EE-4727-A616-D1919E42CF9B}"/>
                </a:ext>
              </a:extLst>
            </p:cNvPr>
            <p:cNvSpPr txBox="1">
              <a:spLocks noChangeArrowheads="1"/>
            </p:cNvSpPr>
            <p:nvPr/>
          </p:nvSpPr>
          <p:spPr bwMode="auto">
            <a:xfrm>
              <a:off x="3483434" y="4512765"/>
              <a:ext cx="182650"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l</a:t>
              </a:r>
            </a:p>
          </p:txBody>
        </p:sp>
        <p:sp>
          <p:nvSpPr>
            <p:cNvPr id="19512" name="TextBox 167">
              <a:extLst>
                <a:ext uri="{FF2B5EF4-FFF2-40B4-BE49-F238E27FC236}">
                  <a16:creationId xmlns:a16="http://schemas.microsoft.com/office/drawing/2014/main" id="{10886CCD-8518-410A-9808-F4006B5BDBA0}"/>
                </a:ext>
              </a:extLst>
            </p:cNvPr>
            <p:cNvSpPr txBox="1">
              <a:spLocks noChangeArrowheads="1"/>
            </p:cNvSpPr>
            <p:nvPr/>
          </p:nvSpPr>
          <p:spPr bwMode="auto">
            <a:xfrm>
              <a:off x="5429078" y="2558043"/>
              <a:ext cx="221828"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n</a:t>
              </a:r>
            </a:p>
          </p:txBody>
        </p:sp>
        <p:sp>
          <p:nvSpPr>
            <p:cNvPr id="19513" name="TextBox 168">
              <a:extLst>
                <a:ext uri="{FF2B5EF4-FFF2-40B4-BE49-F238E27FC236}">
                  <a16:creationId xmlns:a16="http://schemas.microsoft.com/office/drawing/2014/main" id="{8C8A9AE3-E8BF-4895-B4A5-4CA477C3F25F}"/>
                </a:ext>
              </a:extLst>
            </p:cNvPr>
            <p:cNvSpPr txBox="1">
              <a:spLocks noChangeArrowheads="1"/>
            </p:cNvSpPr>
            <p:nvPr/>
          </p:nvSpPr>
          <p:spPr bwMode="auto">
            <a:xfrm>
              <a:off x="5418141" y="4406739"/>
              <a:ext cx="221828"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p</a:t>
              </a:r>
            </a:p>
          </p:txBody>
        </p:sp>
        <p:sp>
          <p:nvSpPr>
            <p:cNvPr id="19514" name="TextBox 169">
              <a:extLst>
                <a:ext uri="{FF2B5EF4-FFF2-40B4-BE49-F238E27FC236}">
                  <a16:creationId xmlns:a16="http://schemas.microsoft.com/office/drawing/2014/main" id="{8795AAE5-D9FF-43FA-859E-0B4C3E864C47}"/>
                </a:ext>
              </a:extLst>
            </p:cNvPr>
            <p:cNvSpPr txBox="1">
              <a:spLocks noChangeArrowheads="1"/>
            </p:cNvSpPr>
            <p:nvPr/>
          </p:nvSpPr>
          <p:spPr bwMode="auto">
            <a:xfrm>
              <a:off x="6219133" y="3491892"/>
              <a:ext cx="221828"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o</a:t>
              </a:r>
            </a:p>
          </p:txBody>
        </p:sp>
        <p:sp>
          <p:nvSpPr>
            <p:cNvPr id="19515" name="TextBox 170">
              <a:extLst>
                <a:ext uri="{FF2B5EF4-FFF2-40B4-BE49-F238E27FC236}">
                  <a16:creationId xmlns:a16="http://schemas.microsoft.com/office/drawing/2014/main" id="{967B9B41-AFC4-4F1D-8241-5F8FF93C8069}"/>
                </a:ext>
              </a:extLst>
            </p:cNvPr>
            <p:cNvSpPr txBox="1">
              <a:spLocks noChangeArrowheads="1"/>
            </p:cNvSpPr>
            <p:nvPr/>
          </p:nvSpPr>
          <p:spPr bwMode="auto">
            <a:xfrm>
              <a:off x="4340945" y="3485508"/>
              <a:ext cx="254251" cy="21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m</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C70D7EC4-C5F9-47F6-8252-737B181AA999}"/>
              </a:ext>
            </a:extLst>
          </p:cNvPr>
          <p:cNvSpPr>
            <a:spLocks noGrp="1"/>
          </p:cNvSpPr>
          <p:nvPr>
            <p:ph type="title"/>
          </p:nvPr>
        </p:nvSpPr>
        <p:spPr/>
        <p:txBody>
          <a:bodyPr/>
          <a:lstStyle/>
          <a:p>
            <a:r>
              <a:rPr lang="en-US" altLang="en-US"/>
              <a:t>CPM Arrival Time Calculation Steps (4)</a:t>
            </a:r>
          </a:p>
        </p:txBody>
      </p:sp>
      <p:grpSp>
        <p:nvGrpSpPr>
          <p:cNvPr id="20483" name="Group 183">
            <a:extLst>
              <a:ext uri="{FF2B5EF4-FFF2-40B4-BE49-F238E27FC236}">
                <a16:creationId xmlns:a16="http://schemas.microsoft.com/office/drawing/2014/main" id="{CCB022F1-DBB1-47C9-A065-F82933F10DD4}"/>
              </a:ext>
            </a:extLst>
          </p:cNvPr>
          <p:cNvGrpSpPr>
            <a:grpSpLocks/>
          </p:cNvGrpSpPr>
          <p:nvPr/>
        </p:nvGrpSpPr>
        <p:grpSpPr bwMode="auto">
          <a:xfrm>
            <a:off x="2974976" y="1597026"/>
            <a:ext cx="5376863" cy="3508375"/>
            <a:chOff x="1795511" y="2250146"/>
            <a:chExt cx="4657209" cy="3013596"/>
          </a:xfrm>
        </p:grpSpPr>
        <p:cxnSp>
          <p:nvCxnSpPr>
            <p:cNvPr id="20484" name="Прямая соединительная линия 17">
              <a:extLst>
                <a:ext uri="{FF2B5EF4-FFF2-40B4-BE49-F238E27FC236}">
                  <a16:creationId xmlns:a16="http://schemas.microsoft.com/office/drawing/2014/main" id="{8F80CEBC-5D7F-4F2F-AD10-FBDB7617C61F}"/>
                </a:ext>
              </a:extLst>
            </p:cNvPr>
            <p:cNvCxnSpPr>
              <a:cxnSpLocks noChangeShapeType="1"/>
            </p:cNvCxnSpPr>
            <p:nvPr/>
          </p:nvCxnSpPr>
          <p:spPr bwMode="auto">
            <a:xfrm>
              <a:off x="4602755" y="2893175"/>
              <a:ext cx="0" cy="1710048"/>
            </a:xfrm>
            <a:prstGeom prst="line">
              <a:avLst/>
            </a:prstGeom>
            <a:noFill/>
            <a:ln w="9525" algn="ctr">
              <a:solidFill>
                <a:schemeClr val="tx1"/>
              </a:solidFill>
              <a:round/>
              <a:headEnd/>
              <a:tailEnd/>
            </a:ln>
          </p:spPr>
        </p:cxnSp>
        <p:cxnSp>
          <p:nvCxnSpPr>
            <p:cNvPr id="20485" name="Прямая соединительная линия 21">
              <a:extLst>
                <a:ext uri="{FF2B5EF4-FFF2-40B4-BE49-F238E27FC236}">
                  <a16:creationId xmlns:a16="http://schemas.microsoft.com/office/drawing/2014/main" id="{25613259-5247-46EB-B850-44C1C6F72B2E}"/>
                </a:ext>
              </a:extLst>
            </p:cNvPr>
            <p:cNvCxnSpPr>
              <a:cxnSpLocks noChangeShapeType="1"/>
            </p:cNvCxnSpPr>
            <p:nvPr/>
          </p:nvCxnSpPr>
          <p:spPr bwMode="auto">
            <a:xfrm>
              <a:off x="4380342" y="3741925"/>
              <a:ext cx="219763" cy="0"/>
            </a:xfrm>
            <a:prstGeom prst="line">
              <a:avLst/>
            </a:prstGeom>
            <a:noFill/>
            <a:ln w="9525" algn="ctr">
              <a:solidFill>
                <a:schemeClr val="tx1"/>
              </a:solidFill>
              <a:round/>
              <a:headEnd/>
              <a:tailEnd/>
            </a:ln>
          </p:spPr>
        </p:cxnSp>
        <p:cxnSp>
          <p:nvCxnSpPr>
            <p:cNvPr id="20486" name="Прямая соединительная линия 42">
              <a:extLst>
                <a:ext uri="{FF2B5EF4-FFF2-40B4-BE49-F238E27FC236}">
                  <a16:creationId xmlns:a16="http://schemas.microsoft.com/office/drawing/2014/main" id="{9D73B783-8A67-4F41-A337-2A5D8FC97220}"/>
                </a:ext>
              </a:extLst>
            </p:cNvPr>
            <p:cNvCxnSpPr>
              <a:cxnSpLocks noChangeShapeType="1"/>
            </p:cNvCxnSpPr>
            <p:nvPr/>
          </p:nvCxnSpPr>
          <p:spPr bwMode="auto">
            <a:xfrm flipH="1">
              <a:off x="3865625" y="3427466"/>
              <a:ext cx="794" cy="252542"/>
            </a:xfrm>
            <a:prstGeom prst="line">
              <a:avLst/>
            </a:prstGeom>
            <a:noFill/>
            <a:ln w="9525" algn="ctr">
              <a:solidFill>
                <a:schemeClr val="tx1"/>
              </a:solidFill>
              <a:round/>
              <a:headEnd/>
              <a:tailEnd/>
            </a:ln>
          </p:spPr>
        </p:cxnSp>
        <p:sp>
          <p:nvSpPr>
            <p:cNvPr id="6" name="Прямоугольник 47">
              <a:extLst>
                <a:ext uri="{FF2B5EF4-FFF2-40B4-BE49-F238E27FC236}">
                  <a16:creationId xmlns:a16="http://schemas.microsoft.com/office/drawing/2014/main" id="{E9C166B2-0780-48BE-968F-2642B6C3B812}"/>
                </a:ext>
              </a:extLst>
            </p:cNvPr>
            <p:cNvSpPr/>
            <p:nvPr/>
          </p:nvSpPr>
          <p:spPr bwMode="auto">
            <a:xfrm>
              <a:off x="1795511" y="2536506"/>
              <a:ext cx="715013" cy="500448"/>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7" name="Прямоугольник 48">
              <a:extLst>
                <a:ext uri="{FF2B5EF4-FFF2-40B4-BE49-F238E27FC236}">
                  <a16:creationId xmlns:a16="http://schemas.microsoft.com/office/drawing/2014/main" id="{970EC943-95DA-4DB1-92B2-4914DD159310}"/>
                </a:ext>
              </a:extLst>
            </p:cNvPr>
            <p:cNvSpPr/>
            <p:nvPr/>
          </p:nvSpPr>
          <p:spPr bwMode="auto">
            <a:xfrm>
              <a:off x="1821637" y="3251042"/>
              <a:ext cx="715013" cy="500448"/>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8" name="Прямоугольник 49">
              <a:extLst>
                <a:ext uri="{FF2B5EF4-FFF2-40B4-BE49-F238E27FC236}">
                  <a16:creationId xmlns:a16="http://schemas.microsoft.com/office/drawing/2014/main" id="{8ECB11C9-3329-41C1-82D5-779E4ACF36D5}"/>
                </a:ext>
              </a:extLst>
            </p:cNvPr>
            <p:cNvSpPr/>
            <p:nvPr/>
          </p:nvSpPr>
          <p:spPr bwMode="auto">
            <a:xfrm>
              <a:off x="1827137" y="3836034"/>
              <a:ext cx="715013" cy="500447"/>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9" name="Прямоугольник 50">
              <a:extLst>
                <a:ext uri="{FF2B5EF4-FFF2-40B4-BE49-F238E27FC236}">
                  <a16:creationId xmlns:a16="http://schemas.microsoft.com/office/drawing/2014/main" id="{A43ADA13-9350-4BAB-A2F1-31605E5EECA2}"/>
                </a:ext>
              </a:extLst>
            </p:cNvPr>
            <p:cNvSpPr/>
            <p:nvPr/>
          </p:nvSpPr>
          <p:spPr bwMode="auto">
            <a:xfrm>
              <a:off x="1853262" y="4505570"/>
              <a:ext cx="715013" cy="499084"/>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10" name="Прямоугольник 51">
              <a:extLst>
                <a:ext uri="{FF2B5EF4-FFF2-40B4-BE49-F238E27FC236}">
                  <a16:creationId xmlns:a16="http://schemas.microsoft.com/office/drawing/2014/main" id="{74806855-AF07-49A4-BD3A-19F71DC5AE9D}"/>
                </a:ext>
              </a:extLst>
            </p:cNvPr>
            <p:cNvSpPr/>
            <p:nvPr/>
          </p:nvSpPr>
          <p:spPr bwMode="auto">
            <a:xfrm>
              <a:off x="3510167" y="4763295"/>
              <a:ext cx="713637" cy="500447"/>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A:4/2</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1" name="Прямоугольник 52">
              <a:extLst>
                <a:ext uri="{FF2B5EF4-FFF2-40B4-BE49-F238E27FC236}">
                  <a16:creationId xmlns:a16="http://schemas.microsoft.com/office/drawing/2014/main" id="{C6F859CB-5E58-496C-9A60-4312E2B0911F}"/>
                </a:ext>
              </a:extLst>
            </p:cNvPr>
            <p:cNvSpPr/>
            <p:nvPr/>
          </p:nvSpPr>
          <p:spPr bwMode="auto">
            <a:xfrm>
              <a:off x="3510167" y="4065122"/>
              <a:ext cx="713637" cy="500447"/>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A:3/1</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2" name="Прямоугольник 53">
              <a:extLst>
                <a:ext uri="{FF2B5EF4-FFF2-40B4-BE49-F238E27FC236}">
                  <a16:creationId xmlns:a16="http://schemas.microsoft.com/office/drawing/2014/main" id="{275B21E5-786F-48D2-B726-D106E5E869AC}"/>
                </a:ext>
              </a:extLst>
            </p:cNvPr>
            <p:cNvSpPr/>
            <p:nvPr/>
          </p:nvSpPr>
          <p:spPr bwMode="auto">
            <a:xfrm>
              <a:off x="4604687" y="3493766"/>
              <a:ext cx="713637" cy="500448"/>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A:3/5</a:t>
              </a:r>
              <a:endParaRPr lang="en-US" sz="1400" dirty="0">
                <a:latin typeface="+mj-lt"/>
                <a:cs typeface="Arial" charset="0"/>
              </a:endParaRP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6" name="Прямоугольник 57">
              <a:extLst>
                <a:ext uri="{FF2B5EF4-FFF2-40B4-BE49-F238E27FC236}">
                  <a16:creationId xmlns:a16="http://schemas.microsoft.com/office/drawing/2014/main" id="{F791D041-0013-4146-826A-B7485705B068}"/>
                </a:ext>
              </a:extLst>
            </p:cNvPr>
            <p:cNvSpPr/>
            <p:nvPr/>
          </p:nvSpPr>
          <p:spPr bwMode="auto">
            <a:xfrm>
              <a:off x="3510167" y="2250146"/>
              <a:ext cx="713637" cy="500448"/>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A:2/1</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7" name="Прямоугольник 58">
              <a:extLst>
                <a:ext uri="{FF2B5EF4-FFF2-40B4-BE49-F238E27FC236}">
                  <a16:creationId xmlns:a16="http://schemas.microsoft.com/office/drawing/2014/main" id="{C0FFBACF-6527-4DA8-9F89-770708A4D6AF}"/>
                </a:ext>
              </a:extLst>
            </p:cNvPr>
            <p:cNvSpPr/>
            <p:nvPr/>
          </p:nvSpPr>
          <p:spPr bwMode="auto">
            <a:xfrm>
              <a:off x="3581668" y="2929228"/>
              <a:ext cx="713637" cy="500448"/>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A:4/2</a:t>
              </a: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grpSp>
          <p:nvGrpSpPr>
            <p:cNvPr id="20496" name="Group 65">
              <a:extLst>
                <a:ext uri="{FF2B5EF4-FFF2-40B4-BE49-F238E27FC236}">
                  <a16:creationId xmlns:a16="http://schemas.microsoft.com/office/drawing/2014/main" id="{71FE2B86-35F1-4F60-B6E9-3A5E0BB6E3DE}"/>
                </a:ext>
              </a:extLst>
            </p:cNvPr>
            <p:cNvGrpSpPr>
              <a:grpSpLocks/>
            </p:cNvGrpSpPr>
            <p:nvPr/>
          </p:nvGrpSpPr>
          <p:grpSpPr bwMode="auto">
            <a:xfrm>
              <a:off x="2652767" y="2608438"/>
              <a:ext cx="2352440" cy="294978"/>
              <a:chOff x="2652767" y="2608438"/>
              <a:chExt cx="2352440" cy="294978"/>
            </a:xfrm>
          </p:grpSpPr>
          <p:sp>
            <p:nvSpPr>
              <p:cNvPr id="18" name="Flowchart: Delay 53">
                <a:extLst>
                  <a:ext uri="{FF2B5EF4-FFF2-40B4-BE49-F238E27FC236}">
                    <a16:creationId xmlns:a16="http://schemas.microsoft.com/office/drawing/2014/main" id="{1285AD5A-826F-433C-9466-A493C381DA2A}"/>
                  </a:ext>
                </a:extLst>
              </p:cNvPr>
              <p:cNvSpPr/>
              <p:nvPr/>
            </p:nvSpPr>
            <p:spPr bwMode="auto">
              <a:xfrm>
                <a:off x="3059159" y="2608778"/>
                <a:ext cx="330006"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0560" name="Прямая соединительная линия 18">
                <a:extLst>
                  <a:ext uri="{FF2B5EF4-FFF2-40B4-BE49-F238E27FC236}">
                    <a16:creationId xmlns:a16="http://schemas.microsoft.com/office/drawing/2014/main" id="{4BB8BD99-5735-4681-A33F-BF80E10F3879}"/>
                  </a:ext>
                </a:extLst>
              </p:cNvPr>
              <p:cNvCxnSpPr>
                <a:cxnSpLocks noChangeShapeType="1"/>
              </p:cNvCxnSpPr>
              <p:nvPr/>
            </p:nvCxnSpPr>
            <p:spPr bwMode="auto">
              <a:xfrm>
                <a:off x="2652767" y="2696515"/>
                <a:ext cx="407476" cy="0"/>
              </a:xfrm>
              <a:prstGeom prst="line">
                <a:avLst/>
              </a:prstGeom>
              <a:noFill/>
              <a:ln w="9525" algn="ctr">
                <a:solidFill>
                  <a:schemeClr val="tx1"/>
                </a:solidFill>
                <a:round/>
                <a:headEnd/>
                <a:tailEnd/>
              </a:ln>
            </p:spPr>
          </p:cxnSp>
          <p:cxnSp>
            <p:nvCxnSpPr>
              <p:cNvPr id="20561" name="Прямая соединительная линия 19">
                <a:extLst>
                  <a:ext uri="{FF2B5EF4-FFF2-40B4-BE49-F238E27FC236}">
                    <a16:creationId xmlns:a16="http://schemas.microsoft.com/office/drawing/2014/main" id="{AB02EE5C-0031-4262-A5E1-E57A99AB6969}"/>
                  </a:ext>
                </a:extLst>
              </p:cNvPr>
              <p:cNvCxnSpPr>
                <a:cxnSpLocks noChangeShapeType="1"/>
              </p:cNvCxnSpPr>
              <p:nvPr/>
            </p:nvCxnSpPr>
            <p:spPr bwMode="auto">
              <a:xfrm>
                <a:off x="2654205" y="2851544"/>
                <a:ext cx="407476" cy="0"/>
              </a:xfrm>
              <a:prstGeom prst="line">
                <a:avLst/>
              </a:prstGeom>
              <a:noFill/>
              <a:ln w="9525" algn="ctr">
                <a:solidFill>
                  <a:schemeClr val="tx1"/>
                </a:solidFill>
                <a:round/>
                <a:headEnd/>
                <a:tailEnd/>
              </a:ln>
            </p:spPr>
          </p:cxnSp>
          <p:cxnSp>
            <p:nvCxnSpPr>
              <p:cNvPr id="20562" name="Прямая соединительная линия 35">
                <a:extLst>
                  <a:ext uri="{FF2B5EF4-FFF2-40B4-BE49-F238E27FC236}">
                    <a16:creationId xmlns:a16="http://schemas.microsoft.com/office/drawing/2014/main" id="{8104A7A9-7D5E-414E-AF27-C95B137B601D}"/>
                  </a:ext>
                </a:extLst>
              </p:cNvPr>
              <p:cNvCxnSpPr>
                <a:cxnSpLocks noChangeShapeType="1"/>
                <a:endCxn id="129" idx="1"/>
              </p:cNvCxnSpPr>
              <p:nvPr/>
            </p:nvCxnSpPr>
            <p:spPr bwMode="auto">
              <a:xfrm>
                <a:off x="3480358" y="2755927"/>
                <a:ext cx="1524849" cy="0"/>
              </a:xfrm>
              <a:prstGeom prst="line">
                <a:avLst/>
              </a:prstGeom>
              <a:noFill/>
              <a:ln w="9525" algn="ctr">
                <a:solidFill>
                  <a:schemeClr val="tx1"/>
                </a:solidFill>
                <a:round/>
                <a:headEnd/>
                <a:tailEnd/>
              </a:ln>
            </p:spPr>
          </p:cxnSp>
          <p:sp>
            <p:nvSpPr>
              <p:cNvPr id="61" name="TextBox 60">
                <a:extLst>
                  <a:ext uri="{FF2B5EF4-FFF2-40B4-BE49-F238E27FC236}">
                    <a16:creationId xmlns:a16="http://schemas.microsoft.com/office/drawing/2014/main" id="{D37AC1E8-B582-4A67-9DDD-D259BFEF8F26}"/>
                  </a:ext>
                </a:extLst>
              </p:cNvPr>
              <p:cNvSpPr txBox="1"/>
              <p:nvPr/>
            </p:nvSpPr>
            <p:spPr>
              <a:xfrm>
                <a:off x="3046784" y="2640141"/>
                <a:ext cx="323131"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2/1</a:t>
                </a:r>
              </a:p>
            </p:txBody>
          </p:sp>
          <p:sp>
            <p:nvSpPr>
              <p:cNvPr id="20564" name="Oval 64">
                <a:extLst>
                  <a:ext uri="{FF2B5EF4-FFF2-40B4-BE49-F238E27FC236}">
                    <a16:creationId xmlns:a16="http://schemas.microsoft.com/office/drawing/2014/main" id="{6DFF3490-866A-4AA1-8480-119201C97FAA}"/>
                  </a:ext>
                </a:extLst>
              </p:cNvPr>
              <p:cNvSpPr>
                <a:spLocks noChangeArrowheads="1"/>
              </p:cNvSpPr>
              <p:nvPr/>
            </p:nvSpPr>
            <p:spPr bwMode="auto">
              <a:xfrm>
                <a:off x="3394075" y="2717797"/>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69" name="Flowchart: Delay 53">
              <a:extLst>
                <a:ext uri="{FF2B5EF4-FFF2-40B4-BE49-F238E27FC236}">
                  <a16:creationId xmlns:a16="http://schemas.microsoft.com/office/drawing/2014/main" id="{97D00179-D98F-4A15-AB47-6D476A093E99}"/>
                </a:ext>
              </a:extLst>
            </p:cNvPr>
            <p:cNvSpPr/>
            <p:nvPr/>
          </p:nvSpPr>
          <p:spPr bwMode="auto">
            <a:xfrm>
              <a:off x="3066034" y="3286496"/>
              <a:ext cx="330006"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0498" name="Прямая соединительная линия 18">
              <a:extLst>
                <a:ext uri="{FF2B5EF4-FFF2-40B4-BE49-F238E27FC236}">
                  <a16:creationId xmlns:a16="http://schemas.microsoft.com/office/drawing/2014/main" id="{D619B3AD-82FA-4EE5-AC23-3CFC7159EFDA}"/>
                </a:ext>
              </a:extLst>
            </p:cNvPr>
            <p:cNvCxnSpPr>
              <a:cxnSpLocks noChangeShapeType="1"/>
            </p:cNvCxnSpPr>
            <p:nvPr/>
          </p:nvCxnSpPr>
          <p:spPr bwMode="auto">
            <a:xfrm>
              <a:off x="2659380" y="3374499"/>
              <a:ext cx="407476" cy="0"/>
            </a:xfrm>
            <a:prstGeom prst="line">
              <a:avLst/>
            </a:prstGeom>
            <a:noFill/>
            <a:ln w="9525" algn="ctr">
              <a:solidFill>
                <a:schemeClr val="tx1"/>
              </a:solidFill>
              <a:round/>
              <a:headEnd/>
              <a:tailEnd/>
            </a:ln>
          </p:spPr>
        </p:cxnSp>
        <p:cxnSp>
          <p:nvCxnSpPr>
            <p:cNvPr id="20499" name="Прямая соединительная линия 19">
              <a:extLst>
                <a:ext uri="{FF2B5EF4-FFF2-40B4-BE49-F238E27FC236}">
                  <a16:creationId xmlns:a16="http://schemas.microsoft.com/office/drawing/2014/main" id="{4E68FD4B-6442-4276-9841-9DD995EA333D}"/>
                </a:ext>
              </a:extLst>
            </p:cNvPr>
            <p:cNvCxnSpPr>
              <a:cxnSpLocks noChangeShapeType="1"/>
            </p:cNvCxnSpPr>
            <p:nvPr/>
          </p:nvCxnSpPr>
          <p:spPr bwMode="auto">
            <a:xfrm>
              <a:off x="2663199" y="3529528"/>
              <a:ext cx="407476" cy="0"/>
            </a:xfrm>
            <a:prstGeom prst="line">
              <a:avLst/>
            </a:prstGeom>
            <a:noFill/>
            <a:ln w="9525" algn="ctr">
              <a:solidFill>
                <a:schemeClr val="tx1"/>
              </a:solidFill>
              <a:round/>
              <a:headEnd/>
              <a:tailEnd/>
            </a:ln>
          </p:spPr>
        </p:cxnSp>
        <p:cxnSp>
          <p:nvCxnSpPr>
            <p:cNvPr id="20500" name="Прямая соединительная линия 35">
              <a:extLst>
                <a:ext uri="{FF2B5EF4-FFF2-40B4-BE49-F238E27FC236}">
                  <a16:creationId xmlns:a16="http://schemas.microsoft.com/office/drawing/2014/main" id="{1AB4D406-6F1B-44BF-AC78-F264FFB7459D}"/>
                </a:ext>
              </a:extLst>
            </p:cNvPr>
            <p:cNvCxnSpPr>
              <a:cxnSpLocks noChangeShapeType="1"/>
            </p:cNvCxnSpPr>
            <p:nvPr/>
          </p:nvCxnSpPr>
          <p:spPr bwMode="auto">
            <a:xfrm flipV="1">
              <a:off x="3477447" y="3431381"/>
              <a:ext cx="387322" cy="0"/>
            </a:xfrm>
            <a:prstGeom prst="line">
              <a:avLst/>
            </a:prstGeom>
            <a:noFill/>
            <a:ln w="9525" algn="ctr">
              <a:solidFill>
                <a:schemeClr val="tx1"/>
              </a:solidFill>
              <a:round/>
              <a:headEnd/>
              <a:tailEnd/>
            </a:ln>
          </p:spPr>
        </p:cxnSp>
        <p:sp>
          <p:nvSpPr>
            <p:cNvPr id="73" name="TextBox 72">
              <a:extLst>
                <a:ext uri="{FF2B5EF4-FFF2-40B4-BE49-F238E27FC236}">
                  <a16:creationId xmlns:a16="http://schemas.microsoft.com/office/drawing/2014/main" id="{A1C2CAD8-778C-4BDB-ABD7-6B93DB278337}"/>
                </a:ext>
              </a:extLst>
            </p:cNvPr>
            <p:cNvSpPr txBox="1"/>
            <p:nvPr/>
          </p:nvSpPr>
          <p:spPr>
            <a:xfrm>
              <a:off x="3055034" y="3317859"/>
              <a:ext cx="321756"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4/2</a:t>
              </a:r>
            </a:p>
          </p:txBody>
        </p:sp>
        <p:sp>
          <p:nvSpPr>
            <p:cNvPr id="20502" name="Oval 73">
              <a:extLst>
                <a:ext uri="{FF2B5EF4-FFF2-40B4-BE49-F238E27FC236}">
                  <a16:creationId xmlns:a16="http://schemas.microsoft.com/office/drawing/2014/main" id="{4288726C-B7E2-4E04-AAC8-887CEC5B359D}"/>
                </a:ext>
              </a:extLst>
            </p:cNvPr>
            <p:cNvSpPr>
              <a:spLocks noChangeArrowheads="1"/>
            </p:cNvSpPr>
            <p:nvPr/>
          </p:nvSpPr>
          <p:spPr bwMode="auto">
            <a:xfrm>
              <a:off x="3400688" y="339501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nvGrpSpPr>
            <p:cNvPr id="20503" name="Group 86">
              <a:extLst>
                <a:ext uri="{FF2B5EF4-FFF2-40B4-BE49-F238E27FC236}">
                  <a16:creationId xmlns:a16="http://schemas.microsoft.com/office/drawing/2014/main" id="{15D10147-D786-4E07-8530-914899CB5F7B}"/>
                </a:ext>
              </a:extLst>
            </p:cNvPr>
            <p:cNvGrpSpPr>
              <a:grpSpLocks/>
            </p:cNvGrpSpPr>
            <p:nvPr/>
          </p:nvGrpSpPr>
          <p:grpSpPr bwMode="auto">
            <a:xfrm>
              <a:off x="2659857" y="3905184"/>
              <a:ext cx="1205389" cy="294978"/>
              <a:chOff x="2659857" y="3495652"/>
              <a:chExt cx="1205389" cy="294978"/>
            </a:xfrm>
          </p:grpSpPr>
          <p:sp>
            <p:nvSpPr>
              <p:cNvPr id="81" name="Flowchart: Delay 53">
                <a:extLst>
                  <a:ext uri="{FF2B5EF4-FFF2-40B4-BE49-F238E27FC236}">
                    <a16:creationId xmlns:a16="http://schemas.microsoft.com/office/drawing/2014/main" id="{FF97F45B-FD26-4C88-8061-C990CE99BDEF}"/>
                  </a:ext>
                </a:extLst>
              </p:cNvPr>
              <p:cNvSpPr/>
              <p:nvPr/>
            </p:nvSpPr>
            <p:spPr bwMode="auto">
              <a:xfrm>
                <a:off x="3067409" y="3496046"/>
                <a:ext cx="328631"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0554" name="Прямая соединительная линия 18">
                <a:extLst>
                  <a:ext uri="{FF2B5EF4-FFF2-40B4-BE49-F238E27FC236}">
                    <a16:creationId xmlns:a16="http://schemas.microsoft.com/office/drawing/2014/main" id="{844221CB-EBAC-4CBF-A828-E756F333B880}"/>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20555" name="Прямая соединительная линия 19">
                <a:extLst>
                  <a:ext uri="{FF2B5EF4-FFF2-40B4-BE49-F238E27FC236}">
                    <a16:creationId xmlns:a16="http://schemas.microsoft.com/office/drawing/2014/main" id="{845AA80F-2376-4A93-A393-1ACA6665860F}"/>
                  </a:ext>
                </a:extLst>
              </p:cNvPr>
              <p:cNvCxnSpPr>
                <a:cxnSpLocks noChangeShapeType="1"/>
              </p:cNvCxnSpPr>
              <p:nvPr/>
            </p:nvCxnSpPr>
            <p:spPr bwMode="auto">
              <a:xfrm>
                <a:off x="2663676" y="3738758"/>
                <a:ext cx="407476" cy="0"/>
              </a:xfrm>
              <a:prstGeom prst="line">
                <a:avLst/>
              </a:prstGeom>
              <a:noFill/>
              <a:ln w="9525" algn="ctr">
                <a:solidFill>
                  <a:schemeClr val="tx1"/>
                </a:solidFill>
                <a:round/>
                <a:headEnd/>
                <a:tailEnd/>
              </a:ln>
            </p:spPr>
          </p:cxnSp>
          <p:cxnSp>
            <p:nvCxnSpPr>
              <p:cNvPr id="20556" name="Прямая соединительная линия 35">
                <a:extLst>
                  <a:ext uri="{FF2B5EF4-FFF2-40B4-BE49-F238E27FC236}">
                    <a16:creationId xmlns:a16="http://schemas.microsoft.com/office/drawing/2014/main" id="{ED684AEF-BA67-4D3B-838C-A139C37DE6E1}"/>
                  </a:ext>
                </a:extLst>
              </p:cNvPr>
              <p:cNvCxnSpPr>
                <a:cxnSpLocks noChangeShapeType="1"/>
              </p:cNvCxnSpPr>
              <p:nvPr/>
            </p:nvCxnSpPr>
            <p:spPr bwMode="auto">
              <a:xfrm flipV="1">
                <a:off x="3477924" y="3640611"/>
                <a:ext cx="387322" cy="0"/>
              </a:xfrm>
              <a:prstGeom prst="line">
                <a:avLst/>
              </a:prstGeom>
              <a:noFill/>
              <a:ln w="9525" algn="ctr">
                <a:solidFill>
                  <a:schemeClr val="tx1"/>
                </a:solidFill>
                <a:round/>
                <a:headEnd/>
                <a:tailEnd/>
              </a:ln>
            </p:spPr>
          </p:cxnSp>
          <p:sp>
            <p:nvSpPr>
              <p:cNvPr id="85" name="TextBox 84">
                <a:extLst>
                  <a:ext uri="{FF2B5EF4-FFF2-40B4-BE49-F238E27FC236}">
                    <a16:creationId xmlns:a16="http://schemas.microsoft.com/office/drawing/2014/main" id="{8EFDDD30-358C-4B96-BAB1-4EB5151277A2}"/>
                  </a:ext>
                </a:extLst>
              </p:cNvPr>
              <p:cNvSpPr txBox="1"/>
              <p:nvPr/>
            </p:nvSpPr>
            <p:spPr>
              <a:xfrm>
                <a:off x="3055034" y="3527410"/>
                <a:ext cx="321756"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3/1</a:t>
                </a:r>
              </a:p>
            </p:txBody>
          </p:sp>
          <p:sp>
            <p:nvSpPr>
              <p:cNvPr id="20558" name="Oval 85">
                <a:extLst>
                  <a:ext uri="{FF2B5EF4-FFF2-40B4-BE49-F238E27FC236}">
                    <a16:creationId xmlns:a16="http://schemas.microsoft.com/office/drawing/2014/main" id="{15B4E76A-0A68-4EB7-98F1-3F5914B0D077}"/>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88" name="Flowchart: Delay 53">
              <a:extLst>
                <a:ext uri="{FF2B5EF4-FFF2-40B4-BE49-F238E27FC236}">
                  <a16:creationId xmlns:a16="http://schemas.microsoft.com/office/drawing/2014/main" id="{2A46F3DC-5D64-4156-9496-4313986429FD}"/>
                </a:ext>
              </a:extLst>
            </p:cNvPr>
            <p:cNvSpPr/>
            <p:nvPr/>
          </p:nvSpPr>
          <p:spPr bwMode="auto">
            <a:xfrm>
              <a:off x="3973550" y="3596037"/>
              <a:ext cx="330006"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0505" name="Прямая соединительная линия 18">
              <a:extLst>
                <a:ext uri="{FF2B5EF4-FFF2-40B4-BE49-F238E27FC236}">
                  <a16:creationId xmlns:a16="http://schemas.microsoft.com/office/drawing/2014/main" id="{A3055C76-168B-4902-8516-DB79C5EED1AD}"/>
                </a:ext>
              </a:extLst>
            </p:cNvPr>
            <p:cNvCxnSpPr>
              <a:cxnSpLocks noChangeShapeType="1"/>
            </p:cNvCxnSpPr>
            <p:nvPr/>
          </p:nvCxnSpPr>
          <p:spPr bwMode="auto">
            <a:xfrm>
              <a:off x="3860007" y="3684069"/>
              <a:ext cx="109821" cy="0"/>
            </a:xfrm>
            <a:prstGeom prst="line">
              <a:avLst/>
            </a:prstGeom>
            <a:noFill/>
            <a:ln w="9525" algn="ctr">
              <a:solidFill>
                <a:schemeClr val="tx1"/>
              </a:solidFill>
              <a:round/>
              <a:headEnd/>
              <a:tailEnd/>
            </a:ln>
          </p:spPr>
        </p:cxnSp>
        <p:sp>
          <p:nvSpPr>
            <p:cNvPr id="91" name="TextBox 90">
              <a:extLst>
                <a:ext uri="{FF2B5EF4-FFF2-40B4-BE49-F238E27FC236}">
                  <a16:creationId xmlns:a16="http://schemas.microsoft.com/office/drawing/2014/main" id="{A0A31E87-CB10-46A7-AC97-A7A352C59C54}"/>
                </a:ext>
              </a:extLst>
            </p:cNvPr>
            <p:cNvSpPr txBox="1"/>
            <p:nvPr/>
          </p:nvSpPr>
          <p:spPr>
            <a:xfrm>
              <a:off x="3962550" y="3627400"/>
              <a:ext cx="321756"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1/1</a:t>
              </a:r>
            </a:p>
          </p:txBody>
        </p:sp>
        <p:sp>
          <p:nvSpPr>
            <p:cNvPr id="20507" name="Oval 91">
              <a:extLst>
                <a:ext uri="{FF2B5EF4-FFF2-40B4-BE49-F238E27FC236}">
                  <a16:creationId xmlns:a16="http://schemas.microsoft.com/office/drawing/2014/main" id="{7A04E33C-99C9-4208-86D9-F8F8F7949CFB}"/>
                </a:ext>
              </a:extLst>
            </p:cNvPr>
            <p:cNvSpPr>
              <a:spLocks noChangeArrowheads="1"/>
            </p:cNvSpPr>
            <p:nvPr/>
          </p:nvSpPr>
          <p:spPr bwMode="auto">
            <a:xfrm>
              <a:off x="4308422" y="370458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20508" name="Прямая соединительная линия 42">
              <a:extLst>
                <a:ext uri="{FF2B5EF4-FFF2-40B4-BE49-F238E27FC236}">
                  <a16:creationId xmlns:a16="http://schemas.microsoft.com/office/drawing/2014/main" id="{B6E3FC0C-AAFE-46FD-BD6F-1673C32A14E8}"/>
                </a:ext>
              </a:extLst>
            </p:cNvPr>
            <p:cNvCxnSpPr>
              <a:cxnSpLocks noChangeShapeType="1"/>
            </p:cNvCxnSpPr>
            <p:nvPr/>
          </p:nvCxnSpPr>
          <p:spPr bwMode="auto">
            <a:xfrm flipH="1">
              <a:off x="3860856" y="3800344"/>
              <a:ext cx="794" cy="252542"/>
            </a:xfrm>
            <a:prstGeom prst="line">
              <a:avLst/>
            </a:prstGeom>
            <a:noFill/>
            <a:ln w="9525" algn="ctr">
              <a:solidFill>
                <a:schemeClr val="tx1"/>
              </a:solidFill>
              <a:round/>
              <a:headEnd/>
              <a:tailEnd/>
            </a:ln>
          </p:spPr>
        </p:cxnSp>
        <p:cxnSp>
          <p:nvCxnSpPr>
            <p:cNvPr id="20509" name="Прямая соединительная линия 18">
              <a:extLst>
                <a:ext uri="{FF2B5EF4-FFF2-40B4-BE49-F238E27FC236}">
                  <a16:creationId xmlns:a16="http://schemas.microsoft.com/office/drawing/2014/main" id="{26D1AF4A-F603-4277-BB0A-EE1F63043E02}"/>
                </a:ext>
              </a:extLst>
            </p:cNvPr>
            <p:cNvCxnSpPr>
              <a:cxnSpLocks noChangeShapeType="1"/>
            </p:cNvCxnSpPr>
            <p:nvPr/>
          </p:nvCxnSpPr>
          <p:spPr bwMode="auto">
            <a:xfrm>
              <a:off x="3860001" y="3801726"/>
              <a:ext cx="109821" cy="0"/>
            </a:xfrm>
            <a:prstGeom prst="line">
              <a:avLst/>
            </a:prstGeom>
            <a:noFill/>
            <a:ln w="9525" algn="ctr">
              <a:solidFill>
                <a:schemeClr val="tx1"/>
              </a:solidFill>
              <a:round/>
              <a:headEnd/>
              <a:tailEnd/>
            </a:ln>
          </p:spPr>
        </p:cxnSp>
        <p:grpSp>
          <p:nvGrpSpPr>
            <p:cNvPr id="20510" name="Group 98">
              <a:extLst>
                <a:ext uri="{FF2B5EF4-FFF2-40B4-BE49-F238E27FC236}">
                  <a16:creationId xmlns:a16="http://schemas.microsoft.com/office/drawing/2014/main" id="{249B09C5-A46F-4196-A6B2-CD22EE1F5B16}"/>
                </a:ext>
              </a:extLst>
            </p:cNvPr>
            <p:cNvGrpSpPr>
              <a:grpSpLocks/>
            </p:cNvGrpSpPr>
            <p:nvPr/>
          </p:nvGrpSpPr>
          <p:grpSpPr bwMode="auto">
            <a:xfrm>
              <a:off x="4595342" y="4512765"/>
              <a:ext cx="1114178" cy="294978"/>
              <a:chOff x="2659857" y="3495652"/>
              <a:chExt cx="1114178" cy="294978"/>
            </a:xfrm>
          </p:grpSpPr>
          <p:sp>
            <p:nvSpPr>
              <p:cNvPr id="100" name="Flowchart: Delay 53">
                <a:extLst>
                  <a:ext uri="{FF2B5EF4-FFF2-40B4-BE49-F238E27FC236}">
                    <a16:creationId xmlns:a16="http://schemas.microsoft.com/office/drawing/2014/main" id="{6BC6A2FE-E466-40B4-B867-47151CC4AF16}"/>
                  </a:ext>
                </a:extLst>
              </p:cNvPr>
              <p:cNvSpPr/>
              <p:nvPr/>
            </p:nvSpPr>
            <p:spPr bwMode="auto">
              <a:xfrm>
                <a:off x="3066584" y="3495276"/>
                <a:ext cx="330006" cy="29590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0549" name="Прямая соединительная линия 18">
                <a:extLst>
                  <a:ext uri="{FF2B5EF4-FFF2-40B4-BE49-F238E27FC236}">
                    <a16:creationId xmlns:a16="http://schemas.microsoft.com/office/drawing/2014/main" id="{30E3C7C2-286C-48FC-B9E2-3B4DD8EAE4EA}"/>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20550" name="Прямая соединительная линия 35">
                <a:extLst>
                  <a:ext uri="{FF2B5EF4-FFF2-40B4-BE49-F238E27FC236}">
                    <a16:creationId xmlns:a16="http://schemas.microsoft.com/office/drawing/2014/main" id="{233ACE63-72C5-4566-AB4C-C84185B101BD}"/>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04" name="TextBox 103">
                <a:extLst>
                  <a:ext uri="{FF2B5EF4-FFF2-40B4-BE49-F238E27FC236}">
                    <a16:creationId xmlns:a16="http://schemas.microsoft.com/office/drawing/2014/main" id="{FD55CA97-5E7F-4128-A26C-B7C36D03DD95}"/>
                  </a:ext>
                </a:extLst>
              </p:cNvPr>
              <p:cNvSpPr txBox="1"/>
              <p:nvPr/>
            </p:nvSpPr>
            <p:spPr>
              <a:xfrm>
                <a:off x="3055583" y="3528003"/>
                <a:ext cx="321756"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2/2</a:t>
                </a:r>
              </a:p>
            </p:txBody>
          </p:sp>
          <p:sp>
            <p:nvSpPr>
              <p:cNvPr id="20552" name="Oval 104">
                <a:extLst>
                  <a:ext uri="{FF2B5EF4-FFF2-40B4-BE49-F238E27FC236}">
                    <a16:creationId xmlns:a16="http://schemas.microsoft.com/office/drawing/2014/main" id="{AC9E7325-87A2-4C6D-B288-89EE1D0557E5}"/>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107" name="Flowchart: Delay 53">
              <a:extLst>
                <a:ext uri="{FF2B5EF4-FFF2-40B4-BE49-F238E27FC236}">
                  <a16:creationId xmlns:a16="http://schemas.microsoft.com/office/drawing/2014/main" id="{642BBA01-F3B2-41A2-BF61-8CC36C226CA7}"/>
                </a:ext>
              </a:extLst>
            </p:cNvPr>
            <p:cNvSpPr/>
            <p:nvPr/>
          </p:nvSpPr>
          <p:spPr bwMode="auto">
            <a:xfrm>
              <a:off x="3067409" y="4610569"/>
              <a:ext cx="330006"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0512" name="Прямая соединительная линия 18">
              <a:extLst>
                <a:ext uri="{FF2B5EF4-FFF2-40B4-BE49-F238E27FC236}">
                  <a16:creationId xmlns:a16="http://schemas.microsoft.com/office/drawing/2014/main" id="{FC78ADAE-E294-4458-90D4-020D1D7BF0B0}"/>
                </a:ext>
              </a:extLst>
            </p:cNvPr>
            <p:cNvCxnSpPr>
              <a:cxnSpLocks noChangeShapeType="1"/>
            </p:cNvCxnSpPr>
            <p:nvPr/>
          </p:nvCxnSpPr>
          <p:spPr bwMode="auto">
            <a:xfrm>
              <a:off x="2660650" y="4698177"/>
              <a:ext cx="407476" cy="0"/>
            </a:xfrm>
            <a:prstGeom prst="line">
              <a:avLst/>
            </a:prstGeom>
            <a:noFill/>
            <a:ln w="9525" algn="ctr">
              <a:solidFill>
                <a:schemeClr val="tx1"/>
              </a:solidFill>
              <a:round/>
              <a:headEnd/>
              <a:tailEnd/>
            </a:ln>
          </p:spPr>
        </p:cxnSp>
        <p:cxnSp>
          <p:nvCxnSpPr>
            <p:cNvPr id="20513" name="Прямая соединительная линия 19">
              <a:extLst>
                <a:ext uri="{FF2B5EF4-FFF2-40B4-BE49-F238E27FC236}">
                  <a16:creationId xmlns:a16="http://schemas.microsoft.com/office/drawing/2014/main" id="{E8468C1E-4DD3-4753-8254-5A7858FC4071}"/>
                </a:ext>
              </a:extLst>
            </p:cNvPr>
            <p:cNvCxnSpPr>
              <a:cxnSpLocks noChangeShapeType="1"/>
            </p:cNvCxnSpPr>
            <p:nvPr/>
          </p:nvCxnSpPr>
          <p:spPr bwMode="auto">
            <a:xfrm>
              <a:off x="2664469" y="4853206"/>
              <a:ext cx="407476" cy="0"/>
            </a:xfrm>
            <a:prstGeom prst="line">
              <a:avLst/>
            </a:prstGeom>
            <a:noFill/>
            <a:ln w="9525" algn="ctr">
              <a:solidFill>
                <a:schemeClr val="tx1"/>
              </a:solidFill>
              <a:round/>
              <a:headEnd/>
              <a:tailEnd/>
            </a:ln>
          </p:spPr>
        </p:cxnSp>
        <p:sp>
          <p:nvSpPr>
            <p:cNvPr id="111" name="TextBox 110">
              <a:extLst>
                <a:ext uri="{FF2B5EF4-FFF2-40B4-BE49-F238E27FC236}">
                  <a16:creationId xmlns:a16="http://schemas.microsoft.com/office/drawing/2014/main" id="{E2C538BD-A8F6-49BC-961A-178F577B9859}"/>
                </a:ext>
              </a:extLst>
            </p:cNvPr>
            <p:cNvSpPr txBox="1"/>
            <p:nvPr/>
          </p:nvSpPr>
          <p:spPr>
            <a:xfrm>
              <a:off x="3056409" y="4641932"/>
              <a:ext cx="321756"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4/2</a:t>
              </a:r>
            </a:p>
          </p:txBody>
        </p:sp>
        <p:grpSp>
          <p:nvGrpSpPr>
            <p:cNvPr id="20515" name="Group 123">
              <a:extLst>
                <a:ext uri="{FF2B5EF4-FFF2-40B4-BE49-F238E27FC236}">
                  <a16:creationId xmlns:a16="http://schemas.microsoft.com/office/drawing/2014/main" id="{D866ECB7-D961-4118-886B-82CD3A946295}"/>
                </a:ext>
              </a:extLst>
            </p:cNvPr>
            <p:cNvGrpSpPr>
              <a:grpSpLocks/>
            </p:cNvGrpSpPr>
            <p:nvPr/>
          </p:nvGrpSpPr>
          <p:grpSpPr bwMode="auto">
            <a:xfrm>
              <a:off x="3401958" y="4719459"/>
              <a:ext cx="1602781" cy="76261"/>
              <a:chOff x="3401958" y="4689476"/>
              <a:chExt cx="1602781" cy="76261"/>
            </a:xfrm>
          </p:grpSpPr>
          <p:cxnSp>
            <p:nvCxnSpPr>
              <p:cNvPr id="20546" name="Прямая соединительная линия 35">
                <a:extLst>
                  <a:ext uri="{FF2B5EF4-FFF2-40B4-BE49-F238E27FC236}">
                    <a16:creationId xmlns:a16="http://schemas.microsoft.com/office/drawing/2014/main" id="{3C48C03E-3F93-4E96-9FC0-62843E0D8E2E}"/>
                  </a:ext>
                </a:extLst>
              </p:cNvPr>
              <p:cNvCxnSpPr>
                <a:cxnSpLocks noChangeShapeType="1"/>
              </p:cNvCxnSpPr>
              <p:nvPr/>
            </p:nvCxnSpPr>
            <p:spPr bwMode="auto">
              <a:xfrm flipV="1">
                <a:off x="3478717" y="4727606"/>
                <a:ext cx="1526022" cy="0"/>
              </a:xfrm>
              <a:prstGeom prst="line">
                <a:avLst/>
              </a:prstGeom>
              <a:noFill/>
              <a:ln w="9525" algn="ctr">
                <a:solidFill>
                  <a:schemeClr val="tx1"/>
                </a:solidFill>
                <a:round/>
                <a:headEnd/>
                <a:tailEnd/>
              </a:ln>
            </p:spPr>
          </p:cxnSp>
          <p:sp>
            <p:nvSpPr>
              <p:cNvPr id="20547" name="Oval 111">
                <a:extLst>
                  <a:ext uri="{FF2B5EF4-FFF2-40B4-BE49-F238E27FC236}">
                    <a16:creationId xmlns:a16="http://schemas.microsoft.com/office/drawing/2014/main" id="{9E6CC436-3DEF-4ACA-BA9D-B381E1A9FF6C}"/>
                  </a:ext>
                </a:extLst>
              </p:cNvPr>
              <p:cNvSpPr>
                <a:spLocks noChangeArrowheads="1"/>
              </p:cNvSpPr>
              <p:nvPr/>
            </p:nvSpPr>
            <p:spPr bwMode="auto">
              <a:xfrm>
                <a:off x="3401958" y="4689476"/>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grpSp>
          <p:nvGrpSpPr>
            <p:cNvPr id="20516" name="Group 124">
              <a:extLst>
                <a:ext uri="{FF2B5EF4-FFF2-40B4-BE49-F238E27FC236}">
                  <a16:creationId xmlns:a16="http://schemas.microsoft.com/office/drawing/2014/main" id="{44FC7B0B-CF63-420D-84EC-2B2C08F10D4F}"/>
                </a:ext>
              </a:extLst>
            </p:cNvPr>
            <p:cNvGrpSpPr>
              <a:grpSpLocks/>
            </p:cNvGrpSpPr>
            <p:nvPr/>
          </p:nvGrpSpPr>
          <p:grpSpPr bwMode="auto">
            <a:xfrm>
              <a:off x="4600572" y="2667000"/>
              <a:ext cx="1114178" cy="294978"/>
              <a:chOff x="2659857" y="3495652"/>
              <a:chExt cx="1114178" cy="294978"/>
            </a:xfrm>
          </p:grpSpPr>
          <p:sp>
            <p:nvSpPr>
              <p:cNvPr id="126" name="Flowchart: Delay 53">
                <a:extLst>
                  <a:ext uri="{FF2B5EF4-FFF2-40B4-BE49-F238E27FC236}">
                    <a16:creationId xmlns:a16="http://schemas.microsoft.com/office/drawing/2014/main" id="{81FDA1F0-38A9-4EE9-A80C-C9FAE0F9356D}"/>
                  </a:ext>
                </a:extLst>
              </p:cNvPr>
              <p:cNvSpPr/>
              <p:nvPr/>
            </p:nvSpPr>
            <p:spPr bwMode="auto">
              <a:xfrm>
                <a:off x="3066854" y="3496065"/>
                <a:ext cx="330006"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0542" name="Прямая соединительная линия 18">
                <a:extLst>
                  <a:ext uri="{FF2B5EF4-FFF2-40B4-BE49-F238E27FC236}">
                    <a16:creationId xmlns:a16="http://schemas.microsoft.com/office/drawing/2014/main" id="{1232DB86-9BB5-434F-99BD-9ADB1F1CBE19}"/>
                  </a:ext>
                </a:extLst>
              </p:cNvPr>
              <p:cNvCxnSpPr>
                <a:cxnSpLocks noChangeShapeType="1"/>
              </p:cNvCxnSpPr>
              <p:nvPr/>
            </p:nvCxnSpPr>
            <p:spPr bwMode="auto">
              <a:xfrm>
                <a:off x="2659857" y="3721827"/>
                <a:ext cx="407476" cy="0"/>
              </a:xfrm>
              <a:prstGeom prst="line">
                <a:avLst/>
              </a:prstGeom>
              <a:noFill/>
              <a:ln w="9525" algn="ctr">
                <a:solidFill>
                  <a:schemeClr val="tx1"/>
                </a:solidFill>
                <a:round/>
                <a:headEnd/>
                <a:tailEnd/>
              </a:ln>
            </p:spPr>
          </p:cxnSp>
          <p:cxnSp>
            <p:nvCxnSpPr>
              <p:cNvPr id="20543" name="Прямая соединительная линия 35">
                <a:extLst>
                  <a:ext uri="{FF2B5EF4-FFF2-40B4-BE49-F238E27FC236}">
                    <a16:creationId xmlns:a16="http://schemas.microsoft.com/office/drawing/2014/main" id="{90B4B308-07D8-4C64-B566-AAEFF73F17E8}"/>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29" name="TextBox 128">
                <a:extLst>
                  <a:ext uri="{FF2B5EF4-FFF2-40B4-BE49-F238E27FC236}">
                    <a16:creationId xmlns:a16="http://schemas.microsoft.com/office/drawing/2014/main" id="{1BDB9F0F-C49D-4761-8A22-9DC9E9B065D7}"/>
                  </a:ext>
                </a:extLst>
              </p:cNvPr>
              <p:cNvSpPr txBox="1"/>
              <p:nvPr/>
            </p:nvSpPr>
            <p:spPr>
              <a:xfrm>
                <a:off x="3064104" y="3527429"/>
                <a:ext cx="323131"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3/2</a:t>
                </a:r>
              </a:p>
            </p:txBody>
          </p:sp>
          <p:sp>
            <p:nvSpPr>
              <p:cNvPr id="20545" name="Oval 129">
                <a:extLst>
                  <a:ext uri="{FF2B5EF4-FFF2-40B4-BE49-F238E27FC236}">
                    <a16:creationId xmlns:a16="http://schemas.microsoft.com/office/drawing/2014/main" id="{0C51FEDC-03D9-4E25-AC29-C9E186E98F0C}"/>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cxnSp>
          <p:nvCxnSpPr>
            <p:cNvPr id="20517" name="Прямая соединительная линия 21">
              <a:extLst>
                <a:ext uri="{FF2B5EF4-FFF2-40B4-BE49-F238E27FC236}">
                  <a16:creationId xmlns:a16="http://schemas.microsoft.com/office/drawing/2014/main" id="{C4808A45-D459-46E6-978E-D5BD52253289}"/>
                </a:ext>
              </a:extLst>
            </p:cNvPr>
            <p:cNvCxnSpPr>
              <a:cxnSpLocks noChangeShapeType="1"/>
            </p:cNvCxnSpPr>
            <p:nvPr/>
          </p:nvCxnSpPr>
          <p:spPr bwMode="auto">
            <a:xfrm>
              <a:off x="6219133" y="3743459"/>
              <a:ext cx="219763" cy="0"/>
            </a:xfrm>
            <a:prstGeom prst="line">
              <a:avLst/>
            </a:prstGeom>
            <a:noFill/>
            <a:ln w="9525" algn="ctr">
              <a:solidFill>
                <a:schemeClr val="tx1"/>
              </a:solidFill>
              <a:round/>
              <a:headEnd/>
              <a:tailEnd/>
            </a:ln>
          </p:spPr>
        </p:cxnSp>
        <p:cxnSp>
          <p:nvCxnSpPr>
            <p:cNvPr id="20518" name="Прямая соединительная линия 42">
              <a:extLst>
                <a:ext uri="{FF2B5EF4-FFF2-40B4-BE49-F238E27FC236}">
                  <a16:creationId xmlns:a16="http://schemas.microsoft.com/office/drawing/2014/main" id="{98798012-AF3E-4A5F-9DDE-89D587F25F0C}"/>
                </a:ext>
              </a:extLst>
            </p:cNvPr>
            <p:cNvCxnSpPr>
              <a:cxnSpLocks noChangeShapeType="1"/>
            </p:cNvCxnSpPr>
            <p:nvPr/>
          </p:nvCxnSpPr>
          <p:spPr bwMode="auto">
            <a:xfrm flipH="1">
              <a:off x="5709478" y="2814571"/>
              <a:ext cx="100" cy="865437"/>
            </a:xfrm>
            <a:prstGeom prst="line">
              <a:avLst/>
            </a:prstGeom>
            <a:noFill/>
            <a:ln w="9525" algn="ctr">
              <a:solidFill>
                <a:schemeClr val="tx1"/>
              </a:solidFill>
              <a:round/>
              <a:headEnd/>
              <a:tailEnd/>
            </a:ln>
          </p:spPr>
        </p:cxnSp>
        <p:sp>
          <p:nvSpPr>
            <p:cNvPr id="146" name="Flowchart: Delay 53">
              <a:extLst>
                <a:ext uri="{FF2B5EF4-FFF2-40B4-BE49-F238E27FC236}">
                  <a16:creationId xmlns:a16="http://schemas.microsoft.com/office/drawing/2014/main" id="{D0E5E095-57C1-4062-8C87-FFAA7CFD4E28}"/>
                </a:ext>
              </a:extLst>
            </p:cNvPr>
            <p:cNvSpPr/>
            <p:nvPr/>
          </p:nvSpPr>
          <p:spPr bwMode="auto">
            <a:xfrm>
              <a:off x="5813333" y="3597401"/>
              <a:ext cx="330006"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0520" name="Прямая соединительная линия 18">
              <a:extLst>
                <a:ext uri="{FF2B5EF4-FFF2-40B4-BE49-F238E27FC236}">
                  <a16:creationId xmlns:a16="http://schemas.microsoft.com/office/drawing/2014/main" id="{A6D02273-09D9-4640-BAA2-CDE22597AFD0}"/>
                </a:ext>
              </a:extLst>
            </p:cNvPr>
            <p:cNvCxnSpPr>
              <a:cxnSpLocks noChangeShapeType="1"/>
            </p:cNvCxnSpPr>
            <p:nvPr/>
          </p:nvCxnSpPr>
          <p:spPr bwMode="auto">
            <a:xfrm>
              <a:off x="5705186" y="3685603"/>
              <a:ext cx="109821" cy="0"/>
            </a:xfrm>
            <a:prstGeom prst="line">
              <a:avLst/>
            </a:prstGeom>
            <a:noFill/>
            <a:ln w="9525" algn="ctr">
              <a:solidFill>
                <a:schemeClr val="tx1"/>
              </a:solidFill>
              <a:round/>
              <a:headEnd/>
              <a:tailEnd/>
            </a:ln>
          </p:spPr>
        </p:cxnSp>
        <p:sp>
          <p:nvSpPr>
            <p:cNvPr id="148" name="TextBox 147">
              <a:extLst>
                <a:ext uri="{FF2B5EF4-FFF2-40B4-BE49-F238E27FC236}">
                  <a16:creationId xmlns:a16="http://schemas.microsoft.com/office/drawing/2014/main" id="{3E5D48A7-57FF-47C8-903B-8B409F674BFE}"/>
                </a:ext>
              </a:extLst>
            </p:cNvPr>
            <p:cNvSpPr txBox="1"/>
            <p:nvPr/>
          </p:nvSpPr>
          <p:spPr>
            <a:xfrm>
              <a:off x="5800958" y="3630128"/>
              <a:ext cx="323130"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1/3</a:t>
              </a:r>
            </a:p>
          </p:txBody>
        </p:sp>
        <p:sp>
          <p:nvSpPr>
            <p:cNvPr id="20522" name="Oval 148">
              <a:extLst>
                <a:ext uri="{FF2B5EF4-FFF2-40B4-BE49-F238E27FC236}">
                  <a16:creationId xmlns:a16="http://schemas.microsoft.com/office/drawing/2014/main" id="{723144FA-6470-4E7C-AD91-960A743C2C50}"/>
                </a:ext>
              </a:extLst>
            </p:cNvPr>
            <p:cNvSpPr>
              <a:spLocks noChangeArrowheads="1"/>
            </p:cNvSpPr>
            <p:nvPr/>
          </p:nvSpPr>
          <p:spPr bwMode="auto">
            <a:xfrm>
              <a:off x="6147213" y="3706123"/>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20523" name="Прямая соединительная линия 42">
              <a:extLst>
                <a:ext uri="{FF2B5EF4-FFF2-40B4-BE49-F238E27FC236}">
                  <a16:creationId xmlns:a16="http://schemas.microsoft.com/office/drawing/2014/main" id="{3E65A43F-E721-42B9-9786-548D8885063D}"/>
                </a:ext>
              </a:extLst>
            </p:cNvPr>
            <p:cNvCxnSpPr>
              <a:cxnSpLocks noChangeShapeType="1"/>
            </p:cNvCxnSpPr>
            <p:nvPr/>
          </p:nvCxnSpPr>
          <p:spPr bwMode="auto">
            <a:xfrm flipH="1">
              <a:off x="5704807" y="3801878"/>
              <a:ext cx="397" cy="858376"/>
            </a:xfrm>
            <a:prstGeom prst="line">
              <a:avLst/>
            </a:prstGeom>
            <a:noFill/>
            <a:ln w="9525" algn="ctr">
              <a:solidFill>
                <a:schemeClr val="tx1"/>
              </a:solidFill>
              <a:round/>
              <a:headEnd/>
              <a:tailEnd/>
            </a:ln>
          </p:spPr>
        </p:cxnSp>
        <p:cxnSp>
          <p:nvCxnSpPr>
            <p:cNvPr id="20524" name="Прямая соединительная линия 18">
              <a:extLst>
                <a:ext uri="{FF2B5EF4-FFF2-40B4-BE49-F238E27FC236}">
                  <a16:creationId xmlns:a16="http://schemas.microsoft.com/office/drawing/2014/main" id="{ECCBD149-3C51-4337-8723-665C6C60AFB2}"/>
                </a:ext>
              </a:extLst>
            </p:cNvPr>
            <p:cNvCxnSpPr>
              <a:cxnSpLocks noChangeShapeType="1"/>
            </p:cNvCxnSpPr>
            <p:nvPr/>
          </p:nvCxnSpPr>
          <p:spPr bwMode="auto">
            <a:xfrm>
              <a:off x="5698792" y="3803260"/>
              <a:ext cx="109821" cy="0"/>
            </a:xfrm>
            <a:prstGeom prst="line">
              <a:avLst/>
            </a:prstGeom>
            <a:noFill/>
            <a:ln w="9525" algn="ctr">
              <a:solidFill>
                <a:schemeClr val="tx1"/>
              </a:solidFill>
              <a:round/>
              <a:headEnd/>
              <a:tailEnd/>
            </a:ln>
          </p:spPr>
        </p:cxnSp>
        <p:sp>
          <p:nvSpPr>
            <p:cNvPr id="20525" name="TextBox 155">
              <a:extLst>
                <a:ext uri="{FF2B5EF4-FFF2-40B4-BE49-F238E27FC236}">
                  <a16:creationId xmlns:a16="http://schemas.microsoft.com/office/drawing/2014/main" id="{1C48FDE5-6972-4A2E-ADAB-99B23AD974CF}"/>
                </a:ext>
              </a:extLst>
            </p:cNvPr>
            <p:cNvSpPr txBox="1">
              <a:spLocks noChangeArrowheads="1"/>
            </p:cNvSpPr>
            <p:nvPr/>
          </p:nvSpPr>
          <p:spPr bwMode="auto">
            <a:xfrm>
              <a:off x="2423847" y="2574433"/>
              <a:ext cx="23358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a</a:t>
              </a:r>
            </a:p>
          </p:txBody>
        </p:sp>
        <p:sp>
          <p:nvSpPr>
            <p:cNvPr id="20526" name="TextBox 156">
              <a:extLst>
                <a:ext uri="{FF2B5EF4-FFF2-40B4-BE49-F238E27FC236}">
                  <a16:creationId xmlns:a16="http://schemas.microsoft.com/office/drawing/2014/main" id="{A1DDC91D-0005-49B4-81DD-B9B65D10C8CC}"/>
                </a:ext>
              </a:extLst>
            </p:cNvPr>
            <p:cNvSpPr txBox="1">
              <a:spLocks noChangeArrowheads="1"/>
            </p:cNvSpPr>
            <p:nvPr/>
          </p:nvSpPr>
          <p:spPr bwMode="auto">
            <a:xfrm>
              <a:off x="2423744" y="2717884"/>
              <a:ext cx="23358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b</a:t>
              </a:r>
            </a:p>
          </p:txBody>
        </p:sp>
        <p:sp>
          <p:nvSpPr>
            <p:cNvPr id="20527" name="TextBox 157">
              <a:extLst>
                <a:ext uri="{FF2B5EF4-FFF2-40B4-BE49-F238E27FC236}">
                  <a16:creationId xmlns:a16="http://schemas.microsoft.com/office/drawing/2014/main" id="{1009533D-C471-4E54-887E-94EAA0E219E1}"/>
                </a:ext>
              </a:extLst>
            </p:cNvPr>
            <p:cNvSpPr txBox="1">
              <a:spLocks noChangeArrowheads="1"/>
            </p:cNvSpPr>
            <p:nvPr/>
          </p:nvSpPr>
          <p:spPr bwMode="auto">
            <a:xfrm>
              <a:off x="2426783" y="3251284"/>
              <a:ext cx="226643"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a:t>
              </a:r>
            </a:p>
          </p:txBody>
        </p:sp>
        <p:sp>
          <p:nvSpPr>
            <p:cNvPr id="20528" name="TextBox 158">
              <a:extLst>
                <a:ext uri="{FF2B5EF4-FFF2-40B4-BE49-F238E27FC236}">
                  <a16:creationId xmlns:a16="http://schemas.microsoft.com/office/drawing/2014/main" id="{47D558FF-4B9C-4A44-B79A-36006C74746A}"/>
                </a:ext>
              </a:extLst>
            </p:cNvPr>
            <p:cNvSpPr txBox="1">
              <a:spLocks noChangeArrowheads="1"/>
            </p:cNvSpPr>
            <p:nvPr/>
          </p:nvSpPr>
          <p:spPr bwMode="auto">
            <a:xfrm>
              <a:off x="2429720" y="3403701"/>
              <a:ext cx="23358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d</a:t>
              </a:r>
            </a:p>
          </p:txBody>
        </p:sp>
        <p:sp>
          <p:nvSpPr>
            <p:cNvPr id="20529" name="TextBox 159">
              <a:extLst>
                <a:ext uri="{FF2B5EF4-FFF2-40B4-BE49-F238E27FC236}">
                  <a16:creationId xmlns:a16="http://schemas.microsoft.com/office/drawing/2014/main" id="{E05197F5-517A-4536-8476-0995BBE07ED3}"/>
                </a:ext>
              </a:extLst>
            </p:cNvPr>
            <p:cNvSpPr txBox="1">
              <a:spLocks noChangeArrowheads="1"/>
            </p:cNvSpPr>
            <p:nvPr/>
          </p:nvSpPr>
          <p:spPr bwMode="auto">
            <a:xfrm>
              <a:off x="2429720" y="3866345"/>
              <a:ext cx="23358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e</a:t>
              </a:r>
            </a:p>
          </p:txBody>
        </p:sp>
        <p:sp>
          <p:nvSpPr>
            <p:cNvPr id="20530" name="TextBox 160">
              <a:extLst>
                <a:ext uri="{FF2B5EF4-FFF2-40B4-BE49-F238E27FC236}">
                  <a16:creationId xmlns:a16="http://schemas.microsoft.com/office/drawing/2014/main" id="{188FEDBB-5719-403D-9365-9A8013F241DE}"/>
                </a:ext>
              </a:extLst>
            </p:cNvPr>
            <p:cNvSpPr txBox="1">
              <a:spLocks noChangeArrowheads="1"/>
            </p:cNvSpPr>
            <p:nvPr/>
          </p:nvSpPr>
          <p:spPr bwMode="auto">
            <a:xfrm>
              <a:off x="2434540" y="4032339"/>
              <a:ext cx="197480"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f</a:t>
              </a:r>
            </a:p>
          </p:txBody>
        </p:sp>
        <p:sp>
          <p:nvSpPr>
            <p:cNvPr id="20531" name="TextBox 161">
              <a:extLst>
                <a:ext uri="{FF2B5EF4-FFF2-40B4-BE49-F238E27FC236}">
                  <a16:creationId xmlns:a16="http://schemas.microsoft.com/office/drawing/2014/main" id="{A1E9B170-DBD4-4089-B881-E13354DD3BCF}"/>
                </a:ext>
              </a:extLst>
            </p:cNvPr>
            <p:cNvSpPr txBox="1">
              <a:spLocks noChangeArrowheads="1"/>
            </p:cNvSpPr>
            <p:nvPr/>
          </p:nvSpPr>
          <p:spPr bwMode="auto">
            <a:xfrm>
              <a:off x="2431709" y="4728463"/>
              <a:ext cx="23358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h</a:t>
              </a:r>
            </a:p>
          </p:txBody>
        </p:sp>
        <p:sp>
          <p:nvSpPr>
            <p:cNvPr id="20532" name="TextBox 162">
              <a:extLst>
                <a:ext uri="{FF2B5EF4-FFF2-40B4-BE49-F238E27FC236}">
                  <a16:creationId xmlns:a16="http://schemas.microsoft.com/office/drawing/2014/main" id="{F3B3B50A-DD40-41F6-8ACD-C169E7102F24}"/>
                </a:ext>
              </a:extLst>
            </p:cNvPr>
            <p:cNvSpPr txBox="1">
              <a:spLocks noChangeArrowheads="1"/>
            </p:cNvSpPr>
            <p:nvPr/>
          </p:nvSpPr>
          <p:spPr bwMode="auto">
            <a:xfrm>
              <a:off x="2434645" y="4573143"/>
              <a:ext cx="23358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g</a:t>
              </a:r>
            </a:p>
          </p:txBody>
        </p:sp>
        <p:sp>
          <p:nvSpPr>
            <p:cNvPr id="20533" name="TextBox 163">
              <a:extLst>
                <a:ext uri="{FF2B5EF4-FFF2-40B4-BE49-F238E27FC236}">
                  <a16:creationId xmlns:a16="http://schemas.microsoft.com/office/drawing/2014/main" id="{08C9BF58-6A7B-42A7-AA43-9D665DD1045D}"/>
                </a:ext>
              </a:extLst>
            </p:cNvPr>
            <p:cNvSpPr txBox="1">
              <a:spLocks noChangeArrowheads="1"/>
            </p:cNvSpPr>
            <p:nvPr/>
          </p:nvSpPr>
          <p:spPr bwMode="auto">
            <a:xfrm>
              <a:off x="3480358" y="2496296"/>
              <a:ext cx="189148"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i</a:t>
              </a:r>
            </a:p>
          </p:txBody>
        </p:sp>
        <p:sp>
          <p:nvSpPr>
            <p:cNvPr id="20534" name="TextBox 164">
              <a:extLst>
                <a:ext uri="{FF2B5EF4-FFF2-40B4-BE49-F238E27FC236}">
                  <a16:creationId xmlns:a16="http://schemas.microsoft.com/office/drawing/2014/main" id="{D5DDAC7B-6745-4EB6-AF32-2B57F6A4DD8D}"/>
                </a:ext>
              </a:extLst>
            </p:cNvPr>
            <p:cNvSpPr txBox="1">
              <a:spLocks noChangeArrowheads="1"/>
            </p:cNvSpPr>
            <p:nvPr/>
          </p:nvSpPr>
          <p:spPr bwMode="auto">
            <a:xfrm>
              <a:off x="3480358" y="3175508"/>
              <a:ext cx="189148"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j</a:t>
              </a:r>
            </a:p>
          </p:txBody>
        </p:sp>
        <p:sp>
          <p:nvSpPr>
            <p:cNvPr id="20535" name="TextBox 165">
              <a:extLst>
                <a:ext uri="{FF2B5EF4-FFF2-40B4-BE49-F238E27FC236}">
                  <a16:creationId xmlns:a16="http://schemas.microsoft.com/office/drawing/2014/main" id="{157DA552-472A-4705-BCF6-03CC0187F226}"/>
                </a:ext>
              </a:extLst>
            </p:cNvPr>
            <p:cNvSpPr txBox="1">
              <a:spLocks noChangeArrowheads="1"/>
            </p:cNvSpPr>
            <p:nvPr/>
          </p:nvSpPr>
          <p:spPr bwMode="auto">
            <a:xfrm>
              <a:off x="3483434" y="3800344"/>
              <a:ext cx="226643"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k</a:t>
              </a:r>
            </a:p>
          </p:txBody>
        </p:sp>
        <p:sp>
          <p:nvSpPr>
            <p:cNvPr id="20536" name="TextBox 166">
              <a:extLst>
                <a:ext uri="{FF2B5EF4-FFF2-40B4-BE49-F238E27FC236}">
                  <a16:creationId xmlns:a16="http://schemas.microsoft.com/office/drawing/2014/main" id="{1E643D43-5496-4B80-A805-354D92EAAC90}"/>
                </a:ext>
              </a:extLst>
            </p:cNvPr>
            <p:cNvSpPr txBox="1">
              <a:spLocks noChangeArrowheads="1"/>
            </p:cNvSpPr>
            <p:nvPr/>
          </p:nvSpPr>
          <p:spPr bwMode="auto">
            <a:xfrm>
              <a:off x="3483434" y="4512765"/>
              <a:ext cx="189148"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l</a:t>
              </a:r>
            </a:p>
          </p:txBody>
        </p:sp>
        <p:sp>
          <p:nvSpPr>
            <p:cNvPr id="20537" name="TextBox 167">
              <a:extLst>
                <a:ext uri="{FF2B5EF4-FFF2-40B4-BE49-F238E27FC236}">
                  <a16:creationId xmlns:a16="http://schemas.microsoft.com/office/drawing/2014/main" id="{967611CC-89AD-4243-9E7E-56E07367EE9C}"/>
                </a:ext>
              </a:extLst>
            </p:cNvPr>
            <p:cNvSpPr txBox="1">
              <a:spLocks noChangeArrowheads="1"/>
            </p:cNvSpPr>
            <p:nvPr/>
          </p:nvSpPr>
          <p:spPr bwMode="auto">
            <a:xfrm>
              <a:off x="5429078" y="2558043"/>
              <a:ext cx="23358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n</a:t>
              </a:r>
            </a:p>
          </p:txBody>
        </p:sp>
        <p:sp>
          <p:nvSpPr>
            <p:cNvPr id="20538" name="TextBox 168">
              <a:extLst>
                <a:ext uri="{FF2B5EF4-FFF2-40B4-BE49-F238E27FC236}">
                  <a16:creationId xmlns:a16="http://schemas.microsoft.com/office/drawing/2014/main" id="{89B9B881-BA8D-4A65-B05A-D23F35EC94CF}"/>
                </a:ext>
              </a:extLst>
            </p:cNvPr>
            <p:cNvSpPr txBox="1">
              <a:spLocks noChangeArrowheads="1"/>
            </p:cNvSpPr>
            <p:nvPr/>
          </p:nvSpPr>
          <p:spPr bwMode="auto">
            <a:xfrm>
              <a:off x="5418141" y="4406739"/>
              <a:ext cx="23358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p</a:t>
              </a:r>
            </a:p>
          </p:txBody>
        </p:sp>
        <p:sp>
          <p:nvSpPr>
            <p:cNvPr id="20539" name="TextBox 169">
              <a:extLst>
                <a:ext uri="{FF2B5EF4-FFF2-40B4-BE49-F238E27FC236}">
                  <a16:creationId xmlns:a16="http://schemas.microsoft.com/office/drawing/2014/main" id="{B1B276BB-6F4A-476F-9FEB-3E8BA41850F6}"/>
                </a:ext>
              </a:extLst>
            </p:cNvPr>
            <p:cNvSpPr txBox="1">
              <a:spLocks noChangeArrowheads="1"/>
            </p:cNvSpPr>
            <p:nvPr/>
          </p:nvSpPr>
          <p:spPr bwMode="auto">
            <a:xfrm>
              <a:off x="6219133" y="3491892"/>
              <a:ext cx="23358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o</a:t>
              </a:r>
            </a:p>
          </p:txBody>
        </p:sp>
        <p:sp>
          <p:nvSpPr>
            <p:cNvPr id="20540" name="TextBox 170">
              <a:extLst>
                <a:ext uri="{FF2B5EF4-FFF2-40B4-BE49-F238E27FC236}">
                  <a16:creationId xmlns:a16="http://schemas.microsoft.com/office/drawing/2014/main" id="{C66A4DFE-F36B-4DFC-86D7-5AC0F917072D}"/>
                </a:ext>
              </a:extLst>
            </p:cNvPr>
            <p:cNvSpPr txBox="1">
              <a:spLocks noChangeArrowheads="1"/>
            </p:cNvSpPr>
            <p:nvPr/>
          </p:nvSpPr>
          <p:spPr bwMode="auto">
            <a:xfrm>
              <a:off x="4340945" y="3485508"/>
              <a:ext cx="271082"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m</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604867F5-FF30-4060-B48B-5FB7663C8647}"/>
              </a:ext>
            </a:extLst>
          </p:cNvPr>
          <p:cNvSpPr>
            <a:spLocks noGrp="1"/>
          </p:cNvSpPr>
          <p:nvPr>
            <p:ph type="title"/>
          </p:nvPr>
        </p:nvSpPr>
        <p:spPr/>
        <p:txBody>
          <a:bodyPr/>
          <a:lstStyle/>
          <a:p>
            <a:r>
              <a:rPr lang="en-US" altLang="en-US"/>
              <a:t>CPM Arrival Time Calculation Steps (5)</a:t>
            </a:r>
          </a:p>
        </p:txBody>
      </p:sp>
      <p:grpSp>
        <p:nvGrpSpPr>
          <p:cNvPr id="21507" name="Group 183">
            <a:extLst>
              <a:ext uri="{FF2B5EF4-FFF2-40B4-BE49-F238E27FC236}">
                <a16:creationId xmlns:a16="http://schemas.microsoft.com/office/drawing/2014/main" id="{E6DADA7B-93C2-4B95-A0D4-BE4842DB582B}"/>
              </a:ext>
            </a:extLst>
          </p:cNvPr>
          <p:cNvGrpSpPr>
            <a:grpSpLocks/>
          </p:cNvGrpSpPr>
          <p:nvPr/>
        </p:nvGrpSpPr>
        <p:grpSpPr bwMode="auto">
          <a:xfrm>
            <a:off x="3127375" y="1597026"/>
            <a:ext cx="5303838" cy="3508375"/>
            <a:chOff x="1795511" y="2250146"/>
            <a:chExt cx="4660549" cy="3013596"/>
          </a:xfrm>
        </p:grpSpPr>
        <p:cxnSp>
          <p:nvCxnSpPr>
            <p:cNvPr id="21508" name="Прямая соединительная линия 17">
              <a:extLst>
                <a:ext uri="{FF2B5EF4-FFF2-40B4-BE49-F238E27FC236}">
                  <a16:creationId xmlns:a16="http://schemas.microsoft.com/office/drawing/2014/main" id="{AAD588ED-6DDB-485C-8938-187E58D67C01}"/>
                </a:ext>
              </a:extLst>
            </p:cNvPr>
            <p:cNvCxnSpPr>
              <a:cxnSpLocks noChangeShapeType="1"/>
            </p:cNvCxnSpPr>
            <p:nvPr/>
          </p:nvCxnSpPr>
          <p:spPr bwMode="auto">
            <a:xfrm>
              <a:off x="4602755" y="2893175"/>
              <a:ext cx="0" cy="1710048"/>
            </a:xfrm>
            <a:prstGeom prst="line">
              <a:avLst/>
            </a:prstGeom>
            <a:noFill/>
            <a:ln w="9525" algn="ctr">
              <a:solidFill>
                <a:schemeClr val="tx1"/>
              </a:solidFill>
              <a:round/>
              <a:headEnd/>
              <a:tailEnd/>
            </a:ln>
          </p:spPr>
        </p:cxnSp>
        <p:cxnSp>
          <p:nvCxnSpPr>
            <p:cNvPr id="21509" name="Прямая соединительная линия 21">
              <a:extLst>
                <a:ext uri="{FF2B5EF4-FFF2-40B4-BE49-F238E27FC236}">
                  <a16:creationId xmlns:a16="http://schemas.microsoft.com/office/drawing/2014/main" id="{E61FF592-72AB-4B9E-8425-447B5AC61EFB}"/>
                </a:ext>
              </a:extLst>
            </p:cNvPr>
            <p:cNvCxnSpPr>
              <a:cxnSpLocks noChangeShapeType="1"/>
            </p:cNvCxnSpPr>
            <p:nvPr/>
          </p:nvCxnSpPr>
          <p:spPr bwMode="auto">
            <a:xfrm>
              <a:off x="4380342" y="3741925"/>
              <a:ext cx="219763" cy="0"/>
            </a:xfrm>
            <a:prstGeom prst="line">
              <a:avLst/>
            </a:prstGeom>
            <a:noFill/>
            <a:ln w="9525" algn="ctr">
              <a:solidFill>
                <a:schemeClr val="tx1"/>
              </a:solidFill>
              <a:round/>
              <a:headEnd/>
              <a:tailEnd/>
            </a:ln>
          </p:spPr>
        </p:cxnSp>
        <p:cxnSp>
          <p:nvCxnSpPr>
            <p:cNvPr id="21510" name="Прямая соединительная линия 42">
              <a:extLst>
                <a:ext uri="{FF2B5EF4-FFF2-40B4-BE49-F238E27FC236}">
                  <a16:creationId xmlns:a16="http://schemas.microsoft.com/office/drawing/2014/main" id="{16E0700C-BDA8-4CC0-A9A3-3E171DA8EE42}"/>
                </a:ext>
              </a:extLst>
            </p:cNvPr>
            <p:cNvCxnSpPr>
              <a:cxnSpLocks noChangeShapeType="1"/>
            </p:cNvCxnSpPr>
            <p:nvPr/>
          </p:nvCxnSpPr>
          <p:spPr bwMode="auto">
            <a:xfrm flipH="1">
              <a:off x="3865625" y="3427466"/>
              <a:ext cx="794" cy="252542"/>
            </a:xfrm>
            <a:prstGeom prst="line">
              <a:avLst/>
            </a:prstGeom>
            <a:noFill/>
            <a:ln w="9525" algn="ctr">
              <a:solidFill>
                <a:schemeClr val="tx1"/>
              </a:solidFill>
              <a:round/>
              <a:headEnd/>
              <a:tailEnd/>
            </a:ln>
          </p:spPr>
        </p:cxnSp>
        <p:sp>
          <p:nvSpPr>
            <p:cNvPr id="6" name="Прямоугольник 47">
              <a:extLst>
                <a:ext uri="{FF2B5EF4-FFF2-40B4-BE49-F238E27FC236}">
                  <a16:creationId xmlns:a16="http://schemas.microsoft.com/office/drawing/2014/main" id="{DD2E9F4F-9FE4-463A-9743-E6F65C990F6D}"/>
                </a:ext>
              </a:extLst>
            </p:cNvPr>
            <p:cNvSpPr/>
            <p:nvPr/>
          </p:nvSpPr>
          <p:spPr bwMode="auto">
            <a:xfrm>
              <a:off x="1795511" y="2536506"/>
              <a:ext cx="714218" cy="500448"/>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7" name="Прямоугольник 48">
              <a:extLst>
                <a:ext uri="{FF2B5EF4-FFF2-40B4-BE49-F238E27FC236}">
                  <a16:creationId xmlns:a16="http://schemas.microsoft.com/office/drawing/2014/main" id="{268914BF-77A9-48C5-882A-1CE9E4B83206}"/>
                </a:ext>
              </a:extLst>
            </p:cNvPr>
            <p:cNvSpPr/>
            <p:nvPr/>
          </p:nvSpPr>
          <p:spPr bwMode="auto">
            <a:xfrm>
              <a:off x="1822016" y="3251042"/>
              <a:ext cx="714218" cy="500448"/>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8" name="Прямоугольник 49">
              <a:extLst>
                <a:ext uri="{FF2B5EF4-FFF2-40B4-BE49-F238E27FC236}">
                  <a16:creationId xmlns:a16="http://schemas.microsoft.com/office/drawing/2014/main" id="{64957505-4940-4156-BDB8-8B1300489B84}"/>
                </a:ext>
              </a:extLst>
            </p:cNvPr>
            <p:cNvSpPr/>
            <p:nvPr/>
          </p:nvSpPr>
          <p:spPr bwMode="auto">
            <a:xfrm>
              <a:off x="1827595" y="3836034"/>
              <a:ext cx="714218" cy="500447"/>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9" name="Прямоугольник 50">
              <a:extLst>
                <a:ext uri="{FF2B5EF4-FFF2-40B4-BE49-F238E27FC236}">
                  <a16:creationId xmlns:a16="http://schemas.microsoft.com/office/drawing/2014/main" id="{A701514F-C3AE-46E9-837B-45D44E789EFE}"/>
                </a:ext>
              </a:extLst>
            </p:cNvPr>
            <p:cNvSpPr/>
            <p:nvPr/>
          </p:nvSpPr>
          <p:spPr bwMode="auto">
            <a:xfrm>
              <a:off x="1854099" y="4505570"/>
              <a:ext cx="714218" cy="499084"/>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10" name="Прямоугольник 51">
              <a:extLst>
                <a:ext uri="{FF2B5EF4-FFF2-40B4-BE49-F238E27FC236}">
                  <a16:creationId xmlns:a16="http://schemas.microsoft.com/office/drawing/2014/main" id="{82FFE116-BA5B-4525-889C-94043A9F3574}"/>
                </a:ext>
              </a:extLst>
            </p:cNvPr>
            <p:cNvSpPr/>
            <p:nvPr/>
          </p:nvSpPr>
          <p:spPr bwMode="auto">
            <a:xfrm>
              <a:off x="3509913" y="4763295"/>
              <a:ext cx="714218" cy="500447"/>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A:4/2</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1" name="Прямоугольник 52">
              <a:extLst>
                <a:ext uri="{FF2B5EF4-FFF2-40B4-BE49-F238E27FC236}">
                  <a16:creationId xmlns:a16="http://schemas.microsoft.com/office/drawing/2014/main" id="{67994AE6-B8D5-49FF-B229-4652D7350B92}"/>
                </a:ext>
              </a:extLst>
            </p:cNvPr>
            <p:cNvSpPr/>
            <p:nvPr/>
          </p:nvSpPr>
          <p:spPr bwMode="auto">
            <a:xfrm>
              <a:off x="3509913" y="4065122"/>
              <a:ext cx="714218" cy="500447"/>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A:3/1</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2" name="Прямоугольник 53">
              <a:extLst>
                <a:ext uri="{FF2B5EF4-FFF2-40B4-BE49-F238E27FC236}">
                  <a16:creationId xmlns:a16="http://schemas.microsoft.com/office/drawing/2014/main" id="{B6124EB7-60BE-422E-9D68-756D8376AEAD}"/>
                </a:ext>
              </a:extLst>
            </p:cNvPr>
            <p:cNvSpPr/>
            <p:nvPr/>
          </p:nvSpPr>
          <p:spPr bwMode="auto">
            <a:xfrm>
              <a:off x="4603558" y="3493766"/>
              <a:ext cx="715612" cy="500448"/>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A:3/5</a:t>
              </a:r>
              <a:endParaRPr lang="en-US" sz="1400" dirty="0">
                <a:latin typeface="+mj-lt"/>
                <a:cs typeface="Arial" charset="0"/>
              </a:endParaRP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3" name="Прямоугольник 54">
              <a:extLst>
                <a:ext uri="{FF2B5EF4-FFF2-40B4-BE49-F238E27FC236}">
                  <a16:creationId xmlns:a16="http://schemas.microsoft.com/office/drawing/2014/main" id="{EF82AB6A-6841-48C0-9C22-9A6FA5FF6349}"/>
                </a:ext>
              </a:extLst>
            </p:cNvPr>
            <p:cNvSpPr/>
            <p:nvPr/>
          </p:nvSpPr>
          <p:spPr bwMode="auto">
            <a:xfrm>
              <a:off x="5367994" y="4666477"/>
              <a:ext cx="714218" cy="499084"/>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r>
                <a:rPr lang="ru-RU" sz="1400" dirty="0">
                  <a:latin typeface="+mj-lt"/>
                  <a:cs typeface="Arial" charset="0"/>
                </a:rPr>
                <a:t>A:7/6</a:t>
              </a:r>
            </a:p>
            <a:p>
              <a:pPr algn="ctr" eaLnBrk="1" hangingPunct="1">
                <a:defRPr/>
              </a:pPr>
              <a:endParaRPr lang="ru-RU" sz="1400" dirty="0">
                <a:latin typeface="+mj-lt"/>
                <a:cs typeface="Arial" charset="0"/>
              </a:endParaRPr>
            </a:p>
          </p:txBody>
        </p:sp>
        <p:sp>
          <p:nvSpPr>
            <p:cNvPr id="15" name="Прямоугольник 56">
              <a:extLst>
                <a:ext uri="{FF2B5EF4-FFF2-40B4-BE49-F238E27FC236}">
                  <a16:creationId xmlns:a16="http://schemas.microsoft.com/office/drawing/2014/main" id="{B1E71EBB-AA1A-46FF-8895-3B6E7D20D4CF}"/>
                </a:ext>
              </a:extLst>
            </p:cNvPr>
            <p:cNvSpPr/>
            <p:nvPr/>
          </p:nvSpPr>
          <p:spPr bwMode="auto">
            <a:xfrm>
              <a:off x="5719523" y="2567869"/>
              <a:ext cx="714218" cy="500447"/>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A:8/5</a:t>
              </a: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16" name="Прямоугольник 57">
              <a:extLst>
                <a:ext uri="{FF2B5EF4-FFF2-40B4-BE49-F238E27FC236}">
                  <a16:creationId xmlns:a16="http://schemas.microsoft.com/office/drawing/2014/main" id="{59023734-B68D-4B0B-BE16-8ACC3063B8DD}"/>
                </a:ext>
              </a:extLst>
            </p:cNvPr>
            <p:cNvSpPr/>
            <p:nvPr/>
          </p:nvSpPr>
          <p:spPr bwMode="auto">
            <a:xfrm>
              <a:off x="3509913" y="2250146"/>
              <a:ext cx="714218" cy="500448"/>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A:2/1</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7" name="Прямоугольник 58">
              <a:extLst>
                <a:ext uri="{FF2B5EF4-FFF2-40B4-BE49-F238E27FC236}">
                  <a16:creationId xmlns:a16="http://schemas.microsoft.com/office/drawing/2014/main" id="{CC11C8B4-DA31-474B-ACE1-3BC7F30341A2}"/>
                </a:ext>
              </a:extLst>
            </p:cNvPr>
            <p:cNvSpPr/>
            <p:nvPr/>
          </p:nvSpPr>
          <p:spPr bwMode="auto">
            <a:xfrm>
              <a:off x="3581055" y="2929228"/>
              <a:ext cx="714218" cy="500448"/>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A:4/2</a:t>
              </a: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grpSp>
          <p:nvGrpSpPr>
            <p:cNvPr id="21522" name="Group 65">
              <a:extLst>
                <a:ext uri="{FF2B5EF4-FFF2-40B4-BE49-F238E27FC236}">
                  <a16:creationId xmlns:a16="http://schemas.microsoft.com/office/drawing/2014/main" id="{BD8450D1-0A09-4AFF-98DF-3B3CD99A3E74}"/>
                </a:ext>
              </a:extLst>
            </p:cNvPr>
            <p:cNvGrpSpPr>
              <a:grpSpLocks/>
            </p:cNvGrpSpPr>
            <p:nvPr/>
          </p:nvGrpSpPr>
          <p:grpSpPr bwMode="auto">
            <a:xfrm>
              <a:off x="2652767" y="2608438"/>
              <a:ext cx="2352438" cy="294978"/>
              <a:chOff x="2652767" y="2608438"/>
              <a:chExt cx="2352438" cy="294978"/>
            </a:xfrm>
          </p:grpSpPr>
          <p:sp>
            <p:nvSpPr>
              <p:cNvPr id="18" name="Flowchart: Delay 53">
                <a:extLst>
                  <a:ext uri="{FF2B5EF4-FFF2-40B4-BE49-F238E27FC236}">
                    <a16:creationId xmlns:a16="http://schemas.microsoft.com/office/drawing/2014/main" id="{F1D1E866-29C8-407E-887A-CF04AD92499F}"/>
                  </a:ext>
                </a:extLst>
              </p:cNvPr>
              <p:cNvSpPr/>
              <p:nvPr/>
            </p:nvSpPr>
            <p:spPr bwMode="auto">
              <a:xfrm>
                <a:off x="3060736" y="2608778"/>
                <a:ext cx="329210"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1586" name="Прямая соединительная линия 18">
                <a:extLst>
                  <a:ext uri="{FF2B5EF4-FFF2-40B4-BE49-F238E27FC236}">
                    <a16:creationId xmlns:a16="http://schemas.microsoft.com/office/drawing/2014/main" id="{27A58D05-17D5-4369-8D4C-3B4D0532B944}"/>
                  </a:ext>
                </a:extLst>
              </p:cNvPr>
              <p:cNvCxnSpPr>
                <a:cxnSpLocks noChangeShapeType="1"/>
              </p:cNvCxnSpPr>
              <p:nvPr/>
            </p:nvCxnSpPr>
            <p:spPr bwMode="auto">
              <a:xfrm>
                <a:off x="2652767" y="2696515"/>
                <a:ext cx="407476" cy="0"/>
              </a:xfrm>
              <a:prstGeom prst="line">
                <a:avLst/>
              </a:prstGeom>
              <a:noFill/>
              <a:ln w="9525" algn="ctr">
                <a:solidFill>
                  <a:schemeClr val="tx1"/>
                </a:solidFill>
                <a:round/>
                <a:headEnd/>
                <a:tailEnd/>
              </a:ln>
            </p:spPr>
          </p:cxnSp>
          <p:cxnSp>
            <p:nvCxnSpPr>
              <p:cNvPr id="21587" name="Прямая соединительная линия 19">
                <a:extLst>
                  <a:ext uri="{FF2B5EF4-FFF2-40B4-BE49-F238E27FC236}">
                    <a16:creationId xmlns:a16="http://schemas.microsoft.com/office/drawing/2014/main" id="{9D6AB596-EA0A-4905-A577-2E4A3F6474BF}"/>
                  </a:ext>
                </a:extLst>
              </p:cNvPr>
              <p:cNvCxnSpPr>
                <a:cxnSpLocks noChangeShapeType="1"/>
              </p:cNvCxnSpPr>
              <p:nvPr/>
            </p:nvCxnSpPr>
            <p:spPr bwMode="auto">
              <a:xfrm>
                <a:off x="2654205" y="2851544"/>
                <a:ext cx="407476" cy="0"/>
              </a:xfrm>
              <a:prstGeom prst="line">
                <a:avLst/>
              </a:prstGeom>
              <a:noFill/>
              <a:ln w="9525" algn="ctr">
                <a:solidFill>
                  <a:schemeClr val="tx1"/>
                </a:solidFill>
                <a:round/>
                <a:headEnd/>
                <a:tailEnd/>
              </a:ln>
            </p:spPr>
          </p:cxnSp>
          <p:cxnSp>
            <p:nvCxnSpPr>
              <p:cNvPr id="21588" name="Прямая соединительная линия 35">
                <a:extLst>
                  <a:ext uri="{FF2B5EF4-FFF2-40B4-BE49-F238E27FC236}">
                    <a16:creationId xmlns:a16="http://schemas.microsoft.com/office/drawing/2014/main" id="{B467A299-2A88-4D87-93D7-A1AB29BED024}"/>
                  </a:ext>
                </a:extLst>
              </p:cNvPr>
              <p:cNvCxnSpPr>
                <a:cxnSpLocks noChangeShapeType="1"/>
                <a:endCxn id="129" idx="1"/>
              </p:cNvCxnSpPr>
              <p:nvPr/>
            </p:nvCxnSpPr>
            <p:spPr bwMode="auto">
              <a:xfrm>
                <a:off x="3480358" y="2755927"/>
                <a:ext cx="1524847" cy="0"/>
              </a:xfrm>
              <a:prstGeom prst="line">
                <a:avLst/>
              </a:prstGeom>
              <a:noFill/>
              <a:ln w="9525" algn="ctr">
                <a:solidFill>
                  <a:schemeClr val="tx1"/>
                </a:solidFill>
                <a:round/>
                <a:headEnd/>
                <a:tailEnd/>
              </a:ln>
            </p:spPr>
          </p:cxnSp>
          <p:sp>
            <p:nvSpPr>
              <p:cNvPr id="61" name="TextBox 60">
                <a:extLst>
                  <a:ext uri="{FF2B5EF4-FFF2-40B4-BE49-F238E27FC236}">
                    <a16:creationId xmlns:a16="http://schemas.microsoft.com/office/drawing/2014/main" id="{1368B82D-6697-4819-8AF5-E981CB923574}"/>
                  </a:ext>
                </a:extLst>
              </p:cNvPr>
              <p:cNvSpPr txBox="1"/>
              <p:nvPr/>
            </p:nvSpPr>
            <p:spPr>
              <a:xfrm>
                <a:off x="3048181" y="2640141"/>
                <a:ext cx="327815"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2/1</a:t>
                </a:r>
              </a:p>
            </p:txBody>
          </p:sp>
          <p:sp>
            <p:nvSpPr>
              <p:cNvPr id="21590" name="Oval 64">
                <a:extLst>
                  <a:ext uri="{FF2B5EF4-FFF2-40B4-BE49-F238E27FC236}">
                    <a16:creationId xmlns:a16="http://schemas.microsoft.com/office/drawing/2014/main" id="{A1A057BA-081D-4074-BBBD-B0E9DBA7961E}"/>
                  </a:ext>
                </a:extLst>
              </p:cNvPr>
              <p:cNvSpPr>
                <a:spLocks noChangeArrowheads="1"/>
              </p:cNvSpPr>
              <p:nvPr/>
            </p:nvSpPr>
            <p:spPr bwMode="auto">
              <a:xfrm>
                <a:off x="3394075" y="2717797"/>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69" name="Flowchart: Delay 53">
              <a:extLst>
                <a:ext uri="{FF2B5EF4-FFF2-40B4-BE49-F238E27FC236}">
                  <a16:creationId xmlns:a16="http://schemas.microsoft.com/office/drawing/2014/main" id="{ABFD1840-96CF-4A63-8FEB-61190E17E790}"/>
                </a:ext>
              </a:extLst>
            </p:cNvPr>
            <p:cNvSpPr/>
            <p:nvPr/>
          </p:nvSpPr>
          <p:spPr bwMode="auto">
            <a:xfrm>
              <a:off x="3066317" y="3286496"/>
              <a:ext cx="330604"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1524" name="Прямая соединительная линия 18">
              <a:extLst>
                <a:ext uri="{FF2B5EF4-FFF2-40B4-BE49-F238E27FC236}">
                  <a16:creationId xmlns:a16="http://schemas.microsoft.com/office/drawing/2014/main" id="{50F8E0BF-30EB-4AC4-AE2A-433D23318B5F}"/>
                </a:ext>
              </a:extLst>
            </p:cNvPr>
            <p:cNvCxnSpPr>
              <a:cxnSpLocks noChangeShapeType="1"/>
            </p:cNvCxnSpPr>
            <p:nvPr/>
          </p:nvCxnSpPr>
          <p:spPr bwMode="auto">
            <a:xfrm>
              <a:off x="2659380" y="3374499"/>
              <a:ext cx="407476" cy="0"/>
            </a:xfrm>
            <a:prstGeom prst="line">
              <a:avLst/>
            </a:prstGeom>
            <a:noFill/>
            <a:ln w="9525" algn="ctr">
              <a:solidFill>
                <a:schemeClr val="tx1"/>
              </a:solidFill>
              <a:round/>
              <a:headEnd/>
              <a:tailEnd/>
            </a:ln>
          </p:spPr>
        </p:cxnSp>
        <p:cxnSp>
          <p:nvCxnSpPr>
            <p:cNvPr id="21525" name="Прямая соединительная линия 19">
              <a:extLst>
                <a:ext uri="{FF2B5EF4-FFF2-40B4-BE49-F238E27FC236}">
                  <a16:creationId xmlns:a16="http://schemas.microsoft.com/office/drawing/2014/main" id="{B1111984-1230-403F-892A-A64E042E299B}"/>
                </a:ext>
              </a:extLst>
            </p:cNvPr>
            <p:cNvCxnSpPr>
              <a:cxnSpLocks noChangeShapeType="1"/>
            </p:cNvCxnSpPr>
            <p:nvPr/>
          </p:nvCxnSpPr>
          <p:spPr bwMode="auto">
            <a:xfrm>
              <a:off x="2663199" y="3529528"/>
              <a:ext cx="407476" cy="0"/>
            </a:xfrm>
            <a:prstGeom prst="line">
              <a:avLst/>
            </a:prstGeom>
            <a:noFill/>
            <a:ln w="9525" algn="ctr">
              <a:solidFill>
                <a:schemeClr val="tx1"/>
              </a:solidFill>
              <a:round/>
              <a:headEnd/>
              <a:tailEnd/>
            </a:ln>
          </p:spPr>
        </p:cxnSp>
        <p:cxnSp>
          <p:nvCxnSpPr>
            <p:cNvPr id="21526" name="Прямая соединительная линия 35">
              <a:extLst>
                <a:ext uri="{FF2B5EF4-FFF2-40B4-BE49-F238E27FC236}">
                  <a16:creationId xmlns:a16="http://schemas.microsoft.com/office/drawing/2014/main" id="{A8721485-CCEC-4E0C-BEA5-70C7E239D5A2}"/>
                </a:ext>
              </a:extLst>
            </p:cNvPr>
            <p:cNvCxnSpPr>
              <a:cxnSpLocks noChangeShapeType="1"/>
            </p:cNvCxnSpPr>
            <p:nvPr/>
          </p:nvCxnSpPr>
          <p:spPr bwMode="auto">
            <a:xfrm flipV="1">
              <a:off x="3477447" y="3431381"/>
              <a:ext cx="387322" cy="0"/>
            </a:xfrm>
            <a:prstGeom prst="line">
              <a:avLst/>
            </a:prstGeom>
            <a:noFill/>
            <a:ln w="9525" algn="ctr">
              <a:solidFill>
                <a:schemeClr val="tx1"/>
              </a:solidFill>
              <a:round/>
              <a:headEnd/>
              <a:tailEnd/>
            </a:ln>
          </p:spPr>
        </p:cxnSp>
        <p:sp>
          <p:nvSpPr>
            <p:cNvPr id="73" name="TextBox 72">
              <a:extLst>
                <a:ext uri="{FF2B5EF4-FFF2-40B4-BE49-F238E27FC236}">
                  <a16:creationId xmlns:a16="http://schemas.microsoft.com/office/drawing/2014/main" id="{51A100DB-4CF6-4809-B5AE-9C19DBF5F20F}"/>
                </a:ext>
              </a:extLst>
            </p:cNvPr>
            <p:cNvSpPr txBox="1"/>
            <p:nvPr/>
          </p:nvSpPr>
          <p:spPr>
            <a:xfrm>
              <a:off x="3055157" y="3317859"/>
              <a:ext cx="326420"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4/2</a:t>
              </a:r>
            </a:p>
          </p:txBody>
        </p:sp>
        <p:sp>
          <p:nvSpPr>
            <p:cNvPr id="21528" name="Oval 73">
              <a:extLst>
                <a:ext uri="{FF2B5EF4-FFF2-40B4-BE49-F238E27FC236}">
                  <a16:creationId xmlns:a16="http://schemas.microsoft.com/office/drawing/2014/main" id="{44BB7ABF-E85B-43DD-8F04-FF9C79F89FE4}"/>
                </a:ext>
              </a:extLst>
            </p:cNvPr>
            <p:cNvSpPr>
              <a:spLocks noChangeArrowheads="1"/>
            </p:cNvSpPr>
            <p:nvPr/>
          </p:nvSpPr>
          <p:spPr bwMode="auto">
            <a:xfrm>
              <a:off x="3400688" y="339501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nvGrpSpPr>
            <p:cNvPr id="21529" name="Group 86">
              <a:extLst>
                <a:ext uri="{FF2B5EF4-FFF2-40B4-BE49-F238E27FC236}">
                  <a16:creationId xmlns:a16="http://schemas.microsoft.com/office/drawing/2014/main" id="{35D01662-995D-4DB7-8139-43ADDA0F2E1E}"/>
                </a:ext>
              </a:extLst>
            </p:cNvPr>
            <p:cNvGrpSpPr>
              <a:grpSpLocks/>
            </p:cNvGrpSpPr>
            <p:nvPr/>
          </p:nvGrpSpPr>
          <p:grpSpPr bwMode="auto">
            <a:xfrm>
              <a:off x="2659857" y="3905184"/>
              <a:ext cx="1205389" cy="294978"/>
              <a:chOff x="2659857" y="3495652"/>
              <a:chExt cx="1205389" cy="294978"/>
            </a:xfrm>
          </p:grpSpPr>
          <p:sp>
            <p:nvSpPr>
              <p:cNvPr id="81" name="Flowchart: Delay 53">
                <a:extLst>
                  <a:ext uri="{FF2B5EF4-FFF2-40B4-BE49-F238E27FC236}">
                    <a16:creationId xmlns:a16="http://schemas.microsoft.com/office/drawing/2014/main" id="{2B3ABDE0-A6B1-42C0-8258-BC0D4031F18E}"/>
                  </a:ext>
                </a:extLst>
              </p:cNvPr>
              <p:cNvSpPr/>
              <p:nvPr/>
            </p:nvSpPr>
            <p:spPr bwMode="auto">
              <a:xfrm>
                <a:off x="3067711" y="3496046"/>
                <a:ext cx="329210"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1580" name="Прямая соединительная линия 18">
                <a:extLst>
                  <a:ext uri="{FF2B5EF4-FFF2-40B4-BE49-F238E27FC236}">
                    <a16:creationId xmlns:a16="http://schemas.microsoft.com/office/drawing/2014/main" id="{298CC372-CE90-4D3D-8D91-734A6FDC2F8E}"/>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21581" name="Прямая соединительная линия 19">
                <a:extLst>
                  <a:ext uri="{FF2B5EF4-FFF2-40B4-BE49-F238E27FC236}">
                    <a16:creationId xmlns:a16="http://schemas.microsoft.com/office/drawing/2014/main" id="{B29E4D1B-E844-4221-80A5-815EAA83DADB}"/>
                  </a:ext>
                </a:extLst>
              </p:cNvPr>
              <p:cNvCxnSpPr>
                <a:cxnSpLocks noChangeShapeType="1"/>
              </p:cNvCxnSpPr>
              <p:nvPr/>
            </p:nvCxnSpPr>
            <p:spPr bwMode="auto">
              <a:xfrm>
                <a:off x="2663676" y="3738758"/>
                <a:ext cx="407476" cy="0"/>
              </a:xfrm>
              <a:prstGeom prst="line">
                <a:avLst/>
              </a:prstGeom>
              <a:noFill/>
              <a:ln w="9525" algn="ctr">
                <a:solidFill>
                  <a:schemeClr val="tx1"/>
                </a:solidFill>
                <a:round/>
                <a:headEnd/>
                <a:tailEnd/>
              </a:ln>
            </p:spPr>
          </p:cxnSp>
          <p:cxnSp>
            <p:nvCxnSpPr>
              <p:cNvPr id="21582" name="Прямая соединительная линия 35">
                <a:extLst>
                  <a:ext uri="{FF2B5EF4-FFF2-40B4-BE49-F238E27FC236}">
                    <a16:creationId xmlns:a16="http://schemas.microsoft.com/office/drawing/2014/main" id="{995AA0E8-6E38-48BA-9FE7-8B072322F451}"/>
                  </a:ext>
                </a:extLst>
              </p:cNvPr>
              <p:cNvCxnSpPr>
                <a:cxnSpLocks noChangeShapeType="1"/>
              </p:cNvCxnSpPr>
              <p:nvPr/>
            </p:nvCxnSpPr>
            <p:spPr bwMode="auto">
              <a:xfrm flipV="1">
                <a:off x="3477924" y="3640611"/>
                <a:ext cx="387322" cy="0"/>
              </a:xfrm>
              <a:prstGeom prst="line">
                <a:avLst/>
              </a:prstGeom>
              <a:noFill/>
              <a:ln w="9525" algn="ctr">
                <a:solidFill>
                  <a:schemeClr val="tx1"/>
                </a:solidFill>
                <a:round/>
                <a:headEnd/>
                <a:tailEnd/>
              </a:ln>
            </p:spPr>
          </p:cxnSp>
          <p:sp>
            <p:nvSpPr>
              <p:cNvPr id="85" name="TextBox 84">
                <a:extLst>
                  <a:ext uri="{FF2B5EF4-FFF2-40B4-BE49-F238E27FC236}">
                    <a16:creationId xmlns:a16="http://schemas.microsoft.com/office/drawing/2014/main" id="{E2ACFF9B-C5A7-48EF-AF4C-606CB8208E29}"/>
                  </a:ext>
                </a:extLst>
              </p:cNvPr>
              <p:cNvSpPr txBox="1"/>
              <p:nvPr/>
            </p:nvSpPr>
            <p:spPr>
              <a:xfrm>
                <a:off x="3055157" y="3527410"/>
                <a:ext cx="327814"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3/1</a:t>
                </a:r>
              </a:p>
            </p:txBody>
          </p:sp>
          <p:sp>
            <p:nvSpPr>
              <p:cNvPr id="21584" name="Oval 85">
                <a:extLst>
                  <a:ext uri="{FF2B5EF4-FFF2-40B4-BE49-F238E27FC236}">
                    <a16:creationId xmlns:a16="http://schemas.microsoft.com/office/drawing/2014/main" id="{70C3AD97-AE1B-4C35-BAE1-2D0B85C137D8}"/>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88" name="Flowchart: Delay 53">
              <a:extLst>
                <a:ext uri="{FF2B5EF4-FFF2-40B4-BE49-F238E27FC236}">
                  <a16:creationId xmlns:a16="http://schemas.microsoft.com/office/drawing/2014/main" id="{F8563D2D-7BD6-4BFC-B3D3-D43874BE2068}"/>
                </a:ext>
              </a:extLst>
            </p:cNvPr>
            <p:cNvSpPr/>
            <p:nvPr/>
          </p:nvSpPr>
          <p:spPr bwMode="auto">
            <a:xfrm>
              <a:off x="3974433" y="3596037"/>
              <a:ext cx="329210"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1531" name="Прямая соединительная линия 18">
              <a:extLst>
                <a:ext uri="{FF2B5EF4-FFF2-40B4-BE49-F238E27FC236}">
                  <a16:creationId xmlns:a16="http://schemas.microsoft.com/office/drawing/2014/main" id="{94EB40DC-CFE5-4161-AA01-F2A8BCB6E620}"/>
                </a:ext>
              </a:extLst>
            </p:cNvPr>
            <p:cNvCxnSpPr>
              <a:cxnSpLocks noChangeShapeType="1"/>
            </p:cNvCxnSpPr>
            <p:nvPr/>
          </p:nvCxnSpPr>
          <p:spPr bwMode="auto">
            <a:xfrm>
              <a:off x="3860007" y="3684069"/>
              <a:ext cx="109821" cy="0"/>
            </a:xfrm>
            <a:prstGeom prst="line">
              <a:avLst/>
            </a:prstGeom>
            <a:noFill/>
            <a:ln w="9525" algn="ctr">
              <a:solidFill>
                <a:schemeClr val="tx1"/>
              </a:solidFill>
              <a:round/>
              <a:headEnd/>
              <a:tailEnd/>
            </a:ln>
          </p:spPr>
        </p:cxnSp>
        <p:sp>
          <p:nvSpPr>
            <p:cNvPr id="91" name="TextBox 90">
              <a:extLst>
                <a:ext uri="{FF2B5EF4-FFF2-40B4-BE49-F238E27FC236}">
                  <a16:creationId xmlns:a16="http://schemas.microsoft.com/office/drawing/2014/main" id="{1466C98B-76AE-4321-9866-2BA3EE988EAB}"/>
                </a:ext>
              </a:extLst>
            </p:cNvPr>
            <p:cNvSpPr txBox="1"/>
            <p:nvPr/>
          </p:nvSpPr>
          <p:spPr>
            <a:xfrm>
              <a:off x="3961878" y="3627400"/>
              <a:ext cx="327814"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1/1</a:t>
              </a:r>
            </a:p>
          </p:txBody>
        </p:sp>
        <p:sp>
          <p:nvSpPr>
            <p:cNvPr id="21533" name="Oval 91">
              <a:extLst>
                <a:ext uri="{FF2B5EF4-FFF2-40B4-BE49-F238E27FC236}">
                  <a16:creationId xmlns:a16="http://schemas.microsoft.com/office/drawing/2014/main" id="{4F573AA2-D92F-4AAC-BF5F-7D4588C23EB5}"/>
                </a:ext>
              </a:extLst>
            </p:cNvPr>
            <p:cNvSpPr>
              <a:spLocks noChangeArrowheads="1"/>
            </p:cNvSpPr>
            <p:nvPr/>
          </p:nvSpPr>
          <p:spPr bwMode="auto">
            <a:xfrm>
              <a:off x="4308422" y="370458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21534" name="Прямая соединительная линия 42">
              <a:extLst>
                <a:ext uri="{FF2B5EF4-FFF2-40B4-BE49-F238E27FC236}">
                  <a16:creationId xmlns:a16="http://schemas.microsoft.com/office/drawing/2014/main" id="{746611D9-DA2B-4F77-8998-302EC8D61E80}"/>
                </a:ext>
              </a:extLst>
            </p:cNvPr>
            <p:cNvCxnSpPr>
              <a:cxnSpLocks noChangeShapeType="1"/>
            </p:cNvCxnSpPr>
            <p:nvPr/>
          </p:nvCxnSpPr>
          <p:spPr bwMode="auto">
            <a:xfrm flipH="1">
              <a:off x="3860856" y="3800344"/>
              <a:ext cx="794" cy="252542"/>
            </a:xfrm>
            <a:prstGeom prst="line">
              <a:avLst/>
            </a:prstGeom>
            <a:noFill/>
            <a:ln w="9525" algn="ctr">
              <a:solidFill>
                <a:schemeClr val="tx1"/>
              </a:solidFill>
              <a:round/>
              <a:headEnd/>
              <a:tailEnd/>
            </a:ln>
          </p:spPr>
        </p:cxnSp>
        <p:cxnSp>
          <p:nvCxnSpPr>
            <p:cNvPr id="21535" name="Прямая соединительная линия 18">
              <a:extLst>
                <a:ext uri="{FF2B5EF4-FFF2-40B4-BE49-F238E27FC236}">
                  <a16:creationId xmlns:a16="http://schemas.microsoft.com/office/drawing/2014/main" id="{F047086B-AAD4-47F6-9FBE-ED6D268458EF}"/>
                </a:ext>
              </a:extLst>
            </p:cNvPr>
            <p:cNvCxnSpPr>
              <a:cxnSpLocks noChangeShapeType="1"/>
            </p:cNvCxnSpPr>
            <p:nvPr/>
          </p:nvCxnSpPr>
          <p:spPr bwMode="auto">
            <a:xfrm>
              <a:off x="3860001" y="3801726"/>
              <a:ext cx="109821" cy="0"/>
            </a:xfrm>
            <a:prstGeom prst="line">
              <a:avLst/>
            </a:prstGeom>
            <a:noFill/>
            <a:ln w="9525" algn="ctr">
              <a:solidFill>
                <a:schemeClr val="tx1"/>
              </a:solidFill>
              <a:round/>
              <a:headEnd/>
              <a:tailEnd/>
            </a:ln>
          </p:spPr>
        </p:cxnSp>
        <p:grpSp>
          <p:nvGrpSpPr>
            <p:cNvPr id="21536" name="Group 98">
              <a:extLst>
                <a:ext uri="{FF2B5EF4-FFF2-40B4-BE49-F238E27FC236}">
                  <a16:creationId xmlns:a16="http://schemas.microsoft.com/office/drawing/2014/main" id="{8D83CEEE-4B40-47F3-B6FC-12A307FC4F92}"/>
                </a:ext>
              </a:extLst>
            </p:cNvPr>
            <p:cNvGrpSpPr>
              <a:grpSpLocks/>
            </p:cNvGrpSpPr>
            <p:nvPr/>
          </p:nvGrpSpPr>
          <p:grpSpPr bwMode="auto">
            <a:xfrm>
              <a:off x="4595342" y="4512765"/>
              <a:ext cx="1114178" cy="294978"/>
              <a:chOff x="2659857" y="3495652"/>
              <a:chExt cx="1114178" cy="294978"/>
            </a:xfrm>
          </p:grpSpPr>
          <p:sp>
            <p:nvSpPr>
              <p:cNvPr id="100" name="Flowchart: Delay 53">
                <a:extLst>
                  <a:ext uri="{FF2B5EF4-FFF2-40B4-BE49-F238E27FC236}">
                    <a16:creationId xmlns:a16="http://schemas.microsoft.com/office/drawing/2014/main" id="{45CF3AF5-1377-4F6A-9C67-A40022DCA958}"/>
                  </a:ext>
                </a:extLst>
              </p:cNvPr>
              <p:cNvSpPr/>
              <p:nvPr/>
            </p:nvSpPr>
            <p:spPr bwMode="auto">
              <a:xfrm>
                <a:off x="3067031" y="3495276"/>
                <a:ext cx="329210" cy="29590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1575" name="Прямая соединительная линия 18">
                <a:extLst>
                  <a:ext uri="{FF2B5EF4-FFF2-40B4-BE49-F238E27FC236}">
                    <a16:creationId xmlns:a16="http://schemas.microsoft.com/office/drawing/2014/main" id="{FB15ABEF-96B8-452C-A9F5-F26939903357}"/>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21576" name="Прямая соединительная линия 35">
                <a:extLst>
                  <a:ext uri="{FF2B5EF4-FFF2-40B4-BE49-F238E27FC236}">
                    <a16:creationId xmlns:a16="http://schemas.microsoft.com/office/drawing/2014/main" id="{BCAC2B4D-FE84-4CB0-8546-AE896D2FB600}"/>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04" name="TextBox 103">
                <a:extLst>
                  <a:ext uri="{FF2B5EF4-FFF2-40B4-BE49-F238E27FC236}">
                    <a16:creationId xmlns:a16="http://schemas.microsoft.com/office/drawing/2014/main" id="{7245792F-5CDE-4D09-9A61-D0E7E3BAC102}"/>
                  </a:ext>
                </a:extLst>
              </p:cNvPr>
              <p:cNvSpPr txBox="1"/>
              <p:nvPr/>
            </p:nvSpPr>
            <p:spPr>
              <a:xfrm>
                <a:off x="3054476" y="3528003"/>
                <a:ext cx="327815"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2/2</a:t>
                </a:r>
              </a:p>
            </p:txBody>
          </p:sp>
          <p:sp>
            <p:nvSpPr>
              <p:cNvPr id="21578" name="Oval 104">
                <a:extLst>
                  <a:ext uri="{FF2B5EF4-FFF2-40B4-BE49-F238E27FC236}">
                    <a16:creationId xmlns:a16="http://schemas.microsoft.com/office/drawing/2014/main" id="{D4DBD3E1-7387-4453-B19B-38DC6EA75A15}"/>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107" name="Flowchart: Delay 53">
              <a:extLst>
                <a:ext uri="{FF2B5EF4-FFF2-40B4-BE49-F238E27FC236}">
                  <a16:creationId xmlns:a16="http://schemas.microsoft.com/office/drawing/2014/main" id="{20106B5A-BD43-41E5-8B93-64DA79377081}"/>
                </a:ext>
              </a:extLst>
            </p:cNvPr>
            <p:cNvSpPr/>
            <p:nvPr/>
          </p:nvSpPr>
          <p:spPr bwMode="auto">
            <a:xfrm>
              <a:off x="3067711" y="4610569"/>
              <a:ext cx="329210"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1538" name="Прямая соединительная линия 18">
              <a:extLst>
                <a:ext uri="{FF2B5EF4-FFF2-40B4-BE49-F238E27FC236}">
                  <a16:creationId xmlns:a16="http://schemas.microsoft.com/office/drawing/2014/main" id="{A85B3A6E-697E-434E-A6FA-0DFE36A19D52}"/>
                </a:ext>
              </a:extLst>
            </p:cNvPr>
            <p:cNvCxnSpPr>
              <a:cxnSpLocks noChangeShapeType="1"/>
            </p:cNvCxnSpPr>
            <p:nvPr/>
          </p:nvCxnSpPr>
          <p:spPr bwMode="auto">
            <a:xfrm>
              <a:off x="2660650" y="4698177"/>
              <a:ext cx="407476" cy="0"/>
            </a:xfrm>
            <a:prstGeom prst="line">
              <a:avLst/>
            </a:prstGeom>
            <a:noFill/>
            <a:ln w="9525" algn="ctr">
              <a:solidFill>
                <a:schemeClr val="tx1"/>
              </a:solidFill>
              <a:round/>
              <a:headEnd/>
              <a:tailEnd/>
            </a:ln>
          </p:spPr>
        </p:cxnSp>
        <p:cxnSp>
          <p:nvCxnSpPr>
            <p:cNvPr id="21539" name="Прямая соединительная линия 19">
              <a:extLst>
                <a:ext uri="{FF2B5EF4-FFF2-40B4-BE49-F238E27FC236}">
                  <a16:creationId xmlns:a16="http://schemas.microsoft.com/office/drawing/2014/main" id="{3B68D102-C7C7-42A1-81A6-40BE349BDC9B}"/>
                </a:ext>
              </a:extLst>
            </p:cNvPr>
            <p:cNvCxnSpPr>
              <a:cxnSpLocks noChangeShapeType="1"/>
            </p:cNvCxnSpPr>
            <p:nvPr/>
          </p:nvCxnSpPr>
          <p:spPr bwMode="auto">
            <a:xfrm>
              <a:off x="2664469" y="4853206"/>
              <a:ext cx="407476" cy="0"/>
            </a:xfrm>
            <a:prstGeom prst="line">
              <a:avLst/>
            </a:prstGeom>
            <a:noFill/>
            <a:ln w="9525" algn="ctr">
              <a:solidFill>
                <a:schemeClr val="tx1"/>
              </a:solidFill>
              <a:round/>
              <a:headEnd/>
              <a:tailEnd/>
            </a:ln>
          </p:spPr>
        </p:cxnSp>
        <p:sp>
          <p:nvSpPr>
            <p:cNvPr id="111" name="TextBox 110">
              <a:extLst>
                <a:ext uri="{FF2B5EF4-FFF2-40B4-BE49-F238E27FC236}">
                  <a16:creationId xmlns:a16="http://schemas.microsoft.com/office/drawing/2014/main" id="{94500A4F-9B97-48F6-AD61-A4E5D6D4DF7D}"/>
                </a:ext>
              </a:extLst>
            </p:cNvPr>
            <p:cNvSpPr txBox="1"/>
            <p:nvPr/>
          </p:nvSpPr>
          <p:spPr>
            <a:xfrm>
              <a:off x="3055157" y="4641932"/>
              <a:ext cx="327814"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4/2</a:t>
              </a:r>
            </a:p>
          </p:txBody>
        </p:sp>
        <p:grpSp>
          <p:nvGrpSpPr>
            <p:cNvPr id="21541" name="Group 123">
              <a:extLst>
                <a:ext uri="{FF2B5EF4-FFF2-40B4-BE49-F238E27FC236}">
                  <a16:creationId xmlns:a16="http://schemas.microsoft.com/office/drawing/2014/main" id="{BE1CC6A0-A656-4E0C-9468-AEE170A451E4}"/>
                </a:ext>
              </a:extLst>
            </p:cNvPr>
            <p:cNvGrpSpPr>
              <a:grpSpLocks/>
            </p:cNvGrpSpPr>
            <p:nvPr/>
          </p:nvGrpSpPr>
          <p:grpSpPr bwMode="auto">
            <a:xfrm>
              <a:off x="3401958" y="4719459"/>
              <a:ext cx="1602781" cy="76261"/>
              <a:chOff x="3401958" y="4689476"/>
              <a:chExt cx="1602781" cy="76261"/>
            </a:xfrm>
          </p:grpSpPr>
          <p:cxnSp>
            <p:nvCxnSpPr>
              <p:cNvPr id="21572" name="Прямая соединительная линия 35">
                <a:extLst>
                  <a:ext uri="{FF2B5EF4-FFF2-40B4-BE49-F238E27FC236}">
                    <a16:creationId xmlns:a16="http://schemas.microsoft.com/office/drawing/2014/main" id="{EECB5C09-3C93-416D-B425-E50A042A60E6}"/>
                  </a:ext>
                </a:extLst>
              </p:cNvPr>
              <p:cNvCxnSpPr>
                <a:cxnSpLocks noChangeShapeType="1"/>
              </p:cNvCxnSpPr>
              <p:nvPr/>
            </p:nvCxnSpPr>
            <p:spPr bwMode="auto">
              <a:xfrm flipV="1">
                <a:off x="3478717" y="4727606"/>
                <a:ext cx="1526022" cy="0"/>
              </a:xfrm>
              <a:prstGeom prst="line">
                <a:avLst/>
              </a:prstGeom>
              <a:noFill/>
              <a:ln w="9525" algn="ctr">
                <a:solidFill>
                  <a:schemeClr val="tx1"/>
                </a:solidFill>
                <a:round/>
                <a:headEnd/>
                <a:tailEnd/>
              </a:ln>
            </p:spPr>
          </p:cxnSp>
          <p:sp>
            <p:nvSpPr>
              <p:cNvPr id="21573" name="Oval 111">
                <a:extLst>
                  <a:ext uri="{FF2B5EF4-FFF2-40B4-BE49-F238E27FC236}">
                    <a16:creationId xmlns:a16="http://schemas.microsoft.com/office/drawing/2014/main" id="{192F58C0-35E9-42FF-A869-E70CA6F88B96}"/>
                  </a:ext>
                </a:extLst>
              </p:cNvPr>
              <p:cNvSpPr>
                <a:spLocks noChangeArrowheads="1"/>
              </p:cNvSpPr>
              <p:nvPr/>
            </p:nvSpPr>
            <p:spPr bwMode="auto">
              <a:xfrm>
                <a:off x="3401958" y="4689476"/>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grpSp>
          <p:nvGrpSpPr>
            <p:cNvPr id="21542" name="Group 124">
              <a:extLst>
                <a:ext uri="{FF2B5EF4-FFF2-40B4-BE49-F238E27FC236}">
                  <a16:creationId xmlns:a16="http://schemas.microsoft.com/office/drawing/2014/main" id="{3A3DDD2F-98D4-4000-BE5D-5343D326290E}"/>
                </a:ext>
              </a:extLst>
            </p:cNvPr>
            <p:cNvGrpSpPr>
              <a:grpSpLocks/>
            </p:cNvGrpSpPr>
            <p:nvPr/>
          </p:nvGrpSpPr>
          <p:grpSpPr bwMode="auto">
            <a:xfrm>
              <a:off x="4600572" y="2667000"/>
              <a:ext cx="1114178" cy="294978"/>
              <a:chOff x="2659857" y="3495652"/>
              <a:chExt cx="1114178" cy="294978"/>
            </a:xfrm>
          </p:grpSpPr>
          <p:sp>
            <p:nvSpPr>
              <p:cNvPr id="126" name="Flowchart: Delay 53">
                <a:extLst>
                  <a:ext uri="{FF2B5EF4-FFF2-40B4-BE49-F238E27FC236}">
                    <a16:creationId xmlns:a16="http://schemas.microsoft.com/office/drawing/2014/main" id="{0BD9D48E-5F6F-4C67-BB94-DF35F46FC289}"/>
                  </a:ext>
                </a:extLst>
              </p:cNvPr>
              <p:cNvSpPr/>
              <p:nvPr/>
            </p:nvSpPr>
            <p:spPr bwMode="auto">
              <a:xfrm>
                <a:off x="3067380" y="3496065"/>
                <a:ext cx="329210"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1568" name="Прямая соединительная линия 18">
                <a:extLst>
                  <a:ext uri="{FF2B5EF4-FFF2-40B4-BE49-F238E27FC236}">
                    <a16:creationId xmlns:a16="http://schemas.microsoft.com/office/drawing/2014/main" id="{900BBEE6-45C8-4426-8178-5389513B7BDC}"/>
                  </a:ext>
                </a:extLst>
              </p:cNvPr>
              <p:cNvCxnSpPr>
                <a:cxnSpLocks noChangeShapeType="1"/>
              </p:cNvCxnSpPr>
              <p:nvPr/>
            </p:nvCxnSpPr>
            <p:spPr bwMode="auto">
              <a:xfrm>
                <a:off x="2659857" y="3721827"/>
                <a:ext cx="407476" cy="0"/>
              </a:xfrm>
              <a:prstGeom prst="line">
                <a:avLst/>
              </a:prstGeom>
              <a:noFill/>
              <a:ln w="9525" algn="ctr">
                <a:solidFill>
                  <a:schemeClr val="tx1"/>
                </a:solidFill>
                <a:round/>
                <a:headEnd/>
                <a:tailEnd/>
              </a:ln>
            </p:spPr>
          </p:cxnSp>
          <p:cxnSp>
            <p:nvCxnSpPr>
              <p:cNvPr id="21569" name="Прямая соединительная линия 35">
                <a:extLst>
                  <a:ext uri="{FF2B5EF4-FFF2-40B4-BE49-F238E27FC236}">
                    <a16:creationId xmlns:a16="http://schemas.microsoft.com/office/drawing/2014/main" id="{9F52B31A-2182-41BC-999D-0946B7581301}"/>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29" name="TextBox 128">
                <a:extLst>
                  <a:ext uri="{FF2B5EF4-FFF2-40B4-BE49-F238E27FC236}">
                    <a16:creationId xmlns:a16="http://schemas.microsoft.com/office/drawing/2014/main" id="{BC841C08-22DB-4010-9676-F42402AD717A}"/>
                  </a:ext>
                </a:extLst>
              </p:cNvPr>
              <p:cNvSpPr txBox="1"/>
              <p:nvPr/>
            </p:nvSpPr>
            <p:spPr>
              <a:xfrm>
                <a:off x="3064590" y="3527429"/>
                <a:ext cx="327814"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3/2</a:t>
                </a:r>
              </a:p>
            </p:txBody>
          </p:sp>
          <p:sp>
            <p:nvSpPr>
              <p:cNvPr id="21571" name="Oval 129">
                <a:extLst>
                  <a:ext uri="{FF2B5EF4-FFF2-40B4-BE49-F238E27FC236}">
                    <a16:creationId xmlns:a16="http://schemas.microsoft.com/office/drawing/2014/main" id="{17C4133B-3C41-428E-97FD-E654F8BE26DE}"/>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cxnSp>
          <p:nvCxnSpPr>
            <p:cNvPr id="21543" name="Прямая соединительная линия 21">
              <a:extLst>
                <a:ext uri="{FF2B5EF4-FFF2-40B4-BE49-F238E27FC236}">
                  <a16:creationId xmlns:a16="http://schemas.microsoft.com/office/drawing/2014/main" id="{DD420AEF-0E16-4216-B52D-98FCD5704B63}"/>
                </a:ext>
              </a:extLst>
            </p:cNvPr>
            <p:cNvCxnSpPr>
              <a:cxnSpLocks noChangeShapeType="1"/>
            </p:cNvCxnSpPr>
            <p:nvPr/>
          </p:nvCxnSpPr>
          <p:spPr bwMode="auto">
            <a:xfrm>
              <a:off x="6219133" y="3743459"/>
              <a:ext cx="219763" cy="0"/>
            </a:xfrm>
            <a:prstGeom prst="line">
              <a:avLst/>
            </a:prstGeom>
            <a:noFill/>
            <a:ln w="9525" algn="ctr">
              <a:solidFill>
                <a:schemeClr val="tx1"/>
              </a:solidFill>
              <a:round/>
              <a:headEnd/>
              <a:tailEnd/>
            </a:ln>
          </p:spPr>
        </p:cxnSp>
        <p:cxnSp>
          <p:nvCxnSpPr>
            <p:cNvPr id="21544" name="Прямая соединительная линия 42">
              <a:extLst>
                <a:ext uri="{FF2B5EF4-FFF2-40B4-BE49-F238E27FC236}">
                  <a16:creationId xmlns:a16="http://schemas.microsoft.com/office/drawing/2014/main" id="{4CDA9BEC-4CBF-4175-BE70-25163A14688B}"/>
                </a:ext>
              </a:extLst>
            </p:cNvPr>
            <p:cNvCxnSpPr>
              <a:cxnSpLocks noChangeShapeType="1"/>
            </p:cNvCxnSpPr>
            <p:nvPr/>
          </p:nvCxnSpPr>
          <p:spPr bwMode="auto">
            <a:xfrm flipH="1">
              <a:off x="5709478" y="2814571"/>
              <a:ext cx="0" cy="865437"/>
            </a:xfrm>
            <a:prstGeom prst="line">
              <a:avLst/>
            </a:prstGeom>
            <a:noFill/>
            <a:ln w="9525" algn="ctr">
              <a:solidFill>
                <a:schemeClr val="tx1"/>
              </a:solidFill>
              <a:round/>
              <a:headEnd/>
              <a:tailEnd/>
            </a:ln>
          </p:spPr>
        </p:cxnSp>
        <p:sp>
          <p:nvSpPr>
            <p:cNvPr id="146" name="Flowchart: Delay 53">
              <a:extLst>
                <a:ext uri="{FF2B5EF4-FFF2-40B4-BE49-F238E27FC236}">
                  <a16:creationId xmlns:a16="http://schemas.microsoft.com/office/drawing/2014/main" id="{1A2553EE-479C-4985-B459-02DFA690EE69}"/>
                </a:ext>
              </a:extLst>
            </p:cNvPr>
            <p:cNvSpPr/>
            <p:nvPr/>
          </p:nvSpPr>
          <p:spPr bwMode="auto">
            <a:xfrm>
              <a:off x="5812985" y="3597401"/>
              <a:ext cx="329210" cy="294542"/>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1546" name="Прямая соединительная линия 18">
              <a:extLst>
                <a:ext uri="{FF2B5EF4-FFF2-40B4-BE49-F238E27FC236}">
                  <a16:creationId xmlns:a16="http://schemas.microsoft.com/office/drawing/2014/main" id="{A4B8ABF8-52A3-41E3-9975-D1434EA84949}"/>
                </a:ext>
              </a:extLst>
            </p:cNvPr>
            <p:cNvCxnSpPr>
              <a:cxnSpLocks noChangeShapeType="1"/>
            </p:cNvCxnSpPr>
            <p:nvPr/>
          </p:nvCxnSpPr>
          <p:spPr bwMode="auto">
            <a:xfrm>
              <a:off x="5705186" y="3685603"/>
              <a:ext cx="109821" cy="0"/>
            </a:xfrm>
            <a:prstGeom prst="line">
              <a:avLst/>
            </a:prstGeom>
            <a:noFill/>
            <a:ln w="9525" algn="ctr">
              <a:solidFill>
                <a:schemeClr val="tx1"/>
              </a:solidFill>
              <a:round/>
              <a:headEnd/>
              <a:tailEnd/>
            </a:ln>
          </p:spPr>
        </p:cxnSp>
        <p:sp>
          <p:nvSpPr>
            <p:cNvPr id="148" name="TextBox 147">
              <a:extLst>
                <a:ext uri="{FF2B5EF4-FFF2-40B4-BE49-F238E27FC236}">
                  <a16:creationId xmlns:a16="http://schemas.microsoft.com/office/drawing/2014/main" id="{282BD4B3-2132-48D0-B003-06771CBBA3CB}"/>
                </a:ext>
              </a:extLst>
            </p:cNvPr>
            <p:cNvSpPr txBox="1"/>
            <p:nvPr/>
          </p:nvSpPr>
          <p:spPr>
            <a:xfrm>
              <a:off x="5800431" y="3630128"/>
              <a:ext cx="327814" cy="218179"/>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1/3</a:t>
              </a:r>
            </a:p>
          </p:txBody>
        </p:sp>
        <p:sp>
          <p:nvSpPr>
            <p:cNvPr id="21548" name="Oval 148">
              <a:extLst>
                <a:ext uri="{FF2B5EF4-FFF2-40B4-BE49-F238E27FC236}">
                  <a16:creationId xmlns:a16="http://schemas.microsoft.com/office/drawing/2014/main" id="{63890426-FF5C-4216-98BC-32CB5D55FAC8}"/>
                </a:ext>
              </a:extLst>
            </p:cNvPr>
            <p:cNvSpPr>
              <a:spLocks noChangeArrowheads="1"/>
            </p:cNvSpPr>
            <p:nvPr/>
          </p:nvSpPr>
          <p:spPr bwMode="auto">
            <a:xfrm>
              <a:off x="6147213" y="3706123"/>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21549" name="Прямая соединительная линия 42">
              <a:extLst>
                <a:ext uri="{FF2B5EF4-FFF2-40B4-BE49-F238E27FC236}">
                  <a16:creationId xmlns:a16="http://schemas.microsoft.com/office/drawing/2014/main" id="{2E345EAB-3306-4D84-AFC3-45605034AC00}"/>
                </a:ext>
              </a:extLst>
            </p:cNvPr>
            <p:cNvCxnSpPr>
              <a:cxnSpLocks noChangeShapeType="1"/>
            </p:cNvCxnSpPr>
            <p:nvPr/>
          </p:nvCxnSpPr>
          <p:spPr bwMode="auto">
            <a:xfrm flipH="1">
              <a:off x="5704807" y="3801878"/>
              <a:ext cx="0" cy="858376"/>
            </a:xfrm>
            <a:prstGeom prst="line">
              <a:avLst/>
            </a:prstGeom>
            <a:noFill/>
            <a:ln w="9525" algn="ctr">
              <a:solidFill>
                <a:schemeClr val="tx1"/>
              </a:solidFill>
              <a:round/>
              <a:headEnd/>
              <a:tailEnd/>
            </a:ln>
          </p:spPr>
        </p:cxnSp>
        <p:cxnSp>
          <p:nvCxnSpPr>
            <p:cNvPr id="21550" name="Прямая соединительная линия 18">
              <a:extLst>
                <a:ext uri="{FF2B5EF4-FFF2-40B4-BE49-F238E27FC236}">
                  <a16:creationId xmlns:a16="http://schemas.microsoft.com/office/drawing/2014/main" id="{3D4320C5-CE88-4DA4-A82D-DB0FAE6869CF}"/>
                </a:ext>
              </a:extLst>
            </p:cNvPr>
            <p:cNvCxnSpPr>
              <a:cxnSpLocks noChangeShapeType="1"/>
            </p:cNvCxnSpPr>
            <p:nvPr/>
          </p:nvCxnSpPr>
          <p:spPr bwMode="auto">
            <a:xfrm>
              <a:off x="5698792" y="3803260"/>
              <a:ext cx="109821" cy="0"/>
            </a:xfrm>
            <a:prstGeom prst="line">
              <a:avLst/>
            </a:prstGeom>
            <a:noFill/>
            <a:ln w="9525" algn="ctr">
              <a:solidFill>
                <a:schemeClr val="tx1"/>
              </a:solidFill>
              <a:round/>
              <a:headEnd/>
              <a:tailEnd/>
            </a:ln>
          </p:spPr>
        </p:cxnSp>
        <p:sp>
          <p:nvSpPr>
            <p:cNvPr id="21551" name="TextBox 155">
              <a:extLst>
                <a:ext uri="{FF2B5EF4-FFF2-40B4-BE49-F238E27FC236}">
                  <a16:creationId xmlns:a16="http://schemas.microsoft.com/office/drawing/2014/main" id="{0326ED49-4D74-468C-99B0-6C09DCCF7216}"/>
                </a:ext>
              </a:extLst>
            </p:cNvPr>
            <p:cNvSpPr txBox="1">
              <a:spLocks noChangeArrowheads="1"/>
            </p:cNvSpPr>
            <p:nvPr/>
          </p:nvSpPr>
          <p:spPr bwMode="auto">
            <a:xfrm>
              <a:off x="2423847" y="2574433"/>
              <a:ext cx="23692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a</a:t>
              </a:r>
            </a:p>
          </p:txBody>
        </p:sp>
        <p:sp>
          <p:nvSpPr>
            <p:cNvPr id="21552" name="TextBox 156">
              <a:extLst>
                <a:ext uri="{FF2B5EF4-FFF2-40B4-BE49-F238E27FC236}">
                  <a16:creationId xmlns:a16="http://schemas.microsoft.com/office/drawing/2014/main" id="{53628AD5-DBAC-4412-80E9-269FFC3CC998}"/>
                </a:ext>
              </a:extLst>
            </p:cNvPr>
            <p:cNvSpPr txBox="1">
              <a:spLocks noChangeArrowheads="1"/>
            </p:cNvSpPr>
            <p:nvPr/>
          </p:nvSpPr>
          <p:spPr bwMode="auto">
            <a:xfrm>
              <a:off x="2423744" y="2717884"/>
              <a:ext cx="23692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b</a:t>
              </a:r>
            </a:p>
          </p:txBody>
        </p:sp>
        <p:sp>
          <p:nvSpPr>
            <p:cNvPr id="21553" name="TextBox 157">
              <a:extLst>
                <a:ext uri="{FF2B5EF4-FFF2-40B4-BE49-F238E27FC236}">
                  <a16:creationId xmlns:a16="http://schemas.microsoft.com/office/drawing/2014/main" id="{C33EC091-0590-44FF-8913-B15710EFD48C}"/>
                </a:ext>
              </a:extLst>
            </p:cNvPr>
            <p:cNvSpPr txBox="1">
              <a:spLocks noChangeArrowheads="1"/>
            </p:cNvSpPr>
            <p:nvPr/>
          </p:nvSpPr>
          <p:spPr bwMode="auto">
            <a:xfrm>
              <a:off x="2426783" y="3251284"/>
              <a:ext cx="229883"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a:t>
              </a:r>
            </a:p>
          </p:txBody>
        </p:sp>
        <p:sp>
          <p:nvSpPr>
            <p:cNvPr id="21554" name="TextBox 158">
              <a:extLst>
                <a:ext uri="{FF2B5EF4-FFF2-40B4-BE49-F238E27FC236}">
                  <a16:creationId xmlns:a16="http://schemas.microsoft.com/office/drawing/2014/main" id="{DF343432-B197-437B-8FD4-31EBE1520D1C}"/>
                </a:ext>
              </a:extLst>
            </p:cNvPr>
            <p:cNvSpPr txBox="1">
              <a:spLocks noChangeArrowheads="1"/>
            </p:cNvSpPr>
            <p:nvPr/>
          </p:nvSpPr>
          <p:spPr bwMode="auto">
            <a:xfrm>
              <a:off x="2429720" y="3403701"/>
              <a:ext cx="23692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d</a:t>
              </a:r>
            </a:p>
          </p:txBody>
        </p:sp>
        <p:sp>
          <p:nvSpPr>
            <p:cNvPr id="21555" name="TextBox 159">
              <a:extLst>
                <a:ext uri="{FF2B5EF4-FFF2-40B4-BE49-F238E27FC236}">
                  <a16:creationId xmlns:a16="http://schemas.microsoft.com/office/drawing/2014/main" id="{CA1C2671-22B2-474E-916B-9D5926C100F2}"/>
                </a:ext>
              </a:extLst>
            </p:cNvPr>
            <p:cNvSpPr txBox="1">
              <a:spLocks noChangeArrowheads="1"/>
            </p:cNvSpPr>
            <p:nvPr/>
          </p:nvSpPr>
          <p:spPr bwMode="auto">
            <a:xfrm>
              <a:off x="2429720" y="3866345"/>
              <a:ext cx="23692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e</a:t>
              </a:r>
            </a:p>
          </p:txBody>
        </p:sp>
        <p:sp>
          <p:nvSpPr>
            <p:cNvPr id="21556" name="TextBox 160">
              <a:extLst>
                <a:ext uri="{FF2B5EF4-FFF2-40B4-BE49-F238E27FC236}">
                  <a16:creationId xmlns:a16="http://schemas.microsoft.com/office/drawing/2014/main" id="{48AE3F27-BF3D-4C90-A27A-BD81308D8279}"/>
                </a:ext>
              </a:extLst>
            </p:cNvPr>
            <p:cNvSpPr txBox="1">
              <a:spLocks noChangeArrowheads="1"/>
            </p:cNvSpPr>
            <p:nvPr/>
          </p:nvSpPr>
          <p:spPr bwMode="auto">
            <a:xfrm>
              <a:off x="2434540" y="4032339"/>
              <a:ext cx="200303"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f</a:t>
              </a:r>
            </a:p>
          </p:txBody>
        </p:sp>
        <p:sp>
          <p:nvSpPr>
            <p:cNvPr id="21557" name="TextBox 161">
              <a:extLst>
                <a:ext uri="{FF2B5EF4-FFF2-40B4-BE49-F238E27FC236}">
                  <a16:creationId xmlns:a16="http://schemas.microsoft.com/office/drawing/2014/main" id="{18D49867-9374-47A4-8A13-2FD5885E0C8E}"/>
                </a:ext>
              </a:extLst>
            </p:cNvPr>
            <p:cNvSpPr txBox="1">
              <a:spLocks noChangeArrowheads="1"/>
            </p:cNvSpPr>
            <p:nvPr/>
          </p:nvSpPr>
          <p:spPr bwMode="auto">
            <a:xfrm>
              <a:off x="2431709" y="4728463"/>
              <a:ext cx="23692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h</a:t>
              </a:r>
            </a:p>
          </p:txBody>
        </p:sp>
        <p:sp>
          <p:nvSpPr>
            <p:cNvPr id="21558" name="TextBox 162">
              <a:extLst>
                <a:ext uri="{FF2B5EF4-FFF2-40B4-BE49-F238E27FC236}">
                  <a16:creationId xmlns:a16="http://schemas.microsoft.com/office/drawing/2014/main" id="{D4EEFE74-9746-4440-9B82-614C62F87844}"/>
                </a:ext>
              </a:extLst>
            </p:cNvPr>
            <p:cNvSpPr txBox="1">
              <a:spLocks noChangeArrowheads="1"/>
            </p:cNvSpPr>
            <p:nvPr/>
          </p:nvSpPr>
          <p:spPr bwMode="auto">
            <a:xfrm>
              <a:off x="2434645" y="4573143"/>
              <a:ext cx="23692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g</a:t>
              </a:r>
            </a:p>
          </p:txBody>
        </p:sp>
        <p:sp>
          <p:nvSpPr>
            <p:cNvPr id="21559" name="TextBox 163">
              <a:extLst>
                <a:ext uri="{FF2B5EF4-FFF2-40B4-BE49-F238E27FC236}">
                  <a16:creationId xmlns:a16="http://schemas.microsoft.com/office/drawing/2014/main" id="{E28DEDF3-0338-44FA-8AC5-1D075EA4C519}"/>
                </a:ext>
              </a:extLst>
            </p:cNvPr>
            <p:cNvSpPr txBox="1">
              <a:spLocks noChangeArrowheads="1"/>
            </p:cNvSpPr>
            <p:nvPr/>
          </p:nvSpPr>
          <p:spPr bwMode="auto">
            <a:xfrm>
              <a:off x="3480358" y="2496296"/>
              <a:ext cx="191852"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i</a:t>
              </a:r>
            </a:p>
          </p:txBody>
        </p:sp>
        <p:sp>
          <p:nvSpPr>
            <p:cNvPr id="21560" name="TextBox 164">
              <a:extLst>
                <a:ext uri="{FF2B5EF4-FFF2-40B4-BE49-F238E27FC236}">
                  <a16:creationId xmlns:a16="http://schemas.microsoft.com/office/drawing/2014/main" id="{7E149186-7A74-482F-8CF5-712F87BDD28F}"/>
                </a:ext>
              </a:extLst>
            </p:cNvPr>
            <p:cNvSpPr txBox="1">
              <a:spLocks noChangeArrowheads="1"/>
            </p:cNvSpPr>
            <p:nvPr/>
          </p:nvSpPr>
          <p:spPr bwMode="auto">
            <a:xfrm>
              <a:off x="3480358" y="3175508"/>
              <a:ext cx="191852"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j</a:t>
              </a:r>
            </a:p>
          </p:txBody>
        </p:sp>
        <p:sp>
          <p:nvSpPr>
            <p:cNvPr id="21561" name="TextBox 165">
              <a:extLst>
                <a:ext uri="{FF2B5EF4-FFF2-40B4-BE49-F238E27FC236}">
                  <a16:creationId xmlns:a16="http://schemas.microsoft.com/office/drawing/2014/main" id="{D61BB340-CE41-42ED-A557-34B0FDDAFE1F}"/>
                </a:ext>
              </a:extLst>
            </p:cNvPr>
            <p:cNvSpPr txBox="1">
              <a:spLocks noChangeArrowheads="1"/>
            </p:cNvSpPr>
            <p:nvPr/>
          </p:nvSpPr>
          <p:spPr bwMode="auto">
            <a:xfrm>
              <a:off x="3483434" y="3800344"/>
              <a:ext cx="229883"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k</a:t>
              </a:r>
            </a:p>
          </p:txBody>
        </p:sp>
        <p:sp>
          <p:nvSpPr>
            <p:cNvPr id="21562" name="TextBox 166">
              <a:extLst>
                <a:ext uri="{FF2B5EF4-FFF2-40B4-BE49-F238E27FC236}">
                  <a16:creationId xmlns:a16="http://schemas.microsoft.com/office/drawing/2014/main" id="{68857F2C-315D-4D15-B444-7A101668B764}"/>
                </a:ext>
              </a:extLst>
            </p:cNvPr>
            <p:cNvSpPr txBox="1">
              <a:spLocks noChangeArrowheads="1"/>
            </p:cNvSpPr>
            <p:nvPr/>
          </p:nvSpPr>
          <p:spPr bwMode="auto">
            <a:xfrm>
              <a:off x="3483434" y="4512765"/>
              <a:ext cx="191852"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l</a:t>
              </a:r>
            </a:p>
          </p:txBody>
        </p:sp>
        <p:sp>
          <p:nvSpPr>
            <p:cNvPr id="21563" name="TextBox 167">
              <a:extLst>
                <a:ext uri="{FF2B5EF4-FFF2-40B4-BE49-F238E27FC236}">
                  <a16:creationId xmlns:a16="http://schemas.microsoft.com/office/drawing/2014/main" id="{B920DC95-667B-4220-A535-6D3876F389B2}"/>
                </a:ext>
              </a:extLst>
            </p:cNvPr>
            <p:cNvSpPr txBox="1">
              <a:spLocks noChangeArrowheads="1"/>
            </p:cNvSpPr>
            <p:nvPr/>
          </p:nvSpPr>
          <p:spPr bwMode="auto">
            <a:xfrm>
              <a:off x="5429078" y="2558043"/>
              <a:ext cx="23692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n</a:t>
              </a:r>
            </a:p>
          </p:txBody>
        </p:sp>
        <p:sp>
          <p:nvSpPr>
            <p:cNvPr id="21564" name="TextBox 168">
              <a:extLst>
                <a:ext uri="{FF2B5EF4-FFF2-40B4-BE49-F238E27FC236}">
                  <a16:creationId xmlns:a16="http://schemas.microsoft.com/office/drawing/2014/main" id="{8001B21E-3F0F-4789-9E8C-36B12B89CC22}"/>
                </a:ext>
              </a:extLst>
            </p:cNvPr>
            <p:cNvSpPr txBox="1">
              <a:spLocks noChangeArrowheads="1"/>
            </p:cNvSpPr>
            <p:nvPr/>
          </p:nvSpPr>
          <p:spPr bwMode="auto">
            <a:xfrm>
              <a:off x="5418141" y="4406739"/>
              <a:ext cx="23692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p</a:t>
              </a:r>
            </a:p>
          </p:txBody>
        </p:sp>
        <p:sp>
          <p:nvSpPr>
            <p:cNvPr id="21565" name="TextBox 169">
              <a:extLst>
                <a:ext uri="{FF2B5EF4-FFF2-40B4-BE49-F238E27FC236}">
                  <a16:creationId xmlns:a16="http://schemas.microsoft.com/office/drawing/2014/main" id="{45D51ED9-7FFC-49A4-9696-E2B0FD034C12}"/>
                </a:ext>
              </a:extLst>
            </p:cNvPr>
            <p:cNvSpPr txBox="1">
              <a:spLocks noChangeArrowheads="1"/>
            </p:cNvSpPr>
            <p:nvPr/>
          </p:nvSpPr>
          <p:spPr bwMode="auto">
            <a:xfrm>
              <a:off x="6219133" y="3491892"/>
              <a:ext cx="236927"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o</a:t>
              </a:r>
            </a:p>
          </p:txBody>
        </p:sp>
        <p:sp>
          <p:nvSpPr>
            <p:cNvPr id="21566" name="TextBox 170">
              <a:extLst>
                <a:ext uri="{FF2B5EF4-FFF2-40B4-BE49-F238E27FC236}">
                  <a16:creationId xmlns:a16="http://schemas.microsoft.com/office/drawing/2014/main" id="{85EA5122-1E62-471F-B529-CFE2B5015FB0}"/>
                </a:ext>
              </a:extLst>
            </p:cNvPr>
            <p:cNvSpPr txBox="1">
              <a:spLocks noChangeArrowheads="1"/>
            </p:cNvSpPr>
            <p:nvPr/>
          </p:nvSpPr>
          <p:spPr bwMode="auto">
            <a:xfrm>
              <a:off x="4340945" y="3485508"/>
              <a:ext cx="274958" cy="23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m</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9810ECF3-19A1-4CD4-BD17-FD62AFB86AFA}"/>
              </a:ext>
            </a:extLst>
          </p:cNvPr>
          <p:cNvSpPr>
            <a:spLocks noGrp="1"/>
          </p:cNvSpPr>
          <p:nvPr>
            <p:ph type="title"/>
          </p:nvPr>
        </p:nvSpPr>
        <p:spPr/>
        <p:txBody>
          <a:bodyPr/>
          <a:lstStyle/>
          <a:p>
            <a:r>
              <a:rPr lang="en-US" altLang="en-US"/>
              <a:t>CPM Arrival Time Calculation Steps (6)</a:t>
            </a:r>
          </a:p>
        </p:txBody>
      </p:sp>
      <p:grpSp>
        <p:nvGrpSpPr>
          <p:cNvPr id="22531" name="Group 183">
            <a:extLst>
              <a:ext uri="{FF2B5EF4-FFF2-40B4-BE49-F238E27FC236}">
                <a16:creationId xmlns:a16="http://schemas.microsoft.com/office/drawing/2014/main" id="{43F34D56-D160-42DC-9345-6100A1BC9B1D}"/>
              </a:ext>
            </a:extLst>
          </p:cNvPr>
          <p:cNvGrpSpPr>
            <a:grpSpLocks/>
          </p:cNvGrpSpPr>
          <p:nvPr/>
        </p:nvGrpSpPr>
        <p:grpSpPr bwMode="auto">
          <a:xfrm>
            <a:off x="3389313" y="1597026"/>
            <a:ext cx="5357812" cy="3014663"/>
            <a:chOff x="1795511" y="2250146"/>
            <a:chExt cx="5357850" cy="3013596"/>
          </a:xfrm>
        </p:grpSpPr>
        <p:cxnSp>
          <p:nvCxnSpPr>
            <p:cNvPr id="22532" name="Прямая соединительная линия 17">
              <a:extLst>
                <a:ext uri="{FF2B5EF4-FFF2-40B4-BE49-F238E27FC236}">
                  <a16:creationId xmlns:a16="http://schemas.microsoft.com/office/drawing/2014/main" id="{15A8ADB5-E2A3-4CE9-A8A3-CB91A4E0A92F}"/>
                </a:ext>
              </a:extLst>
            </p:cNvPr>
            <p:cNvCxnSpPr>
              <a:cxnSpLocks noChangeShapeType="1"/>
            </p:cNvCxnSpPr>
            <p:nvPr/>
          </p:nvCxnSpPr>
          <p:spPr bwMode="auto">
            <a:xfrm>
              <a:off x="4602755" y="2893175"/>
              <a:ext cx="0" cy="1710048"/>
            </a:xfrm>
            <a:prstGeom prst="line">
              <a:avLst/>
            </a:prstGeom>
            <a:noFill/>
            <a:ln w="9525" algn="ctr">
              <a:solidFill>
                <a:schemeClr val="tx1"/>
              </a:solidFill>
              <a:round/>
              <a:headEnd/>
              <a:tailEnd/>
            </a:ln>
          </p:spPr>
        </p:cxnSp>
        <p:cxnSp>
          <p:nvCxnSpPr>
            <p:cNvPr id="22533" name="Прямая соединительная линия 21">
              <a:extLst>
                <a:ext uri="{FF2B5EF4-FFF2-40B4-BE49-F238E27FC236}">
                  <a16:creationId xmlns:a16="http://schemas.microsoft.com/office/drawing/2014/main" id="{07DD08DE-0AF3-4E7B-8C37-847112F0F2B8}"/>
                </a:ext>
              </a:extLst>
            </p:cNvPr>
            <p:cNvCxnSpPr>
              <a:cxnSpLocks noChangeShapeType="1"/>
            </p:cNvCxnSpPr>
            <p:nvPr/>
          </p:nvCxnSpPr>
          <p:spPr bwMode="auto">
            <a:xfrm>
              <a:off x="4380342" y="3741925"/>
              <a:ext cx="219763" cy="0"/>
            </a:xfrm>
            <a:prstGeom prst="line">
              <a:avLst/>
            </a:prstGeom>
            <a:noFill/>
            <a:ln w="9525" algn="ctr">
              <a:solidFill>
                <a:schemeClr val="tx1"/>
              </a:solidFill>
              <a:round/>
              <a:headEnd/>
              <a:tailEnd/>
            </a:ln>
          </p:spPr>
        </p:cxnSp>
        <p:cxnSp>
          <p:nvCxnSpPr>
            <p:cNvPr id="22534" name="Прямая соединительная линия 42">
              <a:extLst>
                <a:ext uri="{FF2B5EF4-FFF2-40B4-BE49-F238E27FC236}">
                  <a16:creationId xmlns:a16="http://schemas.microsoft.com/office/drawing/2014/main" id="{4DD618DC-A38C-4100-BA8F-13732C3F720F}"/>
                </a:ext>
              </a:extLst>
            </p:cNvPr>
            <p:cNvCxnSpPr>
              <a:cxnSpLocks noChangeShapeType="1"/>
            </p:cNvCxnSpPr>
            <p:nvPr/>
          </p:nvCxnSpPr>
          <p:spPr bwMode="auto">
            <a:xfrm flipH="1">
              <a:off x="3865625" y="3427466"/>
              <a:ext cx="794" cy="252542"/>
            </a:xfrm>
            <a:prstGeom prst="line">
              <a:avLst/>
            </a:prstGeom>
            <a:noFill/>
            <a:ln w="9525" algn="ctr">
              <a:solidFill>
                <a:schemeClr val="tx1"/>
              </a:solidFill>
              <a:round/>
              <a:headEnd/>
              <a:tailEnd/>
            </a:ln>
          </p:spPr>
        </p:cxnSp>
        <p:sp>
          <p:nvSpPr>
            <p:cNvPr id="6" name="Прямоугольник 47">
              <a:extLst>
                <a:ext uri="{FF2B5EF4-FFF2-40B4-BE49-F238E27FC236}">
                  <a16:creationId xmlns:a16="http://schemas.microsoft.com/office/drawing/2014/main" id="{FD7FA51D-18AB-4DFE-81E4-5522ED6FBD25}"/>
                </a:ext>
              </a:extLst>
            </p:cNvPr>
            <p:cNvSpPr/>
            <p:nvPr/>
          </p:nvSpPr>
          <p:spPr bwMode="auto">
            <a:xfrm>
              <a:off x="1795511" y="2537382"/>
              <a:ext cx="714380" cy="499885"/>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7" name="Прямоугольник 48">
              <a:extLst>
                <a:ext uri="{FF2B5EF4-FFF2-40B4-BE49-F238E27FC236}">
                  <a16:creationId xmlns:a16="http://schemas.microsoft.com/office/drawing/2014/main" id="{B2A78D31-D4D1-45C7-9437-28FAF2F32A18}"/>
                </a:ext>
              </a:extLst>
            </p:cNvPr>
            <p:cNvSpPr/>
            <p:nvPr/>
          </p:nvSpPr>
          <p:spPr bwMode="auto">
            <a:xfrm>
              <a:off x="1820911" y="3251504"/>
              <a:ext cx="714380" cy="499885"/>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8" name="Прямоугольник 49">
              <a:extLst>
                <a:ext uri="{FF2B5EF4-FFF2-40B4-BE49-F238E27FC236}">
                  <a16:creationId xmlns:a16="http://schemas.microsoft.com/office/drawing/2014/main" id="{3DB1F5F8-AA28-417D-BF4A-6855DE49AA5E}"/>
                </a:ext>
              </a:extLst>
            </p:cNvPr>
            <p:cNvSpPr/>
            <p:nvPr/>
          </p:nvSpPr>
          <p:spPr bwMode="auto">
            <a:xfrm>
              <a:off x="1827261" y="3835498"/>
              <a:ext cx="714380" cy="499885"/>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9" name="Прямоугольник 50">
              <a:extLst>
                <a:ext uri="{FF2B5EF4-FFF2-40B4-BE49-F238E27FC236}">
                  <a16:creationId xmlns:a16="http://schemas.microsoft.com/office/drawing/2014/main" id="{37421213-4F81-49BF-A7FB-64B3C1FF023A}"/>
                </a:ext>
              </a:extLst>
            </p:cNvPr>
            <p:cNvSpPr/>
            <p:nvPr/>
          </p:nvSpPr>
          <p:spPr bwMode="auto">
            <a:xfrm>
              <a:off x="1854248" y="4505186"/>
              <a:ext cx="714380" cy="499885"/>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10" name="Прямоугольник 51">
              <a:extLst>
                <a:ext uri="{FF2B5EF4-FFF2-40B4-BE49-F238E27FC236}">
                  <a16:creationId xmlns:a16="http://schemas.microsoft.com/office/drawing/2014/main" id="{A7D7EF96-1DC9-4A9D-B4FA-83F890C8BC2A}"/>
                </a:ext>
              </a:extLst>
            </p:cNvPr>
            <p:cNvSpPr/>
            <p:nvPr/>
          </p:nvSpPr>
          <p:spPr bwMode="auto">
            <a:xfrm>
              <a:off x="3510023" y="4763856"/>
              <a:ext cx="714380" cy="499886"/>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A:4/2</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1" name="Прямоугольник 52">
              <a:extLst>
                <a:ext uri="{FF2B5EF4-FFF2-40B4-BE49-F238E27FC236}">
                  <a16:creationId xmlns:a16="http://schemas.microsoft.com/office/drawing/2014/main" id="{36654279-BAC7-4EC1-BAA1-7FD4BFEB759B}"/>
                </a:ext>
              </a:extLst>
            </p:cNvPr>
            <p:cNvSpPr/>
            <p:nvPr/>
          </p:nvSpPr>
          <p:spPr bwMode="auto">
            <a:xfrm>
              <a:off x="3510023" y="4065603"/>
              <a:ext cx="714380" cy="499886"/>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A:3/1</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2" name="Прямоугольник 53">
              <a:extLst>
                <a:ext uri="{FF2B5EF4-FFF2-40B4-BE49-F238E27FC236}">
                  <a16:creationId xmlns:a16="http://schemas.microsoft.com/office/drawing/2014/main" id="{21A80420-342F-490F-ADE0-0BF1A14AF1E2}"/>
                </a:ext>
              </a:extLst>
            </p:cNvPr>
            <p:cNvSpPr/>
            <p:nvPr/>
          </p:nvSpPr>
          <p:spPr bwMode="auto">
            <a:xfrm>
              <a:off x="4603818" y="3494305"/>
              <a:ext cx="714380" cy="499886"/>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A:3/5</a:t>
              </a:r>
              <a:endParaRPr lang="en-US" sz="1400" dirty="0">
                <a:latin typeface="+mj-lt"/>
                <a:cs typeface="Arial" charset="0"/>
              </a:endParaRP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3" name="Прямоугольник 54">
              <a:extLst>
                <a:ext uri="{FF2B5EF4-FFF2-40B4-BE49-F238E27FC236}">
                  <a16:creationId xmlns:a16="http://schemas.microsoft.com/office/drawing/2014/main" id="{336C2BC5-FFEB-454E-8D45-FCB0D50EDEFD}"/>
                </a:ext>
              </a:extLst>
            </p:cNvPr>
            <p:cNvSpPr/>
            <p:nvPr/>
          </p:nvSpPr>
          <p:spPr bwMode="auto">
            <a:xfrm>
              <a:off x="5367411" y="4665466"/>
              <a:ext cx="714380" cy="499886"/>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r>
                <a:rPr lang="ru-RU" sz="1400" dirty="0">
                  <a:latin typeface="+mj-lt"/>
                  <a:cs typeface="Arial" charset="0"/>
                </a:rPr>
                <a:t>A:7/6</a:t>
              </a:r>
            </a:p>
            <a:p>
              <a:pPr algn="ctr" eaLnBrk="1" hangingPunct="1">
                <a:defRPr/>
              </a:pPr>
              <a:endParaRPr lang="ru-RU" sz="1400" dirty="0">
                <a:latin typeface="+mj-lt"/>
                <a:cs typeface="Arial" charset="0"/>
              </a:endParaRPr>
            </a:p>
          </p:txBody>
        </p:sp>
        <p:sp>
          <p:nvSpPr>
            <p:cNvPr id="14" name="Прямоугольник 55">
              <a:extLst>
                <a:ext uri="{FF2B5EF4-FFF2-40B4-BE49-F238E27FC236}">
                  <a16:creationId xmlns:a16="http://schemas.microsoft.com/office/drawing/2014/main" id="{B4B078D2-0EC2-4CC0-A111-BC8E5252C5C4}"/>
                </a:ext>
              </a:extLst>
            </p:cNvPr>
            <p:cNvSpPr/>
            <p:nvPr/>
          </p:nvSpPr>
          <p:spPr bwMode="auto">
            <a:xfrm>
              <a:off x="6438981" y="3491132"/>
              <a:ext cx="714380" cy="50147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r>
                <a:rPr lang="ru-RU" sz="1400" dirty="0">
                  <a:latin typeface="+mj-lt"/>
                  <a:cs typeface="Arial" charset="0"/>
                </a:rPr>
                <a:t>A:7/11</a:t>
              </a:r>
            </a:p>
          </p:txBody>
        </p:sp>
        <p:sp>
          <p:nvSpPr>
            <p:cNvPr id="15" name="Прямоугольник 56">
              <a:extLst>
                <a:ext uri="{FF2B5EF4-FFF2-40B4-BE49-F238E27FC236}">
                  <a16:creationId xmlns:a16="http://schemas.microsoft.com/office/drawing/2014/main" id="{225040CC-A8D9-4347-AFF0-7BE3D200928E}"/>
                </a:ext>
              </a:extLst>
            </p:cNvPr>
            <p:cNvSpPr/>
            <p:nvPr/>
          </p:nvSpPr>
          <p:spPr bwMode="auto">
            <a:xfrm>
              <a:off x="5719839" y="2567534"/>
              <a:ext cx="714380" cy="499886"/>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A:8/5</a:t>
              </a: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16" name="Прямоугольник 57">
              <a:extLst>
                <a:ext uri="{FF2B5EF4-FFF2-40B4-BE49-F238E27FC236}">
                  <a16:creationId xmlns:a16="http://schemas.microsoft.com/office/drawing/2014/main" id="{BF0868C7-1D60-4139-9CE1-1D5B5FBC2519}"/>
                </a:ext>
              </a:extLst>
            </p:cNvPr>
            <p:cNvSpPr/>
            <p:nvPr/>
          </p:nvSpPr>
          <p:spPr bwMode="auto">
            <a:xfrm>
              <a:off x="3510023" y="2250146"/>
              <a:ext cx="714380" cy="499886"/>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A:2/1</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7" name="Прямоугольник 58">
              <a:extLst>
                <a:ext uri="{FF2B5EF4-FFF2-40B4-BE49-F238E27FC236}">
                  <a16:creationId xmlns:a16="http://schemas.microsoft.com/office/drawing/2014/main" id="{2CEBDFF6-527E-4F03-BEC8-DCB6BDA775D4}"/>
                </a:ext>
              </a:extLst>
            </p:cNvPr>
            <p:cNvSpPr/>
            <p:nvPr/>
          </p:nvSpPr>
          <p:spPr bwMode="auto">
            <a:xfrm>
              <a:off x="3581461" y="2929356"/>
              <a:ext cx="714380" cy="499886"/>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A:4/2</a:t>
              </a: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grpSp>
          <p:nvGrpSpPr>
            <p:cNvPr id="22547" name="Group 65">
              <a:extLst>
                <a:ext uri="{FF2B5EF4-FFF2-40B4-BE49-F238E27FC236}">
                  <a16:creationId xmlns:a16="http://schemas.microsoft.com/office/drawing/2014/main" id="{CF2244A3-2039-4FC8-8F26-8A2C9FBF55C2}"/>
                </a:ext>
              </a:extLst>
            </p:cNvPr>
            <p:cNvGrpSpPr>
              <a:grpSpLocks/>
            </p:cNvGrpSpPr>
            <p:nvPr/>
          </p:nvGrpSpPr>
          <p:grpSpPr bwMode="auto">
            <a:xfrm>
              <a:off x="2652767" y="2608438"/>
              <a:ext cx="2352439" cy="294978"/>
              <a:chOff x="2652767" y="2608438"/>
              <a:chExt cx="2352439" cy="294978"/>
            </a:xfrm>
          </p:grpSpPr>
          <p:sp>
            <p:nvSpPr>
              <p:cNvPr id="18" name="Flowchart: Delay 53">
                <a:extLst>
                  <a:ext uri="{FF2B5EF4-FFF2-40B4-BE49-F238E27FC236}">
                    <a16:creationId xmlns:a16="http://schemas.microsoft.com/office/drawing/2014/main" id="{B8C466C1-F25C-4B13-8A52-2D9E13B310B3}"/>
                  </a:ext>
                </a:extLst>
              </p:cNvPr>
              <p:cNvSpPr/>
              <p:nvPr/>
            </p:nvSpPr>
            <p:spPr bwMode="auto">
              <a:xfrm>
                <a:off x="3059170" y="2608794"/>
                <a:ext cx="330202" cy="295171"/>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2611" name="Прямая соединительная линия 18">
                <a:extLst>
                  <a:ext uri="{FF2B5EF4-FFF2-40B4-BE49-F238E27FC236}">
                    <a16:creationId xmlns:a16="http://schemas.microsoft.com/office/drawing/2014/main" id="{5DC23769-9B57-4D8B-8DD1-011631D00D5B}"/>
                  </a:ext>
                </a:extLst>
              </p:cNvPr>
              <p:cNvCxnSpPr>
                <a:cxnSpLocks noChangeShapeType="1"/>
              </p:cNvCxnSpPr>
              <p:nvPr/>
            </p:nvCxnSpPr>
            <p:spPr bwMode="auto">
              <a:xfrm>
                <a:off x="2652767" y="2696515"/>
                <a:ext cx="407476" cy="0"/>
              </a:xfrm>
              <a:prstGeom prst="line">
                <a:avLst/>
              </a:prstGeom>
              <a:noFill/>
              <a:ln w="9525" algn="ctr">
                <a:solidFill>
                  <a:schemeClr val="tx1"/>
                </a:solidFill>
                <a:round/>
                <a:headEnd/>
                <a:tailEnd/>
              </a:ln>
            </p:spPr>
          </p:cxnSp>
          <p:cxnSp>
            <p:nvCxnSpPr>
              <p:cNvPr id="22612" name="Прямая соединительная линия 19">
                <a:extLst>
                  <a:ext uri="{FF2B5EF4-FFF2-40B4-BE49-F238E27FC236}">
                    <a16:creationId xmlns:a16="http://schemas.microsoft.com/office/drawing/2014/main" id="{FBD0D6E2-B9DE-4E23-8FE9-A611EF361A00}"/>
                  </a:ext>
                </a:extLst>
              </p:cNvPr>
              <p:cNvCxnSpPr>
                <a:cxnSpLocks noChangeShapeType="1"/>
              </p:cNvCxnSpPr>
              <p:nvPr/>
            </p:nvCxnSpPr>
            <p:spPr bwMode="auto">
              <a:xfrm>
                <a:off x="2654205" y="2851544"/>
                <a:ext cx="407476" cy="0"/>
              </a:xfrm>
              <a:prstGeom prst="line">
                <a:avLst/>
              </a:prstGeom>
              <a:noFill/>
              <a:ln w="9525" algn="ctr">
                <a:solidFill>
                  <a:schemeClr val="tx1"/>
                </a:solidFill>
                <a:round/>
                <a:headEnd/>
                <a:tailEnd/>
              </a:ln>
            </p:spPr>
          </p:cxnSp>
          <p:cxnSp>
            <p:nvCxnSpPr>
              <p:cNvPr id="22613" name="Прямая соединительная линия 35">
                <a:extLst>
                  <a:ext uri="{FF2B5EF4-FFF2-40B4-BE49-F238E27FC236}">
                    <a16:creationId xmlns:a16="http://schemas.microsoft.com/office/drawing/2014/main" id="{4F41073C-0BDF-4F18-ABE0-CE3329BE2001}"/>
                  </a:ext>
                </a:extLst>
              </p:cNvPr>
              <p:cNvCxnSpPr>
                <a:cxnSpLocks noChangeShapeType="1"/>
                <a:endCxn id="129" idx="1"/>
              </p:cNvCxnSpPr>
              <p:nvPr/>
            </p:nvCxnSpPr>
            <p:spPr bwMode="auto">
              <a:xfrm>
                <a:off x="3480358" y="2755927"/>
                <a:ext cx="1524848" cy="0"/>
              </a:xfrm>
              <a:prstGeom prst="line">
                <a:avLst/>
              </a:prstGeom>
              <a:noFill/>
              <a:ln w="9525" algn="ctr">
                <a:solidFill>
                  <a:schemeClr val="tx1"/>
                </a:solidFill>
                <a:round/>
                <a:headEnd/>
                <a:tailEnd/>
              </a:ln>
            </p:spPr>
          </p:cxnSp>
          <p:sp>
            <p:nvSpPr>
              <p:cNvPr id="61" name="TextBox 60">
                <a:extLst>
                  <a:ext uri="{FF2B5EF4-FFF2-40B4-BE49-F238E27FC236}">
                    <a16:creationId xmlns:a16="http://schemas.microsoft.com/office/drawing/2014/main" id="{E25D2750-849A-486F-A0FF-4C3CF200929E}"/>
                  </a:ext>
                </a:extLst>
              </p:cNvPr>
              <p:cNvSpPr txBox="1"/>
              <p:nvPr/>
            </p:nvSpPr>
            <p:spPr>
              <a:xfrm>
                <a:off x="3048057" y="2640533"/>
                <a:ext cx="371478" cy="253910"/>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2/1</a:t>
                </a:r>
              </a:p>
            </p:txBody>
          </p:sp>
          <p:sp>
            <p:nvSpPr>
              <p:cNvPr id="22615" name="Oval 64">
                <a:extLst>
                  <a:ext uri="{FF2B5EF4-FFF2-40B4-BE49-F238E27FC236}">
                    <a16:creationId xmlns:a16="http://schemas.microsoft.com/office/drawing/2014/main" id="{941E13BF-8E5D-4581-B0DB-4218B5E440CD}"/>
                  </a:ext>
                </a:extLst>
              </p:cNvPr>
              <p:cNvSpPr>
                <a:spLocks noChangeArrowheads="1"/>
              </p:cNvSpPr>
              <p:nvPr/>
            </p:nvSpPr>
            <p:spPr bwMode="auto">
              <a:xfrm>
                <a:off x="3394075" y="2717797"/>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69" name="Flowchart: Delay 53">
              <a:extLst>
                <a:ext uri="{FF2B5EF4-FFF2-40B4-BE49-F238E27FC236}">
                  <a16:creationId xmlns:a16="http://schemas.microsoft.com/office/drawing/2014/main" id="{1B5B976E-93EE-4398-B5E8-9DE268E3309F}"/>
                </a:ext>
              </a:extLst>
            </p:cNvPr>
            <p:cNvSpPr/>
            <p:nvPr/>
          </p:nvSpPr>
          <p:spPr bwMode="auto">
            <a:xfrm>
              <a:off x="3067107" y="3286417"/>
              <a:ext cx="328615" cy="29517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2549" name="Прямая соединительная линия 18">
              <a:extLst>
                <a:ext uri="{FF2B5EF4-FFF2-40B4-BE49-F238E27FC236}">
                  <a16:creationId xmlns:a16="http://schemas.microsoft.com/office/drawing/2014/main" id="{2597F031-A9F8-46F3-A865-B99E5E3B8C12}"/>
                </a:ext>
              </a:extLst>
            </p:cNvPr>
            <p:cNvCxnSpPr>
              <a:cxnSpLocks noChangeShapeType="1"/>
            </p:cNvCxnSpPr>
            <p:nvPr/>
          </p:nvCxnSpPr>
          <p:spPr bwMode="auto">
            <a:xfrm>
              <a:off x="2659380" y="3374499"/>
              <a:ext cx="407476" cy="0"/>
            </a:xfrm>
            <a:prstGeom prst="line">
              <a:avLst/>
            </a:prstGeom>
            <a:noFill/>
            <a:ln w="9525" algn="ctr">
              <a:solidFill>
                <a:schemeClr val="tx1"/>
              </a:solidFill>
              <a:round/>
              <a:headEnd/>
              <a:tailEnd/>
            </a:ln>
          </p:spPr>
        </p:cxnSp>
        <p:cxnSp>
          <p:nvCxnSpPr>
            <p:cNvPr id="22550" name="Прямая соединительная линия 19">
              <a:extLst>
                <a:ext uri="{FF2B5EF4-FFF2-40B4-BE49-F238E27FC236}">
                  <a16:creationId xmlns:a16="http://schemas.microsoft.com/office/drawing/2014/main" id="{A60C6D6B-CC95-4395-822D-93ED75149322}"/>
                </a:ext>
              </a:extLst>
            </p:cNvPr>
            <p:cNvCxnSpPr>
              <a:cxnSpLocks noChangeShapeType="1"/>
            </p:cNvCxnSpPr>
            <p:nvPr/>
          </p:nvCxnSpPr>
          <p:spPr bwMode="auto">
            <a:xfrm>
              <a:off x="2663199" y="3529528"/>
              <a:ext cx="407476" cy="0"/>
            </a:xfrm>
            <a:prstGeom prst="line">
              <a:avLst/>
            </a:prstGeom>
            <a:noFill/>
            <a:ln w="9525" algn="ctr">
              <a:solidFill>
                <a:schemeClr val="tx1"/>
              </a:solidFill>
              <a:round/>
              <a:headEnd/>
              <a:tailEnd/>
            </a:ln>
          </p:spPr>
        </p:cxnSp>
        <p:cxnSp>
          <p:nvCxnSpPr>
            <p:cNvPr id="22551" name="Прямая соединительная линия 35">
              <a:extLst>
                <a:ext uri="{FF2B5EF4-FFF2-40B4-BE49-F238E27FC236}">
                  <a16:creationId xmlns:a16="http://schemas.microsoft.com/office/drawing/2014/main" id="{577AF879-EBBA-4A7D-B430-A4BA76BEBC84}"/>
                </a:ext>
              </a:extLst>
            </p:cNvPr>
            <p:cNvCxnSpPr>
              <a:cxnSpLocks noChangeShapeType="1"/>
            </p:cNvCxnSpPr>
            <p:nvPr/>
          </p:nvCxnSpPr>
          <p:spPr bwMode="auto">
            <a:xfrm flipV="1">
              <a:off x="3477447" y="3431381"/>
              <a:ext cx="387322" cy="0"/>
            </a:xfrm>
            <a:prstGeom prst="line">
              <a:avLst/>
            </a:prstGeom>
            <a:noFill/>
            <a:ln w="9525" algn="ctr">
              <a:solidFill>
                <a:schemeClr val="tx1"/>
              </a:solidFill>
              <a:round/>
              <a:headEnd/>
              <a:tailEnd/>
            </a:ln>
          </p:spPr>
        </p:cxnSp>
        <p:sp>
          <p:nvSpPr>
            <p:cNvPr id="73" name="TextBox 72">
              <a:extLst>
                <a:ext uri="{FF2B5EF4-FFF2-40B4-BE49-F238E27FC236}">
                  <a16:creationId xmlns:a16="http://schemas.microsoft.com/office/drawing/2014/main" id="{64178A96-86C3-4538-B763-E43815082072}"/>
                </a:ext>
              </a:extLst>
            </p:cNvPr>
            <p:cNvSpPr txBox="1"/>
            <p:nvPr/>
          </p:nvSpPr>
          <p:spPr>
            <a:xfrm>
              <a:off x="3054407" y="3318156"/>
              <a:ext cx="373066" cy="253910"/>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4/2</a:t>
              </a:r>
            </a:p>
          </p:txBody>
        </p:sp>
        <p:sp>
          <p:nvSpPr>
            <p:cNvPr id="22553" name="Oval 73">
              <a:extLst>
                <a:ext uri="{FF2B5EF4-FFF2-40B4-BE49-F238E27FC236}">
                  <a16:creationId xmlns:a16="http://schemas.microsoft.com/office/drawing/2014/main" id="{4326C0F0-8547-40A1-853F-6562DAAA304A}"/>
                </a:ext>
              </a:extLst>
            </p:cNvPr>
            <p:cNvSpPr>
              <a:spLocks noChangeArrowheads="1"/>
            </p:cNvSpPr>
            <p:nvPr/>
          </p:nvSpPr>
          <p:spPr bwMode="auto">
            <a:xfrm>
              <a:off x="3400688" y="339501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nvGrpSpPr>
            <p:cNvPr id="22554" name="Group 86">
              <a:extLst>
                <a:ext uri="{FF2B5EF4-FFF2-40B4-BE49-F238E27FC236}">
                  <a16:creationId xmlns:a16="http://schemas.microsoft.com/office/drawing/2014/main" id="{9671A82A-90B8-4227-AD7F-EE75A8D340A1}"/>
                </a:ext>
              </a:extLst>
            </p:cNvPr>
            <p:cNvGrpSpPr>
              <a:grpSpLocks/>
            </p:cNvGrpSpPr>
            <p:nvPr/>
          </p:nvGrpSpPr>
          <p:grpSpPr bwMode="auto">
            <a:xfrm>
              <a:off x="2659857" y="3905184"/>
              <a:ext cx="1205389" cy="294978"/>
              <a:chOff x="2659857" y="3495652"/>
              <a:chExt cx="1205389" cy="294978"/>
            </a:xfrm>
          </p:grpSpPr>
          <p:sp>
            <p:nvSpPr>
              <p:cNvPr id="81" name="Flowchart: Delay 53">
                <a:extLst>
                  <a:ext uri="{FF2B5EF4-FFF2-40B4-BE49-F238E27FC236}">
                    <a16:creationId xmlns:a16="http://schemas.microsoft.com/office/drawing/2014/main" id="{588C381F-6BAD-41E7-93C8-5D9B1EBB0C37}"/>
                  </a:ext>
                </a:extLst>
              </p:cNvPr>
              <p:cNvSpPr/>
              <p:nvPr/>
            </p:nvSpPr>
            <p:spPr bwMode="auto">
              <a:xfrm>
                <a:off x="3067107" y="3495791"/>
                <a:ext cx="330202" cy="295171"/>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2605" name="Прямая соединительная линия 18">
                <a:extLst>
                  <a:ext uri="{FF2B5EF4-FFF2-40B4-BE49-F238E27FC236}">
                    <a16:creationId xmlns:a16="http://schemas.microsoft.com/office/drawing/2014/main" id="{8102D5B7-AB42-4FF8-9295-1B282FE81C0B}"/>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22606" name="Прямая соединительная линия 19">
                <a:extLst>
                  <a:ext uri="{FF2B5EF4-FFF2-40B4-BE49-F238E27FC236}">
                    <a16:creationId xmlns:a16="http://schemas.microsoft.com/office/drawing/2014/main" id="{F717B04A-7E3A-435F-8B6B-344D22DDDA66}"/>
                  </a:ext>
                </a:extLst>
              </p:cNvPr>
              <p:cNvCxnSpPr>
                <a:cxnSpLocks noChangeShapeType="1"/>
              </p:cNvCxnSpPr>
              <p:nvPr/>
            </p:nvCxnSpPr>
            <p:spPr bwMode="auto">
              <a:xfrm>
                <a:off x="2663676" y="3738758"/>
                <a:ext cx="407476" cy="0"/>
              </a:xfrm>
              <a:prstGeom prst="line">
                <a:avLst/>
              </a:prstGeom>
              <a:noFill/>
              <a:ln w="9525" algn="ctr">
                <a:solidFill>
                  <a:schemeClr val="tx1"/>
                </a:solidFill>
                <a:round/>
                <a:headEnd/>
                <a:tailEnd/>
              </a:ln>
            </p:spPr>
          </p:cxnSp>
          <p:cxnSp>
            <p:nvCxnSpPr>
              <p:cNvPr id="22607" name="Прямая соединительная линия 35">
                <a:extLst>
                  <a:ext uri="{FF2B5EF4-FFF2-40B4-BE49-F238E27FC236}">
                    <a16:creationId xmlns:a16="http://schemas.microsoft.com/office/drawing/2014/main" id="{EF300787-F415-41A8-B6EC-FB2F51F72145}"/>
                  </a:ext>
                </a:extLst>
              </p:cNvPr>
              <p:cNvCxnSpPr>
                <a:cxnSpLocks noChangeShapeType="1"/>
              </p:cNvCxnSpPr>
              <p:nvPr/>
            </p:nvCxnSpPr>
            <p:spPr bwMode="auto">
              <a:xfrm flipV="1">
                <a:off x="3477924" y="3640611"/>
                <a:ext cx="387322" cy="0"/>
              </a:xfrm>
              <a:prstGeom prst="line">
                <a:avLst/>
              </a:prstGeom>
              <a:noFill/>
              <a:ln w="9525" algn="ctr">
                <a:solidFill>
                  <a:schemeClr val="tx1"/>
                </a:solidFill>
                <a:round/>
                <a:headEnd/>
                <a:tailEnd/>
              </a:ln>
            </p:spPr>
          </p:cxnSp>
          <p:sp>
            <p:nvSpPr>
              <p:cNvPr id="85" name="TextBox 84">
                <a:extLst>
                  <a:ext uri="{FF2B5EF4-FFF2-40B4-BE49-F238E27FC236}">
                    <a16:creationId xmlns:a16="http://schemas.microsoft.com/office/drawing/2014/main" id="{0197FED9-7870-4EA3-A886-C310A8D44CF0}"/>
                  </a:ext>
                </a:extLst>
              </p:cNvPr>
              <p:cNvSpPr txBox="1"/>
              <p:nvPr/>
            </p:nvSpPr>
            <p:spPr>
              <a:xfrm>
                <a:off x="3054407" y="3527530"/>
                <a:ext cx="373066" cy="253910"/>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3/1</a:t>
                </a:r>
              </a:p>
            </p:txBody>
          </p:sp>
          <p:sp>
            <p:nvSpPr>
              <p:cNvPr id="22609" name="Oval 85">
                <a:extLst>
                  <a:ext uri="{FF2B5EF4-FFF2-40B4-BE49-F238E27FC236}">
                    <a16:creationId xmlns:a16="http://schemas.microsoft.com/office/drawing/2014/main" id="{480A7D59-7B7A-4088-B65F-F47032B1CD57}"/>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88" name="Flowchart: Delay 53">
              <a:extLst>
                <a:ext uri="{FF2B5EF4-FFF2-40B4-BE49-F238E27FC236}">
                  <a16:creationId xmlns:a16="http://schemas.microsoft.com/office/drawing/2014/main" id="{930F4E15-C5A8-4BF1-8AD2-245A7B822D6C}"/>
                </a:ext>
              </a:extLst>
            </p:cNvPr>
            <p:cNvSpPr/>
            <p:nvPr/>
          </p:nvSpPr>
          <p:spPr bwMode="auto">
            <a:xfrm>
              <a:off x="3973576" y="3595870"/>
              <a:ext cx="330202" cy="29517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2556" name="Прямая соединительная линия 18">
              <a:extLst>
                <a:ext uri="{FF2B5EF4-FFF2-40B4-BE49-F238E27FC236}">
                  <a16:creationId xmlns:a16="http://schemas.microsoft.com/office/drawing/2014/main" id="{483362DF-05CF-452E-A4F4-CCB3343EAFA8}"/>
                </a:ext>
              </a:extLst>
            </p:cNvPr>
            <p:cNvCxnSpPr>
              <a:cxnSpLocks noChangeShapeType="1"/>
            </p:cNvCxnSpPr>
            <p:nvPr/>
          </p:nvCxnSpPr>
          <p:spPr bwMode="auto">
            <a:xfrm>
              <a:off x="3860007" y="3684069"/>
              <a:ext cx="109821" cy="0"/>
            </a:xfrm>
            <a:prstGeom prst="line">
              <a:avLst/>
            </a:prstGeom>
            <a:noFill/>
            <a:ln w="9525" algn="ctr">
              <a:solidFill>
                <a:schemeClr val="tx1"/>
              </a:solidFill>
              <a:round/>
              <a:headEnd/>
              <a:tailEnd/>
            </a:ln>
          </p:spPr>
        </p:cxnSp>
        <p:sp>
          <p:nvSpPr>
            <p:cNvPr id="91" name="TextBox 90">
              <a:extLst>
                <a:ext uri="{FF2B5EF4-FFF2-40B4-BE49-F238E27FC236}">
                  <a16:creationId xmlns:a16="http://schemas.microsoft.com/office/drawing/2014/main" id="{EECE5BA8-3966-4CFA-9084-84542033C109}"/>
                </a:ext>
              </a:extLst>
            </p:cNvPr>
            <p:cNvSpPr txBox="1"/>
            <p:nvPr/>
          </p:nvSpPr>
          <p:spPr>
            <a:xfrm>
              <a:off x="3962463" y="3627608"/>
              <a:ext cx="371478" cy="253910"/>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1/1</a:t>
              </a:r>
            </a:p>
          </p:txBody>
        </p:sp>
        <p:sp>
          <p:nvSpPr>
            <p:cNvPr id="22558" name="Oval 91">
              <a:extLst>
                <a:ext uri="{FF2B5EF4-FFF2-40B4-BE49-F238E27FC236}">
                  <a16:creationId xmlns:a16="http://schemas.microsoft.com/office/drawing/2014/main" id="{A2F35DE8-901C-46CE-84CA-F65C242C2299}"/>
                </a:ext>
              </a:extLst>
            </p:cNvPr>
            <p:cNvSpPr>
              <a:spLocks noChangeArrowheads="1"/>
            </p:cNvSpPr>
            <p:nvPr/>
          </p:nvSpPr>
          <p:spPr bwMode="auto">
            <a:xfrm>
              <a:off x="4308422" y="370458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22559" name="Прямая соединительная линия 42">
              <a:extLst>
                <a:ext uri="{FF2B5EF4-FFF2-40B4-BE49-F238E27FC236}">
                  <a16:creationId xmlns:a16="http://schemas.microsoft.com/office/drawing/2014/main" id="{D1431BB5-127E-445B-9A30-9FC249CD899F}"/>
                </a:ext>
              </a:extLst>
            </p:cNvPr>
            <p:cNvCxnSpPr>
              <a:cxnSpLocks noChangeShapeType="1"/>
            </p:cNvCxnSpPr>
            <p:nvPr/>
          </p:nvCxnSpPr>
          <p:spPr bwMode="auto">
            <a:xfrm flipH="1">
              <a:off x="3860856" y="3800344"/>
              <a:ext cx="794" cy="252542"/>
            </a:xfrm>
            <a:prstGeom prst="line">
              <a:avLst/>
            </a:prstGeom>
            <a:noFill/>
            <a:ln w="9525" algn="ctr">
              <a:solidFill>
                <a:schemeClr val="tx1"/>
              </a:solidFill>
              <a:round/>
              <a:headEnd/>
              <a:tailEnd/>
            </a:ln>
          </p:spPr>
        </p:cxnSp>
        <p:cxnSp>
          <p:nvCxnSpPr>
            <p:cNvPr id="22560" name="Прямая соединительная линия 18">
              <a:extLst>
                <a:ext uri="{FF2B5EF4-FFF2-40B4-BE49-F238E27FC236}">
                  <a16:creationId xmlns:a16="http://schemas.microsoft.com/office/drawing/2014/main" id="{27138D33-67A3-4CDD-8F92-CE7B355E1500}"/>
                </a:ext>
              </a:extLst>
            </p:cNvPr>
            <p:cNvCxnSpPr>
              <a:cxnSpLocks noChangeShapeType="1"/>
            </p:cNvCxnSpPr>
            <p:nvPr/>
          </p:nvCxnSpPr>
          <p:spPr bwMode="auto">
            <a:xfrm>
              <a:off x="3860001" y="3801726"/>
              <a:ext cx="109821" cy="0"/>
            </a:xfrm>
            <a:prstGeom prst="line">
              <a:avLst/>
            </a:prstGeom>
            <a:noFill/>
            <a:ln w="9525" algn="ctr">
              <a:solidFill>
                <a:schemeClr val="tx1"/>
              </a:solidFill>
              <a:round/>
              <a:headEnd/>
              <a:tailEnd/>
            </a:ln>
          </p:spPr>
        </p:cxnSp>
        <p:grpSp>
          <p:nvGrpSpPr>
            <p:cNvPr id="22561" name="Group 98">
              <a:extLst>
                <a:ext uri="{FF2B5EF4-FFF2-40B4-BE49-F238E27FC236}">
                  <a16:creationId xmlns:a16="http://schemas.microsoft.com/office/drawing/2014/main" id="{7D14536E-4689-4C18-B367-2DA100DC7559}"/>
                </a:ext>
              </a:extLst>
            </p:cNvPr>
            <p:cNvGrpSpPr>
              <a:grpSpLocks/>
            </p:cNvGrpSpPr>
            <p:nvPr/>
          </p:nvGrpSpPr>
          <p:grpSpPr bwMode="auto">
            <a:xfrm>
              <a:off x="4595342" y="4512765"/>
              <a:ext cx="1114178" cy="294978"/>
              <a:chOff x="2659857" y="3495652"/>
              <a:chExt cx="1114178" cy="294978"/>
            </a:xfrm>
          </p:grpSpPr>
          <p:sp>
            <p:nvSpPr>
              <p:cNvPr id="100" name="Flowchart: Delay 53">
                <a:extLst>
                  <a:ext uri="{FF2B5EF4-FFF2-40B4-BE49-F238E27FC236}">
                    <a16:creationId xmlns:a16="http://schemas.microsoft.com/office/drawing/2014/main" id="{240D424B-547B-4667-A86A-56804EC4BF72}"/>
                  </a:ext>
                </a:extLst>
              </p:cNvPr>
              <p:cNvSpPr/>
              <p:nvPr/>
            </p:nvSpPr>
            <p:spPr bwMode="auto">
              <a:xfrm>
                <a:off x="3066799" y="3496007"/>
                <a:ext cx="330202" cy="295171"/>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2600" name="Прямая соединительная линия 18">
                <a:extLst>
                  <a:ext uri="{FF2B5EF4-FFF2-40B4-BE49-F238E27FC236}">
                    <a16:creationId xmlns:a16="http://schemas.microsoft.com/office/drawing/2014/main" id="{7B1CB582-CFA4-4821-9009-E0237B62D7DA}"/>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22601" name="Прямая соединительная линия 35">
                <a:extLst>
                  <a:ext uri="{FF2B5EF4-FFF2-40B4-BE49-F238E27FC236}">
                    <a16:creationId xmlns:a16="http://schemas.microsoft.com/office/drawing/2014/main" id="{210E0016-EB3D-434B-81BD-F6738E4BE148}"/>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04" name="TextBox 103">
                <a:extLst>
                  <a:ext uri="{FF2B5EF4-FFF2-40B4-BE49-F238E27FC236}">
                    <a16:creationId xmlns:a16="http://schemas.microsoft.com/office/drawing/2014/main" id="{2C9BFAD3-7A73-464F-8C2F-918694CDFF92}"/>
                  </a:ext>
                </a:extLst>
              </p:cNvPr>
              <p:cNvSpPr txBox="1"/>
              <p:nvPr/>
            </p:nvSpPr>
            <p:spPr>
              <a:xfrm>
                <a:off x="3055686" y="3527746"/>
                <a:ext cx="371478" cy="253910"/>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2/2</a:t>
                </a:r>
              </a:p>
            </p:txBody>
          </p:sp>
          <p:sp>
            <p:nvSpPr>
              <p:cNvPr id="22603" name="Oval 104">
                <a:extLst>
                  <a:ext uri="{FF2B5EF4-FFF2-40B4-BE49-F238E27FC236}">
                    <a16:creationId xmlns:a16="http://schemas.microsoft.com/office/drawing/2014/main" id="{CF56CC51-C277-41C4-9E1E-88867003606A}"/>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sp>
          <p:nvSpPr>
            <p:cNvPr id="107" name="Flowchart: Delay 53">
              <a:extLst>
                <a:ext uri="{FF2B5EF4-FFF2-40B4-BE49-F238E27FC236}">
                  <a16:creationId xmlns:a16="http://schemas.microsoft.com/office/drawing/2014/main" id="{1CBC31FF-405B-4FA6-98BB-C00191A864C8}"/>
                </a:ext>
              </a:extLst>
            </p:cNvPr>
            <p:cNvSpPr/>
            <p:nvPr/>
          </p:nvSpPr>
          <p:spPr bwMode="auto">
            <a:xfrm>
              <a:off x="3067107" y="4609923"/>
              <a:ext cx="330202" cy="29517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2563" name="Прямая соединительная линия 18">
              <a:extLst>
                <a:ext uri="{FF2B5EF4-FFF2-40B4-BE49-F238E27FC236}">
                  <a16:creationId xmlns:a16="http://schemas.microsoft.com/office/drawing/2014/main" id="{5D9DBDF7-5E9A-4E2F-A7F1-2BE4BA29EA56}"/>
                </a:ext>
              </a:extLst>
            </p:cNvPr>
            <p:cNvCxnSpPr>
              <a:cxnSpLocks noChangeShapeType="1"/>
            </p:cNvCxnSpPr>
            <p:nvPr/>
          </p:nvCxnSpPr>
          <p:spPr bwMode="auto">
            <a:xfrm>
              <a:off x="2660650" y="4698177"/>
              <a:ext cx="407476" cy="0"/>
            </a:xfrm>
            <a:prstGeom prst="line">
              <a:avLst/>
            </a:prstGeom>
            <a:noFill/>
            <a:ln w="9525" algn="ctr">
              <a:solidFill>
                <a:schemeClr val="tx1"/>
              </a:solidFill>
              <a:round/>
              <a:headEnd/>
              <a:tailEnd/>
            </a:ln>
          </p:spPr>
        </p:cxnSp>
        <p:cxnSp>
          <p:nvCxnSpPr>
            <p:cNvPr id="22564" name="Прямая соединительная линия 19">
              <a:extLst>
                <a:ext uri="{FF2B5EF4-FFF2-40B4-BE49-F238E27FC236}">
                  <a16:creationId xmlns:a16="http://schemas.microsoft.com/office/drawing/2014/main" id="{680AD800-E036-4C32-81CB-5432C93B3E00}"/>
                </a:ext>
              </a:extLst>
            </p:cNvPr>
            <p:cNvCxnSpPr>
              <a:cxnSpLocks noChangeShapeType="1"/>
            </p:cNvCxnSpPr>
            <p:nvPr/>
          </p:nvCxnSpPr>
          <p:spPr bwMode="auto">
            <a:xfrm>
              <a:off x="2664469" y="4853206"/>
              <a:ext cx="407476" cy="0"/>
            </a:xfrm>
            <a:prstGeom prst="line">
              <a:avLst/>
            </a:prstGeom>
            <a:noFill/>
            <a:ln w="9525" algn="ctr">
              <a:solidFill>
                <a:schemeClr val="tx1"/>
              </a:solidFill>
              <a:round/>
              <a:headEnd/>
              <a:tailEnd/>
            </a:ln>
          </p:spPr>
        </p:cxnSp>
        <p:sp>
          <p:nvSpPr>
            <p:cNvPr id="111" name="TextBox 110">
              <a:extLst>
                <a:ext uri="{FF2B5EF4-FFF2-40B4-BE49-F238E27FC236}">
                  <a16:creationId xmlns:a16="http://schemas.microsoft.com/office/drawing/2014/main" id="{B9325FCC-9134-4534-9846-EADC265DCF96}"/>
                </a:ext>
              </a:extLst>
            </p:cNvPr>
            <p:cNvSpPr txBox="1"/>
            <p:nvPr/>
          </p:nvSpPr>
          <p:spPr>
            <a:xfrm>
              <a:off x="3055995" y="4641662"/>
              <a:ext cx="371478" cy="253910"/>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4/2</a:t>
              </a:r>
            </a:p>
          </p:txBody>
        </p:sp>
        <p:grpSp>
          <p:nvGrpSpPr>
            <p:cNvPr id="22566" name="Group 123">
              <a:extLst>
                <a:ext uri="{FF2B5EF4-FFF2-40B4-BE49-F238E27FC236}">
                  <a16:creationId xmlns:a16="http://schemas.microsoft.com/office/drawing/2014/main" id="{3E8E1E96-66DA-44AE-9C06-C176F9A731AD}"/>
                </a:ext>
              </a:extLst>
            </p:cNvPr>
            <p:cNvGrpSpPr>
              <a:grpSpLocks/>
            </p:cNvGrpSpPr>
            <p:nvPr/>
          </p:nvGrpSpPr>
          <p:grpSpPr bwMode="auto">
            <a:xfrm>
              <a:off x="3401958" y="4719459"/>
              <a:ext cx="1602781" cy="76261"/>
              <a:chOff x="3401958" y="4689476"/>
              <a:chExt cx="1602781" cy="76261"/>
            </a:xfrm>
          </p:grpSpPr>
          <p:cxnSp>
            <p:nvCxnSpPr>
              <p:cNvPr id="22597" name="Прямая соединительная линия 35">
                <a:extLst>
                  <a:ext uri="{FF2B5EF4-FFF2-40B4-BE49-F238E27FC236}">
                    <a16:creationId xmlns:a16="http://schemas.microsoft.com/office/drawing/2014/main" id="{34B228AF-F93D-442F-BA69-02593865C7DA}"/>
                  </a:ext>
                </a:extLst>
              </p:cNvPr>
              <p:cNvCxnSpPr>
                <a:cxnSpLocks noChangeShapeType="1"/>
              </p:cNvCxnSpPr>
              <p:nvPr/>
            </p:nvCxnSpPr>
            <p:spPr bwMode="auto">
              <a:xfrm flipV="1">
                <a:off x="3478717" y="4727606"/>
                <a:ext cx="1526022" cy="0"/>
              </a:xfrm>
              <a:prstGeom prst="line">
                <a:avLst/>
              </a:prstGeom>
              <a:noFill/>
              <a:ln w="9525" algn="ctr">
                <a:solidFill>
                  <a:schemeClr val="tx1"/>
                </a:solidFill>
                <a:round/>
                <a:headEnd/>
                <a:tailEnd/>
              </a:ln>
            </p:spPr>
          </p:cxnSp>
          <p:sp>
            <p:nvSpPr>
              <p:cNvPr id="22598" name="Oval 111">
                <a:extLst>
                  <a:ext uri="{FF2B5EF4-FFF2-40B4-BE49-F238E27FC236}">
                    <a16:creationId xmlns:a16="http://schemas.microsoft.com/office/drawing/2014/main" id="{35B6A192-FC19-4897-AD76-2A4638D5D516}"/>
                  </a:ext>
                </a:extLst>
              </p:cNvPr>
              <p:cNvSpPr>
                <a:spLocks noChangeArrowheads="1"/>
              </p:cNvSpPr>
              <p:nvPr/>
            </p:nvSpPr>
            <p:spPr bwMode="auto">
              <a:xfrm>
                <a:off x="3401958" y="4689476"/>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grpSp>
          <p:nvGrpSpPr>
            <p:cNvPr id="22567" name="Group 124">
              <a:extLst>
                <a:ext uri="{FF2B5EF4-FFF2-40B4-BE49-F238E27FC236}">
                  <a16:creationId xmlns:a16="http://schemas.microsoft.com/office/drawing/2014/main" id="{CE70B1BA-6D9B-4006-93D5-6F416533709F}"/>
                </a:ext>
              </a:extLst>
            </p:cNvPr>
            <p:cNvGrpSpPr>
              <a:grpSpLocks/>
            </p:cNvGrpSpPr>
            <p:nvPr/>
          </p:nvGrpSpPr>
          <p:grpSpPr bwMode="auto">
            <a:xfrm>
              <a:off x="4600572" y="2667000"/>
              <a:ext cx="1114178" cy="294978"/>
              <a:chOff x="2659857" y="3495652"/>
              <a:chExt cx="1114178" cy="294978"/>
            </a:xfrm>
          </p:grpSpPr>
          <p:sp>
            <p:nvSpPr>
              <p:cNvPr id="126" name="Flowchart: Delay 53">
                <a:extLst>
                  <a:ext uri="{FF2B5EF4-FFF2-40B4-BE49-F238E27FC236}">
                    <a16:creationId xmlns:a16="http://schemas.microsoft.com/office/drawing/2014/main" id="{7A49AC06-DED8-475D-90C0-A5DBBE93D427}"/>
                  </a:ext>
                </a:extLst>
              </p:cNvPr>
              <p:cNvSpPr/>
              <p:nvPr/>
            </p:nvSpPr>
            <p:spPr bwMode="auto">
              <a:xfrm>
                <a:off x="3066331" y="3496163"/>
                <a:ext cx="330202" cy="295171"/>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2593" name="Прямая соединительная линия 18">
                <a:extLst>
                  <a:ext uri="{FF2B5EF4-FFF2-40B4-BE49-F238E27FC236}">
                    <a16:creationId xmlns:a16="http://schemas.microsoft.com/office/drawing/2014/main" id="{9274EF4A-E9BC-4BC4-B042-983CFF454910}"/>
                  </a:ext>
                </a:extLst>
              </p:cNvPr>
              <p:cNvCxnSpPr>
                <a:cxnSpLocks noChangeShapeType="1"/>
              </p:cNvCxnSpPr>
              <p:nvPr/>
            </p:nvCxnSpPr>
            <p:spPr bwMode="auto">
              <a:xfrm>
                <a:off x="2659857" y="3721827"/>
                <a:ext cx="407476" cy="0"/>
              </a:xfrm>
              <a:prstGeom prst="line">
                <a:avLst/>
              </a:prstGeom>
              <a:noFill/>
              <a:ln w="9525" algn="ctr">
                <a:solidFill>
                  <a:schemeClr val="tx1"/>
                </a:solidFill>
                <a:round/>
                <a:headEnd/>
                <a:tailEnd/>
              </a:ln>
            </p:spPr>
          </p:cxnSp>
          <p:cxnSp>
            <p:nvCxnSpPr>
              <p:cNvPr id="22594" name="Прямая соединительная линия 35">
                <a:extLst>
                  <a:ext uri="{FF2B5EF4-FFF2-40B4-BE49-F238E27FC236}">
                    <a16:creationId xmlns:a16="http://schemas.microsoft.com/office/drawing/2014/main" id="{BBA9170F-BE45-4BB9-9B3C-EC292D31305E}"/>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129" name="TextBox 128">
                <a:extLst>
                  <a:ext uri="{FF2B5EF4-FFF2-40B4-BE49-F238E27FC236}">
                    <a16:creationId xmlns:a16="http://schemas.microsoft.com/office/drawing/2014/main" id="{4E13FA72-6ED1-4A33-BCB2-7A8CCDFFF80F}"/>
                  </a:ext>
                </a:extLst>
              </p:cNvPr>
              <p:cNvSpPr txBox="1"/>
              <p:nvPr/>
            </p:nvSpPr>
            <p:spPr>
              <a:xfrm>
                <a:off x="3064744" y="3527902"/>
                <a:ext cx="371478" cy="253910"/>
              </a:xfrm>
              <a:prstGeom prst="rect">
                <a:avLst/>
              </a:prstGeom>
              <a:noFill/>
            </p:spPr>
            <p:txBody>
              <a:bodyPr wrap="none">
                <a:spAutoFit/>
              </a:bodyPr>
              <a:lstStyle/>
              <a:p>
                <a:pPr eaLnBrk="1" hangingPunct="1">
                  <a:defRPr/>
                </a:pPr>
                <a:r>
                  <a:rPr lang="en-US" sz="1050" dirty="0">
                    <a:latin typeface="+mj-lt"/>
                    <a:cs typeface="Arial" charset="0"/>
                  </a:rPr>
                  <a:t>3/2</a:t>
                </a:r>
              </a:p>
            </p:txBody>
          </p:sp>
          <p:sp>
            <p:nvSpPr>
              <p:cNvPr id="22596" name="Oval 129">
                <a:extLst>
                  <a:ext uri="{FF2B5EF4-FFF2-40B4-BE49-F238E27FC236}">
                    <a16:creationId xmlns:a16="http://schemas.microsoft.com/office/drawing/2014/main" id="{E77B20C6-4B99-4030-9E3C-4F740902FACC}"/>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grpSp>
        <p:cxnSp>
          <p:nvCxnSpPr>
            <p:cNvPr id="22568" name="Прямая соединительная линия 21">
              <a:extLst>
                <a:ext uri="{FF2B5EF4-FFF2-40B4-BE49-F238E27FC236}">
                  <a16:creationId xmlns:a16="http://schemas.microsoft.com/office/drawing/2014/main" id="{EAA7E77D-56EB-4EEF-BE2C-F0296CDC47A8}"/>
                </a:ext>
              </a:extLst>
            </p:cNvPr>
            <p:cNvCxnSpPr>
              <a:cxnSpLocks noChangeShapeType="1"/>
            </p:cNvCxnSpPr>
            <p:nvPr/>
          </p:nvCxnSpPr>
          <p:spPr bwMode="auto">
            <a:xfrm>
              <a:off x="6219133" y="3743459"/>
              <a:ext cx="219763" cy="0"/>
            </a:xfrm>
            <a:prstGeom prst="line">
              <a:avLst/>
            </a:prstGeom>
            <a:noFill/>
            <a:ln w="9525" algn="ctr">
              <a:solidFill>
                <a:schemeClr val="tx1"/>
              </a:solidFill>
              <a:round/>
              <a:headEnd/>
              <a:tailEnd/>
            </a:ln>
          </p:spPr>
        </p:cxnSp>
        <p:cxnSp>
          <p:nvCxnSpPr>
            <p:cNvPr id="22569" name="Прямая соединительная линия 42">
              <a:extLst>
                <a:ext uri="{FF2B5EF4-FFF2-40B4-BE49-F238E27FC236}">
                  <a16:creationId xmlns:a16="http://schemas.microsoft.com/office/drawing/2014/main" id="{D4C91151-309E-499E-9C28-DBB6385B7255}"/>
                </a:ext>
              </a:extLst>
            </p:cNvPr>
            <p:cNvCxnSpPr>
              <a:cxnSpLocks noChangeShapeType="1"/>
            </p:cNvCxnSpPr>
            <p:nvPr/>
          </p:nvCxnSpPr>
          <p:spPr bwMode="auto">
            <a:xfrm flipH="1">
              <a:off x="5709478" y="2814571"/>
              <a:ext cx="0" cy="865437"/>
            </a:xfrm>
            <a:prstGeom prst="line">
              <a:avLst/>
            </a:prstGeom>
            <a:noFill/>
            <a:ln w="9525" algn="ctr">
              <a:solidFill>
                <a:schemeClr val="tx1"/>
              </a:solidFill>
              <a:round/>
              <a:headEnd/>
              <a:tailEnd/>
            </a:ln>
          </p:spPr>
        </p:cxnSp>
        <p:sp>
          <p:nvSpPr>
            <p:cNvPr id="146" name="Flowchart: Delay 53">
              <a:extLst>
                <a:ext uri="{FF2B5EF4-FFF2-40B4-BE49-F238E27FC236}">
                  <a16:creationId xmlns:a16="http://schemas.microsoft.com/office/drawing/2014/main" id="{D467E591-AB3C-443C-86CE-FE3831ADF240}"/>
                </a:ext>
              </a:extLst>
            </p:cNvPr>
            <p:cNvSpPr/>
            <p:nvPr/>
          </p:nvSpPr>
          <p:spPr bwMode="auto">
            <a:xfrm>
              <a:off x="5813501" y="3597457"/>
              <a:ext cx="328615" cy="29517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baseline="-25000" dirty="0">
                <a:latin typeface="+mj-lt"/>
                <a:cs typeface="Arial" charset="0"/>
              </a:endParaRPr>
            </a:p>
          </p:txBody>
        </p:sp>
        <p:cxnSp>
          <p:nvCxnSpPr>
            <p:cNvPr id="22571" name="Прямая соединительная линия 18">
              <a:extLst>
                <a:ext uri="{FF2B5EF4-FFF2-40B4-BE49-F238E27FC236}">
                  <a16:creationId xmlns:a16="http://schemas.microsoft.com/office/drawing/2014/main" id="{8EA1E47C-E607-4A2A-A4DE-09061009A2E2}"/>
                </a:ext>
              </a:extLst>
            </p:cNvPr>
            <p:cNvCxnSpPr>
              <a:cxnSpLocks noChangeShapeType="1"/>
            </p:cNvCxnSpPr>
            <p:nvPr/>
          </p:nvCxnSpPr>
          <p:spPr bwMode="auto">
            <a:xfrm>
              <a:off x="5705186" y="3685603"/>
              <a:ext cx="109821" cy="0"/>
            </a:xfrm>
            <a:prstGeom prst="line">
              <a:avLst/>
            </a:prstGeom>
            <a:noFill/>
            <a:ln w="9525" algn="ctr">
              <a:solidFill>
                <a:schemeClr val="tx1"/>
              </a:solidFill>
              <a:round/>
              <a:headEnd/>
              <a:tailEnd/>
            </a:ln>
          </p:spPr>
        </p:cxnSp>
        <p:sp>
          <p:nvSpPr>
            <p:cNvPr id="148" name="TextBox 147">
              <a:extLst>
                <a:ext uri="{FF2B5EF4-FFF2-40B4-BE49-F238E27FC236}">
                  <a16:creationId xmlns:a16="http://schemas.microsoft.com/office/drawing/2014/main" id="{AEBE24CD-3853-420A-838D-04AF95B70A49}"/>
                </a:ext>
              </a:extLst>
            </p:cNvPr>
            <p:cNvSpPr txBox="1"/>
            <p:nvPr/>
          </p:nvSpPr>
          <p:spPr>
            <a:xfrm>
              <a:off x="5800801" y="3629196"/>
              <a:ext cx="373066" cy="253910"/>
            </a:xfrm>
            <a:prstGeom prst="rect">
              <a:avLst/>
            </a:prstGeom>
            <a:noFill/>
          </p:spPr>
          <p:txBody>
            <a:bodyPr wrap="none">
              <a:spAutoFit/>
            </a:bodyPr>
            <a:lstStyle/>
            <a:p>
              <a:pPr eaLnBrk="1" hangingPunct="1">
                <a:defRPr/>
              </a:pPr>
              <a:r>
                <a:rPr lang="en-US" sz="1050" dirty="0">
                  <a:solidFill>
                    <a:schemeClr val="bg1"/>
                  </a:solidFill>
                  <a:latin typeface="+mj-lt"/>
                  <a:cs typeface="Arial" charset="0"/>
                </a:rPr>
                <a:t>1/3</a:t>
              </a:r>
            </a:p>
          </p:txBody>
        </p:sp>
        <p:sp>
          <p:nvSpPr>
            <p:cNvPr id="22573" name="Oval 148">
              <a:extLst>
                <a:ext uri="{FF2B5EF4-FFF2-40B4-BE49-F238E27FC236}">
                  <a16:creationId xmlns:a16="http://schemas.microsoft.com/office/drawing/2014/main" id="{EB49B156-AD9F-418E-A3D5-0511CADACC50}"/>
                </a:ext>
              </a:extLst>
            </p:cNvPr>
            <p:cNvSpPr>
              <a:spLocks noChangeArrowheads="1"/>
            </p:cNvSpPr>
            <p:nvPr/>
          </p:nvSpPr>
          <p:spPr bwMode="auto">
            <a:xfrm>
              <a:off x="6147213" y="3706123"/>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22574" name="Прямая соединительная линия 42">
              <a:extLst>
                <a:ext uri="{FF2B5EF4-FFF2-40B4-BE49-F238E27FC236}">
                  <a16:creationId xmlns:a16="http://schemas.microsoft.com/office/drawing/2014/main" id="{8FE2926F-D6CE-4F95-BDD9-43B976C7FCAC}"/>
                </a:ext>
              </a:extLst>
            </p:cNvPr>
            <p:cNvCxnSpPr>
              <a:cxnSpLocks noChangeShapeType="1"/>
            </p:cNvCxnSpPr>
            <p:nvPr/>
          </p:nvCxnSpPr>
          <p:spPr bwMode="auto">
            <a:xfrm flipH="1">
              <a:off x="5704807" y="3801878"/>
              <a:ext cx="397" cy="858376"/>
            </a:xfrm>
            <a:prstGeom prst="line">
              <a:avLst/>
            </a:prstGeom>
            <a:noFill/>
            <a:ln w="9525" algn="ctr">
              <a:solidFill>
                <a:schemeClr val="tx1"/>
              </a:solidFill>
              <a:round/>
              <a:headEnd/>
              <a:tailEnd/>
            </a:ln>
          </p:spPr>
        </p:cxnSp>
        <p:cxnSp>
          <p:nvCxnSpPr>
            <p:cNvPr id="22575" name="Прямая соединительная линия 18">
              <a:extLst>
                <a:ext uri="{FF2B5EF4-FFF2-40B4-BE49-F238E27FC236}">
                  <a16:creationId xmlns:a16="http://schemas.microsoft.com/office/drawing/2014/main" id="{B2FB2C96-9495-4AC6-87AF-CC02B9219F64}"/>
                </a:ext>
              </a:extLst>
            </p:cNvPr>
            <p:cNvCxnSpPr>
              <a:cxnSpLocks noChangeShapeType="1"/>
            </p:cNvCxnSpPr>
            <p:nvPr/>
          </p:nvCxnSpPr>
          <p:spPr bwMode="auto">
            <a:xfrm>
              <a:off x="5698792" y="3803260"/>
              <a:ext cx="109821" cy="0"/>
            </a:xfrm>
            <a:prstGeom prst="line">
              <a:avLst/>
            </a:prstGeom>
            <a:noFill/>
            <a:ln w="9525" algn="ctr">
              <a:solidFill>
                <a:schemeClr val="tx1"/>
              </a:solidFill>
              <a:round/>
              <a:headEnd/>
              <a:tailEnd/>
            </a:ln>
          </p:spPr>
        </p:cxnSp>
        <p:sp>
          <p:nvSpPr>
            <p:cNvPr id="22576" name="TextBox 155">
              <a:extLst>
                <a:ext uri="{FF2B5EF4-FFF2-40B4-BE49-F238E27FC236}">
                  <a16:creationId xmlns:a16="http://schemas.microsoft.com/office/drawing/2014/main" id="{4EFDCF5B-1156-49F2-810B-B6A0FC11CB7B}"/>
                </a:ext>
              </a:extLst>
            </p:cNvPr>
            <p:cNvSpPr txBox="1">
              <a:spLocks noChangeArrowheads="1"/>
            </p:cNvSpPr>
            <p:nvPr/>
          </p:nvSpPr>
          <p:spPr bwMode="auto">
            <a:xfrm>
              <a:off x="2423847" y="2574433"/>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a</a:t>
              </a:r>
            </a:p>
          </p:txBody>
        </p:sp>
        <p:sp>
          <p:nvSpPr>
            <p:cNvPr id="22577" name="TextBox 156">
              <a:extLst>
                <a:ext uri="{FF2B5EF4-FFF2-40B4-BE49-F238E27FC236}">
                  <a16:creationId xmlns:a16="http://schemas.microsoft.com/office/drawing/2014/main" id="{3874091C-7BB2-4FAB-80F9-8748D40C797F}"/>
                </a:ext>
              </a:extLst>
            </p:cNvPr>
            <p:cNvSpPr txBox="1">
              <a:spLocks noChangeArrowheads="1"/>
            </p:cNvSpPr>
            <p:nvPr/>
          </p:nvSpPr>
          <p:spPr bwMode="auto">
            <a:xfrm>
              <a:off x="2423744" y="2717884"/>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b</a:t>
              </a:r>
            </a:p>
          </p:txBody>
        </p:sp>
        <p:sp>
          <p:nvSpPr>
            <p:cNvPr id="22578" name="TextBox 157">
              <a:extLst>
                <a:ext uri="{FF2B5EF4-FFF2-40B4-BE49-F238E27FC236}">
                  <a16:creationId xmlns:a16="http://schemas.microsoft.com/office/drawing/2014/main" id="{E67BF4ED-E459-40C4-A835-FF043092107F}"/>
                </a:ext>
              </a:extLst>
            </p:cNvPr>
            <p:cNvSpPr txBox="1">
              <a:spLocks noChangeArrowheads="1"/>
            </p:cNvSpPr>
            <p:nvPr/>
          </p:nvSpPr>
          <p:spPr bwMode="auto">
            <a:xfrm>
              <a:off x="2426783" y="3251284"/>
              <a:ext cx="2616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a:t>
              </a:r>
            </a:p>
          </p:txBody>
        </p:sp>
        <p:sp>
          <p:nvSpPr>
            <p:cNvPr id="22579" name="TextBox 158">
              <a:extLst>
                <a:ext uri="{FF2B5EF4-FFF2-40B4-BE49-F238E27FC236}">
                  <a16:creationId xmlns:a16="http://schemas.microsoft.com/office/drawing/2014/main" id="{A104652D-D840-4623-897C-9399B7F466BB}"/>
                </a:ext>
              </a:extLst>
            </p:cNvPr>
            <p:cNvSpPr txBox="1">
              <a:spLocks noChangeArrowheads="1"/>
            </p:cNvSpPr>
            <p:nvPr/>
          </p:nvSpPr>
          <p:spPr bwMode="auto">
            <a:xfrm>
              <a:off x="2429720" y="3403701"/>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d</a:t>
              </a:r>
            </a:p>
          </p:txBody>
        </p:sp>
        <p:sp>
          <p:nvSpPr>
            <p:cNvPr id="22580" name="TextBox 159">
              <a:extLst>
                <a:ext uri="{FF2B5EF4-FFF2-40B4-BE49-F238E27FC236}">
                  <a16:creationId xmlns:a16="http://schemas.microsoft.com/office/drawing/2014/main" id="{C8B273DD-ECDD-41A9-B906-DBE1B716658D}"/>
                </a:ext>
              </a:extLst>
            </p:cNvPr>
            <p:cNvSpPr txBox="1">
              <a:spLocks noChangeArrowheads="1"/>
            </p:cNvSpPr>
            <p:nvPr/>
          </p:nvSpPr>
          <p:spPr bwMode="auto">
            <a:xfrm>
              <a:off x="2429720" y="3866345"/>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e</a:t>
              </a:r>
            </a:p>
          </p:txBody>
        </p:sp>
        <p:sp>
          <p:nvSpPr>
            <p:cNvPr id="22581" name="TextBox 160">
              <a:extLst>
                <a:ext uri="{FF2B5EF4-FFF2-40B4-BE49-F238E27FC236}">
                  <a16:creationId xmlns:a16="http://schemas.microsoft.com/office/drawing/2014/main" id="{B25679DA-E76E-423D-BD28-B688487F06BE}"/>
                </a:ext>
              </a:extLst>
            </p:cNvPr>
            <p:cNvSpPr txBox="1">
              <a:spLocks noChangeArrowheads="1"/>
            </p:cNvSpPr>
            <p:nvPr/>
          </p:nvSpPr>
          <p:spPr bwMode="auto">
            <a:xfrm>
              <a:off x="2434540" y="4032339"/>
              <a:ext cx="22794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f</a:t>
              </a:r>
            </a:p>
          </p:txBody>
        </p:sp>
        <p:sp>
          <p:nvSpPr>
            <p:cNvPr id="22582" name="TextBox 161">
              <a:extLst>
                <a:ext uri="{FF2B5EF4-FFF2-40B4-BE49-F238E27FC236}">
                  <a16:creationId xmlns:a16="http://schemas.microsoft.com/office/drawing/2014/main" id="{6C8CE85F-CD0C-44FD-B641-9DAF2F69F8F7}"/>
                </a:ext>
              </a:extLst>
            </p:cNvPr>
            <p:cNvSpPr txBox="1">
              <a:spLocks noChangeArrowheads="1"/>
            </p:cNvSpPr>
            <p:nvPr/>
          </p:nvSpPr>
          <p:spPr bwMode="auto">
            <a:xfrm>
              <a:off x="2431709" y="4728463"/>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h</a:t>
              </a:r>
            </a:p>
          </p:txBody>
        </p:sp>
        <p:sp>
          <p:nvSpPr>
            <p:cNvPr id="22583" name="TextBox 162">
              <a:extLst>
                <a:ext uri="{FF2B5EF4-FFF2-40B4-BE49-F238E27FC236}">
                  <a16:creationId xmlns:a16="http://schemas.microsoft.com/office/drawing/2014/main" id="{C223E8F8-3B91-46C0-AB0C-EAC8B222CEBB}"/>
                </a:ext>
              </a:extLst>
            </p:cNvPr>
            <p:cNvSpPr txBox="1">
              <a:spLocks noChangeArrowheads="1"/>
            </p:cNvSpPr>
            <p:nvPr/>
          </p:nvSpPr>
          <p:spPr bwMode="auto">
            <a:xfrm>
              <a:off x="2434645" y="4573143"/>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g</a:t>
              </a:r>
            </a:p>
          </p:txBody>
        </p:sp>
        <p:sp>
          <p:nvSpPr>
            <p:cNvPr id="22584" name="TextBox 163">
              <a:extLst>
                <a:ext uri="{FF2B5EF4-FFF2-40B4-BE49-F238E27FC236}">
                  <a16:creationId xmlns:a16="http://schemas.microsoft.com/office/drawing/2014/main" id="{45C69783-DE2E-46AD-9DFC-556AAD38CE2C}"/>
                </a:ext>
              </a:extLst>
            </p:cNvPr>
            <p:cNvSpPr txBox="1">
              <a:spLocks noChangeArrowheads="1"/>
            </p:cNvSpPr>
            <p:nvPr/>
          </p:nvSpPr>
          <p:spPr bwMode="auto">
            <a:xfrm>
              <a:off x="3480358" y="2496296"/>
              <a:ext cx="2183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i</a:t>
              </a:r>
            </a:p>
          </p:txBody>
        </p:sp>
        <p:sp>
          <p:nvSpPr>
            <p:cNvPr id="22585" name="TextBox 164">
              <a:extLst>
                <a:ext uri="{FF2B5EF4-FFF2-40B4-BE49-F238E27FC236}">
                  <a16:creationId xmlns:a16="http://schemas.microsoft.com/office/drawing/2014/main" id="{39C33325-ABB7-48B8-8A9A-22FBDF8D5F32}"/>
                </a:ext>
              </a:extLst>
            </p:cNvPr>
            <p:cNvSpPr txBox="1">
              <a:spLocks noChangeArrowheads="1"/>
            </p:cNvSpPr>
            <p:nvPr/>
          </p:nvSpPr>
          <p:spPr bwMode="auto">
            <a:xfrm>
              <a:off x="3480358" y="3175508"/>
              <a:ext cx="2183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j</a:t>
              </a:r>
            </a:p>
          </p:txBody>
        </p:sp>
        <p:sp>
          <p:nvSpPr>
            <p:cNvPr id="22586" name="TextBox 165">
              <a:extLst>
                <a:ext uri="{FF2B5EF4-FFF2-40B4-BE49-F238E27FC236}">
                  <a16:creationId xmlns:a16="http://schemas.microsoft.com/office/drawing/2014/main" id="{F5960997-CFCE-4BEE-9C90-4B27032C1D7B}"/>
                </a:ext>
              </a:extLst>
            </p:cNvPr>
            <p:cNvSpPr txBox="1">
              <a:spLocks noChangeArrowheads="1"/>
            </p:cNvSpPr>
            <p:nvPr/>
          </p:nvSpPr>
          <p:spPr bwMode="auto">
            <a:xfrm>
              <a:off x="3483434" y="3800344"/>
              <a:ext cx="2616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k</a:t>
              </a:r>
            </a:p>
          </p:txBody>
        </p:sp>
        <p:sp>
          <p:nvSpPr>
            <p:cNvPr id="22587" name="TextBox 166">
              <a:extLst>
                <a:ext uri="{FF2B5EF4-FFF2-40B4-BE49-F238E27FC236}">
                  <a16:creationId xmlns:a16="http://schemas.microsoft.com/office/drawing/2014/main" id="{E20BE638-465F-428B-BC7F-8A3B96241E80}"/>
                </a:ext>
              </a:extLst>
            </p:cNvPr>
            <p:cNvSpPr txBox="1">
              <a:spLocks noChangeArrowheads="1"/>
            </p:cNvSpPr>
            <p:nvPr/>
          </p:nvSpPr>
          <p:spPr bwMode="auto">
            <a:xfrm>
              <a:off x="3483434" y="4512765"/>
              <a:ext cx="2183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l</a:t>
              </a:r>
            </a:p>
          </p:txBody>
        </p:sp>
        <p:sp>
          <p:nvSpPr>
            <p:cNvPr id="22588" name="TextBox 167">
              <a:extLst>
                <a:ext uri="{FF2B5EF4-FFF2-40B4-BE49-F238E27FC236}">
                  <a16:creationId xmlns:a16="http://schemas.microsoft.com/office/drawing/2014/main" id="{81203781-F0B4-4282-8836-17389FC461E8}"/>
                </a:ext>
              </a:extLst>
            </p:cNvPr>
            <p:cNvSpPr txBox="1">
              <a:spLocks noChangeArrowheads="1"/>
            </p:cNvSpPr>
            <p:nvPr/>
          </p:nvSpPr>
          <p:spPr bwMode="auto">
            <a:xfrm>
              <a:off x="5429078" y="2481299"/>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n</a:t>
              </a:r>
            </a:p>
          </p:txBody>
        </p:sp>
        <p:sp>
          <p:nvSpPr>
            <p:cNvPr id="22589" name="TextBox 168">
              <a:extLst>
                <a:ext uri="{FF2B5EF4-FFF2-40B4-BE49-F238E27FC236}">
                  <a16:creationId xmlns:a16="http://schemas.microsoft.com/office/drawing/2014/main" id="{2BD71E32-40A8-49A3-AF10-7FA19CCF710A}"/>
                </a:ext>
              </a:extLst>
            </p:cNvPr>
            <p:cNvSpPr txBox="1">
              <a:spLocks noChangeArrowheads="1"/>
            </p:cNvSpPr>
            <p:nvPr/>
          </p:nvSpPr>
          <p:spPr bwMode="auto">
            <a:xfrm>
              <a:off x="5418141" y="4406739"/>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p</a:t>
              </a:r>
            </a:p>
          </p:txBody>
        </p:sp>
        <p:sp>
          <p:nvSpPr>
            <p:cNvPr id="22590" name="TextBox 169">
              <a:extLst>
                <a:ext uri="{FF2B5EF4-FFF2-40B4-BE49-F238E27FC236}">
                  <a16:creationId xmlns:a16="http://schemas.microsoft.com/office/drawing/2014/main" id="{A801BEF6-5133-4E0E-BC93-9BEEFB2C3156}"/>
                </a:ext>
              </a:extLst>
            </p:cNvPr>
            <p:cNvSpPr txBox="1">
              <a:spLocks noChangeArrowheads="1"/>
            </p:cNvSpPr>
            <p:nvPr/>
          </p:nvSpPr>
          <p:spPr bwMode="auto">
            <a:xfrm>
              <a:off x="6219133" y="3491892"/>
              <a:ext cx="269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o</a:t>
              </a:r>
            </a:p>
          </p:txBody>
        </p:sp>
        <p:sp>
          <p:nvSpPr>
            <p:cNvPr id="22591" name="TextBox 170">
              <a:extLst>
                <a:ext uri="{FF2B5EF4-FFF2-40B4-BE49-F238E27FC236}">
                  <a16:creationId xmlns:a16="http://schemas.microsoft.com/office/drawing/2014/main" id="{6D746433-8A31-4E8B-874D-937A9EDAC4D8}"/>
                </a:ext>
              </a:extLst>
            </p:cNvPr>
            <p:cNvSpPr txBox="1">
              <a:spLocks noChangeArrowheads="1"/>
            </p:cNvSpPr>
            <p:nvPr/>
          </p:nvSpPr>
          <p:spPr bwMode="auto">
            <a:xfrm>
              <a:off x="4340945" y="3485508"/>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m</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C3A2FD20-9BCE-4CF5-A5D2-9297C2EBA1EE}"/>
              </a:ext>
            </a:extLst>
          </p:cNvPr>
          <p:cNvSpPr>
            <a:spLocks noGrp="1"/>
          </p:cNvSpPr>
          <p:nvPr>
            <p:ph type="title"/>
          </p:nvPr>
        </p:nvSpPr>
        <p:spPr/>
        <p:txBody>
          <a:bodyPr/>
          <a:lstStyle/>
          <a:p>
            <a:r>
              <a:rPr lang="en-US" altLang="en-US"/>
              <a:t>Required Time Calculation Steps</a:t>
            </a:r>
          </a:p>
        </p:txBody>
      </p:sp>
      <p:sp>
        <p:nvSpPr>
          <p:cNvPr id="23555" name="Content Placeholder 2">
            <a:extLst>
              <a:ext uri="{FF2B5EF4-FFF2-40B4-BE49-F238E27FC236}">
                <a16:creationId xmlns:a16="http://schemas.microsoft.com/office/drawing/2014/main" id="{1D27B347-147B-43A1-BFDD-4BBB7FB2A94D}"/>
              </a:ext>
            </a:extLst>
          </p:cNvPr>
          <p:cNvSpPr>
            <a:spLocks noGrp="1"/>
          </p:cNvSpPr>
          <p:nvPr>
            <p:ph type="body" sz="quarter" idx="10"/>
          </p:nvPr>
        </p:nvSpPr>
        <p:spPr/>
        <p:txBody>
          <a:bodyPr/>
          <a:lstStyle/>
          <a:p>
            <a:r>
              <a:rPr lang="en-US" altLang="en-US" sz="1800"/>
              <a:t>At each primary output, the rise/fall required times are set, then backward topological traversal is carried out.</a:t>
            </a:r>
          </a:p>
        </p:txBody>
      </p:sp>
      <p:grpSp>
        <p:nvGrpSpPr>
          <p:cNvPr id="23556" name="Group 3">
            <a:extLst>
              <a:ext uri="{FF2B5EF4-FFF2-40B4-BE49-F238E27FC236}">
                <a16:creationId xmlns:a16="http://schemas.microsoft.com/office/drawing/2014/main" id="{75831492-D9AB-45C9-BD69-51D0765AE37C}"/>
              </a:ext>
            </a:extLst>
          </p:cNvPr>
          <p:cNvGrpSpPr>
            <a:grpSpLocks/>
          </p:cNvGrpSpPr>
          <p:nvPr/>
        </p:nvGrpSpPr>
        <p:grpSpPr bwMode="auto">
          <a:xfrm>
            <a:off x="3100388" y="2498726"/>
            <a:ext cx="5586412" cy="3216275"/>
            <a:chOff x="1752600" y="2556401"/>
            <a:chExt cx="5357850" cy="2929999"/>
          </a:xfrm>
        </p:grpSpPr>
        <p:grpSp>
          <p:nvGrpSpPr>
            <p:cNvPr id="23557" name="Group 153">
              <a:extLst>
                <a:ext uri="{FF2B5EF4-FFF2-40B4-BE49-F238E27FC236}">
                  <a16:creationId xmlns:a16="http://schemas.microsoft.com/office/drawing/2014/main" id="{BF57CCAF-D17C-43F9-98BC-B589F4185547}"/>
                </a:ext>
              </a:extLst>
            </p:cNvPr>
            <p:cNvGrpSpPr>
              <a:grpSpLocks/>
            </p:cNvGrpSpPr>
            <p:nvPr/>
          </p:nvGrpSpPr>
          <p:grpSpPr bwMode="auto">
            <a:xfrm>
              <a:off x="1752600" y="2556401"/>
              <a:ext cx="5357850" cy="2929999"/>
              <a:chOff x="1795511" y="2333743"/>
              <a:chExt cx="5357850" cy="2929999"/>
            </a:xfrm>
          </p:grpSpPr>
          <p:cxnSp>
            <p:nvCxnSpPr>
              <p:cNvPr id="23560" name="Прямая соединительная линия 17">
                <a:extLst>
                  <a:ext uri="{FF2B5EF4-FFF2-40B4-BE49-F238E27FC236}">
                    <a16:creationId xmlns:a16="http://schemas.microsoft.com/office/drawing/2014/main" id="{E72CBC1A-472D-4545-9D1F-338CCD682343}"/>
                  </a:ext>
                </a:extLst>
              </p:cNvPr>
              <p:cNvCxnSpPr>
                <a:cxnSpLocks noChangeShapeType="1"/>
              </p:cNvCxnSpPr>
              <p:nvPr/>
            </p:nvCxnSpPr>
            <p:spPr bwMode="auto">
              <a:xfrm>
                <a:off x="4602755" y="2893175"/>
                <a:ext cx="0" cy="1710048"/>
              </a:xfrm>
              <a:prstGeom prst="line">
                <a:avLst/>
              </a:prstGeom>
              <a:noFill/>
              <a:ln w="9525" algn="ctr">
                <a:solidFill>
                  <a:schemeClr val="tx1"/>
                </a:solidFill>
                <a:round/>
                <a:headEnd/>
                <a:tailEnd/>
              </a:ln>
            </p:spPr>
          </p:cxnSp>
          <p:cxnSp>
            <p:nvCxnSpPr>
              <p:cNvPr id="23561" name="Прямая соединительная линия 21">
                <a:extLst>
                  <a:ext uri="{FF2B5EF4-FFF2-40B4-BE49-F238E27FC236}">
                    <a16:creationId xmlns:a16="http://schemas.microsoft.com/office/drawing/2014/main" id="{F392CC4E-8869-4EA7-A363-2F261398EF5A}"/>
                  </a:ext>
                </a:extLst>
              </p:cNvPr>
              <p:cNvCxnSpPr>
                <a:cxnSpLocks noChangeShapeType="1"/>
              </p:cNvCxnSpPr>
              <p:nvPr/>
            </p:nvCxnSpPr>
            <p:spPr bwMode="auto">
              <a:xfrm>
                <a:off x="4380342" y="3741925"/>
                <a:ext cx="219763" cy="0"/>
              </a:xfrm>
              <a:prstGeom prst="line">
                <a:avLst/>
              </a:prstGeom>
              <a:noFill/>
              <a:ln w="9525" algn="ctr">
                <a:solidFill>
                  <a:schemeClr val="tx1"/>
                </a:solidFill>
                <a:round/>
                <a:headEnd/>
                <a:tailEnd/>
              </a:ln>
            </p:spPr>
          </p:cxnSp>
          <p:cxnSp>
            <p:nvCxnSpPr>
              <p:cNvPr id="23562" name="Прямая соединительная линия 42">
                <a:extLst>
                  <a:ext uri="{FF2B5EF4-FFF2-40B4-BE49-F238E27FC236}">
                    <a16:creationId xmlns:a16="http://schemas.microsoft.com/office/drawing/2014/main" id="{48C71BBB-6DC4-4FD2-AF58-E3AB97AFFEDA}"/>
                  </a:ext>
                </a:extLst>
              </p:cNvPr>
              <p:cNvCxnSpPr>
                <a:cxnSpLocks noChangeShapeType="1"/>
              </p:cNvCxnSpPr>
              <p:nvPr/>
            </p:nvCxnSpPr>
            <p:spPr bwMode="auto">
              <a:xfrm flipH="1">
                <a:off x="3865625" y="3427466"/>
                <a:ext cx="794" cy="252542"/>
              </a:xfrm>
              <a:prstGeom prst="line">
                <a:avLst/>
              </a:prstGeom>
              <a:noFill/>
              <a:ln w="9525" algn="ctr">
                <a:solidFill>
                  <a:schemeClr val="tx1"/>
                </a:solidFill>
                <a:round/>
                <a:headEnd/>
                <a:tailEnd/>
              </a:ln>
            </p:spPr>
          </p:cxnSp>
          <p:sp>
            <p:nvSpPr>
              <p:cNvPr id="158" name="Прямоугольник 47">
                <a:extLst>
                  <a:ext uri="{FF2B5EF4-FFF2-40B4-BE49-F238E27FC236}">
                    <a16:creationId xmlns:a16="http://schemas.microsoft.com/office/drawing/2014/main" id="{973FCC27-56CA-49DF-AFF8-56DA4A0E39BD}"/>
                  </a:ext>
                </a:extLst>
              </p:cNvPr>
              <p:cNvSpPr/>
              <p:nvPr/>
            </p:nvSpPr>
            <p:spPr bwMode="auto">
              <a:xfrm>
                <a:off x="1795511" y="2537658"/>
                <a:ext cx="714075" cy="498938"/>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60" name="Прямоугольник 49">
                <a:extLst>
                  <a:ext uri="{FF2B5EF4-FFF2-40B4-BE49-F238E27FC236}">
                    <a16:creationId xmlns:a16="http://schemas.microsoft.com/office/drawing/2014/main" id="{01A566D7-F73D-4032-9BC1-5CBC0C0A22BE}"/>
                  </a:ext>
                </a:extLst>
              </p:cNvPr>
              <p:cNvSpPr/>
              <p:nvPr/>
            </p:nvSpPr>
            <p:spPr bwMode="auto">
              <a:xfrm>
                <a:off x="1827484" y="3836344"/>
                <a:ext cx="714076" cy="500385"/>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161" name="Прямоугольник 50">
                <a:extLst>
                  <a:ext uri="{FF2B5EF4-FFF2-40B4-BE49-F238E27FC236}">
                    <a16:creationId xmlns:a16="http://schemas.microsoft.com/office/drawing/2014/main" id="{14679C6E-08B3-44C3-B0E3-B4BEC3048D45}"/>
                  </a:ext>
                </a:extLst>
              </p:cNvPr>
              <p:cNvSpPr/>
              <p:nvPr/>
            </p:nvSpPr>
            <p:spPr bwMode="auto">
              <a:xfrm>
                <a:off x="1853368" y="4504488"/>
                <a:ext cx="715598" cy="500385"/>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A:0/0</a:t>
                </a: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162" name="Прямоугольник 51">
                <a:extLst>
                  <a:ext uri="{FF2B5EF4-FFF2-40B4-BE49-F238E27FC236}">
                    <a16:creationId xmlns:a16="http://schemas.microsoft.com/office/drawing/2014/main" id="{98843240-FBAC-4BCB-8481-C066DE87F3AD}"/>
                  </a:ext>
                </a:extLst>
              </p:cNvPr>
              <p:cNvSpPr/>
              <p:nvPr/>
            </p:nvSpPr>
            <p:spPr bwMode="auto">
              <a:xfrm>
                <a:off x="3509901" y="4763357"/>
                <a:ext cx="714075" cy="500385"/>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A:4/2</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63" name="Прямоугольник 52">
                <a:extLst>
                  <a:ext uri="{FF2B5EF4-FFF2-40B4-BE49-F238E27FC236}">
                    <a16:creationId xmlns:a16="http://schemas.microsoft.com/office/drawing/2014/main" id="{448DA9EB-CD99-42CE-9231-6E0A095F4D9F}"/>
                  </a:ext>
                </a:extLst>
              </p:cNvPr>
              <p:cNvSpPr/>
              <p:nvPr/>
            </p:nvSpPr>
            <p:spPr bwMode="auto">
              <a:xfrm>
                <a:off x="3509901" y="4066289"/>
                <a:ext cx="714075" cy="498939"/>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A:3/1</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64" name="Прямоугольник 53">
                <a:extLst>
                  <a:ext uri="{FF2B5EF4-FFF2-40B4-BE49-F238E27FC236}">
                    <a16:creationId xmlns:a16="http://schemas.microsoft.com/office/drawing/2014/main" id="{7ADFA212-CB7B-4453-BD3E-B5B5DA7DBA7F}"/>
                  </a:ext>
                </a:extLst>
              </p:cNvPr>
              <p:cNvSpPr/>
              <p:nvPr/>
            </p:nvSpPr>
            <p:spPr bwMode="auto">
              <a:xfrm>
                <a:off x="4604614" y="3493595"/>
                <a:ext cx="714076" cy="500385"/>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A:3/5</a:t>
                </a:r>
                <a:endParaRPr lang="en-US" sz="1400" dirty="0">
                  <a:latin typeface="+mj-lt"/>
                  <a:cs typeface="Arial" charset="0"/>
                </a:endParaRP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sp>
            <p:nvSpPr>
              <p:cNvPr id="165" name="Прямоугольник 54">
                <a:extLst>
                  <a:ext uri="{FF2B5EF4-FFF2-40B4-BE49-F238E27FC236}">
                    <a16:creationId xmlns:a16="http://schemas.microsoft.com/office/drawing/2014/main" id="{18CC7108-7504-4859-BA78-54C881C59209}"/>
                  </a:ext>
                </a:extLst>
              </p:cNvPr>
              <p:cNvSpPr/>
              <p:nvPr/>
            </p:nvSpPr>
            <p:spPr bwMode="auto">
              <a:xfrm>
                <a:off x="5367411" y="4666462"/>
                <a:ext cx="714075" cy="498938"/>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r>
                  <a:rPr lang="ru-RU" sz="1400" dirty="0">
                    <a:latin typeface="+mj-lt"/>
                    <a:cs typeface="Arial" charset="0"/>
                  </a:rPr>
                  <a:t>A:7/6</a:t>
                </a:r>
              </a:p>
              <a:p>
                <a:pPr algn="ctr" eaLnBrk="1" hangingPunct="1">
                  <a:defRPr/>
                </a:pPr>
                <a:r>
                  <a:rPr lang="ru-RU" sz="1400" dirty="0">
                    <a:latin typeface="Arial" charset="0"/>
                    <a:cs typeface="Arial" charset="0"/>
                  </a:rPr>
                  <a:t>R:7/9</a:t>
                </a:r>
                <a:endParaRPr lang="ru-RU" sz="1400" dirty="0">
                  <a:latin typeface="+mj-lt"/>
                  <a:cs typeface="Arial" charset="0"/>
                </a:endParaRPr>
              </a:p>
            </p:txBody>
          </p:sp>
          <p:sp>
            <p:nvSpPr>
              <p:cNvPr id="166" name="Прямоугольник 55">
                <a:extLst>
                  <a:ext uri="{FF2B5EF4-FFF2-40B4-BE49-F238E27FC236}">
                    <a16:creationId xmlns:a16="http://schemas.microsoft.com/office/drawing/2014/main" id="{283C9C3E-09A4-4FBA-B7CE-6D8EE71933A6}"/>
                  </a:ext>
                </a:extLst>
              </p:cNvPr>
              <p:cNvSpPr/>
              <p:nvPr/>
            </p:nvSpPr>
            <p:spPr bwMode="auto">
              <a:xfrm>
                <a:off x="6439286" y="3492149"/>
                <a:ext cx="714075" cy="500385"/>
              </a:xfrm>
              <a:prstGeom prst="rect">
                <a:avLst/>
              </a:prstGeom>
              <a:noFill/>
              <a:ln w="9525" cap="flat" cmpd="sng" algn="ctr">
                <a:noFill/>
                <a:prstDash val="solid"/>
                <a:round/>
                <a:headEnd type="none" w="med" len="med"/>
                <a:tailEnd type="none" w="med" len="med"/>
              </a:ln>
              <a:effectLst/>
            </p:spPr>
            <p:txBody>
              <a:bodyPr anchor="ctr"/>
              <a:lstStyle/>
              <a:p>
                <a:pPr algn="just" eaLnBrk="1" hangingPunct="1">
                  <a:defRPr/>
                </a:pPr>
                <a:endParaRPr lang="en-US" sz="1400" dirty="0">
                  <a:latin typeface="+mj-lt"/>
                  <a:cs typeface="Arial" charset="0"/>
                </a:endParaRPr>
              </a:p>
              <a:p>
                <a:pPr algn="just" eaLnBrk="1" hangingPunct="1">
                  <a:defRPr/>
                </a:pPr>
                <a:r>
                  <a:rPr lang="ru-RU" sz="1400" dirty="0">
                    <a:latin typeface="+mj-lt"/>
                    <a:cs typeface="Arial" charset="0"/>
                  </a:rPr>
                  <a:t>A:7/11</a:t>
                </a:r>
                <a:endParaRPr lang="en-US" sz="1400" dirty="0">
                  <a:latin typeface="+mj-lt"/>
                  <a:cs typeface="Arial" charset="0"/>
                </a:endParaRPr>
              </a:p>
              <a:p>
                <a:pPr algn="just" eaLnBrk="1" hangingPunct="1">
                  <a:defRPr/>
                </a:pPr>
                <a:r>
                  <a:rPr lang="ru-RU" sz="1400" dirty="0">
                    <a:latin typeface="Arial" charset="0"/>
                    <a:cs typeface="Arial" charset="0"/>
                  </a:rPr>
                  <a:t>R:10/10</a:t>
                </a:r>
                <a:endParaRPr lang="ru-RU" sz="1400" dirty="0">
                  <a:latin typeface="+mj-lt"/>
                  <a:cs typeface="Arial" charset="0"/>
                </a:endParaRPr>
              </a:p>
            </p:txBody>
          </p:sp>
          <p:sp>
            <p:nvSpPr>
              <p:cNvPr id="167" name="Прямоугольник 56">
                <a:extLst>
                  <a:ext uri="{FF2B5EF4-FFF2-40B4-BE49-F238E27FC236}">
                    <a16:creationId xmlns:a16="http://schemas.microsoft.com/office/drawing/2014/main" id="{D8700C0D-5236-44C6-8A71-7AF96040B364}"/>
                  </a:ext>
                </a:extLst>
              </p:cNvPr>
              <p:cNvSpPr/>
              <p:nvPr/>
            </p:nvSpPr>
            <p:spPr bwMode="auto">
              <a:xfrm>
                <a:off x="5719120" y="2568027"/>
                <a:ext cx="714076" cy="500385"/>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A:8/5</a:t>
                </a:r>
              </a:p>
              <a:p>
                <a:pPr algn="ctr" eaLnBrk="1" hangingPunct="1">
                  <a:defRPr/>
                </a:pPr>
                <a:r>
                  <a:rPr lang="ru-RU" sz="1400" dirty="0">
                    <a:latin typeface="Arial" charset="0"/>
                    <a:cs typeface="Arial" charset="0"/>
                  </a:rPr>
                  <a:t>R:7/9</a:t>
                </a:r>
                <a:endParaRPr lang="en-US" sz="1400" dirty="0">
                  <a:latin typeface="+mj-lt"/>
                  <a:cs typeface="Arial" charset="0"/>
                </a:endParaRPr>
              </a:p>
              <a:p>
                <a:pPr algn="ctr" eaLnBrk="1" hangingPunct="1">
                  <a:defRPr/>
                </a:pPr>
                <a:endParaRPr lang="ru-RU" sz="1400" dirty="0">
                  <a:latin typeface="+mj-lt"/>
                  <a:cs typeface="Arial" charset="0"/>
                </a:endParaRPr>
              </a:p>
            </p:txBody>
          </p:sp>
          <p:sp>
            <p:nvSpPr>
              <p:cNvPr id="168" name="Прямоугольник 57">
                <a:extLst>
                  <a:ext uri="{FF2B5EF4-FFF2-40B4-BE49-F238E27FC236}">
                    <a16:creationId xmlns:a16="http://schemas.microsoft.com/office/drawing/2014/main" id="{AB917FF2-8251-4D67-9C9B-7169EE4883F8}"/>
                  </a:ext>
                </a:extLst>
              </p:cNvPr>
              <p:cNvSpPr/>
              <p:nvPr/>
            </p:nvSpPr>
            <p:spPr bwMode="auto">
              <a:xfrm>
                <a:off x="3509901" y="2333743"/>
                <a:ext cx="714075" cy="500385"/>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A:2/1</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p:txBody>
          </p:sp>
          <p:grpSp>
            <p:nvGrpSpPr>
              <p:cNvPr id="23573" name="Group 169">
                <a:extLst>
                  <a:ext uri="{FF2B5EF4-FFF2-40B4-BE49-F238E27FC236}">
                    <a16:creationId xmlns:a16="http://schemas.microsoft.com/office/drawing/2014/main" id="{90DA6FC9-2927-4036-A3B6-8AAE791843E9}"/>
                  </a:ext>
                </a:extLst>
              </p:cNvPr>
              <p:cNvGrpSpPr>
                <a:grpSpLocks/>
              </p:cNvGrpSpPr>
              <p:nvPr/>
            </p:nvGrpSpPr>
            <p:grpSpPr bwMode="auto">
              <a:xfrm>
                <a:off x="2652767" y="2608438"/>
                <a:ext cx="2346429" cy="294978"/>
                <a:chOff x="2652767" y="2608438"/>
                <a:chExt cx="2346429" cy="294978"/>
              </a:xfrm>
            </p:grpSpPr>
            <p:sp>
              <p:nvSpPr>
                <p:cNvPr id="233" name="Flowchart: Delay 53">
                  <a:extLst>
                    <a:ext uri="{FF2B5EF4-FFF2-40B4-BE49-F238E27FC236}">
                      <a16:creationId xmlns:a16="http://schemas.microsoft.com/office/drawing/2014/main" id="{C81B7247-1B4A-4E3C-A73F-39ABC7D68086}"/>
                    </a:ext>
                  </a:extLst>
                </p:cNvPr>
                <p:cNvSpPr/>
                <p:nvPr/>
              </p:nvSpPr>
              <p:spPr bwMode="auto">
                <a:xfrm>
                  <a:off x="3059227" y="2608521"/>
                  <a:ext cx="330393" cy="29502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400" baseline="-25000" dirty="0">
                    <a:latin typeface="+mj-lt"/>
                    <a:cs typeface="Arial" charset="0"/>
                  </a:endParaRPr>
                </a:p>
              </p:txBody>
            </p:sp>
            <p:cxnSp>
              <p:nvCxnSpPr>
                <p:cNvPr id="23637" name="Прямая соединительная линия 18">
                  <a:extLst>
                    <a:ext uri="{FF2B5EF4-FFF2-40B4-BE49-F238E27FC236}">
                      <a16:creationId xmlns:a16="http://schemas.microsoft.com/office/drawing/2014/main" id="{22FF9A37-2CF5-4962-8B8B-DBBAF380D3DD}"/>
                    </a:ext>
                  </a:extLst>
                </p:cNvPr>
                <p:cNvCxnSpPr>
                  <a:cxnSpLocks noChangeShapeType="1"/>
                </p:cNvCxnSpPr>
                <p:nvPr/>
              </p:nvCxnSpPr>
              <p:spPr bwMode="auto">
                <a:xfrm>
                  <a:off x="2652767" y="2696515"/>
                  <a:ext cx="407476" cy="0"/>
                </a:xfrm>
                <a:prstGeom prst="line">
                  <a:avLst/>
                </a:prstGeom>
                <a:noFill/>
                <a:ln w="9525" algn="ctr">
                  <a:solidFill>
                    <a:schemeClr val="tx1"/>
                  </a:solidFill>
                  <a:round/>
                  <a:headEnd/>
                  <a:tailEnd/>
                </a:ln>
              </p:spPr>
            </p:cxnSp>
            <p:cxnSp>
              <p:nvCxnSpPr>
                <p:cNvPr id="23638" name="Прямая соединительная линия 19">
                  <a:extLst>
                    <a:ext uri="{FF2B5EF4-FFF2-40B4-BE49-F238E27FC236}">
                      <a16:creationId xmlns:a16="http://schemas.microsoft.com/office/drawing/2014/main" id="{C5A97B79-39F0-4F04-B094-59959C049ED8}"/>
                    </a:ext>
                  </a:extLst>
                </p:cNvPr>
                <p:cNvCxnSpPr>
                  <a:cxnSpLocks noChangeShapeType="1"/>
                </p:cNvCxnSpPr>
                <p:nvPr/>
              </p:nvCxnSpPr>
              <p:spPr bwMode="auto">
                <a:xfrm>
                  <a:off x="2654205" y="2851544"/>
                  <a:ext cx="407476" cy="0"/>
                </a:xfrm>
                <a:prstGeom prst="line">
                  <a:avLst/>
                </a:prstGeom>
                <a:noFill/>
                <a:ln w="9525" algn="ctr">
                  <a:solidFill>
                    <a:schemeClr val="tx1"/>
                  </a:solidFill>
                  <a:round/>
                  <a:headEnd/>
                  <a:tailEnd/>
                </a:ln>
              </p:spPr>
            </p:cxnSp>
            <p:cxnSp>
              <p:nvCxnSpPr>
                <p:cNvPr id="23639" name="Прямая соединительная линия 35">
                  <a:extLst>
                    <a:ext uri="{FF2B5EF4-FFF2-40B4-BE49-F238E27FC236}">
                      <a16:creationId xmlns:a16="http://schemas.microsoft.com/office/drawing/2014/main" id="{D3EA4819-D06D-4BE1-851C-CB15A0048C3F}"/>
                    </a:ext>
                  </a:extLst>
                </p:cNvPr>
                <p:cNvCxnSpPr>
                  <a:cxnSpLocks noChangeShapeType="1"/>
                  <a:endCxn id="218" idx="1"/>
                </p:cNvCxnSpPr>
                <p:nvPr/>
              </p:nvCxnSpPr>
              <p:spPr bwMode="auto">
                <a:xfrm>
                  <a:off x="3480358" y="2755927"/>
                  <a:ext cx="1518838" cy="0"/>
                </a:xfrm>
                <a:prstGeom prst="line">
                  <a:avLst/>
                </a:prstGeom>
                <a:noFill/>
                <a:ln w="9525" algn="ctr">
                  <a:solidFill>
                    <a:schemeClr val="tx1"/>
                  </a:solidFill>
                  <a:round/>
                  <a:headEnd/>
                  <a:tailEnd/>
                </a:ln>
              </p:spPr>
            </p:cxnSp>
            <p:sp>
              <p:nvSpPr>
                <p:cNvPr id="237" name="TextBox 236">
                  <a:extLst>
                    <a:ext uri="{FF2B5EF4-FFF2-40B4-BE49-F238E27FC236}">
                      <a16:creationId xmlns:a16="http://schemas.microsoft.com/office/drawing/2014/main" id="{EC37C01C-B3E9-41BE-819C-FB07DCE34B79}"/>
                    </a:ext>
                  </a:extLst>
                </p:cNvPr>
                <p:cNvSpPr txBox="1"/>
                <p:nvPr/>
              </p:nvSpPr>
              <p:spPr>
                <a:xfrm>
                  <a:off x="3042478" y="2640337"/>
                  <a:ext cx="356276" cy="231392"/>
                </a:xfrm>
                <a:prstGeom prst="rect">
                  <a:avLst/>
                </a:prstGeom>
                <a:noFill/>
              </p:spPr>
              <p:txBody>
                <a:bodyPr wrap="none">
                  <a:spAutoFit/>
                </a:bodyPr>
                <a:lstStyle/>
                <a:p>
                  <a:pPr algn="ctr" eaLnBrk="1" hangingPunct="1">
                    <a:defRPr/>
                  </a:pPr>
                  <a:r>
                    <a:rPr lang="en-US" sz="1050" dirty="0">
                      <a:solidFill>
                        <a:schemeClr val="bg1"/>
                      </a:solidFill>
                      <a:latin typeface="+mj-lt"/>
                      <a:cs typeface="Arial" charset="0"/>
                    </a:rPr>
                    <a:t>2/1</a:t>
                  </a:r>
                </a:p>
              </p:txBody>
            </p:sp>
            <p:sp>
              <p:nvSpPr>
                <p:cNvPr id="23641" name="Oval 237">
                  <a:extLst>
                    <a:ext uri="{FF2B5EF4-FFF2-40B4-BE49-F238E27FC236}">
                      <a16:creationId xmlns:a16="http://schemas.microsoft.com/office/drawing/2014/main" id="{510EAC96-65C8-4603-94F5-2B8DE3E72641}"/>
                    </a:ext>
                  </a:extLst>
                </p:cNvPr>
                <p:cNvSpPr>
                  <a:spLocks noChangeArrowheads="1"/>
                </p:cNvSpPr>
                <p:nvPr/>
              </p:nvSpPr>
              <p:spPr bwMode="auto">
                <a:xfrm>
                  <a:off x="3394075" y="2717797"/>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400"/>
                </a:p>
              </p:txBody>
            </p:sp>
          </p:grpSp>
          <p:sp>
            <p:nvSpPr>
              <p:cNvPr id="171" name="Flowchart: Delay 53">
                <a:extLst>
                  <a:ext uri="{FF2B5EF4-FFF2-40B4-BE49-F238E27FC236}">
                    <a16:creationId xmlns:a16="http://schemas.microsoft.com/office/drawing/2014/main" id="{2B464BC5-F296-4C61-AEBB-037F6F761A77}"/>
                  </a:ext>
                </a:extLst>
              </p:cNvPr>
              <p:cNvSpPr/>
              <p:nvPr/>
            </p:nvSpPr>
            <p:spPr bwMode="auto">
              <a:xfrm>
                <a:off x="3066839" y="3286789"/>
                <a:ext cx="328871" cy="29502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400" baseline="-25000" dirty="0">
                  <a:latin typeface="+mj-lt"/>
                  <a:cs typeface="Arial" charset="0"/>
                </a:endParaRPr>
              </a:p>
            </p:txBody>
          </p:sp>
          <p:cxnSp>
            <p:nvCxnSpPr>
              <p:cNvPr id="23575" name="Прямая соединительная линия 18">
                <a:extLst>
                  <a:ext uri="{FF2B5EF4-FFF2-40B4-BE49-F238E27FC236}">
                    <a16:creationId xmlns:a16="http://schemas.microsoft.com/office/drawing/2014/main" id="{0DA6F71F-15D3-4A2A-964F-D46C7B1F33BE}"/>
                  </a:ext>
                </a:extLst>
              </p:cNvPr>
              <p:cNvCxnSpPr>
                <a:cxnSpLocks noChangeShapeType="1"/>
              </p:cNvCxnSpPr>
              <p:nvPr/>
            </p:nvCxnSpPr>
            <p:spPr bwMode="auto">
              <a:xfrm>
                <a:off x="2659380" y="3374499"/>
                <a:ext cx="407476" cy="0"/>
              </a:xfrm>
              <a:prstGeom prst="line">
                <a:avLst/>
              </a:prstGeom>
              <a:noFill/>
              <a:ln w="9525" algn="ctr">
                <a:solidFill>
                  <a:schemeClr val="tx1"/>
                </a:solidFill>
                <a:round/>
                <a:headEnd/>
                <a:tailEnd/>
              </a:ln>
            </p:spPr>
          </p:cxnSp>
          <p:cxnSp>
            <p:nvCxnSpPr>
              <p:cNvPr id="23576" name="Прямая соединительная линия 19">
                <a:extLst>
                  <a:ext uri="{FF2B5EF4-FFF2-40B4-BE49-F238E27FC236}">
                    <a16:creationId xmlns:a16="http://schemas.microsoft.com/office/drawing/2014/main" id="{F02F31AC-75E8-4C2D-AC62-300D6DE066BE}"/>
                  </a:ext>
                </a:extLst>
              </p:cNvPr>
              <p:cNvCxnSpPr>
                <a:cxnSpLocks noChangeShapeType="1"/>
              </p:cNvCxnSpPr>
              <p:nvPr/>
            </p:nvCxnSpPr>
            <p:spPr bwMode="auto">
              <a:xfrm>
                <a:off x="2663199" y="3529528"/>
                <a:ext cx="407476" cy="0"/>
              </a:xfrm>
              <a:prstGeom prst="line">
                <a:avLst/>
              </a:prstGeom>
              <a:noFill/>
              <a:ln w="9525" algn="ctr">
                <a:solidFill>
                  <a:schemeClr val="tx1"/>
                </a:solidFill>
                <a:round/>
                <a:headEnd/>
                <a:tailEnd/>
              </a:ln>
            </p:spPr>
          </p:cxnSp>
          <p:cxnSp>
            <p:nvCxnSpPr>
              <p:cNvPr id="23577" name="Прямая соединительная линия 35">
                <a:extLst>
                  <a:ext uri="{FF2B5EF4-FFF2-40B4-BE49-F238E27FC236}">
                    <a16:creationId xmlns:a16="http://schemas.microsoft.com/office/drawing/2014/main" id="{A56B13CE-0C2E-4C0E-9730-65EFCE9038A8}"/>
                  </a:ext>
                </a:extLst>
              </p:cNvPr>
              <p:cNvCxnSpPr>
                <a:cxnSpLocks noChangeShapeType="1"/>
              </p:cNvCxnSpPr>
              <p:nvPr/>
            </p:nvCxnSpPr>
            <p:spPr bwMode="auto">
              <a:xfrm flipV="1">
                <a:off x="3477447" y="3431381"/>
                <a:ext cx="387322" cy="0"/>
              </a:xfrm>
              <a:prstGeom prst="line">
                <a:avLst/>
              </a:prstGeom>
              <a:noFill/>
              <a:ln w="9525" algn="ctr">
                <a:solidFill>
                  <a:schemeClr val="tx1"/>
                </a:solidFill>
                <a:round/>
                <a:headEnd/>
                <a:tailEnd/>
              </a:ln>
            </p:spPr>
          </p:cxnSp>
          <p:sp>
            <p:nvSpPr>
              <p:cNvPr id="175" name="TextBox 174">
                <a:extLst>
                  <a:ext uri="{FF2B5EF4-FFF2-40B4-BE49-F238E27FC236}">
                    <a16:creationId xmlns:a16="http://schemas.microsoft.com/office/drawing/2014/main" id="{71745B57-E09A-4239-AA46-7604366BF40F}"/>
                  </a:ext>
                </a:extLst>
              </p:cNvPr>
              <p:cNvSpPr txBox="1"/>
              <p:nvPr/>
            </p:nvSpPr>
            <p:spPr>
              <a:xfrm>
                <a:off x="3048568" y="3318605"/>
                <a:ext cx="356277" cy="231392"/>
              </a:xfrm>
              <a:prstGeom prst="rect">
                <a:avLst/>
              </a:prstGeom>
              <a:noFill/>
            </p:spPr>
            <p:txBody>
              <a:bodyPr wrap="none">
                <a:spAutoFit/>
              </a:bodyPr>
              <a:lstStyle/>
              <a:p>
                <a:pPr algn="ctr" eaLnBrk="1" hangingPunct="1">
                  <a:defRPr/>
                </a:pPr>
                <a:r>
                  <a:rPr lang="en-US" sz="1050" dirty="0">
                    <a:solidFill>
                      <a:schemeClr val="bg1"/>
                    </a:solidFill>
                    <a:latin typeface="+mj-lt"/>
                    <a:cs typeface="Arial" charset="0"/>
                  </a:rPr>
                  <a:t>4/2</a:t>
                </a:r>
              </a:p>
            </p:txBody>
          </p:sp>
          <p:sp>
            <p:nvSpPr>
              <p:cNvPr id="23579" name="Oval 175">
                <a:extLst>
                  <a:ext uri="{FF2B5EF4-FFF2-40B4-BE49-F238E27FC236}">
                    <a16:creationId xmlns:a16="http://schemas.microsoft.com/office/drawing/2014/main" id="{54B43D4A-57CE-4A65-9635-DF6BE65A9FA0}"/>
                  </a:ext>
                </a:extLst>
              </p:cNvPr>
              <p:cNvSpPr>
                <a:spLocks noChangeArrowheads="1"/>
              </p:cNvSpPr>
              <p:nvPr/>
            </p:nvSpPr>
            <p:spPr bwMode="auto">
              <a:xfrm>
                <a:off x="3400688" y="339501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400"/>
              </a:p>
            </p:txBody>
          </p:sp>
          <p:grpSp>
            <p:nvGrpSpPr>
              <p:cNvPr id="23580" name="Group 176">
                <a:extLst>
                  <a:ext uri="{FF2B5EF4-FFF2-40B4-BE49-F238E27FC236}">
                    <a16:creationId xmlns:a16="http://schemas.microsoft.com/office/drawing/2014/main" id="{2378A4DC-C84D-496E-B7B5-45AEEF764DDD}"/>
                  </a:ext>
                </a:extLst>
              </p:cNvPr>
              <p:cNvGrpSpPr>
                <a:grpSpLocks/>
              </p:cNvGrpSpPr>
              <p:nvPr/>
            </p:nvGrpSpPr>
            <p:grpSpPr bwMode="auto">
              <a:xfrm>
                <a:off x="2659857" y="3905184"/>
                <a:ext cx="1205389" cy="294978"/>
                <a:chOff x="2659857" y="3495652"/>
                <a:chExt cx="1205389" cy="294978"/>
              </a:xfrm>
            </p:grpSpPr>
            <p:sp>
              <p:nvSpPr>
                <p:cNvPr id="227" name="Flowchart: Delay 53">
                  <a:extLst>
                    <a:ext uri="{FF2B5EF4-FFF2-40B4-BE49-F238E27FC236}">
                      <a16:creationId xmlns:a16="http://schemas.microsoft.com/office/drawing/2014/main" id="{2A100BC4-D201-4E9D-90F4-6E8E2DE2D879}"/>
                    </a:ext>
                  </a:extLst>
                </p:cNvPr>
                <p:cNvSpPr/>
                <p:nvPr/>
              </p:nvSpPr>
              <p:spPr bwMode="auto">
                <a:xfrm>
                  <a:off x="3066839" y="3496230"/>
                  <a:ext cx="330394" cy="29502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400" baseline="-25000" dirty="0">
                    <a:latin typeface="+mj-lt"/>
                    <a:cs typeface="Arial" charset="0"/>
                  </a:endParaRPr>
                </a:p>
              </p:txBody>
            </p:sp>
            <p:cxnSp>
              <p:nvCxnSpPr>
                <p:cNvPr id="23631" name="Прямая соединительная линия 18">
                  <a:extLst>
                    <a:ext uri="{FF2B5EF4-FFF2-40B4-BE49-F238E27FC236}">
                      <a16:creationId xmlns:a16="http://schemas.microsoft.com/office/drawing/2014/main" id="{70A2CB32-6762-4531-8F20-4E95AAC4C127}"/>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23632" name="Прямая соединительная линия 19">
                  <a:extLst>
                    <a:ext uri="{FF2B5EF4-FFF2-40B4-BE49-F238E27FC236}">
                      <a16:creationId xmlns:a16="http://schemas.microsoft.com/office/drawing/2014/main" id="{483256CE-44DE-44B6-86AE-8CF3D44C26B6}"/>
                    </a:ext>
                  </a:extLst>
                </p:cNvPr>
                <p:cNvCxnSpPr>
                  <a:cxnSpLocks noChangeShapeType="1"/>
                </p:cNvCxnSpPr>
                <p:nvPr/>
              </p:nvCxnSpPr>
              <p:spPr bwMode="auto">
                <a:xfrm>
                  <a:off x="2663676" y="3738758"/>
                  <a:ext cx="407476" cy="0"/>
                </a:xfrm>
                <a:prstGeom prst="line">
                  <a:avLst/>
                </a:prstGeom>
                <a:noFill/>
                <a:ln w="9525" algn="ctr">
                  <a:solidFill>
                    <a:schemeClr val="tx1"/>
                  </a:solidFill>
                  <a:round/>
                  <a:headEnd/>
                  <a:tailEnd/>
                </a:ln>
              </p:spPr>
            </p:cxnSp>
            <p:cxnSp>
              <p:nvCxnSpPr>
                <p:cNvPr id="23633" name="Прямая соединительная линия 35">
                  <a:extLst>
                    <a:ext uri="{FF2B5EF4-FFF2-40B4-BE49-F238E27FC236}">
                      <a16:creationId xmlns:a16="http://schemas.microsoft.com/office/drawing/2014/main" id="{B038BA3B-BBBC-4493-8504-BEDAAA2A8BA6}"/>
                    </a:ext>
                  </a:extLst>
                </p:cNvPr>
                <p:cNvCxnSpPr>
                  <a:cxnSpLocks noChangeShapeType="1"/>
                </p:cNvCxnSpPr>
                <p:nvPr/>
              </p:nvCxnSpPr>
              <p:spPr bwMode="auto">
                <a:xfrm flipV="1">
                  <a:off x="3477924" y="3640611"/>
                  <a:ext cx="387322" cy="0"/>
                </a:xfrm>
                <a:prstGeom prst="line">
                  <a:avLst/>
                </a:prstGeom>
                <a:noFill/>
                <a:ln w="9525" algn="ctr">
                  <a:solidFill>
                    <a:schemeClr val="tx1"/>
                  </a:solidFill>
                  <a:round/>
                  <a:headEnd/>
                  <a:tailEnd/>
                </a:ln>
              </p:spPr>
            </p:cxnSp>
            <p:sp>
              <p:nvSpPr>
                <p:cNvPr id="231" name="TextBox 230">
                  <a:extLst>
                    <a:ext uri="{FF2B5EF4-FFF2-40B4-BE49-F238E27FC236}">
                      <a16:creationId xmlns:a16="http://schemas.microsoft.com/office/drawing/2014/main" id="{5893FCDB-7972-403B-B2CE-7F3CA3206C01}"/>
                    </a:ext>
                  </a:extLst>
                </p:cNvPr>
                <p:cNvSpPr txBox="1"/>
                <p:nvPr/>
              </p:nvSpPr>
              <p:spPr>
                <a:xfrm>
                  <a:off x="3048569" y="3528046"/>
                  <a:ext cx="357800" cy="231392"/>
                </a:xfrm>
                <a:prstGeom prst="rect">
                  <a:avLst/>
                </a:prstGeom>
                <a:noFill/>
              </p:spPr>
              <p:txBody>
                <a:bodyPr wrap="none">
                  <a:spAutoFit/>
                </a:bodyPr>
                <a:lstStyle/>
                <a:p>
                  <a:pPr algn="ctr" eaLnBrk="1" hangingPunct="1">
                    <a:defRPr/>
                  </a:pPr>
                  <a:r>
                    <a:rPr lang="en-US" sz="1050" dirty="0">
                      <a:solidFill>
                        <a:schemeClr val="bg1"/>
                      </a:solidFill>
                      <a:latin typeface="+mj-lt"/>
                      <a:cs typeface="Arial" charset="0"/>
                    </a:rPr>
                    <a:t>3/1</a:t>
                  </a:r>
                </a:p>
              </p:txBody>
            </p:sp>
            <p:sp>
              <p:nvSpPr>
                <p:cNvPr id="23635" name="Oval 231">
                  <a:extLst>
                    <a:ext uri="{FF2B5EF4-FFF2-40B4-BE49-F238E27FC236}">
                      <a16:creationId xmlns:a16="http://schemas.microsoft.com/office/drawing/2014/main" id="{47B1FC45-1267-464A-B400-0DB3A8964516}"/>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400"/>
                </a:p>
              </p:txBody>
            </p:sp>
          </p:grpSp>
          <p:sp>
            <p:nvSpPr>
              <p:cNvPr id="178" name="Flowchart: Delay 53">
                <a:extLst>
                  <a:ext uri="{FF2B5EF4-FFF2-40B4-BE49-F238E27FC236}">
                    <a16:creationId xmlns:a16="http://schemas.microsoft.com/office/drawing/2014/main" id="{6FD85D3B-0CC5-4A0B-9DD9-3494392B642C}"/>
                  </a:ext>
                </a:extLst>
              </p:cNvPr>
              <p:cNvSpPr/>
              <p:nvPr/>
            </p:nvSpPr>
            <p:spPr bwMode="auto">
              <a:xfrm>
                <a:off x="3974278" y="3596275"/>
                <a:ext cx="330394" cy="29502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400" baseline="-25000" dirty="0">
                  <a:latin typeface="+mj-lt"/>
                  <a:cs typeface="Arial" charset="0"/>
                </a:endParaRPr>
              </a:p>
            </p:txBody>
          </p:sp>
          <p:cxnSp>
            <p:nvCxnSpPr>
              <p:cNvPr id="23582" name="Прямая соединительная линия 18">
                <a:extLst>
                  <a:ext uri="{FF2B5EF4-FFF2-40B4-BE49-F238E27FC236}">
                    <a16:creationId xmlns:a16="http://schemas.microsoft.com/office/drawing/2014/main" id="{964C11CA-529E-41E5-AADC-48E07ED5002A}"/>
                  </a:ext>
                </a:extLst>
              </p:cNvPr>
              <p:cNvCxnSpPr>
                <a:cxnSpLocks noChangeShapeType="1"/>
              </p:cNvCxnSpPr>
              <p:nvPr/>
            </p:nvCxnSpPr>
            <p:spPr bwMode="auto">
              <a:xfrm>
                <a:off x="3860007" y="3684069"/>
                <a:ext cx="109821" cy="0"/>
              </a:xfrm>
              <a:prstGeom prst="line">
                <a:avLst/>
              </a:prstGeom>
              <a:noFill/>
              <a:ln w="9525" algn="ctr">
                <a:solidFill>
                  <a:schemeClr val="tx1"/>
                </a:solidFill>
                <a:round/>
                <a:headEnd/>
                <a:tailEnd/>
              </a:ln>
            </p:spPr>
          </p:cxnSp>
          <p:sp>
            <p:nvSpPr>
              <p:cNvPr id="180" name="TextBox 179">
                <a:extLst>
                  <a:ext uri="{FF2B5EF4-FFF2-40B4-BE49-F238E27FC236}">
                    <a16:creationId xmlns:a16="http://schemas.microsoft.com/office/drawing/2014/main" id="{5B5ED2CA-683C-4CF4-85E5-B9631C695CF5}"/>
                  </a:ext>
                </a:extLst>
              </p:cNvPr>
              <p:cNvSpPr txBox="1"/>
              <p:nvPr/>
            </p:nvSpPr>
            <p:spPr>
              <a:xfrm>
                <a:off x="3956008" y="3628091"/>
                <a:ext cx="357800" cy="231392"/>
              </a:xfrm>
              <a:prstGeom prst="rect">
                <a:avLst/>
              </a:prstGeom>
              <a:noFill/>
            </p:spPr>
            <p:txBody>
              <a:bodyPr wrap="none">
                <a:spAutoFit/>
              </a:bodyPr>
              <a:lstStyle/>
              <a:p>
                <a:pPr algn="ctr" eaLnBrk="1" hangingPunct="1">
                  <a:defRPr/>
                </a:pPr>
                <a:r>
                  <a:rPr lang="en-US" sz="1050" dirty="0">
                    <a:solidFill>
                      <a:schemeClr val="bg1"/>
                    </a:solidFill>
                    <a:latin typeface="+mj-lt"/>
                    <a:cs typeface="Arial" charset="0"/>
                  </a:rPr>
                  <a:t>1/1</a:t>
                </a:r>
              </a:p>
            </p:txBody>
          </p:sp>
          <p:sp>
            <p:nvSpPr>
              <p:cNvPr id="23584" name="Oval 180">
                <a:extLst>
                  <a:ext uri="{FF2B5EF4-FFF2-40B4-BE49-F238E27FC236}">
                    <a16:creationId xmlns:a16="http://schemas.microsoft.com/office/drawing/2014/main" id="{7EC02865-68DB-4AE7-80E8-8C32059BD628}"/>
                  </a:ext>
                </a:extLst>
              </p:cNvPr>
              <p:cNvSpPr>
                <a:spLocks noChangeArrowheads="1"/>
              </p:cNvSpPr>
              <p:nvPr/>
            </p:nvSpPr>
            <p:spPr bwMode="auto">
              <a:xfrm>
                <a:off x="4308422" y="370458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400"/>
              </a:p>
            </p:txBody>
          </p:sp>
          <p:cxnSp>
            <p:nvCxnSpPr>
              <p:cNvPr id="23585" name="Прямая соединительная линия 42">
                <a:extLst>
                  <a:ext uri="{FF2B5EF4-FFF2-40B4-BE49-F238E27FC236}">
                    <a16:creationId xmlns:a16="http://schemas.microsoft.com/office/drawing/2014/main" id="{50DDF1FA-2A98-4D7F-834B-7FF2EE6354CC}"/>
                  </a:ext>
                </a:extLst>
              </p:cNvPr>
              <p:cNvCxnSpPr>
                <a:cxnSpLocks noChangeShapeType="1"/>
              </p:cNvCxnSpPr>
              <p:nvPr/>
            </p:nvCxnSpPr>
            <p:spPr bwMode="auto">
              <a:xfrm flipH="1">
                <a:off x="3860856" y="3800344"/>
                <a:ext cx="794" cy="252542"/>
              </a:xfrm>
              <a:prstGeom prst="line">
                <a:avLst/>
              </a:prstGeom>
              <a:noFill/>
              <a:ln w="9525" algn="ctr">
                <a:solidFill>
                  <a:schemeClr val="tx1"/>
                </a:solidFill>
                <a:round/>
                <a:headEnd/>
                <a:tailEnd/>
              </a:ln>
            </p:spPr>
          </p:cxnSp>
          <p:cxnSp>
            <p:nvCxnSpPr>
              <p:cNvPr id="23586" name="Прямая соединительная линия 18">
                <a:extLst>
                  <a:ext uri="{FF2B5EF4-FFF2-40B4-BE49-F238E27FC236}">
                    <a16:creationId xmlns:a16="http://schemas.microsoft.com/office/drawing/2014/main" id="{EB70C2ED-030C-484A-A3EE-B293814FE5A7}"/>
                  </a:ext>
                </a:extLst>
              </p:cNvPr>
              <p:cNvCxnSpPr>
                <a:cxnSpLocks noChangeShapeType="1"/>
              </p:cNvCxnSpPr>
              <p:nvPr/>
            </p:nvCxnSpPr>
            <p:spPr bwMode="auto">
              <a:xfrm>
                <a:off x="3860001" y="3801726"/>
                <a:ext cx="109821" cy="0"/>
              </a:xfrm>
              <a:prstGeom prst="line">
                <a:avLst/>
              </a:prstGeom>
              <a:noFill/>
              <a:ln w="9525" algn="ctr">
                <a:solidFill>
                  <a:schemeClr val="tx1"/>
                </a:solidFill>
                <a:round/>
                <a:headEnd/>
                <a:tailEnd/>
              </a:ln>
            </p:spPr>
          </p:cxnSp>
          <p:grpSp>
            <p:nvGrpSpPr>
              <p:cNvPr id="23587" name="Group 183">
                <a:extLst>
                  <a:ext uri="{FF2B5EF4-FFF2-40B4-BE49-F238E27FC236}">
                    <a16:creationId xmlns:a16="http://schemas.microsoft.com/office/drawing/2014/main" id="{CA385F75-BC80-4DB1-AFFE-389F6AEF24F5}"/>
                  </a:ext>
                </a:extLst>
              </p:cNvPr>
              <p:cNvGrpSpPr>
                <a:grpSpLocks/>
              </p:cNvGrpSpPr>
              <p:nvPr/>
            </p:nvGrpSpPr>
            <p:grpSpPr bwMode="auto">
              <a:xfrm>
                <a:off x="4604134" y="4512765"/>
                <a:ext cx="1105386" cy="294978"/>
                <a:chOff x="2668649" y="3495652"/>
                <a:chExt cx="1105386" cy="294978"/>
              </a:xfrm>
            </p:grpSpPr>
            <p:sp>
              <p:nvSpPr>
                <p:cNvPr id="222" name="Flowchart: Delay 53">
                  <a:extLst>
                    <a:ext uri="{FF2B5EF4-FFF2-40B4-BE49-F238E27FC236}">
                      <a16:creationId xmlns:a16="http://schemas.microsoft.com/office/drawing/2014/main" id="{B847D33D-C1A2-4C82-86D0-CF0BEB2A231D}"/>
                    </a:ext>
                  </a:extLst>
                </p:cNvPr>
                <p:cNvSpPr/>
                <p:nvPr/>
              </p:nvSpPr>
              <p:spPr bwMode="auto">
                <a:xfrm>
                  <a:off x="3068036" y="3496052"/>
                  <a:ext cx="328871" cy="29502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400" baseline="-25000" dirty="0">
                    <a:latin typeface="+mj-lt"/>
                    <a:cs typeface="Arial" charset="0"/>
                  </a:endParaRPr>
                </a:p>
              </p:txBody>
            </p:sp>
            <p:cxnSp>
              <p:nvCxnSpPr>
                <p:cNvPr id="23626" name="Прямая соединительная линия 18">
                  <a:extLst>
                    <a:ext uri="{FF2B5EF4-FFF2-40B4-BE49-F238E27FC236}">
                      <a16:creationId xmlns:a16="http://schemas.microsoft.com/office/drawing/2014/main" id="{7B91900B-61CA-4214-B72D-0E5901CDEBFB}"/>
                    </a:ext>
                  </a:extLst>
                </p:cNvPr>
                <p:cNvCxnSpPr>
                  <a:cxnSpLocks noChangeShapeType="1"/>
                </p:cNvCxnSpPr>
                <p:nvPr/>
              </p:nvCxnSpPr>
              <p:spPr bwMode="auto">
                <a:xfrm>
                  <a:off x="2668649" y="3582599"/>
                  <a:ext cx="407476" cy="0"/>
                </a:xfrm>
                <a:prstGeom prst="line">
                  <a:avLst/>
                </a:prstGeom>
                <a:noFill/>
                <a:ln w="9525" algn="ctr">
                  <a:solidFill>
                    <a:schemeClr val="tx1"/>
                  </a:solidFill>
                  <a:round/>
                  <a:headEnd/>
                  <a:tailEnd/>
                </a:ln>
              </p:spPr>
            </p:cxnSp>
            <p:cxnSp>
              <p:nvCxnSpPr>
                <p:cNvPr id="23627" name="Прямая соединительная линия 35">
                  <a:extLst>
                    <a:ext uri="{FF2B5EF4-FFF2-40B4-BE49-F238E27FC236}">
                      <a16:creationId xmlns:a16="http://schemas.microsoft.com/office/drawing/2014/main" id="{C351105C-FA9A-430E-AF9C-04574A866445}"/>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225" name="TextBox 224">
                  <a:extLst>
                    <a:ext uri="{FF2B5EF4-FFF2-40B4-BE49-F238E27FC236}">
                      <a16:creationId xmlns:a16="http://schemas.microsoft.com/office/drawing/2014/main" id="{4A5C1CDC-CE88-49B7-AE0D-51E5AEBD1489}"/>
                    </a:ext>
                  </a:extLst>
                </p:cNvPr>
                <p:cNvSpPr txBox="1"/>
                <p:nvPr/>
              </p:nvSpPr>
              <p:spPr>
                <a:xfrm>
                  <a:off x="3049766" y="3527868"/>
                  <a:ext cx="356276" cy="231392"/>
                </a:xfrm>
                <a:prstGeom prst="rect">
                  <a:avLst/>
                </a:prstGeom>
                <a:noFill/>
              </p:spPr>
              <p:txBody>
                <a:bodyPr wrap="none">
                  <a:spAutoFit/>
                </a:bodyPr>
                <a:lstStyle/>
                <a:p>
                  <a:pPr algn="ctr" eaLnBrk="1" hangingPunct="1">
                    <a:defRPr/>
                  </a:pPr>
                  <a:r>
                    <a:rPr lang="en-US" sz="1050" dirty="0">
                      <a:solidFill>
                        <a:schemeClr val="bg1"/>
                      </a:solidFill>
                      <a:latin typeface="+mj-lt"/>
                      <a:cs typeface="Arial" charset="0"/>
                    </a:rPr>
                    <a:t>2/2</a:t>
                  </a:r>
                </a:p>
              </p:txBody>
            </p:sp>
            <p:sp>
              <p:nvSpPr>
                <p:cNvPr id="23629" name="Oval 225">
                  <a:extLst>
                    <a:ext uri="{FF2B5EF4-FFF2-40B4-BE49-F238E27FC236}">
                      <a16:creationId xmlns:a16="http://schemas.microsoft.com/office/drawing/2014/main" id="{2193B6D9-4E7E-4BCD-A73E-5209C957C1BB}"/>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400"/>
                </a:p>
              </p:txBody>
            </p:sp>
          </p:grpSp>
          <p:sp>
            <p:nvSpPr>
              <p:cNvPr id="185" name="Flowchart: Delay 53">
                <a:extLst>
                  <a:ext uri="{FF2B5EF4-FFF2-40B4-BE49-F238E27FC236}">
                    <a16:creationId xmlns:a16="http://schemas.microsoft.com/office/drawing/2014/main" id="{D56B1E57-C4D8-46DD-AA61-9A3D6673ABF4}"/>
                  </a:ext>
                </a:extLst>
              </p:cNvPr>
              <p:cNvSpPr/>
              <p:nvPr/>
            </p:nvSpPr>
            <p:spPr bwMode="auto">
              <a:xfrm>
                <a:off x="3068362" y="4610060"/>
                <a:ext cx="328871" cy="29502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400" baseline="-25000" dirty="0">
                  <a:latin typeface="+mj-lt"/>
                  <a:cs typeface="Arial" charset="0"/>
                </a:endParaRPr>
              </a:p>
            </p:txBody>
          </p:sp>
          <p:cxnSp>
            <p:nvCxnSpPr>
              <p:cNvPr id="23589" name="Прямая соединительная линия 18">
                <a:extLst>
                  <a:ext uri="{FF2B5EF4-FFF2-40B4-BE49-F238E27FC236}">
                    <a16:creationId xmlns:a16="http://schemas.microsoft.com/office/drawing/2014/main" id="{DC3040B1-CCBB-4656-AD2C-1E2E4DD896E3}"/>
                  </a:ext>
                </a:extLst>
              </p:cNvPr>
              <p:cNvCxnSpPr>
                <a:cxnSpLocks noChangeShapeType="1"/>
              </p:cNvCxnSpPr>
              <p:nvPr/>
            </p:nvCxnSpPr>
            <p:spPr bwMode="auto">
              <a:xfrm>
                <a:off x="2660650" y="4698177"/>
                <a:ext cx="407476" cy="0"/>
              </a:xfrm>
              <a:prstGeom prst="line">
                <a:avLst/>
              </a:prstGeom>
              <a:noFill/>
              <a:ln w="9525" algn="ctr">
                <a:solidFill>
                  <a:schemeClr val="tx1"/>
                </a:solidFill>
                <a:round/>
                <a:headEnd/>
                <a:tailEnd/>
              </a:ln>
            </p:spPr>
          </p:cxnSp>
          <p:cxnSp>
            <p:nvCxnSpPr>
              <p:cNvPr id="23590" name="Прямая соединительная линия 19">
                <a:extLst>
                  <a:ext uri="{FF2B5EF4-FFF2-40B4-BE49-F238E27FC236}">
                    <a16:creationId xmlns:a16="http://schemas.microsoft.com/office/drawing/2014/main" id="{118773CC-9476-4B61-ABC8-45D9F313BE85}"/>
                  </a:ext>
                </a:extLst>
              </p:cNvPr>
              <p:cNvCxnSpPr>
                <a:cxnSpLocks noChangeShapeType="1"/>
              </p:cNvCxnSpPr>
              <p:nvPr/>
            </p:nvCxnSpPr>
            <p:spPr bwMode="auto">
              <a:xfrm>
                <a:off x="2664469" y="4853206"/>
                <a:ext cx="407476" cy="0"/>
              </a:xfrm>
              <a:prstGeom prst="line">
                <a:avLst/>
              </a:prstGeom>
              <a:noFill/>
              <a:ln w="9525" algn="ctr">
                <a:solidFill>
                  <a:schemeClr val="tx1"/>
                </a:solidFill>
                <a:round/>
                <a:headEnd/>
                <a:tailEnd/>
              </a:ln>
            </p:spPr>
          </p:cxnSp>
          <p:sp>
            <p:nvSpPr>
              <p:cNvPr id="188" name="TextBox 187">
                <a:extLst>
                  <a:ext uri="{FF2B5EF4-FFF2-40B4-BE49-F238E27FC236}">
                    <a16:creationId xmlns:a16="http://schemas.microsoft.com/office/drawing/2014/main" id="{B4B90659-79F5-44F0-82D9-CD29B26DEA03}"/>
                  </a:ext>
                </a:extLst>
              </p:cNvPr>
              <p:cNvSpPr txBox="1"/>
              <p:nvPr/>
            </p:nvSpPr>
            <p:spPr>
              <a:xfrm>
                <a:off x="3050092" y="4641876"/>
                <a:ext cx="356277" cy="231392"/>
              </a:xfrm>
              <a:prstGeom prst="rect">
                <a:avLst/>
              </a:prstGeom>
              <a:noFill/>
            </p:spPr>
            <p:txBody>
              <a:bodyPr wrap="none">
                <a:spAutoFit/>
              </a:bodyPr>
              <a:lstStyle/>
              <a:p>
                <a:pPr algn="ctr" eaLnBrk="1" hangingPunct="1">
                  <a:defRPr/>
                </a:pPr>
                <a:r>
                  <a:rPr lang="en-US" sz="1050" dirty="0">
                    <a:solidFill>
                      <a:schemeClr val="bg1"/>
                    </a:solidFill>
                    <a:latin typeface="+mj-lt"/>
                    <a:cs typeface="Arial" charset="0"/>
                  </a:rPr>
                  <a:t>4/2</a:t>
                </a:r>
              </a:p>
            </p:txBody>
          </p:sp>
          <p:grpSp>
            <p:nvGrpSpPr>
              <p:cNvPr id="23592" name="Group 188">
                <a:extLst>
                  <a:ext uri="{FF2B5EF4-FFF2-40B4-BE49-F238E27FC236}">
                    <a16:creationId xmlns:a16="http://schemas.microsoft.com/office/drawing/2014/main" id="{CF590C89-1624-4A20-AF76-061169B874BF}"/>
                  </a:ext>
                </a:extLst>
              </p:cNvPr>
              <p:cNvGrpSpPr>
                <a:grpSpLocks/>
              </p:cNvGrpSpPr>
              <p:nvPr/>
            </p:nvGrpSpPr>
            <p:grpSpPr bwMode="auto">
              <a:xfrm>
                <a:off x="3401958" y="4719459"/>
                <a:ext cx="1602781" cy="76261"/>
                <a:chOff x="3401958" y="4689476"/>
                <a:chExt cx="1602781" cy="76261"/>
              </a:xfrm>
            </p:grpSpPr>
            <p:cxnSp>
              <p:nvCxnSpPr>
                <p:cNvPr id="23623" name="Прямая соединительная линия 35">
                  <a:extLst>
                    <a:ext uri="{FF2B5EF4-FFF2-40B4-BE49-F238E27FC236}">
                      <a16:creationId xmlns:a16="http://schemas.microsoft.com/office/drawing/2014/main" id="{91E176FC-17EB-4C62-B0E2-81C03414A502}"/>
                    </a:ext>
                  </a:extLst>
                </p:cNvPr>
                <p:cNvCxnSpPr>
                  <a:cxnSpLocks noChangeShapeType="1"/>
                </p:cNvCxnSpPr>
                <p:nvPr/>
              </p:nvCxnSpPr>
              <p:spPr bwMode="auto">
                <a:xfrm flipV="1">
                  <a:off x="3478717" y="4727606"/>
                  <a:ext cx="1526022" cy="0"/>
                </a:xfrm>
                <a:prstGeom prst="line">
                  <a:avLst/>
                </a:prstGeom>
                <a:noFill/>
                <a:ln w="9525" algn="ctr">
                  <a:solidFill>
                    <a:schemeClr val="tx1"/>
                  </a:solidFill>
                  <a:round/>
                  <a:headEnd/>
                  <a:tailEnd/>
                </a:ln>
              </p:spPr>
            </p:cxnSp>
            <p:sp>
              <p:nvSpPr>
                <p:cNvPr id="23624" name="Oval 220">
                  <a:extLst>
                    <a:ext uri="{FF2B5EF4-FFF2-40B4-BE49-F238E27FC236}">
                      <a16:creationId xmlns:a16="http://schemas.microsoft.com/office/drawing/2014/main" id="{24A70711-B190-48CD-ABC8-941C41FCD971}"/>
                    </a:ext>
                  </a:extLst>
                </p:cNvPr>
                <p:cNvSpPr>
                  <a:spLocks noChangeArrowheads="1"/>
                </p:cNvSpPr>
                <p:nvPr/>
              </p:nvSpPr>
              <p:spPr bwMode="auto">
                <a:xfrm>
                  <a:off x="3401958" y="4689476"/>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400"/>
                </a:p>
              </p:txBody>
            </p:sp>
          </p:grpSp>
          <p:grpSp>
            <p:nvGrpSpPr>
              <p:cNvPr id="23593" name="Group 189">
                <a:extLst>
                  <a:ext uri="{FF2B5EF4-FFF2-40B4-BE49-F238E27FC236}">
                    <a16:creationId xmlns:a16="http://schemas.microsoft.com/office/drawing/2014/main" id="{B041A6DD-22E2-49C3-B9A0-420E300A02B5}"/>
                  </a:ext>
                </a:extLst>
              </p:cNvPr>
              <p:cNvGrpSpPr>
                <a:grpSpLocks/>
              </p:cNvGrpSpPr>
              <p:nvPr/>
            </p:nvGrpSpPr>
            <p:grpSpPr bwMode="auto">
              <a:xfrm>
                <a:off x="4600572" y="2667000"/>
                <a:ext cx="1114178" cy="294978"/>
                <a:chOff x="2659857" y="3495652"/>
                <a:chExt cx="1114178" cy="294978"/>
              </a:xfrm>
            </p:grpSpPr>
            <p:sp>
              <p:nvSpPr>
                <p:cNvPr id="215" name="Flowchart: Delay 53">
                  <a:extLst>
                    <a:ext uri="{FF2B5EF4-FFF2-40B4-BE49-F238E27FC236}">
                      <a16:creationId xmlns:a16="http://schemas.microsoft.com/office/drawing/2014/main" id="{F1F80404-ADE2-4C90-9359-54B0CE8497BD}"/>
                    </a:ext>
                  </a:extLst>
                </p:cNvPr>
                <p:cNvSpPr/>
                <p:nvPr/>
              </p:nvSpPr>
              <p:spPr bwMode="auto">
                <a:xfrm>
                  <a:off x="3065852" y="3495021"/>
                  <a:ext cx="330394" cy="295024"/>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400" baseline="-25000" dirty="0">
                    <a:latin typeface="+mj-lt"/>
                    <a:cs typeface="Arial" charset="0"/>
                  </a:endParaRPr>
                </a:p>
              </p:txBody>
            </p:sp>
            <p:cxnSp>
              <p:nvCxnSpPr>
                <p:cNvPr id="23619" name="Прямая соединительная линия 18">
                  <a:extLst>
                    <a:ext uri="{FF2B5EF4-FFF2-40B4-BE49-F238E27FC236}">
                      <a16:creationId xmlns:a16="http://schemas.microsoft.com/office/drawing/2014/main" id="{D2375D33-3B87-4985-AB37-C97DC5194D0C}"/>
                    </a:ext>
                  </a:extLst>
                </p:cNvPr>
                <p:cNvCxnSpPr>
                  <a:cxnSpLocks noChangeShapeType="1"/>
                </p:cNvCxnSpPr>
                <p:nvPr/>
              </p:nvCxnSpPr>
              <p:spPr bwMode="auto">
                <a:xfrm>
                  <a:off x="2659857" y="3721827"/>
                  <a:ext cx="407476" cy="0"/>
                </a:xfrm>
                <a:prstGeom prst="line">
                  <a:avLst/>
                </a:prstGeom>
                <a:noFill/>
                <a:ln w="9525" algn="ctr">
                  <a:solidFill>
                    <a:schemeClr val="tx1"/>
                  </a:solidFill>
                  <a:round/>
                  <a:headEnd/>
                  <a:tailEnd/>
                </a:ln>
              </p:spPr>
            </p:cxnSp>
            <p:cxnSp>
              <p:nvCxnSpPr>
                <p:cNvPr id="23620" name="Прямая соединительная линия 35">
                  <a:extLst>
                    <a:ext uri="{FF2B5EF4-FFF2-40B4-BE49-F238E27FC236}">
                      <a16:creationId xmlns:a16="http://schemas.microsoft.com/office/drawing/2014/main" id="{21A1686E-9FCE-4A52-9BE0-462B97EF9E0C}"/>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218" name="TextBox 217">
                  <a:extLst>
                    <a:ext uri="{FF2B5EF4-FFF2-40B4-BE49-F238E27FC236}">
                      <a16:creationId xmlns:a16="http://schemas.microsoft.com/office/drawing/2014/main" id="{A91E75C3-070B-41C6-B4FA-E58A05FE6FCB}"/>
                    </a:ext>
                  </a:extLst>
                </p:cNvPr>
                <p:cNvSpPr txBox="1"/>
                <p:nvPr/>
              </p:nvSpPr>
              <p:spPr>
                <a:xfrm>
                  <a:off x="3058239" y="3526837"/>
                  <a:ext cx="356277" cy="231392"/>
                </a:xfrm>
                <a:prstGeom prst="rect">
                  <a:avLst/>
                </a:prstGeom>
                <a:noFill/>
              </p:spPr>
              <p:txBody>
                <a:bodyPr wrap="none">
                  <a:spAutoFit/>
                </a:bodyPr>
                <a:lstStyle/>
                <a:p>
                  <a:pPr algn="ctr" eaLnBrk="1" hangingPunct="1">
                    <a:defRPr/>
                  </a:pPr>
                  <a:r>
                    <a:rPr lang="en-US" sz="1050" dirty="0">
                      <a:solidFill>
                        <a:schemeClr val="bg1"/>
                      </a:solidFill>
                      <a:latin typeface="+mj-lt"/>
                      <a:cs typeface="Arial" charset="0"/>
                    </a:rPr>
                    <a:t>3/2</a:t>
                  </a:r>
                </a:p>
              </p:txBody>
            </p:sp>
            <p:sp>
              <p:nvSpPr>
                <p:cNvPr id="23622" name="Oval 218">
                  <a:extLst>
                    <a:ext uri="{FF2B5EF4-FFF2-40B4-BE49-F238E27FC236}">
                      <a16:creationId xmlns:a16="http://schemas.microsoft.com/office/drawing/2014/main" id="{CB018052-0E32-4A2E-8BB4-C14B5886FA71}"/>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400"/>
                </a:p>
              </p:txBody>
            </p:sp>
          </p:grpSp>
          <p:cxnSp>
            <p:nvCxnSpPr>
              <p:cNvPr id="23594" name="Прямая соединительная линия 21">
                <a:extLst>
                  <a:ext uri="{FF2B5EF4-FFF2-40B4-BE49-F238E27FC236}">
                    <a16:creationId xmlns:a16="http://schemas.microsoft.com/office/drawing/2014/main" id="{521D4F61-60F5-413E-B69A-3AD6BB1C19C9}"/>
                  </a:ext>
                </a:extLst>
              </p:cNvPr>
              <p:cNvCxnSpPr>
                <a:cxnSpLocks noChangeShapeType="1"/>
              </p:cNvCxnSpPr>
              <p:nvPr/>
            </p:nvCxnSpPr>
            <p:spPr bwMode="auto">
              <a:xfrm>
                <a:off x="6219133" y="3743459"/>
                <a:ext cx="219763" cy="0"/>
              </a:xfrm>
              <a:prstGeom prst="line">
                <a:avLst/>
              </a:prstGeom>
              <a:noFill/>
              <a:ln w="9525" algn="ctr">
                <a:solidFill>
                  <a:schemeClr val="tx1"/>
                </a:solidFill>
                <a:round/>
                <a:headEnd/>
                <a:tailEnd/>
              </a:ln>
            </p:spPr>
          </p:cxnSp>
          <p:cxnSp>
            <p:nvCxnSpPr>
              <p:cNvPr id="23595" name="Прямая соединительная линия 42">
                <a:extLst>
                  <a:ext uri="{FF2B5EF4-FFF2-40B4-BE49-F238E27FC236}">
                    <a16:creationId xmlns:a16="http://schemas.microsoft.com/office/drawing/2014/main" id="{8C8EA4D1-E44B-4D15-BB62-0BC5B1F75B98}"/>
                  </a:ext>
                </a:extLst>
              </p:cNvPr>
              <p:cNvCxnSpPr>
                <a:cxnSpLocks noChangeShapeType="1"/>
              </p:cNvCxnSpPr>
              <p:nvPr/>
            </p:nvCxnSpPr>
            <p:spPr bwMode="auto">
              <a:xfrm flipH="1">
                <a:off x="5709478" y="2814571"/>
                <a:ext cx="0" cy="865437"/>
              </a:xfrm>
              <a:prstGeom prst="line">
                <a:avLst/>
              </a:prstGeom>
              <a:noFill/>
              <a:ln w="9525" algn="ctr">
                <a:solidFill>
                  <a:schemeClr val="tx1"/>
                </a:solidFill>
                <a:round/>
                <a:headEnd/>
                <a:tailEnd/>
              </a:ln>
            </p:spPr>
          </p:cxnSp>
          <p:sp>
            <p:nvSpPr>
              <p:cNvPr id="193" name="Flowchart: Delay 53">
                <a:extLst>
                  <a:ext uri="{FF2B5EF4-FFF2-40B4-BE49-F238E27FC236}">
                    <a16:creationId xmlns:a16="http://schemas.microsoft.com/office/drawing/2014/main" id="{A66AC105-CD29-4740-A6E1-00F45E848DDD}"/>
                  </a:ext>
                </a:extLst>
              </p:cNvPr>
              <p:cNvSpPr/>
              <p:nvPr/>
            </p:nvSpPr>
            <p:spPr bwMode="auto">
              <a:xfrm>
                <a:off x="5813518" y="3597721"/>
                <a:ext cx="328871" cy="29502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400" baseline="-25000" dirty="0">
                  <a:latin typeface="+mj-lt"/>
                  <a:cs typeface="Arial" charset="0"/>
                </a:endParaRPr>
              </a:p>
            </p:txBody>
          </p:sp>
          <p:cxnSp>
            <p:nvCxnSpPr>
              <p:cNvPr id="23597" name="Прямая соединительная линия 18">
                <a:extLst>
                  <a:ext uri="{FF2B5EF4-FFF2-40B4-BE49-F238E27FC236}">
                    <a16:creationId xmlns:a16="http://schemas.microsoft.com/office/drawing/2014/main" id="{03ED99A1-8F0C-40EE-AE04-CB5B90FBA527}"/>
                  </a:ext>
                </a:extLst>
              </p:cNvPr>
              <p:cNvCxnSpPr>
                <a:cxnSpLocks noChangeShapeType="1"/>
              </p:cNvCxnSpPr>
              <p:nvPr/>
            </p:nvCxnSpPr>
            <p:spPr bwMode="auto">
              <a:xfrm>
                <a:off x="5705186" y="3685603"/>
                <a:ext cx="109821" cy="0"/>
              </a:xfrm>
              <a:prstGeom prst="line">
                <a:avLst/>
              </a:prstGeom>
              <a:noFill/>
              <a:ln w="9525" algn="ctr">
                <a:solidFill>
                  <a:schemeClr val="tx1"/>
                </a:solidFill>
                <a:round/>
                <a:headEnd/>
                <a:tailEnd/>
              </a:ln>
            </p:spPr>
          </p:cxnSp>
          <p:sp>
            <p:nvSpPr>
              <p:cNvPr id="195" name="TextBox 194">
                <a:extLst>
                  <a:ext uri="{FF2B5EF4-FFF2-40B4-BE49-F238E27FC236}">
                    <a16:creationId xmlns:a16="http://schemas.microsoft.com/office/drawing/2014/main" id="{BE442482-9A01-481C-8CE4-315A78FA4821}"/>
                  </a:ext>
                </a:extLst>
              </p:cNvPr>
              <p:cNvSpPr txBox="1"/>
              <p:nvPr/>
            </p:nvSpPr>
            <p:spPr>
              <a:xfrm>
                <a:off x="5795247" y="3629537"/>
                <a:ext cx="356277" cy="231392"/>
              </a:xfrm>
              <a:prstGeom prst="rect">
                <a:avLst/>
              </a:prstGeom>
              <a:noFill/>
            </p:spPr>
            <p:txBody>
              <a:bodyPr wrap="none">
                <a:spAutoFit/>
              </a:bodyPr>
              <a:lstStyle/>
              <a:p>
                <a:pPr algn="ctr" eaLnBrk="1" hangingPunct="1">
                  <a:defRPr/>
                </a:pPr>
                <a:r>
                  <a:rPr lang="en-US" sz="1050" dirty="0">
                    <a:solidFill>
                      <a:schemeClr val="bg1"/>
                    </a:solidFill>
                    <a:latin typeface="+mj-lt"/>
                    <a:cs typeface="Arial" charset="0"/>
                  </a:rPr>
                  <a:t>1/3</a:t>
                </a:r>
              </a:p>
            </p:txBody>
          </p:sp>
          <p:sp>
            <p:nvSpPr>
              <p:cNvPr id="23599" name="Oval 195">
                <a:extLst>
                  <a:ext uri="{FF2B5EF4-FFF2-40B4-BE49-F238E27FC236}">
                    <a16:creationId xmlns:a16="http://schemas.microsoft.com/office/drawing/2014/main" id="{CC87BB8D-2197-45ED-B239-D57F929BD545}"/>
                  </a:ext>
                </a:extLst>
              </p:cNvPr>
              <p:cNvSpPr>
                <a:spLocks noChangeArrowheads="1"/>
              </p:cNvSpPr>
              <p:nvPr/>
            </p:nvSpPr>
            <p:spPr bwMode="auto">
              <a:xfrm>
                <a:off x="6147213" y="3706123"/>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400"/>
              </a:p>
            </p:txBody>
          </p:sp>
          <p:cxnSp>
            <p:nvCxnSpPr>
              <p:cNvPr id="23600" name="Прямая соединительная линия 42">
                <a:extLst>
                  <a:ext uri="{FF2B5EF4-FFF2-40B4-BE49-F238E27FC236}">
                    <a16:creationId xmlns:a16="http://schemas.microsoft.com/office/drawing/2014/main" id="{871E4E4E-B4F1-4546-8B2C-56E606160FD1}"/>
                  </a:ext>
                </a:extLst>
              </p:cNvPr>
              <p:cNvCxnSpPr>
                <a:cxnSpLocks noChangeShapeType="1"/>
              </p:cNvCxnSpPr>
              <p:nvPr/>
            </p:nvCxnSpPr>
            <p:spPr bwMode="auto">
              <a:xfrm flipH="1">
                <a:off x="5704807" y="3801878"/>
                <a:ext cx="0" cy="858376"/>
              </a:xfrm>
              <a:prstGeom prst="line">
                <a:avLst/>
              </a:prstGeom>
              <a:noFill/>
              <a:ln w="9525" algn="ctr">
                <a:solidFill>
                  <a:schemeClr val="tx1"/>
                </a:solidFill>
                <a:round/>
                <a:headEnd/>
                <a:tailEnd/>
              </a:ln>
            </p:spPr>
          </p:cxnSp>
          <p:cxnSp>
            <p:nvCxnSpPr>
              <p:cNvPr id="23601" name="Прямая соединительная линия 18">
                <a:extLst>
                  <a:ext uri="{FF2B5EF4-FFF2-40B4-BE49-F238E27FC236}">
                    <a16:creationId xmlns:a16="http://schemas.microsoft.com/office/drawing/2014/main" id="{A29D9C55-A3F8-453D-B80D-C42381BB32AA}"/>
                  </a:ext>
                </a:extLst>
              </p:cNvPr>
              <p:cNvCxnSpPr>
                <a:cxnSpLocks noChangeShapeType="1"/>
              </p:cNvCxnSpPr>
              <p:nvPr/>
            </p:nvCxnSpPr>
            <p:spPr bwMode="auto">
              <a:xfrm>
                <a:off x="5698792" y="3803260"/>
                <a:ext cx="109821" cy="0"/>
              </a:xfrm>
              <a:prstGeom prst="line">
                <a:avLst/>
              </a:prstGeom>
              <a:noFill/>
              <a:ln w="9525" algn="ctr">
                <a:solidFill>
                  <a:schemeClr val="tx1"/>
                </a:solidFill>
                <a:round/>
                <a:headEnd/>
                <a:tailEnd/>
              </a:ln>
            </p:spPr>
          </p:cxnSp>
          <p:sp>
            <p:nvSpPr>
              <p:cNvPr id="23602" name="TextBox 198">
                <a:extLst>
                  <a:ext uri="{FF2B5EF4-FFF2-40B4-BE49-F238E27FC236}">
                    <a16:creationId xmlns:a16="http://schemas.microsoft.com/office/drawing/2014/main" id="{0394999E-EDE1-42F9-B5F2-B5C7E938F798}"/>
                  </a:ext>
                </a:extLst>
              </p:cNvPr>
              <p:cNvSpPr txBox="1">
                <a:spLocks noChangeArrowheads="1"/>
              </p:cNvSpPr>
              <p:nvPr/>
            </p:nvSpPr>
            <p:spPr bwMode="auto">
              <a:xfrm>
                <a:off x="2424555" y="2574433"/>
                <a:ext cx="258593"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a</a:t>
                </a:r>
              </a:p>
            </p:txBody>
          </p:sp>
          <p:sp>
            <p:nvSpPr>
              <p:cNvPr id="23603" name="TextBox 199">
                <a:extLst>
                  <a:ext uri="{FF2B5EF4-FFF2-40B4-BE49-F238E27FC236}">
                    <a16:creationId xmlns:a16="http://schemas.microsoft.com/office/drawing/2014/main" id="{88BB8C9D-E5CE-4587-B719-ACB66D9F16EA}"/>
                  </a:ext>
                </a:extLst>
              </p:cNvPr>
              <p:cNvSpPr txBox="1">
                <a:spLocks noChangeArrowheads="1"/>
              </p:cNvSpPr>
              <p:nvPr/>
            </p:nvSpPr>
            <p:spPr bwMode="auto">
              <a:xfrm>
                <a:off x="2424451" y="2717884"/>
                <a:ext cx="258593"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b</a:t>
                </a:r>
              </a:p>
            </p:txBody>
          </p:sp>
          <p:sp>
            <p:nvSpPr>
              <p:cNvPr id="23604" name="TextBox 200">
                <a:extLst>
                  <a:ext uri="{FF2B5EF4-FFF2-40B4-BE49-F238E27FC236}">
                    <a16:creationId xmlns:a16="http://schemas.microsoft.com/office/drawing/2014/main" id="{7A000BCB-2AB3-4CFB-9519-10A3B8EB5453}"/>
                  </a:ext>
                </a:extLst>
              </p:cNvPr>
              <p:cNvSpPr txBox="1">
                <a:spLocks noChangeArrowheads="1"/>
              </p:cNvSpPr>
              <p:nvPr/>
            </p:nvSpPr>
            <p:spPr bwMode="auto">
              <a:xfrm>
                <a:off x="2431335" y="3251284"/>
                <a:ext cx="250906"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c</a:t>
                </a:r>
              </a:p>
            </p:txBody>
          </p:sp>
          <p:sp>
            <p:nvSpPr>
              <p:cNvPr id="23605" name="TextBox 201">
                <a:extLst>
                  <a:ext uri="{FF2B5EF4-FFF2-40B4-BE49-F238E27FC236}">
                    <a16:creationId xmlns:a16="http://schemas.microsoft.com/office/drawing/2014/main" id="{160119CC-7A3F-42DB-A305-7D64A5773D4F}"/>
                  </a:ext>
                </a:extLst>
              </p:cNvPr>
              <p:cNvSpPr txBox="1">
                <a:spLocks noChangeArrowheads="1"/>
              </p:cNvSpPr>
              <p:nvPr/>
            </p:nvSpPr>
            <p:spPr bwMode="auto">
              <a:xfrm>
                <a:off x="2430427" y="3403701"/>
                <a:ext cx="258593"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d</a:t>
                </a:r>
              </a:p>
            </p:txBody>
          </p:sp>
          <p:sp>
            <p:nvSpPr>
              <p:cNvPr id="23606" name="TextBox 202">
                <a:extLst>
                  <a:ext uri="{FF2B5EF4-FFF2-40B4-BE49-F238E27FC236}">
                    <a16:creationId xmlns:a16="http://schemas.microsoft.com/office/drawing/2014/main" id="{EB4FDE66-7B29-4D6A-88DE-D1505D482D40}"/>
                  </a:ext>
                </a:extLst>
              </p:cNvPr>
              <p:cNvSpPr txBox="1">
                <a:spLocks noChangeArrowheads="1"/>
              </p:cNvSpPr>
              <p:nvPr/>
            </p:nvSpPr>
            <p:spPr bwMode="auto">
              <a:xfrm>
                <a:off x="2430427" y="3866345"/>
                <a:ext cx="258593"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e</a:t>
                </a:r>
              </a:p>
            </p:txBody>
          </p:sp>
          <p:sp>
            <p:nvSpPr>
              <p:cNvPr id="23607" name="TextBox 203">
                <a:extLst>
                  <a:ext uri="{FF2B5EF4-FFF2-40B4-BE49-F238E27FC236}">
                    <a16:creationId xmlns:a16="http://schemas.microsoft.com/office/drawing/2014/main" id="{C6D3BC4D-CE71-4811-9B38-50A240ED32AD}"/>
                  </a:ext>
                </a:extLst>
              </p:cNvPr>
              <p:cNvSpPr txBox="1">
                <a:spLocks noChangeArrowheads="1"/>
              </p:cNvSpPr>
              <p:nvPr/>
            </p:nvSpPr>
            <p:spPr bwMode="auto">
              <a:xfrm>
                <a:off x="2435998" y="4032339"/>
                <a:ext cx="218620"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f</a:t>
                </a:r>
              </a:p>
            </p:txBody>
          </p:sp>
          <p:sp>
            <p:nvSpPr>
              <p:cNvPr id="23608" name="TextBox 204">
                <a:extLst>
                  <a:ext uri="{FF2B5EF4-FFF2-40B4-BE49-F238E27FC236}">
                    <a16:creationId xmlns:a16="http://schemas.microsoft.com/office/drawing/2014/main" id="{5AB54213-B1B8-4920-92DB-10DB41AF179F}"/>
                  </a:ext>
                </a:extLst>
              </p:cNvPr>
              <p:cNvSpPr txBox="1">
                <a:spLocks noChangeArrowheads="1"/>
              </p:cNvSpPr>
              <p:nvPr/>
            </p:nvSpPr>
            <p:spPr bwMode="auto">
              <a:xfrm>
                <a:off x="2432417" y="4728463"/>
                <a:ext cx="258593"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h</a:t>
                </a:r>
              </a:p>
            </p:txBody>
          </p:sp>
          <p:sp>
            <p:nvSpPr>
              <p:cNvPr id="23609" name="TextBox 205">
                <a:extLst>
                  <a:ext uri="{FF2B5EF4-FFF2-40B4-BE49-F238E27FC236}">
                    <a16:creationId xmlns:a16="http://schemas.microsoft.com/office/drawing/2014/main" id="{9D2E6090-95FE-43DA-8913-E400C53B2F3E}"/>
                  </a:ext>
                </a:extLst>
              </p:cNvPr>
              <p:cNvSpPr txBox="1">
                <a:spLocks noChangeArrowheads="1"/>
              </p:cNvSpPr>
              <p:nvPr/>
            </p:nvSpPr>
            <p:spPr bwMode="auto">
              <a:xfrm>
                <a:off x="2435353" y="4573143"/>
                <a:ext cx="258593"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g</a:t>
                </a:r>
              </a:p>
            </p:txBody>
          </p:sp>
          <p:sp>
            <p:nvSpPr>
              <p:cNvPr id="23610" name="TextBox 206">
                <a:extLst>
                  <a:ext uri="{FF2B5EF4-FFF2-40B4-BE49-F238E27FC236}">
                    <a16:creationId xmlns:a16="http://schemas.microsoft.com/office/drawing/2014/main" id="{516C5203-E813-4323-A281-51D1A284E3CA}"/>
                  </a:ext>
                </a:extLst>
              </p:cNvPr>
              <p:cNvSpPr txBox="1">
                <a:spLocks noChangeArrowheads="1"/>
              </p:cNvSpPr>
              <p:nvPr/>
            </p:nvSpPr>
            <p:spPr bwMode="auto">
              <a:xfrm>
                <a:off x="3483222" y="2496296"/>
                <a:ext cx="209396"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i</a:t>
                </a:r>
              </a:p>
            </p:txBody>
          </p:sp>
          <p:sp>
            <p:nvSpPr>
              <p:cNvPr id="23611" name="TextBox 207">
                <a:extLst>
                  <a:ext uri="{FF2B5EF4-FFF2-40B4-BE49-F238E27FC236}">
                    <a16:creationId xmlns:a16="http://schemas.microsoft.com/office/drawing/2014/main" id="{E05C0CB7-8587-4070-9111-902EBC0709C3}"/>
                  </a:ext>
                </a:extLst>
              </p:cNvPr>
              <p:cNvSpPr txBox="1">
                <a:spLocks noChangeArrowheads="1"/>
              </p:cNvSpPr>
              <p:nvPr/>
            </p:nvSpPr>
            <p:spPr bwMode="auto">
              <a:xfrm>
                <a:off x="3483222" y="3175508"/>
                <a:ext cx="209396"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j</a:t>
                </a:r>
              </a:p>
            </p:txBody>
          </p:sp>
          <p:sp>
            <p:nvSpPr>
              <p:cNvPr id="23612" name="TextBox 208">
                <a:extLst>
                  <a:ext uri="{FF2B5EF4-FFF2-40B4-BE49-F238E27FC236}">
                    <a16:creationId xmlns:a16="http://schemas.microsoft.com/office/drawing/2014/main" id="{3ACA341E-6992-4B2D-9EDC-9B9F44886C30}"/>
                  </a:ext>
                </a:extLst>
              </p:cNvPr>
              <p:cNvSpPr txBox="1">
                <a:spLocks noChangeArrowheads="1"/>
              </p:cNvSpPr>
              <p:nvPr/>
            </p:nvSpPr>
            <p:spPr bwMode="auto">
              <a:xfrm>
                <a:off x="3483978" y="3800344"/>
                <a:ext cx="250906"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k</a:t>
                </a:r>
              </a:p>
            </p:txBody>
          </p:sp>
          <p:sp>
            <p:nvSpPr>
              <p:cNvPr id="23613" name="TextBox 209">
                <a:extLst>
                  <a:ext uri="{FF2B5EF4-FFF2-40B4-BE49-F238E27FC236}">
                    <a16:creationId xmlns:a16="http://schemas.microsoft.com/office/drawing/2014/main" id="{1CD0CB7C-8EC9-4A88-A12A-65C64D0F31CF}"/>
                  </a:ext>
                </a:extLst>
              </p:cNvPr>
              <p:cNvSpPr txBox="1">
                <a:spLocks noChangeArrowheads="1"/>
              </p:cNvSpPr>
              <p:nvPr/>
            </p:nvSpPr>
            <p:spPr bwMode="auto">
              <a:xfrm>
                <a:off x="3486298" y="4512765"/>
                <a:ext cx="209396"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l</a:t>
                </a:r>
              </a:p>
            </p:txBody>
          </p:sp>
          <p:sp>
            <p:nvSpPr>
              <p:cNvPr id="23614" name="TextBox 210">
                <a:extLst>
                  <a:ext uri="{FF2B5EF4-FFF2-40B4-BE49-F238E27FC236}">
                    <a16:creationId xmlns:a16="http://schemas.microsoft.com/office/drawing/2014/main" id="{7C1B01E8-7C8D-4C5C-BFDD-E11FF42555DE}"/>
                  </a:ext>
                </a:extLst>
              </p:cNvPr>
              <p:cNvSpPr txBox="1">
                <a:spLocks noChangeArrowheads="1"/>
              </p:cNvSpPr>
              <p:nvPr/>
            </p:nvSpPr>
            <p:spPr bwMode="auto">
              <a:xfrm>
                <a:off x="5429787" y="2558043"/>
                <a:ext cx="258593"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n</a:t>
                </a:r>
              </a:p>
            </p:txBody>
          </p:sp>
          <p:sp>
            <p:nvSpPr>
              <p:cNvPr id="23615" name="TextBox 211">
                <a:extLst>
                  <a:ext uri="{FF2B5EF4-FFF2-40B4-BE49-F238E27FC236}">
                    <a16:creationId xmlns:a16="http://schemas.microsoft.com/office/drawing/2014/main" id="{1386E4CE-2BFA-49CF-9B6E-784A3B2EEB36}"/>
                  </a:ext>
                </a:extLst>
              </p:cNvPr>
              <p:cNvSpPr txBox="1">
                <a:spLocks noChangeArrowheads="1"/>
              </p:cNvSpPr>
              <p:nvPr/>
            </p:nvSpPr>
            <p:spPr bwMode="auto">
              <a:xfrm>
                <a:off x="5418848" y="4406739"/>
                <a:ext cx="258593"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p</a:t>
                </a:r>
              </a:p>
            </p:txBody>
          </p:sp>
          <p:sp>
            <p:nvSpPr>
              <p:cNvPr id="23616" name="TextBox 212">
                <a:extLst>
                  <a:ext uri="{FF2B5EF4-FFF2-40B4-BE49-F238E27FC236}">
                    <a16:creationId xmlns:a16="http://schemas.microsoft.com/office/drawing/2014/main" id="{BB2432D7-3CD4-4996-BC51-803EF68EA6E4}"/>
                  </a:ext>
                </a:extLst>
              </p:cNvPr>
              <p:cNvSpPr txBox="1">
                <a:spLocks noChangeArrowheads="1"/>
              </p:cNvSpPr>
              <p:nvPr/>
            </p:nvSpPr>
            <p:spPr bwMode="auto">
              <a:xfrm>
                <a:off x="6219841" y="3491892"/>
                <a:ext cx="258593"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o</a:t>
                </a:r>
              </a:p>
            </p:txBody>
          </p:sp>
          <p:sp>
            <p:nvSpPr>
              <p:cNvPr id="23617" name="TextBox 213">
                <a:extLst>
                  <a:ext uri="{FF2B5EF4-FFF2-40B4-BE49-F238E27FC236}">
                    <a16:creationId xmlns:a16="http://schemas.microsoft.com/office/drawing/2014/main" id="{66FA49BB-338F-4F40-9EAD-B8AC89E1B048}"/>
                  </a:ext>
                </a:extLst>
              </p:cNvPr>
              <p:cNvSpPr txBox="1">
                <a:spLocks noChangeArrowheads="1"/>
              </p:cNvSpPr>
              <p:nvPr/>
            </p:nvSpPr>
            <p:spPr bwMode="auto">
              <a:xfrm>
                <a:off x="4339330" y="3485508"/>
                <a:ext cx="300103" cy="25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m</a:t>
                </a:r>
              </a:p>
            </p:txBody>
          </p:sp>
        </p:grpSp>
        <p:sp>
          <p:nvSpPr>
            <p:cNvPr id="89" name="Прямоугольник 48">
              <a:extLst>
                <a:ext uri="{FF2B5EF4-FFF2-40B4-BE49-F238E27FC236}">
                  <a16:creationId xmlns:a16="http://schemas.microsoft.com/office/drawing/2014/main" id="{6D628549-162A-495F-976B-27A2FEC36E51}"/>
                </a:ext>
              </a:extLst>
            </p:cNvPr>
            <p:cNvSpPr/>
            <p:nvPr/>
          </p:nvSpPr>
          <p:spPr bwMode="auto">
            <a:xfrm>
              <a:off x="1936828" y="3509447"/>
              <a:ext cx="714076" cy="500385"/>
            </a:xfrm>
            <a:prstGeom prst="rect">
              <a:avLst/>
            </a:prstGeom>
            <a:noFill/>
            <a:ln w="9525" cap="flat" cmpd="sng" algn="ctr">
              <a:noFill/>
              <a:prstDash val="solid"/>
              <a:round/>
              <a:headEnd type="none" w="med" len="med"/>
              <a:tailEnd type="none" w="med" len="med"/>
            </a:ln>
            <a:effectLst/>
          </p:spPr>
          <p:txBody>
            <a:bodyPr anchor="ctr"/>
            <a:lstStyle/>
            <a:p>
              <a:pPr algn="just" eaLnBrk="1" hangingPunct="1">
                <a:defRPr/>
              </a:pPr>
              <a:r>
                <a:rPr lang="ru-RU" sz="1400" dirty="0">
                  <a:latin typeface="+mj-lt"/>
                  <a:cs typeface="Arial" charset="0"/>
                </a:rPr>
                <a:t>A:0/0</a:t>
              </a:r>
              <a:endParaRPr lang="en-US" sz="1400" dirty="0">
                <a:latin typeface="+mj-lt"/>
                <a:cs typeface="Arial" charset="0"/>
              </a:endParaRPr>
            </a:p>
            <a:p>
              <a:pPr algn="just" eaLnBrk="1" hangingPunct="1">
                <a:defRPr/>
              </a:pPr>
              <a:endParaRPr lang="en-US" sz="1400" dirty="0">
                <a:latin typeface="+mj-lt"/>
                <a:cs typeface="Arial" charset="0"/>
              </a:endParaRPr>
            </a:p>
            <a:p>
              <a:pPr algn="just" eaLnBrk="1" hangingPunct="1">
                <a:defRPr/>
              </a:pPr>
              <a:endParaRPr lang="en-US" sz="1400" dirty="0">
                <a:latin typeface="+mj-lt"/>
                <a:cs typeface="Arial" charset="0"/>
              </a:endParaRPr>
            </a:p>
            <a:p>
              <a:pPr algn="just" eaLnBrk="1" hangingPunct="1">
                <a:defRPr/>
              </a:pPr>
              <a:r>
                <a:rPr lang="en-US" sz="1400" dirty="0">
                  <a:latin typeface="+mj-lt"/>
                  <a:cs typeface="Arial" charset="0"/>
                </a:rPr>
                <a:t>  </a:t>
              </a:r>
              <a:endParaRPr lang="ru-RU" sz="1400" dirty="0">
                <a:latin typeface="+mj-lt"/>
                <a:cs typeface="Arial" charset="0"/>
              </a:endParaRPr>
            </a:p>
          </p:txBody>
        </p:sp>
        <p:sp>
          <p:nvSpPr>
            <p:cNvPr id="90" name="Прямоугольник 58">
              <a:extLst>
                <a:ext uri="{FF2B5EF4-FFF2-40B4-BE49-F238E27FC236}">
                  <a16:creationId xmlns:a16="http://schemas.microsoft.com/office/drawing/2014/main" id="{95754AA7-C861-40C3-BCDF-DA55276E56A7}"/>
                </a:ext>
              </a:extLst>
            </p:cNvPr>
            <p:cNvSpPr/>
            <p:nvPr/>
          </p:nvSpPr>
          <p:spPr bwMode="auto">
            <a:xfrm>
              <a:off x="3468512" y="3042324"/>
              <a:ext cx="714076" cy="500385"/>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400" dirty="0">
                <a:latin typeface="+mj-lt"/>
                <a:cs typeface="Arial" charset="0"/>
              </a:endParaRPr>
            </a:p>
            <a:p>
              <a:pPr algn="ctr" eaLnBrk="1" hangingPunct="1">
                <a:defRPr/>
              </a:pPr>
              <a:endParaRPr lang="en-US" sz="1400" dirty="0">
                <a:latin typeface="+mj-lt"/>
                <a:cs typeface="Arial" charset="0"/>
              </a:endParaRPr>
            </a:p>
            <a:p>
              <a:pPr algn="ctr" eaLnBrk="1" hangingPunct="1">
                <a:defRPr/>
              </a:pPr>
              <a:r>
                <a:rPr lang="ru-RU" sz="1400" dirty="0">
                  <a:latin typeface="+mj-lt"/>
                  <a:cs typeface="Arial" charset="0"/>
                </a:rPr>
                <a:t>A:4/2</a:t>
              </a:r>
            </a:p>
            <a:p>
              <a:pPr algn="ctr" eaLnBrk="1" hangingPunct="1">
                <a:defRPr/>
              </a:pPr>
              <a:endParaRPr lang="en-US" sz="1400" dirty="0">
                <a:latin typeface="Arial" charset="0"/>
                <a:cs typeface="Arial" charset="0"/>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6BC5CBE6-CC85-4A76-A4A4-DAACA6417988}"/>
              </a:ext>
            </a:extLst>
          </p:cNvPr>
          <p:cNvSpPr>
            <a:spLocks noGrp="1"/>
          </p:cNvSpPr>
          <p:nvPr>
            <p:ph type="title"/>
          </p:nvPr>
        </p:nvSpPr>
        <p:spPr/>
        <p:txBody>
          <a:bodyPr/>
          <a:lstStyle/>
          <a:p>
            <a:r>
              <a:rPr lang="en-US" altLang="en-US"/>
              <a:t>Required Time Calculation  Steps (2)</a:t>
            </a:r>
          </a:p>
        </p:txBody>
      </p:sp>
      <p:sp>
        <p:nvSpPr>
          <p:cNvPr id="24579" name="Content Placeholder 2">
            <a:extLst>
              <a:ext uri="{FF2B5EF4-FFF2-40B4-BE49-F238E27FC236}">
                <a16:creationId xmlns:a16="http://schemas.microsoft.com/office/drawing/2014/main" id="{DA6F5706-3C27-457D-9E6B-0F74415B5F27}"/>
              </a:ext>
            </a:extLst>
          </p:cNvPr>
          <p:cNvSpPr>
            <a:spLocks noGrp="1"/>
          </p:cNvSpPr>
          <p:nvPr>
            <p:ph type="body" sz="quarter" idx="10"/>
          </p:nvPr>
        </p:nvSpPr>
        <p:spPr/>
        <p:txBody>
          <a:bodyPr/>
          <a:lstStyle/>
          <a:p>
            <a:r>
              <a:rPr lang="en-US" altLang="en-US" sz="2000" dirty="0"/>
              <a:t>At each primary output, the rise/fall required times are set backward, then topological traversal is carried out.</a:t>
            </a:r>
          </a:p>
        </p:txBody>
      </p:sp>
      <p:grpSp>
        <p:nvGrpSpPr>
          <p:cNvPr id="24580" name="Group 3">
            <a:extLst>
              <a:ext uri="{FF2B5EF4-FFF2-40B4-BE49-F238E27FC236}">
                <a16:creationId xmlns:a16="http://schemas.microsoft.com/office/drawing/2014/main" id="{EAE8D28C-6B85-42EF-9179-13C72601BFC7}"/>
              </a:ext>
            </a:extLst>
          </p:cNvPr>
          <p:cNvGrpSpPr>
            <a:grpSpLocks/>
          </p:cNvGrpSpPr>
          <p:nvPr/>
        </p:nvGrpSpPr>
        <p:grpSpPr bwMode="auto">
          <a:xfrm>
            <a:off x="3276600" y="2362200"/>
            <a:ext cx="5486400" cy="3124200"/>
            <a:chOff x="1752600" y="2362200"/>
            <a:chExt cx="5486400" cy="3124200"/>
          </a:xfrm>
        </p:grpSpPr>
        <p:grpSp>
          <p:nvGrpSpPr>
            <p:cNvPr id="24581" name="Group 153">
              <a:extLst>
                <a:ext uri="{FF2B5EF4-FFF2-40B4-BE49-F238E27FC236}">
                  <a16:creationId xmlns:a16="http://schemas.microsoft.com/office/drawing/2014/main" id="{14341569-3149-4255-A81C-23C471B04E0C}"/>
                </a:ext>
              </a:extLst>
            </p:cNvPr>
            <p:cNvGrpSpPr>
              <a:grpSpLocks/>
            </p:cNvGrpSpPr>
            <p:nvPr/>
          </p:nvGrpSpPr>
          <p:grpSpPr bwMode="auto">
            <a:xfrm>
              <a:off x="1752600" y="2362200"/>
              <a:ext cx="5486400" cy="3124200"/>
              <a:chOff x="1795511" y="2139542"/>
              <a:chExt cx="5486400" cy="3124200"/>
            </a:xfrm>
          </p:grpSpPr>
          <p:cxnSp>
            <p:nvCxnSpPr>
              <p:cNvPr id="24584" name="Прямая соединительная линия 17">
                <a:extLst>
                  <a:ext uri="{FF2B5EF4-FFF2-40B4-BE49-F238E27FC236}">
                    <a16:creationId xmlns:a16="http://schemas.microsoft.com/office/drawing/2014/main" id="{0ED1502F-9F1A-4E04-B407-CE3A660D9EA9}"/>
                  </a:ext>
                </a:extLst>
              </p:cNvPr>
              <p:cNvCxnSpPr>
                <a:cxnSpLocks noChangeShapeType="1"/>
              </p:cNvCxnSpPr>
              <p:nvPr/>
            </p:nvCxnSpPr>
            <p:spPr bwMode="auto">
              <a:xfrm>
                <a:off x="4602755" y="2893175"/>
                <a:ext cx="0" cy="1710048"/>
              </a:xfrm>
              <a:prstGeom prst="line">
                <a:avLst/>
              </a:prstGeom>
              <a:noFill/>
              <a:ln w="9525" algn="ctr">
                <a:solidFill>
                  <a:schemeClr val="tx1"/>
                </a:solidFill>
                <a:round/>
                <a:headEnd/>
                <a:tailEnd/>
              </a:ln>
            </p:spPr>
          </p:cxnSp>
          <p:cxnSp>
            <p:nvCxnSpPr>
              <p:cNvPr id="24585" name="Прямая соединительная линия 21">
                <a:extLst>
                  <a:ext uri="{FF2B5EF4-FFF2-40B4-BE49-F238E27FC236}">
                    <a16:creationId xmlns:a16="http://schemas.microsoft.com/office/drawing/2014/main" id="{9C3C6C98-0505-4646-BB7C-928598E44FA4}"/>
                  </a:ext>
                </a:extLst>
              </p:cNvPr>
              <p:cNvCxnSpPr>
                <a:cxnSpLocks noChangeShapeType="1"/>
              </p:cNvCxnSpPr>
              <p:nvPr/>
            </p:nvCxnSpPr>
            <p:spPr bwMode="auto">
              <a:xfrm>
                <a:off x="4380342" y="3741925"/>
                <a:ext cx="219763" cy="0"/>
              </a:xfrm>
              <a:prstGeom prst="line">
                <a:avLst/>
              </a:prstGeom>
              <a:noFill/>
              <a:ln w="9525" algn="ctr">
                <a:solidFill>
                  <a:schemeClr val="tx1"/>
                </a:solidFill>
                <a:round/>
                <a:headEnd/>
                <a:tailEnd/>
              </a:ln>
            </p:spPr>
          </p:cxnSp>
          <p:cxnSp>
            <p:nvCxnSpPr>
              <p:cNvPr id="24586" name="Прямая соединительная линия 42">
                <a:extLst>
                  <a:ext uri="{FF2B5EF4-FFF2-40B4-BE49-F238E27FC236}">
                    <a16:creationId xmlns:a16="http://schemas.microsoft.com/office/drawing/2014/main" id="{49FF7BAD-9DEF-42CC-8785-7607653EF427}"/>
                  </a:ext>
                </a:extLst>
              </p:cNvPr>
              <p:cNvCxnSpPr>
                <a:cxnSpLocks noChangeShapeType="1"/>
              </p:cNvCxnSpPr>
              <p:nvPr/>
            </p:nvCxnSpPr>
            <p:spPr bwMode="auto">
              <a:xfrm flipH="1">
                <a:off x="3865625" y="3427466"/>
                <a:ext cx="794" cy="252542"/>
              </a:xfrm>
              <a:prstGeom prst="line">
                <a:avLst/>
              </a:prstGeom>
              <a:noFill/>
              <a:ln w="9525" algn="ctr">
                <a:solidFill>
                  <a:schemeClr val="tx1"/>
                </a:solidFill>
                <a:round/>
                <a:headEnd/>
                <a:tailEnd/>
              </a:ln>
            </p:spPr>
          </p:cxnSp>
          <p:sp>
            <p:nvSpPr>
              <p:cNvPr id="158" name="Прямоугольник 47">
                <a:extLst>
                  <a:ext uri="{FF2B5EF4-FFF2-40B4-BE49-F238E27FC236}">
                    <a16:creationId xmlns:a16="http://schemas.microsoft.com/office/drawing/2014/main" id="{4A1E92F9-0BAA-47CD-93EC-BF826D8227A6}"/>
                  </a:ext>
                </a:extLst>
              </p:cNvPr>
              <p:cNvSpPr/>
              <p:nvPr/>
            </p:nvSpPr>
            <p:spPr bwMode="auto">
              <a:xfrm>
                <a:off x="1795511" y="2536417"/>
                <a:ext cx="714375"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endParaRPr lang="en-US" sz="1200" dirty="0">
                  <a:latin typeface="+mj-lt"/>
                  <a:cs typeface="Arial" charset="0"/>
                </a:endParaRPr>
              </a:p>
              <a:p>
                <a:pPr algn="ctr" eaLnBrk="1" hangingPunct="1">
                  <a:defRPr/>
                </a:pPr>
                <a:r>
                  <a:rPr lang="ru-RU" sz="1200" dirty="0">
                    <a:solidFill>
                      <a:srgbClr val="0000FF"/>
                    </a:solidFill>
                    <a:latin typeface="+mj-lt"/>
                    <a:cs typeface="Arial" charset="0"/>
                  </a:rPr>
                  <a:t>A:0/0</a:t>
                </a:r>
              </a:p>
              <a:p>
                <a:pPr algn="ctr" eaLnBrk="1" hangingPunct="1">
                  <a:defRPr/>
                </a:pPr>
                <a:r>
                  <a:rPr lang="ru-RU" sz="1200" dirty="0">
                    <a:latin typeface="Arial" charset="0"/>
                    <a:cs typeface="Arial" charset="0"/>
                  </a:rPr>
                  <a:t>R:3/5</a:t>
                </a:r>
              </a:p>
              <a:p>
                <a:pPr algn="ctr" eaLnBrk="1" hangingPunct="1">
                  <a:defRPr/>
                </a:pPr>
                <a:endParaRPr lang="ru-RU" sz="1200" dirty="0">
                  <a:latin typeface="+mj-lt"/>
                  <a:cs typeface="Arial" charset="0"/>
                </a:endParaRPr>
              </a:p>
              <a:p>
                <a:pPr algn="ctr" eaLnBrk="1" hangingPunct="1">
                  <a:defRPr/>
                </a:pPr>
                <a:endParaRPr lang="ru-RU" sz="1200" dirty="0">
                  <a:latin typeface="+mj-lt"/>
                  <a:cs typeface="Arial" charset="0"/>
                </a:endParaRPr>
              </a:p>
            </p:txBody>
          </p:sp>
          <p:sp>
            <p:nvSpPr>
              <p:cNvPr id="160" name="Прямоугольник 49">
                <a:extLst>
                  <a:ext uri="{FF2B5EF4-FFF2-40B4-BE49-F238E27FC236}">
                    <a16:creationId xmlns:a16="http://schemas.microsoft.com/office/drawing/2014/main" id="{88BDFA0D-DD1F-41AE-BF48-CA6A02A5E394}"/>
                  </a:ext>
                </a:extLst>
              </p:cNvPr>
              <p:cNvSpPr/>
              <p:nvPr/>
            </p:nvSpPr>
            <p:spPr bwMode="auto">
              <a:xfrm>
                <a:off x="1827261" y="3836580"/>
                <a:ext cx="714375"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solidFill>
                      <a:srgbClr val="0000FF"/>
                    </a:solidFill>
                    <a:latin typeface="+mj-lt"/>
                    <a:cs typeface="Arial" charset="0"/>
                  </a:rPr>
                  <a:t>A:0/0</a:t>
                </a:r>
                <a:endParaRPr lang="en-US" sz="1200" dirty="0">
                  <a:solidFill>
                    <a:srgbClr val="0000FF"/>
                  </a:solidFill>
                  <a:latin typeface="+mj-lt"/>
                  <a:cs typeface="Arial" charset="0"/>
                </a:endParaRPr>
              </a:p>
              <a:p>
                <a:pPr algn="ctr" eaLnBrk="1" hangingPunct="1">
                  <a:defRPr/>
                </a:pPr>
                <a:r>
                  <a:rPr lang="ru-RU" sz="1200" dirty="0">
                    <a:latin typeface="Arial" charset="0"/>
                    <a:cs typeface="Arial" charset="0"/>
                  </a:rPr>
                  <a:t>R:5/0</a:t>
                </a:r>
                <a:endParaRPr lang="en-US" sz="1200" dirty="0">
                  <a:latin typeface="+mj-lt"/>
                  <a:cs typeface="Arial" charset="0"/>
                </a:endParaRPr>
              </a:p>
              <a:p>
                <a:pPr algn="ctr" eaLnBrk="1" hangingPunct="1">
                  <a:defRPr/>
                </a:pPr>
                <a:endParaRPr lang="ru-RU" sz="1200" dirty="0">
                  <a:latin typeface="+mj-lt"/>
                  <a:cs typeface="Arial" charset="0"/>
                </a:endParaRPr>
              </a:p>
            </p:txBody>
          </p:sp>
          <p:sp>
            <p:nvSpPr>
              <p:cNvPr id="161" name="Прямоугольник 50">
                <a:extLst>
                  <a:ext uri="{FF2B5EF4-FFF2-40B4-BE49-F238E27FC236}">
                    <a16:creationId xmlns:a16="http://schemas.microsoft.com/office/drawing/2014/main" id="{F7770CC9-3ECB-494E-9980-C424D25250BB}"/>
                  </a:ext>
                </a:extLst>
              </p:cNvPr>
              <p:cNvSpPr/>
              <p:nvPr/>
            </p:nvSpPr>
            <p:spPr bwMode="auto">
              <a:xfrm>
                <a:off x="1854249" y="4504917"/>
                <a:ext cx="714375"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solidFill>
                      <a:srgbClr val="0000FF"/>
                    </a:solidFill>
                    <a:latin typeface="+mj-lt"/>
                    <a:cs typeface="Arial" charset="0"/>
                  </a:rPr>
                  <a:t>A:0/0</a:t>
                </a:r>
                <a:endParaRPr lang="en-US" sz="1200" dirty="0">
                  <a:solidFill>
                    <a:srgbClr val="0000FF"/>
                  </a:solidFill>
                  <a:latin typeface="+mj-lt"/>
                  <a:cs typeface="Arial" charset="0"/>
                </a:endParaRPr>
              </a:p>
              <a:p>
                <a:pPr algn="ctr" eaLnBrk="1" hangingPunct="1">
                  <a:defRPr/>
                </a:pPr>
                <a:r>
                  <a:rPr lang="ru-RU" sz="1200" dirty="0">
                    <a:latin typeface="Arial" charset="0"/>
                    <a:cs typeface="Arial" charset="0"/>
                  </a:rPr>
                  <a:t>R:3/3</a:t>
                </a:r>
                <a:endParaRPr lang="en-US" sz="1200" dirty="0">
                  <a:latin typeface="+mj-lt"/>
                  <a:cs typeface="Arial" charset="0"/>
                </a:endParaRPr>
              </a:p>
              <a:p>
                <a:pPr algn="ctr" eaLnBrk="1" hangingPunct="1">
                  <a:defRPr/>
                </a:pPr>
                <a:endParaRPr lang="ru-RU" sz="1200" dirty="0">
                  <a:latin typeface="+mj-lt"/>
                  <a:cs typeface="Arial" charset="0"/>
                </a:endParaRPr>
              </a:p>
            </p:txBody>
          </p:sp>
          <p:sp>
            <p:nvSpPr>
              <p:cNvPr id="162" name="Прямоугольник 51">
                <a:extLst>
                  <a:ext uri="{FF2B5EF4-FFF2-40B4-BE49-F238E27FC236}">
                    <a16:creationId xmlns:a16="http://schemas.microsoft.com/office/drawing/2014/main" id="{394C9B70-0BCF-4A4A-A6C3-174CD80BE0A9}"/>
                  </a:ext>
                </a:extLst>
              </p:cNvPr>
              <p:cNvSpPr/>
              <p:nvPr/>
            </p:nvSpPr>
            <p:spPr bwMode="auto">
              <a:xfrm>
                <a:off x="3510011" y="4763680"/>
                <a:ext cx="714375"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latin typeface="+mj-lt"/>
                    <a:cs typeface="Arial" charset="0"/>
                  </a:rPr>
                  <a:t>A:4/2</a:t>
                </a:r>
              </a:p>
              <a:p>
                <a:pPr algn="ctr" eaLnBrk="1" hangingPunct="1">
                  <a:defRPr/>
                </a:pPr>
                <a:r>
                  <a:rPr lang="ru-RU" sz="1200" dirty="0">
                    <a:latin typeface="Arial" charset="0"/>
                    <a:cs typeface="Arial" charset="0"/>
                  </a:rPr>
                  <a:t>R:7/5</a:t>
                </a:r>
                <a:endParaRPr lang="ru-RU" sz="1200" dirty="0">
                  <a:latin typeface="+mj-lt"/>
                  <a:cs typeface="Arial" charset="0"/>
                </a:endParaRPr>
              </a:p>
              <a:p>
                <a:pPr algn="ctr" eaLnBrk="1" hangingPunct="1">
                  <a:defRPr/>
                </a:pPr>
                <a:endParaRPr lang="ru-RU" sz="1200" dirty="0">
                  <a:latin typeface="+mj-lt"/>
                  <a:cs typeface="Arial" charset="0"/>
                </a:endParaRPr>
              </a:p>
            </p:txBody>
          </p:sp>
          <p:sp>
            <p:nvSpPr>
              <p:cNvPr id="163" name="Прямоугольник 52">
                <a:extLst>
                  <a:ext uri="{FF2B5EF4-FFF2-40B4-BE49-F238E27FC236}">
                    <a16:creationId xmlns:a16="http://schemas.microsoft.com/office/drawing/2014/main" id="{F8555199-E435-4553-BD0D-64682EB33385}"/>
                  </a:ext>
                </a:extLst>
              </p:cNvPr>
              <p:cNvSpPr/>
              <p:nvPr/>
            </p:nvSpPr>
            <p:spPr bwMode="auto">
              <a:xfrm>
                <a:off x="3510011" y="4065180"/>
                <a:ext cx="714375"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latin typeface="+mj-lt"/>
                    <a:cs typeface="Arial" charset="0"/>
                  </a:rPr>
                  <a:t>A:3/1</a:t>
                </a:r>
              </a:p>
              <a:p>
                <a:pPr algn="ctr" eaLnBrk="1" hangingPunct="1">
                  <a:defRPr/>
                </a:pPr>
                <a:r>
                  <a:rPr lang="ru-RU" sz="1200" dirty="0">
                    <a:latin typeface="Arial" charset="0"/>
                    <a:cs typeface="Arial" charset="0"/>
                  </a:rPr>
                  <a:t>R:3/6</a:t>
                </a:r>
                <a:endParaRPr lang="ru-RU" sz="1200" dirty="0">
                  <a:latin typeface="+mj-lt"/>
                  <a:cs typeface="Arial" charset="0"/>
                </a:endParaRPr>
              </a:p>
              <a:p>
                <a:pPr algn="ctr" eaLnBrk="1" hangingPunct="1">
                  <a:defRPr/>
                </a:pPr>
                <a:endParaRPr lang="ru-RU" sz="1200" dirty="0">
                  <a:latin typeface="+mj-lt"/>
                  <a:cs typeface="Arial" charset="0"/>
                </a:endParaRPr>
              </a:p>
            </p:txBody>
          </p:sp>
          <p:sp>
            <p:nvSpPr>
              <p:cNvPr id="164" name="Прямоугольник 53">
                <a:extLst>
                  <a:ext uri="{FF2B5EF4-FFF2-40B4-BE49-F238E27FC236}">
                    <a16:creationId xmlns:a16="http://schemas.microsoft.com/office/drawing/2014/main" id="{E2DE8AE5-CEFC-4D71-9441-B156B35FFEB2}"/>
                  </a:ext>
                </a:extLst>
              </p:cNvPr>
              <p:cNvSpPr/>
              <p:nvPr/>
            </p:nvSpPr>
            <p:spPr bwMode="auto">
              <a:xfrm>
                <a:off x="4603799" y="3493680"/>
                <a:ext cx="714375"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latin typeface="+mj-lt"/>
                    <a:cs typeface="Arial" charset="0"/>
                  </a:rPr>
                  <a:t>A:3/5</a:t>
                </a:r>
                <a:endParaRPr lang="en-US" sz="1200" dirty="0">
                  <a:latin typeface="+mj-lt"/>
                  <a:cs typeface="Arial" charset="0"/>
                </a:endParaRPr>
              </a:p>
              <a:p>
                <a:pPr algn="ctr" eaLnBrk="1" hangingPunct="1">
                  <a:defRPr/>
                </a:pPr>
                <a:r>
                  <a:rPr lang="ru-RU" sz="1200" dirty="0">
                    <a:latin typeface="Arial" charset="0"/>
                    <a:cs typeface="Arial" charset="0"/>
                  </a:rPr>
                  <a:t>R:7/4</a:t>
                </a:r>
                <a:endParaRPr lang="ru-RU" sz="1200" dirty="0">
                  <a:latin typeface="+mj-lt"/>
                  <a:cs typeface="Arial" charset="0"/>
                </a:endParaRPr>
              </a:p>
              <a:p>
                <a:pPr algn="ctr" eaLnBrk="1" hangingPunct="1">
                  <a:defRPr/>
                </a:pPr>
                <a:endParaRPr lang="ru-RU" sz="1200" dirty="0">
                  <a:latin typeface="+mj-lt"/>
                  <a:cs typeface="Arial" charset="0"/>
                </a:endParaRPr>
              </a:p>
            </p:txBody>
          </p:sp>
          <p:sp>
            <p:nvSpPr>
              <p:cNvPr id="165" name="Прямоугольник 54">
                <a:extLst>
                  <a:ext uri="{FF2B5EF4-FFF2-40B4-BE49-F238E27FC236}">
                    <a16:creationId xmlns:a16="http://schemas.microsoft.com/office/drawing/2014/main" id="{9458D623-BAF9-422C-AE16-FE6610E65A54}"/>
                  </a:ext>
                </a:extLst>
              </p:cNvPr>
              <p:cNvSpPr/>
              <p:nvPr/>
            </p:nvSpPr>
            <p:spPr bwMode="auto">
              <a:xfrm>
                <a:off x="5367386" y="4665255"/>
                <a:ext cx="714375"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r>
                  <a:rPr lang="ru-RU" sz="1200" dirty="0">
                    <a:latin typeface="+mj-lt"/>
                    <a:cs typeface="Arial" charset="0"/>
                  </a:rPr>
                  <a:t>A:7/6</a:t>
                </a:r>
              </a:p>
              <a:p>
                <a:pPr algn="ctr" eaLnBrk="1" hangingPunct="1">
                  <a:defRPr/>
                </a:pPr>
                <a:r>
                  <a:rPr lang="ru-RU" sz="1200" dirty="0">
                    <a:latin typeface="Arial" charset="0"/>
                    <a:cs typeface="Arial" charset="0"/>
                  </a:rPr>
                  <a:t>R:7/9</a:t>
                </a:r>
                <a:endParaRPr lang="ru-RU" sz="1200" dirty="0">
                  <a:latin typeface="+mj-lt"/>
                  <a:cs typeface="Arial" charset="0"/>
                </a:endParaRPr>
              </a:p>
            </p:txBody>
          </p:sp>
          <p:sp>
            <p:nvSpPr>
              <p:cNvPr id="166" name="Прямоугольник 55">
                <a:extLst>
                  <a:ext uri="{FF2B5EF4-FFF2-40B4-BE49-F238E27FC236}">
                    <a16:creationId xmlns:a16="http://schemas.microsoft.com/office/drawing/2014/main" id="{3EF5F6E8-0582-4C9A-8C1F-FAF75E6A355F}"/>
                  </a:ext>
                </a:extLst>
              </p:cNvPr>
              <p:cNvSpPr/>
              <p:nvPr/>
            </p:nvSpPr>
            <p:spPr bwMode="auto">
              <a:xfrm>
                <a:off x="6438949" y="3492092"/>
                <a:ext cx="842962"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just" eaLnBrk="1" hangingPunct="1">
                  <a:defRPr/>
                </a:pPr>
                <a:r>
                  <a:rPr lang="ru-RU" sz="1200" dirty="0">
                    <a:solidFill>
                      <a:srgbClr val="0000FF"/>
                    </a:solidFill>
                    <a:latin typeface="+mj-lt"/>
                    <a:cs typeface="Arial" charset="0"/>
                  </a:rPr>
                  <a:t>A:7/11</a:t>
                </a:r>
                <a:endParaRPr lang="en-US" sz="1200" dirty="0">
                  <a:solidFill>
                    <a:srgbClr val="0000FF"/>
                  </a:solidFill>
                  <a:latin typeface="+mj-lt"/>
                  <a:cs typeface="Arial" charset="0"/>
                </a:endParaRPr>
              </a:p>
              <a:p>
                <a:pPr algn="just" eaLnBrk="1" hangingPunct="1">
                  <a:defRPr/>
                </a:pPr>
                <a:r>
                  <a:rPr lang="ru-RU" sz="1200" dirty="0">
                    <a:latin typeface="Arial" charset="0"/>
                    <a:cs typeface="Arial" charset="0"/>
                  </a:rPr>
                  <a:t>R:10/10</a:t>
                </a:r>
                <a:endParaRPr lang="ru-RU" sz="1200" dirty="0">
                  <a:latin typeface="+mj-lt"/>
                  <a:cs typeface="Arial" charset="0"/>
                </a:endParaRPr>
              </a:p>
            </p:txBody>
          </p:sp>
          <p:sp>
            <p:nvSpPr>
              <p:cNvPr id="167" name="Прямоугольник 56">
                <a:extLst>
                  <a:ext uri="{FF2B5EF4-FFF2-40B4-BE49-F238E27FC236}">
                    <a16:creationId xmlns:a16="http://schemas.microsoft.com/office/drawing/2014/main" id="{CE987F82-65C9-4A67-9439-A00A52B070FB}"/>
                  </a:ext>
                </a:extLst>
              </p:cNvPr>
              <p:cNvSpPr/>
              <p:nvPr/>
            </p:nvSpPr>
            <p:spPr bwMode="auto">
              <a:xfrm>
                <a:off x="5719811" y="2568167"/>
                <a:ext cx="714375"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solidFill>
                      <a:srgbClr val="0000FF"/>
                    </a:solidFill>
                    <a:latin typeface="+mj-lt"/>
                    <a:cs typeface="Arial" charset="0"/>
                  </a:rPr>
                  <a:t>A:8/5</a:t>
                </a:r>
              </a:p>
              <a:p>
                <a:pPr algn="ctr" eaLnBrk="1" hangingPunct="1">
                  <a:defRPr/>
                </a:pPr>
                <a:r>
                  <a:rPr lang="ru-RU" sz="1200" dirty="0">
                    <a:latin typeface="Arial" charset="0"/>
                    <a:cs typeface="Arial" charset="0"/>
                  </a:rPr>
                  <a:t>R:7/9</a:t>
                </a:r>
                <a:endParaRPr lang="en-US" sz="1200" dirty="0">
                  <a:latin typeface="+mj-lt"/>
                  <a:cs typeface="Arial" charset="0"/>
                </a:endParaRPr>
              </a:p>
              <a:p>
                <a:pPr algn="ctr" eaLnBrk="1" hangingPunct="1">
                  <a:defRPr/>
                </a:pPr>
                <a:endParaRPr lang="ru-RU" sz="1200" dirty="0">
                  <a:latin typeface="+mj-lt"/>
                  <a:cs typeface="Arial" charset="0"/>
                </a:endParaRPr>
              </a:p>
            </p:txBody>
          </p:sp>
          <p:sp>
            <p:nvSpPr>
              <p:cNvPr id="168" name="Прямоугольник 57">
                <a:extLst>
                  <a:ext uri="{FF2B5EF4-FFF2-40B4-BE49-F238E27FC236}">
                    <a16:creationId xmlns:a16="http://schemas.microsoft.com/office/drawing/2014/main" id="{F8907F2F-FB0B-4BFD-9C0F-3393195CF25C}"/>
                  </a:ext>
                </a:extLst>
              </p:cNvPr>
              <p:cNvSpPr/>
              <p:nvPr/>
            </p:nvSpPr>
            <p:spPr bwMode="auto">
              <a:xfrm>
                <a:off x="3510011" y="2139542"/>
                <a:ext cx="714375"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r>
                  <a:rPr lang="ru-RU" sz="1200" dirty="0">
                    <a:solidFill>
                      <a:srgbClr val="0000FF"/>
                    </a:solidFill>
                    <a:latin typeface="+mj-lt"/>
                    <a:cs typeface="Arial" charset="0"/>
                  </a:rPr>
                  <a:t>A:2/1</a:t>
                </a:r>
              </a:p>
              <a:p>
                <a:pPr algn="ctr" eaLnBrk="1" hangingPunct="1">
                  <a:defRPr/>
                </a:pPr>
                <a:r>
                  <a:rPr lang="ru-RU" sz="1200" dirty="0">
                    <a:latin typeface="Arial" charset="0"/>
                    <a:cs typeface="Arial" charset="0"/>
                  </a:rPr>
                  <a:t>R:7/4</a:t>
                </a:r>
                <a:endParaRPr lang="ru-RU" sz="1200" dirty="0">
                  <a:latin typeface="+mj-lt"/>
                  <a:cs typeface="Arial" charset="0"/>
                </a:endParaRPr>
              </a:p>
              <a:p>
                <a:pPr algn="ctr" eaLnBrk="1" hangingPunct="1">
                  <a:defRPr/>
                </a:pPr>
                <a:endParaRPr lang="ru-RU" sz="1200" dirty="0">
                  <a:latin typeface="+mj-lt"/>
                  <a:cs typeface="Arial" charset="0"/>
                </a:endParaRPr>
              </a:p>
            </p:txBody>
          </p:sp>
          <p:grpSp>
            <p:nvGrpSpPr>
              <p:cNvPr id="24597" name="Group 169">
                <a:extLst>
                  <a:ext uri="{FF2B5EF4-FFF2-40B4-BE49-F238E27FC236}">
                    <a16:creationId xmlns:a16="http://schemas.microsoft.com/office/drawing/2014/main" id="{0DA5188D-C148-4700-8A2B-DE0FF262DFED}"/>
                  </a:ext>
                </a:extLst>
              </p:cNvPr>
              <p:cNvGrpSpPr>
                <a:grpSpLocks/>
              </p:cNvGrpSpPr>
              <p:nvPr/>
            </p:nvGrpSpPr>
            <p:grpSpPr bwMode="auto">
              <a:xfrm>
                <a:off x="2652767" y="2608438"/>
                <a:ext cx="2338813" cy="294978"/>
                <a:chOff x="2652767" y="2608438"/>
                <a:chExt cx="2338813" cy="294978"/>
              </a:xfrm>
            </p:grpSpPr>
            <p:sp>
              <p:nvSpPr>
                <p:cNvPr id="233" name="Flowchart: Delay 53">
                  <a:extLst>
                    <a:ext uri="{FF2B5EF4-FFF2-40B4-BE49-F238E27FC236}">
                      <a16:creationId xmlns:a16="http://schemas.microsoft.com/office/drawing/2014/main" id="{E56ADF6F-63C0-4D24-B9E7-5C2FE31DB73F}"/>
                    </a:ext>
                  </a:extLst>
                </p:cNvPr>
                <p:cNvSpPr/>
                <p:nvPr/>
              </p:nvSpPr>
              <p:spPr bwMode="auto">
                <a:xfrm>
                  <a:off x="3059161" y="2607855"/>
                  <a:ext cx="330200"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000" baseline="-25000" dirty="0">
                    <a:latin typeface="+mj-lt"/>
                    <a:cs typeface="Arial" charset="0"/>
                  </a:endParaRPr>
                </a:p>
              </p:txBody>
            </p:sp>
            <p:cxnSp>
              <p:nvCxnSpPr>
                <p:cNvPr id="24661" name="Прямая соединительная линия 18">
                  <a:extLst>
                    <a:ext uri="{FF2B5EF4-FFF2-40B4-BE49-F238E27FC236}">
                      <a16:creationId xmlns:a16="http://schemas.microsoft.com/office/drawing/2014/main" id="{F2CA03F3-1D3B-4733-8B89-01898E465A31}"/>
                    </a:ext>
                  </a:extLst>
                </p:cNvPr>
                <p:cNvCxnSpPr>
                  <a:cxnSpLocks noChangeShapeType="1"/>
                </p:cNvCxnSpPr>
                <p:nvPr/>
              </p:nvCxnSpPr>
              <p:spPr bwMode="auto">
                <a:xfrm>
                  <a:off x="2652767" y="2696515"/>
                  <a:ext cx="407476" cy="0"/>
                </a:xfrm>
                <a:prstGeom prst="line">
                  <a:avLst/>
                </a:prstGeom>
                <a:noFill/>
                <a:ln w="9525" algn="ctr">
                  <a:solidFill>
                    <a:schemeClr val="tx1"/>
                  </a:solidFill>
                  <a:round/>
                  <a:headEnd/>
                  <a:tailEnd/>
                </a:ln>
              </p:spPr>
            </p:cxnSp>
            <p:cxnSp>
              <p:nvCxnSpPr>
                <p:cNvPr id="24662" name="Прямая соединительная линия 19">
                  <a:extLst>
                    <a:ext uri="{FF2B5EF4-FFF2-40B4-BE49-F238E27FC236}">
                      <a16:creationId xmlns:a16="http://schemas.microsoft.com/office/drawing/2014/main" id="{7D07DEB6-2637-4974-B084-EC2F4209F486}"/>
                    </a:ext>
                  </a:extLst>
                </p:cNvPr>
                <p:cNvCxnSpPr>
                  <a:cxnSpLocks noChangeShapeType="1"/>
                </p:cNvCxnSpPr>
                <p:nvPr/>
              </p:nvCxnSpPr>
              <p:spPr bwMode="auto">
                <a:xfrm>
                  <a:off x="2654205" y="2851544"/>
                  <a:ext cx="407476" cy="0"/>
                </a:xfrm>
                <a:prstGeom prst="line">
                  <a:avLst/>
                </a:prstGeom>
                <a:noFill/>
                <a:ln w="9525" algn="ctr">
                  <a:solidFill>
                    <a:schemeClr val="tx1"/>
                  </a:solidFill>
                  <a:round/>
                  <a:headEnd/>
                  <a:tailEnd/>
                </a:ln>
              </p:spPr>
            </p:cxnSp>
            <p:cxnSp>
              <p:nvCxnSpPr>
                <p:cNvPr id="24663" name="Прямая соединительная линия 35">
                  <a:extLst>
                    <a:ext uri="{FF2B5EF4-FFF2-40B4-BE49-F238E27FC236}">
                      <a16:creationId xmlns:a16="http://schemas.microsoft.com/office/drawing/2014/main" id="{FCBE455D-76A0-4533-B575-6D52C37D0443}"/>
                    </a:ext>
                  </a:extLst>
                </p:cNvPr>
                <p:cNvCxnSpPr>
                  <a:cxnSpLocks noChangeShapeType="1"/>
                  <a:endCxn id="218" idx="1"/>
                </p:cNvCxnSpPr>
                <p:nvPr/>
              </p:nvCxnSpPr>
              <p:spPr bwMode="auto">
                <a:xfrm>
                  <a:off x="3480358" y="2755927"/>
                  <a:ext cx="1511222" cy="0"/>
                </a:xfrm>
                <a:prstGeom prst="line">
                  <a:avLst/>
                </a:prstGeom>
                <a:noFill/>
                <a:ln w="9525" algn="ctr">
                  <a:solidFill>
                    <a:schemeClr val="tx1"/>
                  </a:solidFill>
                  <a:round/>
                  <a:headEnd/>
                  <a:tailEnd/>
                </a:ln>
              </p:spPr>
            </p:cxnSp>
            <p:sp>
              <p:nvSpPr>
                <p:cNvPr id="237" name="TextBox 236">
                  <a:extLst>
                    <a:ext uri="{FF2B5EF4-FFF2-40B4-BE49-F238E27FC236}">
                      <a16:creationId xmlns:a16="http://schemas.microsoft.com/office/drawing/2014/main" id="{4D624154-E47E-4131-8114-083C81CBB755}"/>
                    </a:ext>
                  </a:extLst>
                </p:cNvPr>
                <p:cNvSpPr txBox="1"/>
                <p:nvPr/>
              </p:nvSpPr>
              <p:spPr>
                <a:xfrm>
                  <a:off x="3033761" y="2639605"/>
                  <a:ext cx="373063" cy="254000"/>
                </a:xfrm>
                <a:prstGeom prst="rect">
                  <a:avLst/>
                </a:prstGeom>
                <a:noFill/>
              </p:spPr>
              <p:txBody>
                <a:bodyPr wrap="none">
                  <a:spAutoFit/>
                </a:bodyPr>
                <a:lstStyle/>
                <a:p>
                  <a:pPr algn="ctr" eaLnBrk="1" hangingPunct="1">
                    <a:defRPr/>
                  </a:pPr>
                  <a:r>
                    <a:rPr lang="en-US" sz="1000" dirty="0">
                      <a:solidFill>
                        <a:schemeClr val="bg1"/>
                      </a:solidFill>
                      <a:latin typeface="+mj-lt"/>
                      <a:cs typeface="Arial" charset="0"/>
                    </a:rPr>
                    <a:t>2/1</a:t>
                  </a:r>
                </a:p>
              </p:txBody>
            </p:sp>
            <p:sp>
              <p:nvSpPr>
                <p:cNvPr id="24665" name="Oval 237">
                  <a:extLst>
                    <a:ext uri="{FF2B5EF4-FFF2-40B4-BE49-F238E27FC236}">
                      <a16:creationId xmlns:a16="http://schemas.microsoft.com/office/drawing/2014/main" id="{A147FC9E-F06A-4E49-A0F6-3063FC26248B}"/>
                    </a:ext>
                  </a:extLst>
                </p:cNvPr>
                <p:cNvSpPr>
                  <a:spLocks noChangeArrowheads="1"/>
                </p:cNvSpPr>
                <p:nvPr/>
              </p:nvSpPr>
              <p:spPr bwMode="auto">
                <a:xfrm>
                  <a:off x="3394075" y="2717797"/>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000"/>
                </a:p>
              </p:txBody>
            </p:sp>
          </p:grpSp>
          <p:sp>
            <p:nvSpPr>
              <p:cNvPr id="171" name="Flowchart: Delay 53">
                <a:extLst>
                  <a:ext uri="{FF2B5EF4-FFF2-40B4-BE49-F238E27FC236}">
                    <a16:creationId xmlns:a16="http://schemas.microsoft.com/office/drawing/2014/main" id="{CBC53A5E-C830-4D9E-B89A-DF1FE9D58D9F}"/>
                  </a:ext>
                </a:extLst>
              </p:cNvPr>
              <p:cNvSpPr/>
              <p:nvPr/>
            </p:nvSpPr>
            <p:spPr bwMode="auto">
              <a:xfrm>
                <a:off x="3067099" y="3285717"/>
                <a:ext cx="32861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000" baseline="-25000" dirty="0">
                  <a:latin typeface="+mj-lt"/>
                  <a:cs typeface="Arial" charset="0"/>
                </a:endParaRPr>
              </a:p>
            </p:txBody>
          </p:sp>
          <p:cxnSp>
            <p:nvCxnSpPr>
              <p:cNvPr id="24599" name="Прямая соединительная линия 18">
                <a:extLst>
                  <a:ext uri="{FF2B5EF4-FFF2-40B4-BE49-F238E27FC236}">
                    <a16:creationId xmlns:a16="http://schemas.microsoft.com/office/drawing/2014/main" id="{3BB37CA5-B575-4CAF-83F0-440FFEDC1239}"/>
                  </a:ext>
                </a:extLst>
              </p:cNvPr>
              <p:cNvCxnSpPr>
                <a:cxnSpLocks noChangeShapeType="1"/>
              </p:cNvCxnSpPr>
              <p:nvPr/>
            </p:nvCxnSpPr>
            <p:spPr bwMode="auto">
              <a:xfrm>
                <a:off x="2659380" y="3374499"/>
                <a:ext cx="407476" cy="0"/>
              </a:xfrm>
              <a:prstGeom prst="line">
                <a:avLst/>
              </a:prstGeom>
              <a:noFill/>
              <a:ln w="9525" algn="ctr">
                <a:solidFill>
                  <a:schemeClr val="tx1"/>
                </a:solidFill>
                <a:round/>
                <a:headEnd/>
                <a:tailEnd/>
              </a:ln>
            </p:spPr>
          </p:cxnSp>
          <p:cxnSp>
            <p:nvCxnSpPr>
              <p:cNvPr id="24600" name="Прямая соединительная линия 19">
                <a:extLst>
                  <a:ext uri="{FF2B5EF4-FFF2-40B4-BE49-F238E27FC236}">
                    <a16:creationId xmlns:a16="http://schemas.microsoft.com/office/drawing/2014/main" id="{0DE2EEBD-079D-4C25-9C74-46645510696F}"/>
                  </a:ext>
                </a:extLst>
              </p:cNvPr>
              <p:cNvCxnSpPr>
                <a:cxnSpLocks noChangeShapeType="1"/>
              </p:cNvCxnSpPr>
              <p:nvPr/>
            </p:nvCxnSpPr>
            <p:spPr bwMode="auto">
              <a:xfrm>
                <a:off x="2663199" y="3529528"/>
                <a:ext cx="407476" cy="0"/>
              </a:xfrm>
              <a:prstGeom prst="line">
                <a:avLst/>
              </a:prstGeom>
              <a:noFill/>
              <a:ln w="9525" algn="ctr">
                <a:solidFill>
                  <a:schemeClr val="tx1"/>
                </a:solidFill>
                <a:round/>
                <a:headEnd/>
                <a:tailEnd/>
              </a:ln>
            </p:spPr>
          </p:cxnSp>
          <p:cxnSp>
            <p:nvCxnSpPr>
              <p:cNvPr id="24601" name="Прямая соединительная линия 35">
                <a:extLst>
                  <a:ext uri="{FF2B5EF4-FFF2-40B4-BE49-F238E27FC236}">
                    <a16:creationId xmlns:a16="http://schemas.microsoft.com/office/drawing/2014/main" id="{7D4CE677-AA53-4318-8DF2-903B62816729}"/>
                  </a:ext>
                </a:extLst>
              </p:cNvPr>
              <p:cNvCxnSpPr>
                <a:cxnSpLocks noChangeShapeType="1"/>
              </p:cNvCxnSpPr>
              <p:nvPr/>
            </p:nvCxnSpPr>
            <p:spPr bwMode="auto">
              <a:xfrm flipV="1">
                <a:off x="3477447" y="3431381"/>
                <a:ext cx="387322" cy="0"/>
              </a:xfrm>
              <a:prstGeom prst="line">
                <a:avLst/>
              </a:prstGeom>
              <a:noFill/>
              <a:ln w="9525" algn="ctr">
                <a:solidFill>
                  <a:schemeClr val="tx1"/>
                </a:solidFill>
                <a:round/>
                <a:headEnd/>
                <a:tailEnd/>
              </a:ln>
            </p:spPr>
          </p:cxnSp>
          <p:sp>
            <p:nvSpPr>
              <p:cNvPr id="175" name="TextBox 174">
                <a:extLst>
                  <a:ext uri="{FF2B5EF4-FFF2-40B4-BE49-F238E27FC236}">
                    <a16:creationId xmlns:a16="http://schemas.microsoft.com/office/drawing/2014/main" id="{E0333E7E-79B9-4EC7-ACAC-CA736037AA1E}"/>
                  </a:ext>
                </a:extLst>
              </p:cNvPr>
              <p:cNvSpPr txBox="1"/>
              <p:nvPr/>
            </p:nvSpPr>
            <p:spPr>
              <a:xfrm>
                <a:off x="3040111" y="3319055"/>
                <a:ext cx="373063" cy="254000"/>
              </a:xfrm>
              <a:prstGeom prst="rect">
                <a:avLst/>
              </a:prstGeom>
              <a:noFill/>
            </p:spPr>
            <p:txBody>
              <a:bodyPr wrap="none">
                <a:spAutoFit/>
              </a:bodyPr>
              <a:lstStyle/>
              <a:p>
                <a:pPr algn="ctr" eaLnBrk="1" hangingPunct="1">
                  <a:defRPr/>
                </a:pPr>
                <a:r>
                  <a:rPr lang="en-US" sz="1000" dirty="0">
                    <a:solidFill>
                      <a:schemeClr val="bg1"/>
                    </a:solidFill>
                    <a:latin typeface="+mj-lt"/>
                    <a:cs typeface="Arial" charset="0"/>
                  </a:rPr>
                  <a:t>4/2</a:t>
                </a:r>
              </a:p>
            </p:txBody>
          </p:sp>
          <p:sp>
            <p:nvSpPr>
              <p:cNvPr id="24603" name="Oval 175">
                <a:extLst>
                  <a:ext uri="{FF2B5EF4-FFF2-40B4-BE49-F238E27FC236}">
                    <a16:creationId xmlns:a16="http://schemas.microsoft.com/office/drawing/2014/main" id="{86AD7622-A098-445C-8D78-59A5AF58ACA7}"/>
                  </a:ext>
                </a:extLst>
              </p:cNvPr>
              <p:cNvSpPr>
                <a:spLocks noChangeArrowheads="1"/>
              </p:cNvSpPr>
              <p:nvPr/>
            </p:nvSpPr>
            <p:spPr bwMode="auto">
              <a:xfrm>
                <a:off x="3400688" y="339501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000"/>
              </a:p>
            </p:txBody>
          </p:sp>
          <p:grpSp>
            <p:nvGrpSpPr>
              <p:cNvPr id="24604" name="Group 176">
                <a:extLst>
                  <a:ext uri="{FF2B5EF4-FFF2-40B4-BE49-F238E27FC236}">
                    <a16:creationId xmlns:a16="http://schemas.microsoft.com/office/drawing/2014/main" id="{20677C87-EDEF-414C-850E-2ACC77F279AD}"/>
                  </a:ext>
                </a:extLst>
              </p:cNvPr>
              <p:cNvGrpSpPr>
                <a:grpSpLocks/>
              </p:cNvGrpSpPr>
              <p:nvPr/>
            </p:nvGrpSpPr>
            <p:grpSpPr bwMode="auto">
              <a:xfrm>
                <a:off x="2659857" y="3905184"/>
                <a:ext cx="1205389" cy="294978"/>
                <a:chOff x="2659857" y="3495652"/>
                <a:chExt cx="1205389" cy="294978"/>
              </a:xfrm>
            </p:grpSpPr>
            <p:sp>
              <p:nvSpPr>
                <p:cNvPr id="227" name="Flowchart: Delay 53">
                  <a:extLst>
                    <a:ext uri="{FF2B5EF4-FFF2-40B4-BE49-F238E27FC236}">
                      <a16:creationId xmlns:a16="http://schemas.microsoft.com/office/drawing/2014/main" id="{148BE659-A174-41F5-ADFE-BAEED5A9F4F7}"/>
                    </a:ext>
                  </a:extLst>
                </p:cNvPr>
                <p:cNvSpPr/>
                <p:nvPr/>
              </p:nvSpPr>
              <p:spPr bwMode="auto">
                <a:xfrm>
                  <a:off x="3067099" y="3495310"/>
                  <a:ext cx="330200"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000" baseline="-25000" dirty="0">
                    <a:latin typeface="+mj-lt"/>
                    <a:cs typeface="Arial" charset="0"/>
                  </a:endParaRPr>
                </a:p>
              </p:txBody>
            </p:sp>
            <p:cxnSp>
              <p:nvCxnSpPr>
                <p:cNvPr id="24655" name="Прямая соединительная линия 18">
                  <a:extLst>
                    <a:ext uri="{FF2B5EF4-FFF2-40B4-BE49-F238E27FC236}">
                      <a16:creationId xmlns:a16="http://schemas.microsoft.com/office/drawing/2014/main" id="{7D21D8A9-AAE0-4F65-AF15-6C821A4F6CC3}"/>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24656" name="Прямая соединительная линия 19">
                  <a:extLst>
                    <a:ext uri="{FF2B5EF4-FFF2-40B4-BE49-F238E27FC236}">
                      <a16:creationId xmlns:a16="http://schemas.microsoft.com/office/drawing/2014/main" id="{5CF0631D-ABB6-4641-94E7-7C602728FD29}"/>
                    </a:ext>
                  </a:extLst>
                </p:cNvPr>
                <p:cNvCxnSpPr>
                  <a:cxnSpLocks noChangeShapeType="1"/>
                </p:cNvCxnSpPr>
                <p:nvPr/>
              </p:nvCxnSpPr>
              <p:spPr bwMode="auto">
                <a:xfrm>
                  <a:off x="2663676" y="3738758"/>
                  <a:ext cx="407476" cy="0"/>
                </a:xfrm>
                <a:prstGeom prst="line">
                  <a:avLst/>
                </a:prstGeom>
                <a:noFill/>
                <a:ln w="9525" algn="ctr">
                  <a:solidFill>
                    <a:schemeClr val="tx1"/>
                  </a:solidFill>
                  <a:round/>
                  <a:headEnd/>
                  <a:tailEnd/>
                </a:ln>
              </p:spPr>
            </p:cxnSp>
            <p:cxnSp>
              <p:nvCxnSpPr>
                <p:cNvPr id="24657" name="Прямая соединительная линия 35">
                  <a:extLst>
                    <a:ext uri="{FF2B5EF4-FFF2-40B4-BE49-F238E27FC236}">
                      <a16:creationId xmlns:a16="http://schemas.microsoft.com/office/drawing/2014/main" id="{BD2B84CC-998E-4521-BE9D-CDA467CF70CD}"/>
                    </a:ext>
                  </a:extLst>
                </p:cNvPr>
                <p:cNvCxnSpPr>
                  <a:cxnSpLocks noChangeShapeType="1"/>
                </p:cNvCxnSpPr>
                <p:nvPr/>
              </p:nvCxnSpPr>
              <p:spPr bwMode="auto">
                <a:xfrm flipV="1">
                  <a:off x="3477924" y="3640611"/>
                  <a:ext cx="387322" cy="0"/>
                </a:xfrm>
                <a:prstGeom prst="line">
                  <a:avLst/>
                </a:prstGeom>
                <a:noFill/>
                <a:ln w="9525" algn="ctr">
                  <a:solidFill>
                    <a:schemeClr val="tx1"/>
                  </a:solidFill>
                  <a:round/>
                  <a:headEnd/>
                  <a:tailEnd/>
                </a:ln>
              </p:spPr>
            </p:cxnSp>
            <p:sp>
              <p:nvSpPr>
                <p:cNvPr id="231" name="TextBox 230">
                  <a:extLst>
                    <a:ext uri="{FF2B5EF4-FFF2-40B4-BE49-F238E27FC236}">
                      <a16:creationId xmlns:a16="http://schemas.microsoft.com/office/drawing/2014/main" id="{A44F6A47-81C4-42AF-9DA4-CFD68AC701C9}"/>
                    </a:ext>
                  </a:extLst>
                </p:cNvPr>
                <p:cNvSpPr txBox="1"/>
                <p:nvPr/>
              </p:nvSpPr>
              <p:spPr>
                <a:xfrm>
                  <a:off x="3041699" y="3527060"/>
                  <a:ext cx="371475" cy="254000"/>
                </a:xfrm>
                <a:prstGeom prst="rect">
                  <a:avLst/>
                </a:prstGeom>
                <a:noFill/>
              </p:spPr>
              <p:txBody>
                <a:bodyPr wrap="none">
                  <a:spAutoFit/>
                </a:bodyPr>
                <a:lstStyle/>
                <a:p>
                  <a:pPr algn="ctr" eaLnBrk="1" hangingPunct="1">
                    <a:defRPr/>
                  </a:pPr>
                  <a:r>
                    <a:rPr lang="en-US" sz="1000" dirty="0">
                      <a:solidFill>
                        <a:schemeClr val="bg1"/>
                      </a:solidFill>
                      <a:latin typeface="+mj-lt"/>
                      <a:cs typeface="Arial" charset="0"/>
                    </a:rPr>
                    <a:t>3/1</a:t>
                  </a:r>
                </a:p>
              </p:txBody>
            </p:sp>
            <p:sp>
              <p:nvSpPr>
                <p:cNvPr id="24659" name="Oval 231">
                  <a:extLst>
                    <a:ext uri="{FF2B5EF4-FFF2-40B4-BE49-F238E27FC236}">
                      <a16:creationId xmlns:a16="http://schemas.microsoft.com/office/drawing/2014/main" id="{A9E8CCD8-00E1-433E-A0FD-479849D6A027}"/>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000"/>
                </a:p>
              </p:txBody>
            </p:sp>
          </p:grpSp>
          <p:sp>
            <p:nvSpPr>
              <p:cNvPr id="178" name="Flowchart: Delay 53">
                <a:extLst>
                  <a:ext uri="{FF2B5EF4-FFF2-40B4-BE49-F238E27FC236}">
                    <a16:creationId xmlns:a16="http://schemas.microsoft.com/office/drawing/2014/main" id="{9210B050-47BC-4EC4-9356-A0F9F19C301C}"/>
                  </a:ext>
                </a:extLst>
              </p:cNvPr>
              <p:cNvSpPr/>
              <p:nvPr/>
            </p:nvSpPr>
            <p:spPr bwMode="auto">
              <a:xfrm>
                <a:off x="3973561" y="3595280"/>
                <a:ext cx="330200"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000" baseline="-25000" dirty="0">
                  <a:latin typeface="+mj-lt"/>
                  <a:cs typeface="Arial" charset="0"/>
                </a:endParaRPr>
              </a:p>
            </p:txBody>
          </p:sp>
          <p:cxnSp>
            <p:nvCxnSpPr>
              <p:cNvPr id="24606" name="Прямая соединительная линия 18">
                <a:extLst>
                  <a:ext uri="{FF2B5EF4-FFF2-40B4-BE49-F238E27FC236}">
                    <a16:creationId xmlns:a16="http://schemas.microsoft.com/office/drawing/2014/main" id="{B2D9B748-616C-4403-A25F-FBB5A05FC279}"/>
                  </a:ext>
                </a:extLst>
              </p:cNvPr>
              <p:cNvCxnSpPr>
                <a:cxnSpLocks noChangeShapeType="1"/>
              </p:cNvCxnSpPr>
              <p:nvPr/>
            </p:nvCxnSpPr>
            <p:spPr bwMode="auto">
              <a:xfrm>
                <a:off x="3860007" y="3684069"/>
                <a:ext cx="109821" cy="0"/>
              </a:xfrm>
              <a:prstGeom prst="line">
                <a:avLst/>
              </a:prstGeom>
              <a:noFill/>
              <a:ln w="9525" algn="ctr">
                <a:solidFill>
                  <a:schemeClr val="tx1"/>
                </a:solidFill>
                <a:round/>
                <a:headEnd/>
                <a:tailEnd/>
              </a:ln>
            </p:spPr>
          </p:cxnSp>
          <p:sp>
            <p:nvSpPr>
              <p:cNvPr id="180" name="TextBox 179">
                <a:extLst>
                  <a:ext uri="{FF2B5EF4-FFF2-40B4-BE49-F238E27FC236}">
                    <a16:creationId xmlns:a16="http://schemas.microsoft.com/office/drawing/2014/main" id="{B247183E-AA1D-45C6-BD7F-98B07CB96FCD}"/>
                  </a:ext>
                </a:extLst>
              </p:cNvPr>
              <p:cNvSpPr txBox="1"/>
              <p:nvPr/>
            </p:nvSpPr>
            <p:spPr>
              <a:xfrm>
                <a:off x="3948161" y="3628617"/>
                <a:ext cx="373063" cy="254000"/>
              </a:xfrm>
              <a:prstGeom prst="rect">
                <a:avLst/>
              </a:prstGeom>
              <a:noFill/>
            </p:spPr>
            <p:txBody>
              <a:bodyPr wrap="none">
                <a:spAutoFit/>
              </a:bodyPr>
              <a:lstStyle/>
              <a:p>
                <a:pPr algn="ctr" eaLnBrk="1" hangingPunct="1">
                  <a:defRPr/>
                </a:pPr>
                <a:r>
                  <a:rPr lang="en-US" sz="1000" dirty="0">
                    <a:solidFill>
                      <a:schemeClr val="bg1"/>
                    </a:solidFill>
                    <a:latin typeface="+mj-lt"/>
                    <a:cs typeface="Arial" charset="0"/>
                  </a:rPr>
                  <a:t>1/1</a:t>
                </a:r>
              </a:p>
            </p:txBody>
          </p:sp>
          <p:sp>
            <p:nvSpPr>
              <p:cNvPr id="24608" name="Oval 180">
                <a:extLst>
                  <a:ext uri="{FF2B5EF4-FFF2-40B4-BE49-F238E27FC236}">
                    <a16:creationId xmlns:a16="http://schemas.microsoft.com/office/drawing/2014/main" id="{47AEDAE8-C16A-4A41-AA83-2F046271A05D}"/>
                  </a:ext>
                </a:extLst>
              </p:cNvPr>
              <p:cNvSpPr>
                <a:spLocks noChangeArrowheads="1"/>
              </p:cNvSpPr>
              <p:nvPr/>
            </p:nvSpPr>
            <p:spPr bwMode="auto">
              <a:xfrm>
                <a:off x="4308422" y="370458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000"/>
              </a:p>
            </p:txBody>
          </p:sp>
          <p:cxnSp>
            <p:nvCxnSpPr>
              <p:cNvPr id="24609" name="Прямая соединительная линия 42">
                <a:extLst>
                  <a:ext uri="{FF2B5EF4-FFF2-40B4-BE49-F238E27FC236}">
                    <a16:creationId xmlns:a16="http://schemas.microsoft.com/office/drawing/2014/main" id="{B36FDB88-5C42-46C6-A0F7-95637FDEFBEB}"/>
                  </a:ext>
                </a:extLst>
              </p:cNvPr>
              <p:cNvCxnSpPr>
                <a:cxnSpLocks noChangeShapeType="1"/>
              </p:cNvCxnSpPr>
              <p:nvPr/>
            </p:nvCxnSpPr>
            <p:spPr bwMode="auto">
              <a:xfrm flipH="1">
                <a:off x="3860856" y="3800344"/>
                <a:ext cx="794" cy="252542"/>
              </a:xfrm>
              <a:prstGeom prst="line">
                <a:avLst/>
              </a:prstGeom>
              <a:noFill/>
              <a:ln w="9525" algn="ctr">
                <a:solidFill>
                  <a:schemeClr val="tx1"/>
                </a:solidFill>
                <a:round/>
                <a:headEnd/>
                <a:tailEnd/>
              </a:ln>
            </p:spPr>
          </p:cxnSp>
          <p:cxnSp>
            <p:nvCxnSpPr>
              <p:cNvPr id="24610" name="Прямая соединительная линия 18">
                <a:extLst>
                  <a:ext uri="{FF2B5EF4-FFF2-40B4-BE49-F238E27FC236}">
                    <a16:creationId xmlns:a16="http://schemas.microsoft.com/office/drawing/2014/main" id="{077323E8-B130-4278-8B63-CD61A7318A22}"/>
                  </a:ext>
                </a:extLst>
              </p:cNvPr>
              <p:cNvCxnSpPr>
                <a:cxnSpLocks noChangeShapeType="1"/>
              </p:cNvCxnSpPr>
              <p:nvPr/>
            </p:nvCxnSpPr>
            <p:spPr bwMode="auto">
              <a:xfrm>
                <a:off x="3860001" y="3801726"/>
                <a:ext cx="109821" cy="0"/>
              </a:xfrm>
              <a:prstGeom prst="line">
                <a:avLst/>
              </a:prstGeom>
              <a:noFill/>
              <a:ln w="9525" algn="ctr">
                <a:solidFill>
                  <a:schemeClr val="tx1"/>
                </a:solidFill>
                <a:round/>
                <a:headEnd/>
                <a:tailEnd/>
              </a:ln>
            </p:spPr>
          </p:cxnSp>
          <p:grpSp>
            <p:nvGrpSpPr>
              <p:cNvPr id="24611" name="Group 183">
                <a:extLst>
                  <a:ext uri="{FF2B5EF4-FFF2-40B4-BE49-F238E27FC236}">
                    <a16:creationId xmlns:a16="http://schemas.microsoft.com/office/drawing/2014/main" id="{52F1351A-D40C-44BF-8336-754D34C55439}"/>
                  </a:ext>
                </a:extLst>
              </p:cNvPr>
              <p:cNvGrpSpPr>
                <a:grpSpLocks/>
              </p:cNvGrpSpPr>
              <p:nvPr/>
            </p:nvGrpSpPr>
            <p:grpSpPr bwMode="auto">
              <a:xfrm>
                <a:off x="4595342" y="4512765"/>
                <a:ext cx="1114178" cy="294978"/>
                <a:chOff x="2659857" y="3495652"/>
                <a:chExt cx="1114178" cy="294978"/>
              </a:xfrm>
            </p:grpSpPr>
            <p:sp>
              <p:nvSpPr>
                <p:cNvPr id="222" name="Flowchart: Delay 53">
                  <a:extLst>
                    <a:ext uri="{FF2B5EF4-FFF2-40B4-BE49-F238E27FC236}">
                      <a16:creationId xmlns:a16="http://schemas.microsoft.com/office/drawing/2014/main" id="{DEE609C0-6AD1-4137-9D49-EF8B99651B1D}"/>
                    </a:ext>
                  </a:extLst>
                </p:cNvPr>
                <p:cNvSpPr/>
                <p:nvPr/>
              </p:nvSpPr>
              <p:spPr bwMode="auto">
                <a:xfrm>
                  <a:off x="3066776" y="3495742"/>
                  <a:ext cx="330200"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000" baseline="-25000" dirty="0">
                    <a:latin typeface="+mj-lt"/>
                    <a:cs typeface="Arial" charset="0"/>
                  </a:endParaRPr>
                </a:p>
              </p:txBody>
            </p:sp>
            <p:cxnSp>
              <p:nvCxnSpPr>
                <p:cNvPr id="24650" name="Прямая соединительная линия 18">
                  <a:extLst>
                    <a:ext uri="{FF2B5EF4-FFF2-40B4-BE49-F238E27FC236}">
                      <a16:creationId xmlns:a16="http://schemas.microsoft.com/office/drawing/2014/main" id="{68F334E5-7C7B-4DA6-A26B-405B2643CAA5}"/>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24651" name="Прямая соединительная линия 35">
                  <a:extLst>
                    <a:ext uri="{FF2B5EF4-FFF2-40B4-BE49-F238E27FC236}">
                      <a16:creationId xmlns:a16="http://schemas.microsoft.com/office/drawing/2014/main" id="{EC8B329D-41B3-46FC-B718-79EF60094A91}"/>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225" name="TextBox 224">
                  <a:extLst>
                    <a:ext uri="{FF2B5EF4-FFF2-40B4-BE49-F238E27FC236}">
                      <a16:creationId xmlns:a16="http://schemas.microsoft.com/office/drawing/2014/main" id="{CB4B804F-EE26-4C34-AB95-0048436F5395}"/>
                    </a:ext>
                  </a:extLst>
                </p:cNvPr>
                <p:cNvSpPr txBox="1"/>
                <p:nvPr/>
              </p:nvSpPr>
              <p:spPr>
                <a:xfrm>
                  <a:off x="3041376" y="3527492"/>
                  <a:ext cx="373063" cy="254000"/>
                </a:xfrm>
                <a:prstGeom prst="rect">
                  <a:avLst/>
                </a:prstGeom>
                <a:noFill/>
              </p:spPr>
              <p:txBody>
                <a:bodyPr wrap="none">
                  <a:spAutoFit/>
                </a:bodyPr>
                <a:lstStyle/>
                <a:p>
                  <a:pPr algn="ctr" eaLnBrk="1" hangingPunct="1">
                    <a:defRPr/>
                  </a:pPr>
                  <a:r>
                    <a:rPr lang="en-US" sz="1000" dirty="0">
                      <a:solidFill>
                        <a:schemeClr val="bg1"/>
                      </a:solidFill>
                      <a:latin typeface="+mj-lt"/>
                      <a:cs typeface="Arial" charset="0"/>
                    </a:rPr>
                    <a:t>2/2</a:t>
                  </a:r>
                </a:p>
              </p:txBody>
            </p:sp>
            <p:sp>
              <p:nvSpPr>
                <p:cNvPr id="24653" name="Oval 225">
                  <a:extLst>
                    <a:ext uri="{FF2B5EF4-FFF2-40B4-BE49-F238E27FC236}">
                      <a16:creationId xmlns:a16="http://schemas.microsoft.com/office/drawing/2014/main" id="{A13290B2-9AB7-475F-9C11-21BCCFECA209}"/>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000"/>
                </a:p>
              </p:txBody>
            </p:sp>
          </p:grpSp>
          <p:sp>
            <p:nvSpPr>
              <p:cNvPr id="185" name="Flowchart: Delay 53">
                <a:extLst>
                  <a:ext uri="{FF2B5EF4-FFF2-40B4-BE49-F238E27FC236}">
                    <a16:creationId xmlns:a16="http://schemas.microsoft.com/office/drawing/2014/main" id="{8BA687F1-F937-4024-A2B8-E4203C7C805C}"/>
                  </a:ext>
                </a:extLst>
              </p:cNvPr>
              <p:cNvSpPr/>
              <p:nvPr/>
            </p:nvSpPr>
            <p:spPr bwMode="auto">
              <a:xfrm>
                <a:off x="3067099" y="4609692"/>
                <a:ext cx="330200"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000" baseline="-25000" dirty="0">
                  <a:latin typeface="+mj-lt"/>
                  <a:cs typeface="Arial" charset="0"/>
                </a:endParaRPr>
              </a:p>
            </p:txBody>
          </p:sp>
          <p:cxnSp>
            <p:nvCxnSpPr>
              <p:cNvPr id="24613" name="Прямая соединительная линия 18">
                <a:extLst>
                  <a:ext uri="{FF2B5EF4-FFF2-40B4-BE49-F238E27FC236}">
                    <a16:creationId xmlns:a16="http://schemas.microsoft.com/office/drawing/2014/main" id="{8C7EE9F5-30C2-40A7-B610-7011A65E90CD}"/>
                  </a:ext>
                </a:extLst>
              </p:cNvPr>
              <p:cNvCxnSpPr>
                <a:cxnSpLocks noChangeShapeType="1"/>
              </p:cNvCxnSpPr>
              <p:nvPr/>
            </p:nvCxnSpPr>
            <p:spPr bwMode="auto">
              <a:xfrm>
                <a:off x="2660650" y="4698177"/>
                <a:ext cx="407476" cy="0"/>
              </a:xfrm>
              <a:prstGeom prst="line">
                <a:avLst/>
              </a:prstGeom>
              <a:noFill/>
              <a:ln w="9525" algn="ctr">
                <a:solidFill>
                  <a:schemeClr val="tx1"/>
                </a:solidFill>
                <a:round/>
                <a:headEnd/>
                <a:tailEnd/>
              </a:ln>
            </p:spPr>
          </p:cxnSp>
          <p:cxnSp>
            <p:nvCxnSpPr>
              <p:cNvPr id="24614" name="Прямая соединительная линия 19">
                <a:extLst>
                  <a:ext uri="{FF2B5EF4-FFF2-40B4-BE49-F238E27FC236}">
                    <a16:creationId xmlns:a16="http://schemas.microsoft.com/office/drawing/2014/main" id="{AE4CB23F-E85A-43BD-A22F-5572D853E9D4}"/>
                  </a:ext>
                </a:extLst>
              </p:cNvPr>
              <p:cNvCxnSpPr>
                <a:cxnSpLocks noChangeShapeType="1"/>
              </p:cNvCxnSpPr>
              <p:nvPr/>
            </p:nvCxnSpPr>
            <p:spPr bwMode="auto">
              <a:xfrm>
                <a:off x="2664469" y="4853206"/>
                <a:ext cx="407476" cy="0"/>
              </a:xfrm>
              <a:prstGeom prst="line">
                <a:avLst/>
              </a:prstGeom>
              <a:noFill/>
              <a:ln w="9525" algn="ctr">
                <a:solidFill>
                  <a:schemeClr val="tx1"/>
                </a:solidFill>
                <a:round/>
                <a:headEnd/>
                <a:tailEnd/>
              </a:ln>
            </p:spPr>
          </p:cxnSp>
          <p:sp>
            <p:nvSpPr>
              <p:cNvPr id="188" name="TextBox 187">
                <a:extLst>
                  <a:ext uri="{FF2B5EF4-FFF2-40B4-BE49-F238E27FC236}">
                    <a16:creationId xmlns:a16="http://schemas.microsoft.com/office/drawing/2014/main" id="{66F01823-C6F9-40A5-AC13-DDCD01006738}"/>
                  </a:ext>
                </a:extLst>
              </p:cNvPr>
              <p:cNvSpPr txBox="1"/>
              <p:nvPr/>
            </p:nvSpPr>
            <p:spPr>
              <a:xfrm>
                <a:off x="3041699" y="4641442"/>
                <a:ext cx="373062" cy="254000"/>
              </a:xfrm>
              <a:prstGeom prst="rect">
                <a:avLst/>
              </a:prstGeom>
              <a:noFill/>
            </p:spPr>
            <p:txBody>
              <a:bodyPr wrap="none">
                <a:spAutoFit/>
              </a:bodyPr>
              <a:lstStyle/>
              <a:p>
                <a:pPr algn="ctr" eaLnBrk="1" hangingPunct="1">
                  <a:defRPr/>
                </a:pPr>
                <a:r>
                  <a:rPr lang="en-US" sz="1000" dirty="0">
                    <a:solidFill>
                      <a:schemeClr val="bg1"/>
                    </a:solidFill>
                    <a:latin typeface="+mj-lt"/>
                    <a:cs typeface="Arial" charset="0"/>
                  </a:rPr>
                  <a:t>4/2</a:t>
                </a:r>
              </a:p>
            </p:txBody>
          </p:sp>
          <p:grpSp>
            <p:nvGrpSpPr>
              <p:cNvPr id="24616" name="Group 188">
                <a:extLst>
                  <a:ext uri="{FF2B5EF4-FFF2-40B4-BE49-F238E27FC236}">
                    <a16:creationId xmlns:a16="http://schemas.microsoft.com/office/drawing/2014/main" id="{EDD2CE5D-686D-4C05-AE98-305DED5DA518}"/>
                  </a:ext>
                </a:extLst>
              </p:cNvPr>
              <p:cNvGrpSpPr>
                <a:grpSpLocks/>
              </p:cNvGrpSpPr>
              <p:nvPr/>
            </p:nvGrpSpPr>
            <p:grpSpPr bwMode="auto">
              <a:xfrm>
                <a:off x="3401958" y="4719459"/>
                <a:ext cx="1602781" cy="76261"/>
                <a:chOff x="3401958" y="4689476"/>
                <a:chExt cx="1602781" cy="76261"/>
              </a:xfrm>
            </p:grpSpPr>
            <p:cxnSp>
              <p:nvCxnSpPr>
                <p:cNvPr id="24647" name="Прямая соединительная линия 35">
                  <a:extLst>
                    <a:ext uri="{FF2B5EF4-FFF2-40B4-BE49-F238E27FC236}">
                      <a16:creationId xmlns:a16="http://schemas.microsoft.com/office/drawing/2014/main" id="{B4A1B075-2E6F-4C9C-9AEB-A6E63D40EE0C}"/>
                    </a:ext>
                  </a:extLst>
                </p:cNvPr>
                <p:cNvCxnSpPr>
                  <a:cxnSpLocks noChangeShapeType="1"/>
                </p:cNvCxnSpPr>
                <p:nvPr/>
              </p:nvCxnSpPr>
              <p:spPr bwMode="auto">
                <a:xfrm flipV="1">
                  <a:off x="3478717" y="4727606"/>
                  <a:ext cx="1526022" cy="0"/>
                </a:xfrm>
                <a:prstGeom prst="line">
                  <a:avLst/>
                </a:prstGeom>
                <a:noFill/>
                <a:ln w="9525" algn="ctr">
                  <a:solidFill>
                    <a:schemeClr val="tx1"/>
                  </a:solidFill>
                  <a:round/>
                  <a:headEnd/>
                  <a:tailEnd/>
                </a:ln>
              </p:spPr>
            </p:cxnSp>
            <p:sp>
              <p:nvSpPr>
                <p:cNvPr id="24648" name="Oval 220">
                  <a:extLst>
                    <a:ext uri="{FF2B5EF4-FFF2-40B4-BE49-F238E27FC236}">
                      <a16:creationId xmlns:a16="http://schemas.microsoft.com/office/drawing/2014/main" id="{AD907C39-1900-4479-AAC6-6FF06C3B7D7D}"/>
                    </a:ext>
                  </a:extLst>
                </p:cNvPr>
                <p:cNvSpPr>
                  <a:spLocks noChangeArrowheads="1"/>
                </p:cNvSpPr>
                <p:nvPr/>
              </p:nvSpPr>
              <p:spPr bwMode="auto">
                <a:xfrm>
                  <a:off x="3401958" y="4689476"/>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000"/>
                </a:p>
              </p:txBody>
            </p:sp>
          </p:grpSp>
          <p:grpSp>
            <p:nvGrpSpPr>
              <p:cNvPr id="24617" name="Group 189">
                <a:extLst>
                  <a:ext uri="{FF2B5EF4-FFF2-40B4-BE49-F238E27FC236}">
                    <a16:creationId xmlns:a16="http://schemas.microsoft.com/office/drawing/2014/main" id="{53C19D57-66D9-4FF8-A094-FF4996EB510F}"/>
                  </a:ext>
                </a:extLst>
              </p:cNvPr>
              <p:cNvGrpSpPr>
                <a:grpSpLocks/>
              </p:cNvGrpSpPr>
              <p:nvPr/>
            </p:nvGrpSpPr>
            <p:grpSpPr bwMode="auto">
              <a:xfrm>
                <a:off x="4600572" y="2667000"/>
                <a:ext cx="1114178" cy="294978"/>
                <a:chOff x="2659857" y="3495652"/>
                <a:chExt cx="1114178" cy="294978"/>
              </a:xfrm>
            </p:grpSpPr>
            <p:sp>
              <p:nvSpPr>
                <p:cNvPr id="215" name="Flowchart: Delay 53">
                  <a:extLst>
                    <a:ext uri="{FF2B5EF4-FFF2-40B4-BE49-F238E27FC236}">
                      <a16:creationId xmlns:a16="http://schemas.microsoft.com/office/drawing/2014/main" id="{742DE518-48E0-4A92-99B9-AE8BBD17869B}"/>
                    </a:ext>
                  </a:extLst>
                </p:cNvPr>
                <p:cNvSpPr/>
                <p:nvPr/>
              </p:nvSpPr>
              <p:spPr bwMode="auto">
                <a:xfrm>
                  <a:off x="3066309" y="3495244"/>
                  <a:ext cx="330200"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000" baseline="-25000" dirty="0">
                    <a:latin typeface="+mj-lt"/>
                    <a:cs typeface="Arial" charset="0"/>
                  </a:endParaRPr>
                </a:p>
              </p:txBody>
            </p:sp>
            <p:cxnSp>
              <p:nvCxnSpPr>
                <p:cNvPr id="24643" name="Прямая соединительная линия 18">
                  <a:extLst>
                    <a:ext uri="{FF2B5EF4-FFF2-40B4-BE49-F238E27FC236}">
                      <a16:creationId xmlns:a16="http://schemas.microsoft.com/office/drawing/2014/main" id="{4D775870-D938-4B92-BC8B-5A359A570EA5}"/>
                    </a:ext>
                  </a:extLst>
                </p:cNvPr>
                <p:cNvCxnSpPr>
                  <a:cxnSpLocks noChangeShapeType="1"/>
                </p:cNvCxnSpPr>
                <p:nvPr/>
              </p:nvCxnSpPr>
              <p:spPr bwMode="auto">
                <a:xfrm>
                  <a:off x="2659857" y="3721827"/>
                  <a:ext cx="407476" cy="0"/>
                </a:xfrm>
                <a:prstGeom prst="line">
                  <a:avLst/>
                </a:prstGeom>
                <a:noFill/>
                <a:ln w="9525" algn="ctr">
                  <a:solidFill>
                    <a:schemeClr val="tx1"/>
                  </a:solidFill>
                  <a:round/>
                  <a:headEnd/>
                  <a:tailEnd/>
                </a:ln>
              </p:spPr>
            </p:cxnSp>
            <p:cxnSp>
              <p:nvCxnSpPr>
                <p:cNvPr id="24644" name="Прямая соединительная линия 35">
                  <a:extLst>
                    <a:ext uri="{FF2B5EF4-FFF2-40B4-BE49-F238E27FC236}">
                      <a16:creationId xmlns:a16="http://schemas.microsoft.com/office/drawing/2014/main" id="{1FCA006C-41C0-46F1-B5B3-E71613725C33}"/>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218" name="TextBox 217">
                  <a:extLst>
                    <a:ext uri="{FF2B5EF4-FFF2-40B4-BE49-F238E27FC236}">
                      <a16:creationId xmlns:a16="http://schemas.microsoft.com/office/drawing/2014/main" id="{92BD5036-73E3-4951-9905-AC00D4188499}"/>
                    </a:ext>
                  </a:extLst>
                </p:cNvPr>
                <p:cNvSpPr txBox="1"/>
                <p:nvPr/>
              </p:nvSpPr>
              <p:spPr>
                <a:xfrm>
                  <a:off x="3050434" y="3526994"/>
                  <a:ext cx="373062" cy="254000"/>
                </a:xfrm>
                <a:prstGeom prst="rect">
                  <a:avLst/>
                </a:prstGeom>
                <a:noFill/>
              </p:spPr>
              <p:txBody>
                <a:bodyPr wrap="none">
                  <a:spAutoFit/>
                </a:bodyPr>
                <a:lstStyle/>
                <a:p>
                  <a:pPr algn="ctr" eaLnBrk="1" hangingPunct="1">
                    <a:defRPr/>
                  </a:pPr>
                  <a:r>
                    <a:rPr lang="en-US" sz="1000" dirty="0">
                      <a:solidFill>
                        <a:schemeClr val="bg1"/>
                      </a:solidFill>
                      <a:latin typeface="+mj-lt"/>
                      <a:cs typeface="Arial" charset="0"/>
                    </a:rPr>
                    <a:t>3/2</a:t>
                  </a:r>
                </a:p>
              </p:txBody>
            </p:sp>
            <p:sp>
              <p:nvSpPr>
                <p:cNvPr id="24646" name="Oval 218">
                  <a:extLst>
                    <a:ext uri="{FF2B5EF4-FFF2-40B4-BE49-F238E27FC236}">
                      <a16:creationId xmlns:a16="http://schemas.microsoft.com/office/drawing/2014/main" id="{5C3BCE4F-383E-4B49-9C66-ADCD2CB09415}"/>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000"/>
                </a:p>
              </p:txBody>
            </p:sp>
          </p:grpSp>
          <p:cxnSp>
            <p:nvCxnSpPr>
              <p:cNvPr id="24618" name="Прямая соединительная линия 21">
                <a:extLst>
                  <a:ext uri="{FF2B5EF4-FFF2-40B4-BE49-F238E27FC236}">
                    <a16:creationId xmlns:a16="http://schemas.microsoft.com/office/drawing/2014/main" id="{38A6BA5B-F1FB-4428-8DB5-BF3389A56F23}"/>
                  </a:ext>
                </a:extLst>
              </p:cNvPr>
              <p:cNvCxnSpPr>
                <a:cxnSpLocks noChangeShapeType="1"/>
              </p:cNvCxnSpPr>
              <p:nvPr/>
            </p:nvCxnSpPr>
            <p:spPr bwMode="auto">
              <a:xfrm>
                <a:off x="6219133" y="3743459"/>
                <a:ext cx="219763" cy="0"/>
              </a:xfrm>
              <a:prstGeom prst="line">
                <a:avLst/>
              </a:prstGeom>
              <a:noFill/>
              <a:ln w="9525" algn="ctr">
                <a:solidFill>
                  <a:schemeClr val="tx1"/>
                </a:solidFill>
                <a:round/>
                <a:headEnd/>
                <a:tailEnd/>
              </a:ln>
            </p:spPr>
          </p:cxnSp>
          <p:cxnSp>
            <p:nvCxnSpPr>
              <p:cNvPr id="24619" name="Прямая соединительная линия 42">
                <a:extLst>
                  <a:ext uri="{FF2B5EF4-FFF2-40B4-BE49-F238E27FC236}">
                    <a16:creationId xmlns:a16="http://schemas.microsoft.com/office/drawing/2014/main" id="{1E097E5E-AD5F-4324-83FF-B211B6061832}"/>
                  </a:ext>
                </a:extLst>
              </p:cNvPr>
              <p:cNvCxnSpPr>
                <a:cxnSpLocks noChangeShapeType="1"/>
              </p:cNvCxnSpPr>
              <p:nvPr/>
            </p:nvCxnSpPr>
            <p:spPr bwMode="auto">
              <a:xfrm flipH="1">
                <a:off x="5709478" y="2814571"/>
                <a:ext cx="100" cy="865437"/>
              </a:xfrm>
              <a:prstGeom prst="line">
                <a:avLst/>
              </a:prstGeom>
              <a:noFill/>
              <a:ln w="9525" algn="ctr">
                <a:solidFill>
                  <a:schemeClr val="tx1"/>
                </a:solidFill>
                <a:round/>
                <a:headEnd/>
                <a:tailEnd/>
              </a:ln>
            </p:spPr>
          </p:cxnSp>
          <p:sp>
            <p:nvSpPr>
              <p:cNvPr id="193" name="Flowchart: Delay 53">
                <a:extLst>
                  <a:ext uri="{FF2B5EF4-FFF2-40B4-BE49-F238E27FC236}">
                    <a16:creationId xmlns:a16="http://schemas.microsoft.com/office/drawing/2014/main" id="{F6AA45B6-F6D4-40B4-885B-2755BE66F8BC}"/>
                  </a:ext>
                </a:extLst>
              </p:cNvPr>
              <p:cNvSpPr/>
              <p:nvPr/>
            </p:nvSpPr>
            <p:spPr bwMode="auto">
              <a:xfrm>
                <a:off x="5813474" y="3596867"/>
                <a:ext cx="32861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2000" baseline="-25000" dirty="0">
                  <a:latin typeface="+mj-lt"/>
                  <a:cs typeface="Arial" charset="0"/>
                </a:endParaRPr>
              </a:p>
            </p:txBody>
          </p:sp>
          <p:cxnSp>
            <p:nvCxnSpPr>
              <p:cNvPr id="24621" name="Прямая соединительная линия 18">
                <a:extLst>
                  <a:ext uri="{FF2B5EF4-FFF2-40B4-BE49-F238E27FC236}">
                    <a16:creationId xmlns:a16="http://schemas.microsoft.com/office/drawing/2014/main" id="{05D96046-E6A1-40AB-9902-E083242C265F}"/>
                  </a:ext>
                </a:extLst>
              </p:cNvPr>
              <p:cNvCxnSpPr>
                <a:cxnSpLocks noChangeShapeType="1"/>
              </p:cNvCxnSpPr>
              <p:nvPr/>
            </p:nvCxnSpPr>
            <p:spPr bwMode="auto">
              <a:xfrm>
                <a:off x="5705186" y="3685603"/>
                <a:ext cx="109821" cy="0"/>
              </a:xfrm>
              <a:prstGeom prst="line">
                <a:avLst/>
              </a:prstGeom>
              <a:noFill/>
              <a:ln w="9525" algn="ctr">
                <a:solidFill>
                  <a:schemeClr val="tx1"/>
                </a:solidFill>
                <a:round/>
                <a:headEnd/>
                <a:tailEnd/>
              </a:ln>
            </p:spPr>
          </p:cxnSp>
          <p:sp>
            <p:nvSpPr>
              <p:cNvPr id="195" name="TextBox 194">
                <a:extLst>
                  <a:ext uri="{FF2B5EF4-FFF2-40B4-BE49-F238E27FC236}">
                    <a16:creationId xmlns:a16="http://schemas.microsoft.com/office/drawing/2014/main" id="{2015A1AB-1D78-458D-BE6F-F005B3BBFDC4}"/>
                  </a:ext>
                </a:extLst>
              </p:cNvPr>
              <p:cNvSpPr txBox="1"/>
              <p:nvPr/>
            </p:nvSpPr>
            <p:spPr>
              <a:xfrm>
                <a:off x="5788074" y="3630205"/>
                <a:ext cx="371475" cy="254000"/>
              </a:xfrm>
              <a:prstGeom prst="rect">
                <a:avLst/>
              </a:prstGeom>
              <a:noFill/>
            </p:spPr>
            <p:txBody>
              <a:bodyPr wrap="none">
                <a:spAutoFit/>
              </a:bodyPr>
              <a:lstStyle/>
              <a:p>
                <a:pPr algn="ctr" eaLnBrk="1" hangingPunct="1">
                  <a:defRPr/>
                </a:pPr>
                <a:r>
                  <a:rPr lang="en-US" sz="1000" dirty="0">
                    <a:solidFill>
                      <a:schemeClr val="bg1"/>
                    </a:solidFill>
                    <a:latin typeface="+mj-lt"/>
                    <a:cs typeface="Arial" charset="0"/>
                  </a:rPr>
                  <a:t>1/3</a:t>
                </a:r>
              </a:p>
            </p:txBody>
          </p:sp>
          <p:sp>
            <p:nvSpPr>
              <p:cNvPr id="24623" name="Oval 195">
                <a:extLst>
                  <a:ext uri="{FF2B5EF4-FFF2-40B4-BE49-F238E27FC236}">
                    <a16:creationId xmlns:a16="http://schemas.microsoft.com/office/drawing/2014/main" id="{4A7AC0D5-965C-4E90-B6A5-03D8BDF1F14E}"/>
                  </a:ext>
                </a:extLst>
              </p:cNvPr>
              <p:cNvSpPr>
                <a:spLocks noChangeArrowheads="1"/>
              </p:cNvSpPr>
              <p:nvPr/>
            </p:nvSpPr>
            <p:spPr bwMode="auto">
              <a:xfrm>
                <a:off x="6147213" y="3706123"/>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000"/>
              </a:p>
            </p:txBody>
          </p:sp>
          <p:cxnSp>
            <p:nvCxnSpPr>
              <p:cNvPr id="24624" name="Прямая соединительная линия 42">
                <a:extLst>
                  <a:ext uri="{FF2B5EF4-FFF2-40B4-BE49-F238E27FC236}">
                    <a16:creationId xmlns:a16="http://schemas.microsoft.com/office/drawing/2014/main" id="{69202EB1-691F-4206-AF8E-C410D624CFB7}"/>
                  </a:ext>
                </a:extLst>
              </p:cNvPr>
              <p:cNvCxnSpPr>
                <a:cxnSpLocks noChangeShapeType="1"/>
              </p:cNvCxnSpPr>
              <p:nvPr/>
            </p:nvCxnSpPr>
            <p:spPr bwMode="auto">
              <a:xfrm flipH="1">
                <a:off x="5704807" y="3801878"/>
                <a:ext cx="397" cy="858376"/>
              </a:xfrm>
              <a:prstGeom prst="line">
                <a:avLst/>
              </a:prstGeom>
              <a:noFill/>
              <a:ln w="9525" algn="ctr">
                <a:solidFill>
                  <a:schemeClr val="tx1"/>
                </a:solidFill>
                <a:round/>
                <a:headEnd/>
                <a:tailEnd/>
              </a:ln>
            </p:spPr>
          </p:cxnSp>
          <p:cxnSp>
            <p:nvCxnSpPr>
              <p:cNvPr id="24625" name="Прямая соединительная линия 18">
                <a:extLst>
                  <a:ext uri="{FF2B5EF4-FFF2-40B4-BE49-F238E27FC236}">
                    <a16:creationId xmlns:a16="http://schemas.microsoft.com/office/drawing/2014/main" id="{788DDD96-422D-471D-BA74-14F5868290C0}"/>
                  </a:ext>
                </a:extLst>
              </p:cNvPr>
              <p:cNvCxnSpPr>
                <a:cxnSpLocks noChangeShapeType="1"/>
              </p:cNvCxnSpPr>
              <p:nvPr/>
            </p:nvCxnSpPr>
            <p:spPr bwMode="auto">
              <a:xfrm>
                <a:off x="5698792" y="3803260"/>
                <a:ext cx="109821" cy="0"/>
              </a:xfrm>
              <a:prstGeom prst="line">
                <a:avLst/>
              </a:prstGeom>
              <a:noFill/>
              <a:ln w="9525" algn="ctr">
                <a:solidFill>
                  <a:schemeClr val="tx1"/>
                </a:solidFill>
                <a:round/>
                <a:headEnd/>
                <a:tailEnd/>
              </a:ln>
            </p:spPr>
          </p:cxnSp>
          <p:sp>
            <p:nvSpPr>
              <p:cNvPr id="24626" name="TextBox 198">
                <a:extLst>
                  <a:ext uri="{FF2B5EF4-FFF2-40B4-BE49-F238E27FC236}">
                    <a16:creationId xmlns:a16="http://schemas.microsoft.com/office/drawing/2014/main" id="{83286A4C-CA58-435E-A52A-4DEC5346BFBA}"/>
                  </a:ext>
                </a:extLst>
              </p:cNvPr>
              <p:cNvSpPr txBox="1">
                <a:spLocks noChangeArrowheads="1"/>
              </p:cNvSpPr>
              <p:nvPr/>
            </p:nvSpPr>
            <p:spPr bwMode="auto">
              <a:xfrm>
                <a:off x="2422244" y="2574433"/>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a</a:t>
                </a:r>
              </a:p>
            </p:txBody>
          </p:sp>
          <p:sp>
            <p:nvSpPr>
              <p:cNvPr id="24627" name="TextBox 199">
                <a:extLst>
                  <a:ext uri="{FF2B5EF4-FFF2-40B4-BE49-F238E27FC236}">
                    <a16:creationId xmlns:a16="http://schemas.microsoft.com/office/drawing/2014/main" id="{432EB94B-4550-48E3-AAC6-6BDFF646C859}"/>
                  </a:ext>
                </a:extLst>
              </p:cNvPr>
              <p:cNvSpPr txBox="1">
                <a:spLocks noChangeArrowheads="1"/>
              </p:cNvSpPr>
              <p:nvPr/>
            </p:nvSpPr>
            <p:spPr bwMode="auto">
              <a:xfrm>
                <a:off x="2422141" y="2717884"/>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b</a:t>
                </a:r>
              </a:p>
            </p:txBody>
          </p:sp>
          <p:sp>
            <p:nvSpPr>
              <p:cNvPr id="24628" name="TextBox 200">
                <a:extLst>
                  <a:ext uri="{FF2B5EF4-FFF2-40B4-BE49-F238E27FC236}">
                    <a16:creationId xmlns:a16="http://schemas.microsoft.com/office/drawing/2014/main" id="{6F972C27-38FB-443B-8091-C4CFC2F8CEA2}"/>
                  </a:ext>
                </a:extLst>
              </p:cNvPr>
              <p:cNvSpPr txBox="1">
                <a:spLocks noChangeArrowheads="1"/>
              </p:cNvSpPr>
              <p:nvPr/>
            </p:nvSpPr>
            <p:spPr bwMode="auto">
              <a:xfrm>
                <a:off x="2429188" y="3251284"/>
                <a:ext cx="25519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c</a:t>
                </a:r>
              </a:p>
            </p:txBody>
          </p:sp>
          <p:sp>
            <p:nvSpPr>
              <p:cNvPr id="24629" name="TextBox 201">
                <a:extLst>
                  <a:ext uri="{FF2B5EF4-FFF2-40B4-BE49-F238E27FC236}">
                    <a16:creationId xmlns:a16="http://schemas.microsoft.com/office/drawing/2014/main" id="{82CC0473-3A32-4EEA-A8FC-D064B7EC1207}"/>
                  </a:ext>
                </a:extLst>
              </p:cNvPr>
              <p:cNvSpPr txBox="1">
                <a:spLocks noChangeArrowheads="1"/>
              </p:cNvSpPr>
              <p:nvPr/>
            </p:nvSpPr>
            <p:spPr bwMode="auto">
              <a:xfrm>
                <a:off x="2428117" y="3403701"/>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d</a:t>
                </a:r>
              </a:p>
            </p:txBody>
          </p:sp>
          <p:sp>
            <p:nvSpPr>
              <p:cNvPr id="24630" name="TextBox 202">
                <a:extLst>
                  <a:ext uri="{FF2B5EF4-FFF2-40B4-BE49-F238E27FC236}">
                    <a16:creationId xmlns:a16="http://schemas.microsoft.com/office/drawing/2014/main" id="{E4E6F477-0039-4C62-8CB8-3A246D09B70B}"/>
                  </a:ext>
                </a:extLst>
              </p:cNvPr>
              <p:cNvSpPr txBox="1">
                <a:spLocks noChangeArrowheads="1"/>
              </p:cNvSpPr>
              <p:nvPr/>
            </p:nvSpPr>
            <p:spPr bwMode="auto">
              <a:xfrm>
                <a:off x="2428117" y="3866345"/>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e</a:t>
                </a:r>
              </a:p>
            </p:txBody>
          </p:sp>
          <p:sp>
            <p:nvSpPr>
              <p:cNvPr id="24631" name="TextBox 203">
                <a:extLst>
                  <a:ext uri="{FF2B5EF4-FFF2-40B4-BE49-F238E27FC236}">
                    <a16:creationId xmlns:a16="http://schemas.microsoft.com/office/drawing/2014/main" id="{792711C7-946C-4988-A2E7-E0DE60342F4E}"/>
                  </a:ext>
                </a:extLst>
              </p:cNvPr>
              <p:cNvSpPr txBox="1">
                <a:spLocks noChangeArrowheads="1"/>
              </p:cNvSpPr>
              <p:nvPr/>
            </p:nvSpPr>
            <p:spPr bwMode="auto">
              <a:xfrm>
                <a:off x="2433739" y="4032339"/>
                <a:ext cx="22313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f</a:t>
                </a:r>
              </a:p>
            </p:txBody>
          </p:sp>
          <p:sp>
            <p:nvSpPr>
              <p:cNvPr id="24632" name="TextBox 204">
                <a:extLst>
                  <a:ext uri="{FF2B5EF4-FFF2-40B4-BE49-F238E27FC236}">
                    <a16:creationId xmlns:a16="http://schemas.microsoft.com/office/drawing/2014/main" id="{AB526BF4-6183-4933-A84B-FC59B8258992}"/>
                  </a:ext>
                </a:extLst>
              </p:cNvPr>
              <p:cNvSpPr txBox="1">
                <a:spLocks noChangeArrowheads="1"/>
              </p:cNvSpPr>
              <p:nvPr/>
            </p:nvSpPr>
            <p:spPr bwMode="auto">
              <a:xfrm>
                <a:off x="2430106" y="4728463"/>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h</a:t>
                </a:r>
              </a:p>
            </p:txBody>
          </p:sp>
          <p:sp>
            <p:nvSpPr>
              <p:cNvPr id="24633" name="TextBox 205">
                <a:extLst>
                  <a:ext uri="{FF2B5EF4-FFF2-40B4-BE49-F238E27FC236}">
                    <a16:creationId xmlns:a16="http://schemas.microsoft.com/office/drawing/2014/main" id="{9BD6BE75-1AA0-4459-8C46-91365E10BB03}"/>
                  </a:ext>
                </a:extLst>
              </p:cNvPr>
              <p:cNvSpPr txBox="1">
                <a:spLocks noChangeArrowheads="1"/>
              </p:cNvSpPr>
              <p:nvPr/>
            </p:nvSpPr>
            <p:spPr bwMode="auto">
              <a:xfrm>
                <a:off x="2433042" y="4573143"/>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g</a:t>
                </a:r>
              </a:p>
            </p:txBody>
          </p:sp>
          <p:sp>
            <p:nvSpPr>
              <p:cNvPr id="24634" name="TextBox 206">
                <a:extLst>
                  <a:ext uri="{FF2B5EF4-FFF2-40B4-BE49-F238E27FC236}">
                    <a16:creationId xmlns:a16="http://schemas.microsoft.com/office/drawing/2014/main" id="{39C1C81A-7064-4028-B44F-10B9E0699B99}"/>
                  </a:ext>
                </a:extLst>
              </p:cNvPr>
              <p:cNvSpPr txBox="1">
                <a:spLocks noChangeArrowheads="1"/>
              </p:cNvSpPr>
              <p:nvPr/>
            </p:nvSpPr>
            <p:spPr bwMode="auto">
              <a:xfrm>
                <a:off x="3479557" y="2496296"/>
                <a:ext cx="21672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i</a:t>
                </a:r>
              </a:p>
            </p:txBody>
          </p:sp>
          <p:sp>
            <p:nvSpPr>
              <p:cNvPr id="24635" name="TextBox 207">
                <a:extLst>
                  <a:ext uri="{FF2B5EF4-FFF2-40B4-BE49-F238E27FC236}">
                    <a16:creationId xmlns:a16="http://schemas.microsoft.com/office/drawing/2014/main" id="{B7E98D23-6701-42E8-8BA0-C0290DD8314F}"/>
                  </a:ext>
                </a:extLst>
              </p:cNvPr>
              <p:cNvSpPr txBox="1">
                <a:spLocks noChangeArrowheads="1"/>
              </p:cNvSpPr>
              <p:nvPr/>
            </p:nvSpPr>
            <p:spPr bwMode="auto">
              <a:xfrm>
                <a:off x="3479557" y="3175508"/>
                <a:ext cx="21672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j</a:t>
                </a:r>
              </a:p>
            </p:txBody>
          </p:sp>
          <p:sp>
            <p:nvSpPr>
              <p:cNvPr id="24636" name="TextBox 208">
                <a:extLst>
                  <a:ext uri="{FF2B5EF4-FFF2-40B4-BE49-F238E27FC236}">
                    <a16:creationId xmlns:a16="http://schemas.microsoft.com/office/drawing/2014/main" id="{C6D2ACB2-DA70-4460-97F0-D40FBEDEC10A}"/>
                  </a:ext>
                </a:extLst>
              </p:cNvPr>
              <p:cNvSpPr txBox="1">
                <a:spLocks noChangeArrowheads="1"/>
              </p:cNvSpPr>
              <p:nvPr/>
            </p:nvSpPr>
            <p:spPr bwMode="auto">
              <a:xfrm>
                <a:off x="3481831" y="3800344"/>
                <a:ext cx="25519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k</a:t>
                </a:r>
              </a:p>
            </p:txBody>
          </p:sp>
          <p:sp>
            <p:nvSpPr>
              <p:cNvPr id="24637" name="TextBox 209">
                <a:extLst>
                  <a:ext uri="{FF2B5EF4-FFF2-40B4-BE49-F238E27FC236}">
                    <a16:creationId xmlns:a16="http://schemas.microsoft.com/office/drawing/2014/main" id="{60A668A3-F9DB-4D12-9D74-B82688018467}"/>
                  </a:ext>
                </a:extLst>
              </p:cNvPr>
              <p:cNvSpPr txBox="1">
                <a:spLocks noChangeArrowheads="1"/>
              </p:cNvSpPr>
              <p:nvPr/>
            </p:nvSpPr>
            <p:spPr bwMode="auto">
              <a:xfrm>
                <a:off x="3482633" y="4512765"/>
                <a:ext cx="21672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l</a:t>
                </a:r>
              </a:p>
            </p:txBody>
          </p:sp>
          <p:sp>
            <p:nvSpPr>
              <p:cNvPr id="24638" name="TextBox 210">
                <a:extLst>
                  <a:ext uri="{FF2B5EF4-FFF2-40B4-BE49-F238E27FC236}">
                    <a16:creationId xmlns:a16="http://schemas.microsoft.com/office/drawing/2014/main" id="{592EF4C0-2B97-4653-9AAD-AA166F0E618D}"/>
                  </a:ext>
                </a:extLst>
              </p:cNvPr>
              <p:cNvSpPr txBox="1">
                <a:spLocks noChangeArrowheads="1"/>
              </p:cNvSpPr>
              <p:nvPr/>
            </p:nvSpPr>
            <p:spPr bwMode="auto">
              <a:xfrm>
                <a:off x="5427475" y="2558043"/>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n</a:t>
                </a:r>
              </a:p>
            </p:txBody>
          </p:sp>
          <p:sp>
            <p:nvSpPr>
              <p:cNvPr id="24639" name="TextBox 211">
                <a:extLst>
                  <a:ext uri="{FF2B5EF4-FFF2-40B4-BE49-F238E27FC236}">
                    <a16:creationId xmlns:a16="http://schemas.microsoft.com/office/drawing/2014/main" id="{6CBC3307-C5C6-4B16-9800-A669F2DE8AC2}"/>
                  </a:ext>
                </a:extLst>
              </p:cNvPr>
              <p:cNvSpPr txBox="1">
                <a:spLocks noChangeArrowheads="1"/>
              </p:cNvSpPr>
              <p:nvPr/>
            </p:nvSpPr>
            <p:spPr bwMode="auto">
              <a:xfrm>
                <a:off x="5416538" y="4406739"/>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p</a:t>
                </a:r>
              </a:p>
            </p:txBody>
          </p:sp>
          <p:sp>
            <p:nvSpPr>
              <p:cNvPr id="24640" name="TextBox 212">
                <a:extLst>
                  <a:ext uri="{FF2B5EF4-FFF2-40B4-BE49-F238E27FC236}">
                    <a16:creationId xmlns:a16="http://schemas.microsoft.com/office/drawing/2014/main" id="{30B7A920-792D-4B62-9C5A-F380D299960A}"/>
                  </a:ext>
                </a:extLst>
              </p:cNvPr>
              <p:cNvSpPr txBox="1">
                <a:spLocks noChangeArrowheads="1"/>
              </p:cNvSpPr>
              <p:nvPr/>
            </p:nvSpPr>
            <p:spPr bwMode="auto">
              <a:xfrm>
                <a:off x="6217530" y="3491892"/>
                <a:ext cx="2632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o</a:t>
                </a:r>
              </a:p>
            </p:txBody>
          </p:sp>
          <p:sp>
            <p:nvSpPr>
              <p:cNvPr id="24641" name="TextBox 213">
                <a:extLst>
                  <a:ext uri="{FF2B5EF4-FFF2-40B4-BE49-F238E27FC236}">
                    <a16:creationId xmlns:a16="http://schemas.microsoft.com/office/drawing/2014/main" id="{35D4B050-045B-4B4F-AE90-EF74A3B6A4EB}"/>
                  </a:ext>
                </a:extLst>
              </p:cNvPr>
              <p:cNvSpPr txBox="1">
                <a:spLocks noChangeArrowheads="1"/>
              </p:cNvSpPr>
              <p:nvPr/>
            </p:nvSpPr>
            <p:spPr bwMode="auto">
              <a:xfrm>
                <a:off x="4338540" y="3485508"/>
                <a:ext cx="30168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t>m</a:t>
                </a:r>
              </a:p>
            </p:txBody>
          </p:sp>
        </p:grpSp>
        <p:sp>
          <p:nvSpPr>
            <p:cNvPr id="146" name="Прямоугольник 48">
              <a:extLst>
                <a:ext uri="{FF2B5EF4-FFF2-40B4-BE49-F238E27FC236}">
                  <a16:creationId xmlns:a16="http://schemas.microsoft.com/office/drawing/2014/main" id="{AC6BEE43-436F-4314-86FA-7EB4B5872FC3}"/>
                </a:ext>
              </a:extLst>
            </p:cNvPr>
            <p:cNvSpPr/>
            <p:nvPr/>
          </p:nvSpPr>
          <p:spPr bwMode="auto">
            <a:xfrm>
              <a:off x="1936750" y="3509963"/>
              <a:ext cx="714375" cy="500062"/>
            </a:xfrm>
            <a:prstGeom prst="rect">
              <a:avLst/>
            </a:prstGeom>
            <a:noFill/>
            <a:ln w="9525" cap="flat" cmpd="sng" algn="ctr">
              <a:noFill/>
              <a:prstDash val="solid"/>
              <a:round/>
              <a:headEnd type="none" w="med" len="med"/>
              <a:tailEnd type="none" w="med" len="med"/>
            </a:ln>
            <a:effectLst/>
          </p:spPr>
          <p:txBody>
            <a:bodyPr anchor="ctr"/>
            <a:lstStyle/>
            <a:p>
              <a:pPr algn="just" eaLnBrk="1" hangingPunct="1">
                <a:defRPr/>
              </a:pPr>
              <a:r>
                <a:rPr lang="ru-RU" sz="1200" dirty="0">
                  <a:solidFill>
                    <a:srgbClr val="0000FF"/>
                  </a:solidFill>
                  <a:latin typeface="+mj-lt"/>
                  <a:cs typeface="Arial" charset="0"/>
                </a:rPr>
                <a:t>A:0/0</a:t>
              </a:r>
              <a:endParaRPr lang="en-US" sz="1200" dirty="0">
                <a:solidFill>
                  <a:srgbClr val="0000FF"/>
                </a:solidFill>
                <a:latin typeface="+mj-lt"/>
                <a:cs typeface="Arial" charset="0"/>
              </a:endParaRPr>
            </a:p>
            <a:p>
              <a:pPr algn="just" eaLnBrk="1" hangingPunct="1">
                <a:defRPr/>
              </a:pPr>
              <a:r>
                <a:rPr lang="ru-RU" sz="1200" dirty="0">
                  <a:latin typeface="Arial" charset="0"/>
                  <a:cs typeface="Arial" charset="0"/>
                </a:rPr>
                <a:t>R:4/-1</a:t>
              </a:r>
            </a:p>
            <a:p>
              <a:pPr algn="just" eaLnBrk="1" hangingPunct="1">
                <a:defRPr/>
              </a:pPr>
              <a:endParaRPr lang="en-US" sz="1200" dirty="0">
                <a:latin typeface="+mj-lt"/>
                <a:cs typeface="Arial" charset="0"/>
              </a:endParaRPr>
            </a:p>
            <a:p>
              <a:pPr algn="just" eaLnBrk="1" hangingPunct="1">
                <a:defRPr/>
              </a:pPr>
              <a:r>
                <a:rPr lang="en-US" sz="1200" dirty="0">
                  <a:latin typeface="+mj-lt"/>
                  <a:cs typeface="Arial" charset="0"/>
                </a:rPr>
                <a:t>  </a:t>
              </a:r>
              <a:endParaRPr lang="ru-RU" sz="1200" dirty="0">
                <a:latin typeface="+mj-lt"/>
                <a:cs typeface="Arial" charset="0"/>
              </a:endParaRPr>
            </a:p>
          </p:txBody>
        </p:sp>
        <p:sp>
          <p:nvSpPr>
            <p:cNvPr id="147" name="Прямоугольник 58">
              <a:extLst>
                <a:ext uri="{FF2B5EF4-FFF2-40B4-BE49-F238E27FC236}">
                  <a16:creationId xmlns:a16="http://schemas.microsoft.com/office/drawing/2014/main" id="{A9CAED1F-28BD-4CEE-AA41-E2039B09CA3B}"/>
                </a:ext>
              </a:extLst>
            </p:cNvPr>
            <p:cNvSpPr/>
            <p:nvPr/>
          </p:nvSpPr>
          <p:spPr bwMode="auto">
            <a:xfrm>
              <a:off x="3476625" y="3048000"/>
              <a:ext cx="714375"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200" dirty="0">
                <a:latin typeface="+mj-lt"/>
                <a:cs typeface="Arial" charset="0"/>
              </a:endParaRPr>
            </a:p>
            <a:p>
              <a:pPr algn="ctr" eaLnBrk="1" hangingPunct="1">
                <a:defRPr/>
              </a:pPr>
              <a:endParaRPr lang="en-US" sz="1200" dirty="0">
                <a:latin typeface="+mj-lt"/>
                <a:cs typeface="Arial" charset="0"/>
              </a:endParaRPr>
            </a:p>
            <a:p>
              <a:pPr algn="ctr" eaLnBrk="1" hangingPunct="1">
                <a:defRPr/>
              </a:pPr>
              <a:r>
                <a:rPr lang="ru-RU" sz="1200" dirty="0">
                  <a:solidFill>
                    <a:srgbClr val="0000FF"/>
                  </a:solidFill>
                  <a:latin typeface="+mj-lt"/>
                  <a:cs typeface="Arial" charset="0"/>
                </a:rPr>
                <a:t>A:4/2</a:t>
              </a:r>
            </a:p>
            <a:p>
              <a:pPr algn="ctr" eaLnBrk="1" hangingPunct="1">
                <a:defRPr/>
              </a:pPr>
              <a:r>
                <a:rPr lang="ru-RU" sz="1200" dirty="0">
                  <a:latin typeface="Arial" charset="0"/>
                  <a:cs typeface="Arial" charset="0"/>
                </a:rPr>
                <a:t>R:3/6</a:t>
              </a:r>
              <a:endParaRPr lang="en-US" sz="1200" dirty="0">
                <a:latin typeface="Arial" charset="0"/>
                <a:cs typeface="Arial" charset="0"/>
              </a:endParaRPr>
            </a:p>
            <a:p>
              <a:pPr algn="ctr" eaLnBrk="1" hangingPunct="1">
                <a:defRPr/>
              </a:pPr>
              <a:endParaRPr lang="ru-RU" sz="1200" dirty="0">
                <a:latin typeface="Arial" charset="0"/>
                <a:cs typeface="Arial" charset="0"/>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CC908502-DC76-4E48-8665-B0CECDC71484}"/>
              </a:ext>
            </a:extLst>
          </p:cNvPr>
          <p:cNvSpPr>
            <a:spLocks noGrp="1"/>
          </p:cNvSpPr>
          <p:nvPr>
            <p:ph type="title"/>
          </p:nvPr>
        </p:nvSpPr>
        <p:spPr/>
        <p:txBody>
          <a:bodyPr/>
          <a:lstStyle/>
          <a:p>
            <a:r>
              <a:rPr lang="en-US" altLang="en-US"/>
              <a:t>Slack Calculation</a:t>
            </a:r>
          </a:p>
        </p:txBody>
      </p:sp>
      <p:sp>
        <p:nvSpPr>
          <p:cNvPr id="25603" name="Content Placeholder 2">
            <a:extLst>
              <a:ext uri="{FF2B5EF4-FFF2-40B4-BE49-F238E27FC236}">
                <a16:creationId xmlns:a16="http://schemas.microsoft.com/office/drawing/2014/main" id="{E4721CAA-37F3-4717-B6C4-FE64EB602582}"/>
              </a:ext>
            </a:extLst>
          </p:cNvPr>
          <p:cNvSpPr>
            <a:spLocks noGrp="1"/>
          </p:cNvSpPr>
          <p:nvPr>
            <p:ph type="body" sz="quarter" idx="10"/>
          </p:nvPr>
        </p:nvSpPr>
        <p:spPr/>
        <p:txBody>
          <a:bodyPr/>
          <a:lstStyle/>
          <a:p>
            <a:r>
              <a:rPr lang="en-US" altLang="en-US" sz="2000"/>
              <a:t>At each primary output, the rise/fall required times are set backward, then topological traversal is carried out.</a:t>
            </a:r>
          </a:p>
        </p:txBody>
      </p:sp>
      <p:grpSp>
        <p:nvGrpSpPr>
          <p:cNvPr id="25604" name="Group 153">
            <a:extLst>
              <a:ext uri="{FF2B5EF4-FFF2-40B4-BE49-F238E27FC236}">
                <a16:creationId xmlns:a16="http://schemas.microsoft.com/office/drawing/2014/main" id="{77C6FE17-00F1-4027-B15E-F856E77009DD}"/>
              </a:ext>
            </a:extLst>
          </p:cNvPr>
          <p:cNvGrpSpPr>
            <a:grpSpLocks/>
          </p:cNvGrpSpPr>
          <p:nvPr/>
        </p:nvGrpSpPr>
        <p:grpSpPr bwMode="auto">
          <a:xfrm>
            <a:off x="3157131" y="1905000"/>
            <a:ext cx="6540289" cy="4159786"/>
            <a:chOff x="1795511" y="2139542"/>
            <a:chExt cx="5357850" cy="3124200"/>
          </a:xfrm>
        </p:grpSpPr>
        <p:cxnSp>
          <p:nvCxnSpPr>
            <p:cNvPr id="25605" name="Прямая соединительная линия 17">
              <a:extLst>
                <a:ext uri="{FF2B5EF4-FFF2-40B4-BE49-F238E27FC236}">
                  <a16:creationId xmlns:a16="http://schemas.microsoft.com/office/drawing/2014/main" id="{5A6F6FAC-82D9-4D4B-9E85-EB3F1FD624DF}"/>
                </a:ext>
              </a:extLst>
            </p:cNvPr>
            <p:cNvCxnSpPr>
              <a:cxnSpLocks noChangeShapeType="1"/>
            </p:cNvCxnSpPr>
            <p:nvPr/>
          </p:nvCxnSpPr>
          <p:spPr bwMode="auto">
            <a:xfrm>
              <a:off x="4602755" y="2893175"/>
              <a:ext cx="0" cy="1710048"/>
            </a:xfrm>
            <a:prstGeom prst="line">
              <a:avLst/>
            </a:prstGeom>
            <a:noFill/>
            <a:ln w="9525" algn="ctr">
              <a:solidFill>
                <a:schemeClr val="tx1"/>
              </a:solidFill>
              <a:round/>
              <a:headEnd/>
              <a:tailEnd/>
            </a:ln>
          </p:spPr>
        </p:cxnSp>
        <p:cxnSp>
          <p:nvCxnSpPr>
            <p:cNvPr id="25606" name="Прямая соединительная линия 21">
              <a:extLst>
                <a:ext uri="{FF2B5EF4-FFF2-40B4-BE49-F238E27FC236}">
                  <a16:creationId xmlns:a16="http://schemas.microsoft.com/office/drawing/2014/main" id="{460D34EC-BE4B-4A1A-9A15-6E83AF18ECF1}"/>
                </a:ext>
              </a:extLst>
            </p:cNvPr>
            <p:cNvCxnSpPr>
              <a:cxnSpLocks noChangeShapeType="1"/>
            </p:cNvCxnSpPr>
            <p:nvPr/>
          </p:nvCxnSpPr>
          <p:spPr bwMode="auto">
            <a:xfrm>
              <a:off x="4380342" y="3741925"/>
              <a:ext cx="219763" cy="0"/>
            </a:xfrm>
            <a:prstGeom prst="line">
              <a:avLst/>
            </a:prstGeom>
            <a:noFill/>
            <a:ln w="9525" algn="ctr">
              <a:solidFill>
                <a:schemeClr val="tx1"/>
              </a:solidFill>
              <a:round/>
              <a:headEnd/>
              <a:tailEnd/>
            </a:ln>
          </p:spPr>
        </p:cxnSp>
        <p:cxnSp>
          <p:nvCxnSpPr>
            <p:cNvPr id="25607" name="Прямая соединительная линия 42">
              <a:extLst>
                <a:ext uri="{FF2B5EF4-FFF2-40B4-BE49-F238E27FC236}">
                  <a16:creationId xmlns:a16="http://schemas.microsoft.com/office/drawing/2014/main" id="{ACD03464-3814-4A91-9EDF-D73D7D470ABD}"/>
                </a:ext>
              </a:extLst>
            </p:cNvPr>
            <p:cNvCxnSpPr>
              <a:cxnSpLocks noChangeShapeType="1"/>
            </p:cNvCxnSpPr>
            <p:nvPr/>
          </p:nvCxnSpPr>
          <p:spPr bwMode="auto">
            <a:xfrm flipH="1">
              <a:off x="3865625" y="3427466"/>
              <a:ext cx="794" cy="252542"/>
            </a:xfrm>
            <a:prstGeom prst="line">
              <a:avLst/>
            </a:prstGeom>
            <a:noFill/>
            <a:ln w="9525" algn="ctr">
              <a:solidFill>
                <a:schemeClr val="tx1"/>
              </a:solidFill>
              <a:round/>
              <a:headEnd/>
              <a:tailEnd/>
            </a:ln>
          </p:spPr>
        </p:cxnSp>
        <p:sp>
          <p:nvSpPr>
            <p:cNvPr id="158" name="Прямоугольник 47">
              <a:extLst>
                <a:ext uri="{FF2B5EF4-FFF2-40B4-BE49-F238E27FC236}">
                  <a16:creationId xmlns:a16="http://schemas.microsoft.com/office/drawing/2014/main" id="{DEE95F23-31A2-4011-AB23-BD63A82423A6}"/>
                </a:ext>
              </a:extLst>
            </p:cNvPr>
            <p:cNvSpPr/>
            <p:nvPr/>
          </p:nvSpPr>
          <p:spPr bwMode="auto">
            <a:xfrm>
              <a:off x="1795511" y="2536417"/>
              <a:ext cx="714380"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A:0/0</a:t>
              </a:r>
            </a:p>
            <a:p>
              <a:pPr algn="ctr" eaLnBrk="1" hangingPunct="1">
                <a:defRPr/>
              </a:pPr>
              <a:r>
                <a:rPr lang="ru-RU" sz="1100" dirty="0">
                  <a:solidFill>
                    <a:schemeClr val="accent6">
                      <a:lumMod val="75000"/>
                    </a:schemeClr>
                  </a:solidFill>
                  <a:latin typeface="Arial" charset="0"/>
                  <a:cs typeface="Arial" charset="0"/>
                </a:rPr>
                <a:t>R:3/5</a:t>
              </a:r>
            </a:p>
            <a:p>
              <a:pPr algn="ctr" eaLnBrk="1" hangingPunct="1">
                <a:defRPr/>
              </a:pPr>
              <a:r>
                <a:rPr lang="ru-RU" sz="1100" dirty="0">
                  <a:solidFill>
                    <a:srgbClr val="0033CC"/>
                  </a:solidFill>
                  <a:latin typeface="Arial" charset="0"/>
                  <a:cs typeface="Arial" charset="0"/>
                </a:rPr>
                <a:t>S:3/5</a:t>
              </a:r>
              <a:endParaRPr lang="ru-RU" sz="1100" dirty="0">
                <a:solidFill>
                  <a:srgbClr val="002E8A"/>
                </a:solidFill>
                <a:latin typeface="+mj-lt"/>
                <a:cs typeface="Arial" charset="0"/>
              </a:endParaRPr>
            </a:p>
            <a:p>
              <a:pPr algn="ctr" eaLnBrk="1" hangingPunct="1">
                <a:defRPr/>
              </a:pPr>
              <a:endParaRPr lang="ru-RU" sz="1100" dirty="0">
                <a:solidFill>
                  <a:srgbClr val="002E8A"/>
                </a:solidFill>
                <a:latin typeface="+mj-lt"/>
                <a:cs typeface="Arial" charset="0"/>
              </a:endParaRPr>
            </a:p>
          </p:txBody>
        </p:sp>
        <p:sp>
          <p:nvSpPr>
            <p:cNvPr id="159" name="Прямоугольник 48">
              <a:extLst>
                <a:ext uri="{FF2B5EF4-FFF2-40B4-BE49-F238E27FC236}">
                  <a16:creationId xmlns:a16="http://schemas.microsoft.com/office/drawing/2014/main" id="{4EB549AA-6C16-4C8F-9E4D-0F397BC8FDB7}"/>
                </a:ext>
              </a:extLst>
            </p:cNvPr>
            <p:cNvSpPr/>
            <p:nvPr/>
          </p:nvSpPr>
          <p:spPr bwMode="auto">
            <a:xfrm>
              <a:off x="1979662" y="3287305"/>
              <a:ext cx="714380" cy="500062"/>
            </a:xfrm>
            <a:prstGeom prst="rect">
              <a:avLst/>
            </a:prstGeom>
            <a:noFill/>
            <a:ln w="9525" cap="flat" cmpd="sng" algn="ctr">
              <a:noFill/>
              <a:prstDash val="solid"/>
              <a:round/>
              <a:headEnd type="none" w="med" len="med"/>
              <a:tailEnd type="none" w="med" len="med"/>
            </a:ln>
            <a:effectLst/>
          </p:spPr>
          <p:txBody>
            <a:bodyPr anchor="ctr"/>
            <a:lstStyle/>
            <a:p>
              <a:pPr algn="just" eaLnBrk="1" hangingPunct="1">
                <a:defRPr/>
              </a:pPr>
              <a:r>
                <a:rPr lang="ru-RU" sz="1100" dirty="0">
                  <a:solidFill>
                    <a:srgbClr val="002E8A"/>
                  </a:solidFill>
                  <a:latin typeface="+mj-lt"/>
                  <a:cs typeface="Arial" charset="0"/>
                </a:rPr>
                <a:t>A:0/0</a:t>
              </a:r>
              <a:endParaRPr lang="en-US" sz="1100" dirty="0">
                <a:solidFill>
                  <a:srgbClr val="002E8A"/>
                </a:solidFill>
                <a:latin typeface="+mj-lt"/>
                <a:cs typeface="Arial" charset="0"/>
              </a:endParaRPr>
            </a:p>
            <a:p>
              <a:pPr algn="just" eaLnBrk="1" hangingPunct="1">
                <a:defRPr/>
              </a:pPr>
              <a:r>
                <a:rPr lang="ru-RU" sz="1100" dirty="0">
                  <a:solidFill>
                    <a:schemeClr val="accent6">
                      <a:lumMod val="75000"/>
                    </a:schemeClr>
                  </a:solidFill>
                  <a:latin typeface="Arial" charset="0"/>
                  <a:cs typeface="Arial" charset="0"/>
                </a:rPr>
                <a:t>R:4/-1</a:t>
              </a:r>
            </a:p>
            <a:p>
              <a:pPr algn="just" eaLnBrk="1" hangingPunct="1">
                <a:defRPr/>
              </a:pPr>
              <a:r>
                <a:rPr lang="ru-RU" sz="1100" dirty="0">
                  <a:solidFill>
                    <a:srgbClr val="0033CC"/>
                  </a:solidFill>
                  <a:latin typeface="Arial" charset="0"/>
                  <a:cs typeface="Arial" charset="0"/>
                </a:rPr>
                <a:t>S:4/-1</a:t>
              </a:r>
            </a:p>
            <a:p>
              <a:pPr algn="just" eaLnBrk="1" hangingPunct="1">
                <a:defRPr/>
              </a:pPr>
              <a:r>
                <a:rPr lang="en-US" sz="1100" dirty="0">
                  <a:solidFill>
                    <a:srgbClr val="002E8A"/>
                  </a:solidFill>
                  <a:latin typeface="+mj-lt"/>
                  <a:cs typeface="Arial" charset="0"/>
                </a:rPr>
                <a:t>  </a:t>
              </a:r>
              <a:endParaRPr lang="ru-RU" sz="1100" dirty="0">
                <a:solidFill>
                  <a:srgbClr val="002E8A"/>
                </a:solidFill>
                <a:latin typeface="+mj-lt"/>
                <a:cs typeface="Arial" charset="0"/>
              </a:endParaRPr>
            </a:p>
          </p:txBody>
        </p:sp>
        <p:sp>
          <p:nvSpPr>
            <p:cNvPr id="160" name="Прямоугольник 49">
              <a:extLst>
                <a:ext uri="{FF2B5EF4-FFF2-40B4-BE49-F238E27FC236}">
                  <a16:creationId xmlns:a16="http://schemas.microsoft.com/office/drawing/2014/main" id="{E5A6A732-F91A-473B-91B9-BA8AEB3481EF}"/>
                </a:ext>
              </a:extLst>
            </p:cNvPr>
            <p:cNvSpPr/>
            <p:nvPr/>
          </p:nvSpPr>
          <p:spPr bwMode="auto">
            <a:xfrm>
              <a:off x="1827261" y="3836580"/>
              <a:ext cx="714380"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A:0/0</a:t>
              </a:r>
              <a:endParaRPr lang="en-US" sz="1100" dirty="0">
                <a:solidFill>
                  <a:srgbClr val="002E8A"/>
                </a:solidFill>
                <a:latin typeface="+mj-lt"/>
                <a:cs typeface="Arial" charset="0"/>
              </a:endParaRPr>
            </a:p>
            <a:p>
              <a:pPr algn="ctr" eaLnBrk="1" hangingPunct="1">
                <a:defRPr/>
              </a:pPr>
              <a:r>
                <a:rPr lang="ru-RU" sz="1100" dirty="0">
                  <a:solidFill>
                    <a:schemeClr val="accent6">
                      <a:lumMod val="75000"/>
                    </a:schemeClr>
                  </a:solidFill>
                  <a:latin typeface="Arial" charset="0"/>
                  <a:cs typeface="Arial" charset="0"/>
                </a:rPr>
                <a:t>R:5/0</a:t>
              </a:r>
              <a:endParaRPr lang="en-US" sz="1100" dirty="0">
                <a:solidFill>
                  <a:srgbClr val="002E8A"/>
                </a:solidFill>
                <a:latin typeface="+mj-lt"/>
                <a:cs typeface="Arial" charset="0"/>
              </a:endParaRPr>
            </a:p>
            <a:p>
              <a:pPr algn="ctr" eaLnBrk="1" hangingPunct="1">
                <a:defRPr/>
              </a:pPr>
              <a:r>
                <a:rPr lang="ru-RU" sz="1100" dirty="0">
                  <a:solidFill>
                    <a:srgbClr val="0033CC"/>
                  </a:solidFill>
                  <a:latin typeface="Arial" charset="0"/>
                  <a:cs typeface="Arial" charset="0"/>
                </a:rPr>
                <a:t>S:5/0</a:t>
              </a:r>
            </a:p>
            <a:p>
              <a:pPr algn="ctr" eaLnBrk="1" hangingPunct="1">
                <a:defRPr/>
              </a:pPr>
              <a:endParaRPr lang="ru-RU" sz="1100" dirty="0">
                <a:solidFill>
                  <a:srgbClr val="002E8A"/>
                </a:solidFill>
                <a:latin typeface="+mj-lt"/>
                <a:cs typeface="Arial" charset="0"/>
              </a:endParaRPr>
            </a:p>
          </p:txBody>
        </p:sp>
        <p:sp>
          <p:nvSpPr>
            <p:cNvPr id="161" name="Прямоугольник 50">
              <a:extLst>
                <a:ext uri="{FF2B5EF4-FFF2-40B4-BE49-F238E27FC236}">
                  <a16:creationId xmlns:a16="http://schemas.microsoft.com/office/drawing/2014/main" id="{ECD7E6E7-2512-4442-B2AB-39D1321A6912}"/>
                </a:ext>
              </a:extLst>
            </p:cNvPr>
            <p:cNvSpPr/>
            <p:nvPr/>
          </p:nvSpPr>
          <p:spPr bwMode="auto">
            <a:xfrm>
              <a:off x="1854248" y="4504917"/>
              <a:ext cx="714380"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A:0/0</a:t>
              </a:r>
              <a:endParaRPr lang="en-US" sz="1100" dirty="0">
                <a:solidFill>
                  <a:srgbClr val="002E8A"/>
                </a:solidFill>
                <a:latin typeface="+mj-lt"/>
                <a:cs typeface="Arial" charset="0"/>
              </a:endParaRPr>
            </a:p>
            <a:p>
              <a:pPr algn="ctr" eaLnBrk="1" hangingPunct="1">
                <a:defRPr/>
              </a:pPr>
              <a:r>
                <a:rPr lang="ru-RU" sz="1100" dirty="0">
                  <a:solidFill>
                    <a:schemeClr val="accent6">
                      <a:lumMod val="75000"/>
                    </a:schemeClr>
                  </a:solidFill>
                  <a:latin typeface="Arial" charset="0"/>
                  <a:cs typeface="Arial" charset="0"/>
                </a:rPr>
                <a:t>R:3/3</a:t>
              </a:r>
              <a:endParaRPr lang="en-US" sz="1100" dirty="0">
                <a:solidFill>
                  <a:schemeClr val="accent6">
                    <a:lumMod val="75000"/>
                  </a:schemeClr>
                </a:solidFill>
                <a:latin typeface="Arial" charset="0"/>
                <a:cs typeface="Arial" charset="0"/>
              </a:endParaRPr>
            </a:p>
            <a:p>
              <a:pPr algn="ctr" eaLnBrk="1" hangingPunct="1">
                <a:defRPr/>
              </a:pPr>
              <a:r>
                <a:rPr lang="ru-RU" sz="1100" dirty="0">
                  <a:solidFill>
                    <a:srgbClr val="0033CC"/>
                  </a:solidFill>
                  <a:latin typeface="Arial" charset="0"/>
                  <a:cs typeface="Arial" charset="0"/>
                </a:rPr>
                <a:t>S:3/3</a:t>
              </a:r>
            </a:p>
            <a:p>
              <a:pPr algn="ctr" eaLnBrk="1" hangingPunct="1">
                <a:defRPr/>
              </a:pPr>
              <a:endParaRPr lang="en-US" sz="1100" dirty="0">
                <a:solidFill>
                  <a:srgbClr val="002E8A"/>
                </a:solidFill>
                <a:latin typeface="+mj-lt"/>
                <a:cs typeface="Arial" charset="0"/>
              </a:endParaRPr>
            </a:p>
            <a:p>
              <a:pPr algn="ctr" eaLnBrk="1" hangingPunct="1">
                <a:defRPr/>
              </a:pPr>
              <a:endParaRPr lang="ru-RU" sz="1100" dirty="0">
                <a:solidFill>
                  <a:srgbClr val="002E8A"/>
                </a:solidFill>
                <a:latin typeface="+mj-lt"/>
                <a:cs typeface="Arial" charset="0"/>
              </a:endParaRPr>
            </a:p>
          </p:txBody>
        </p:sp>
        <p:sp>
          <p:nvSpPr>
            <p:cNvPr id="162" name="Прямоугольник 51">
              <a:extLst>
                <a:ext uri="{FF2B5EF4-FFF2-40B4-BE49-F238E27FC236}">
                  <a16:creationId xmlns:a16="http://schemas.microsoft.com/office/drawing/2014/main" id="{4379EABB-8A3F-4F07-A7B2-F12F9B62B7F8}"/>
                </a:ext>
              </a:extLst>
            </p:cNvPr>
            <p:cNvSpPr/>
            <p:nvPr/>
          </p:nvSpPr>
          <p:spPr bwMode="auto">
            <a:xfrm>
              <a:off x="3510023" y="4763680"/>
              <a:ext cx="714380"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A:4/2</a:t>
              </a:r>
            </a:p>
            <a:p>
              <a:pPr algn="ctr" eaLnBrk="1" hangingPunct="1">
                <a:defRPr/>
              </a:pPr>
              <a:r>
                <a:rPr lang="ru-RU" sz="1100" dirty="0">
                  <a:solidFill>
                    <a:schemeClr val="accent6">
                      <a:lumMod val="75000"/>
                    </a:schemeClr>
                  </a:solidFill>
                  <a:latin typeface="Arial" charset="0"/>
                  <a:cs typeface="Arial" charset="0"/>
                </a:rPr>
                <a:t>R:7/5</a:t>
              </a:r>
              <a:endParaRPr lang="ru-RU" sz="1100" dirty="0">
                <a:solidFill>
                  <a:srgbClr val="002E8A"/>
                </a:solidFill>
                <a:latin typeface="+mj-lt"/>
                <a:cs typeface="Arial" charset="0"/>
              </a:endParaRPr>
            </a:p>
            <a:p>
              <a:pPr algn="ctr" eaLnBrk="1" hangingPunct="1">
                <a:defRPr/>
              </a:pPr>
              <a:r>
                <a:rPr lang="ru-RU" sz="1100" dirty="0">
                  <a:solidFill>
                    <a:srgbClr val="0033CC"/>
                  </a:solidFill>
                  <a:latin typeface="Arial" charset="0"/>
                  <a:cs typeface="Arial" charset="0"/>
                </a:rPr>
                <a:t>S:3/3</a:t>
              </a:r>
              <a:endParaRPr lang="ru-RU" sz="1100" dirty="0">
                <a:solidFill>
                  <a:srgbClr val="002E8A"/>
                </a:solidFill>
                <a:latin typeface="+mj-lt"/>
                <a:cs typeface="Arial" charset="0"/>
              </a:endParaRPr>
            </a:p>
          </p:txBody>
        </p:sp>
        <p:sp>
          <p:nvSpPr>
            <p:cNvPr id="163" name="Прямоугольник 52">
              <a:extLst>
                <a:ext uri="{FF2B5EF4-FFF2-40B4-BE49-F238E27FC236}">
                  <a16:creationId xmlns:a16="http://schemas.microsoft.com/office/drawing/2014/main" id="{C9BBA935-CA2D-4C00-9510-63A1CF137D0C}"/>
                </a:ext>
              </a:extLst>
            </p:cNvPr>
            <p:cNvSpPr/>
            <p:nvPr/>
          </p:nvSpPr>
          <p:spPr bwMode="auto">
            <a:xfrm>
              <a:off x="3510023" y="4065180"/>
              <a:ext cx="714380"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A:3/1</a:t>
              </a:r>
            </a:p>
            <a:p>
              <a:pPr algn="ctr" eaLnBrk="1" hangingPunct="1">
                <a:defRPr/>
              </a:pPr>
              <a:r>
                <a:rPr lang="ru-RU" sz="1100" dirty="0">
                  <a:solidFill>
                    <a:schemeClr val="accent6">
                      <a:lumMod val="75000"/>
                    </a:schemeClr>
                  </a:solidFill>
                  <a:latin typeface="Arial" charset="0"/>
                  <a:cs typeface="Arial" charset="0"/>
                </a:rPr>
                <a:t>R:3/6</a:t>
              </a:r>
              <a:endParaRPr lang="ru-RU" sz="1100" dirty="0">
                <a:solidFill>
                  <a:srgbClr val="002E8A"/>
                </a:solidFill>
                <a:latin typeface="+mj-lt"/>
                <a:cs typeface="Arial" charset="0"/>
              </a:endParaRPr>
            </a:p>
            <a:p>
              <a:pPr algn="ctr" eaLnBrk="1" hangingPunct="1">
                <a:defRPr/>
              </a:pPr>
              <a:r>
                <a:rPr lang="ru-RU" sz="1100" dirty="0">
                  <a:solidFill>
                    <a:srgbClr val="0033CC"/>
                  </a:solidFill>
                  <a:latin typeface="Arial" charset="0"/>
                  <a:cs typeface="Arial" charset="0"/>
                </a:rPr>
                <a:t>S:0/5</a:t>
              </a:r>
            </a:p>
            <a:p>
              <a:pPr algn="ctr" eaLnBrk="1" hangingPunct="1">
                <a:defRPr/>
              </a:pPr>
              <a:endParaRPr lang="ru-RU" sz="1100" dirty="0">
                <a:solidFill>
                  <a:srgbClr val="002E8A"/>
                </a:solidFill>
                <a:latin typeface="+mj-lt"/>
                <a:cs typeface="Arial" charset="0"/>
              </a:endParaRPr>
            </a:p>
          </p:txBody>
        </p:sp>
        <p:sp>
          <p:nvSpPr>
            <p:cNvPr id="164" name="Прямоугольник 53">
              <a:extLst>
                <a:ext uri="{FF2B5EF4-FFF2-40B4-BE49-F238E27FC236}">
                  <a16:creationId xmlns:a16="http://schemas.microsoft.com/office/drawing/2014/main" id="{C5E243FF-A9C8-4B82-A631-46542A0BA45E}"/>
                </a:ext>
              </a:extLst>
            </p:cNvPr>
            <p:cNvSpPr/>
            <p:nvPr/>
          </p:nvSpPr>
          <p:spPr bwMode="auto">
            <a:xfrm>
              <a:off x="4603818" y="3493680"/>
              <a:ext cx="714380"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A:3/5</a:t>
              </a:r>
              <a:endParaRPr lang="en-US" sz="1100" dirty="0">
                <a:solidFill>
                  <a:srgbClr val="002E8A"/>
                </a:solidFill>
                <a:latin typeface="+mj-lt"/>
                <a:cs typeface="Arial" charset="0"/>
              </a:endParaRPr>
            </a:p>
            <a:p>
              <a:pPr algn="ctr" eaLnBrk="1" hangingPunct="1">
                <a:defRPr/>
              </a:pPr>
              <a:r>
                <a:rPr lang="ru-RU" sz="1100" dirty="0">
                  <a:solidFill>
                    <a:schemeClr val="accent6">
                      <a:lumMod val="75000"/>
                    </a:schemeClr>
                  </a:solidFill>
                  <a:latin typeface="Arial" charset="0"/>
                  <a:cs typeface="Arial" charset="0"/>
                </a:rPr>
                <a:t>R:7/4</a:t>
              </a:r>
              <a:endParaRPr lang="ru-RU" sz="1100" dirty="0">
                <a:solidFill>
                  <a:srgbClr val="002E8A"/>
                </a:solidFill>
                <a:latin typeface="+mj-lt"/>
                <a:cs typeface="Arial" charset="0"/>
              </a:endParaRPr>
            </a:p>
            <a:p>
              <a:pPr algn="ctr" eaLnBrk="1" hangingPunct="1">
                <a:defRPr/>
              </a:pPr>
              <a:r>
                <a:rPr lang="ru-RU" sz="1100" dirty="0">
                  <a:solidFill>
                    <a:srgbClr val="0033CC"/>
                  </a:solidFill>
                  <a:latin typeface="Arial" charset="0"/>
                  <a:cs typeface="Arial" charset="0"/>
                </a:rPr>
                <a:t>S:4/-1</a:t>
              </a:r>
            </a:p>
            <a:p>
              <a:pPr algn="ctr" eaLnBrk="1" hangingPunct="1">
                <a:defRPr/>
              </a:pPr>
              <a:endParaRPr lang="ru-RU" sz="1100" dirty="0">
                <a:solidFill>
                  <a:srgbClr val="002E8A"/>
                </a:solidFill>
                <a:latin typeface="+mj-lt"/>
                <a:cs typeface="Arial" charset="0"/>
              </a:endParaRPr>
            </a:p>
          </p:txBody>
        </p:sp>
        <p:sp>
          <p:nvSpPr>
            <p:cNvPr id="165" name="Прямоугольник 54">
              <a:extLst>
                <a:ext uri="{FF2B5EF4-FFF2-40B4-BE49-F238E27FC236}">
                  <a16:creationId xmlns:a16="http://schemas.microsoft.com/office/drawing/2014/main" id="{399531C9-67FD-44CD-9389-2FA5BFBBF4B3}"/>
                </a:ext>
              </a:extLst>
            </p:cNvPr>
            <p:cNvSpPr/>
            <p:nvPr/>
          </p:nvSpPr>
          <p:spPr bwMode="auto">
            <a:xfrm>
              <a:off x="5367411" y="4665255"/>
              <a:ext cx="714380"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A:7/6</a:t>
              </a:r>
            </a:p>
            <a:p>
              <a:pPr algn="ctr" eaLnBrk="1" hangingPunct="1">
                <a:defRPr/>
              </a:pPr>
              <a:r>
                <a:rPr lang="ru-RU" sz="1100" dirty="0">
                  <a:solidFill>
                    <a:schemeClr val="accent6">
                      <a:lumMod val="75000"/>
                    </a:schemeClr>
                  </a:solidFill>
                  <a:latin typeface="Arial" charset="0"/>
                  <a:cs typeface="Arial" charset="0"/>
                </a:rPr>
                <a:t>R:7/9</a:t>
              </a:r>
              <a:endParaRPr lang="en-US" sz="1100" dirty="0">
                <a:solidFill>
                  <a:schemeClr val="accent6">
                    <a:lumMod val="75000"/>
                  </a:schemeClr>
                </a:solidFill>
                <a:latin typeface="Arial" charset="0"/>
                <a:cs typeface="Arial" charset="0"/>
              </a:endParaRPr>
            </a:p>
            <a:p>
              <a:pPr algn="ctr" eaLnBrk="1" hangingPunct="1">
                <a:defRPr/>
              </a:pPr>
              <a:r>
                <a:rPr lang="ru-RU" sz="1100" dirty="0">
                  <a:solidFill>
                    <a:srgbClr val="0033CC"/>
                  </a:solidFill>
                  <a:latin typeface="Arial" charset="0"/>
                  <a:cs typeface="Arial" charset="0"/>
                </a:rPr>
                <a:t>S:0/3</a:t>
              </a:r>
            </a:p>
            <a:p>
              <a:pPr algn="ctr" eaLnBrk="1" hangingPunct="1">
                <a:defRPr/>
              </a:pPr>
              <a:endParaRPr lang="ru-RU" sz="1100" dirty="0">
                <a:solidFill>
                  <a:srgbClr val="002E8A"/>
                </a:solidFill>
                <a:latin typeface="+mj-lt"/>
                <a:cs typeface="Arial" charset="0"/>
              </a:endParaRPr>
            </a:p>
          </p:txBody>
        </p:sp>
        <p:sp>
          <p:nvSpPr>
            <p:cNvPr id="166" name="Прямоугольник 55">
              <a:extLst>
                <a:ext uri="{FF2B5EF4-FFF2-40B4-BE49-F238E27FC236}">
                  <a16:creationId xmlns:a16="http://schemas.microsoft.com/office/drawing/2014/main" id="{25EF9C85-67CA-46EE-BD75-8EF475B52F58}"/>
                </a:ext>
              </a:extLst>
            </p:cNvPr>
            <p:cNvSpPr/>
            <p:nvPr/>
          </p:nvSpPr>
          <p:spPr bwMode="auto">
            <a:xfrm>
              <a:off x="6438981" y="3492092"/>
              <a:ext cx="714380" cy="500063"/>
            </a:xfrm>
            <a:prstGeom prst="rect">
              <a:avLst/>
            </a:prstGeom>
            <a:noFill/>
            <a:ln w="9525" cap="flat" cmpd="sng" algn="ctr">
              <a:noFill/>
              <a:prstDash val="solid"/>
              <a:round/>
              <a:headEnd type="none" w="med" len="med"/>
              <a:tailEnd type="none" w="med" len="med"/>
            </a:ln>
            <a:effectLst/>
          </p:spPr>
          <p:txBody>
            <a:bodyPr anchor="ctr"/>
            <a:lstStyle/>
            <a:p>
              <a:pPr algn="just" eaLnBrk="1" hangingPunct="1">
                <a:defRPr/>
              </a:pPr>
              <a:endParaRPr lang="en-US" sz="1100" dirty="0">
                <a:solidFill>
                  <a:srgbClr val="002E8A"/>
                </a:solidFill>
                <a:latin typeface="+mj-lt"/>
                <a:cs typeface="Arial" charset="0"/>
              </a:endParaRPr>
            </a:p>
            <a:p>
              <a:pPr algn="just" eaLnBrk="1" hangingPunct="1">
                <a:defRPr/>
              </a:pPr>
              <a:endParaRPr lang="en-US" sz="1100" dirty="0">
                <a:solidFill>
                  <a:srgbClr val="002E8A"/>
                </a:solidFill>
                <a:latin typeface="+mj-lt"/>
                <a:cs typeface="Arial" charset="0"/>
              </a:endParaRPr>
            </a:p>
            <a:p>
              <a:pPr algn="just" eaLnBrk="1" hangingPunct="1">
                <a:defRPr/>
              </a:pPr>
              <a:endParaRPr lang="en-US" sz="1100" dirty="0">
                <a:solidFill>
                  <a:srgbClr val="002E8A"/>
                </a:solidFill>
                <a:latin typeface="+mj-lt"/>
                <a:cs typeface="Arial" charset="0"/>
              </a:endParaRPr>
            </a:p>
            <a:p>
              <a:pPr algn="just" eaLnBrk="1" hangingPunct="1">
                <a:defRPr/>
              </a:pPr>
              <a:r>
                <a:rPr lang="ru-RU" sz="1100" dirty="0">
                  <a:solidFill>
                    <a:srgbClr val="002E8A"/>
                  </a:solidFill>
                  <a:latin typeface="+mj-lt"/>
                  <a:cs typeface="Arial" charset="0"/>
                </a:rPr>
                <a:t>A:7/11</a:t>
              </a:r>
              <a:endParaRPr lang="en-US" sz="1100" dirty="0">
                <a:solidFill>
                  <a:srgbClr val="002E8A"/>
                </a:solidFill>
                <a:latin typeface="+mj-lt"/>
                <a:cs typeface="Arial" charset="0"/>
              </a:endParaRPr>
            </a:p>
            <a:p>
              <a:pPr algn="just" eaLnBrk="1" hangingPunct="1">
                <a:defRPr/>
              </a:pPr>
              <a:r>
                <a:rPr lang="ru-RU" sz="1100" dirty="0">
                  <a:solidFill>
                    <a:schemeClr val="accent6">
                      <a:lumMod val="75000"/>
                    </a:schemeClr>
                  </a:solidFill>
                  <a:latin typeface="Arial" charset="0"/>
                  <a:cs typeface="Arial" charset="0"/>
                </a:rPr>
                <a:t>R:10/10</a:t>
              </a:r>
              <a:endParaRPr lang="en-US" sz="1100" dirty="0">
                <a:solidFill>
                  <a:schemeClr val="accent6">
                    <a:lumMod val="75000"/>
                  </a:schemeClr>
                </a:solidFill>
                <a:latin typeface="Arial" charset="0"/>
                <a:cs typeface="Arial" charset="0"/>
              </a:endParaRPr>
            </a:p>
            <a:p>
              <a:pPr algn="just" eaLnBrk="1" hangingPunct="1">
                <a:defRPr/>
              </a:pPr>
              <a:r>
                <a:rPr lang="ru-RU" sz="1100" dirty="0">
                  <a:solidFill>
                    <a:srgbClr val="0033CC"/>
                  </a:solidFill>
                  <a:latin typeface="Arial" charset="0"/>
                  <a:cs typeface="Arial" charset="0"/>
                </a:rPr>
                <a:t>S:3/-1</a:t>
              </a:r>
            </a:p>
            <a:p>
              <a:pPr algn="just" eaLnBrk="1" hangingPunct="1">
                <a:defRPr/>
              </a:pPr>
              <a:endParaRPr lang="ru-RU" sz="1100" dirty="0">
                <a:solidFill>
                  <a:srgbClr val="002E8A"/>
                </a:solidFill>
                <a:latin typeface="+mj-lt"/>
                <a:cs typeface="Arial" charset="0"/>
              </a:endParaRPr>
            </a:p>
          </p:txBody>
        </p:sp>
        <p:sp>
          <p:nvSpPr>
            <p:cNvPr id="167" name="Прямоугольник 56">
              <a:extLst>
                <a:ext uri="{FF2B5EF4-FFF2-40B4-BE49-F238E27FC236}">
                  <a16:creationId xmlns:a16="http://schemas.microsoft.com/office/drawing/2014/main" id="{F78A0ABB-3034-498F-ACF7-4A6D1CAF391A}"/>
                </a:ext>
              </a:extLst>
            </p:cNvPr>
            <p:cNvSpPr/>
            <p:nvPr/>
          </p:nvSpPr>
          <p:spPr bwMode="auto">
            <a:xfrm>
              <a:off x="5719839" y="2568167"/>
              <a:ext cx="714380"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A:8/5</a:t>
              </a:r>
            </a:p>
            <a:p>
              <a:pPr algn="ctr" eaLnBrk="1" hangingPunct="1">
                <a:defRPr/>
              </a:pPr>
              <a:r>
                <a:rPr lang="ru-RU" sz="1100" dirty="0">
                  <a:solidFill>
                    <a:schemeClr val="accent6">
                      <a:lumMod val="75000"/>
                    </a:schemeClr>
                  </a:solidFill>
                  <a:latin typeface="Arial" charset="0"/>
                  <a:cs typeface="Arial" charset="0"/>
                </a:rPr>
                <a:t>R:7/9</a:t>
              </a:r>
              <a:endParaRPr lang="en-US" sz="1100" dirty="0">
                <a:solidFill>
                  <a:srgbClr val="002E8A"/>
                </a:solidFill>
                <a:latin typeface="+mj-lt"/>
                <a:cs typeface="Arial" charset="0"/>
              </a:endParaRPr>
            </a:p>
            <a:p>
              <a:pPr algn="ctr" eaLnBrk="1" hangingPunct="1">
                <a:defRPr/>
              </a:pPr>
              <a:r>
                <a:rPr lang="ru-RU" sz="1100" dirty="0">
                  <a:solidFill>
                    <a:srgbClr val="0033CC"/>
                  </a:solidFill>
                  <a:latin typeface="Arial" charset="0"/>
                  <a:cs typeface="Arial" charset="0"/>
                </a:rPr>
                <a:t>S:-1/4</a:t>
              </a:r>
            </a:p>
            <a:p>
              <a:pPr algn="ctr" eaLnBrk="1" hangingPunct="1">
                <a:defRPr/>
              </a:pPr>
              <a:endParaRPr lang="ru-RU" sz="1100" dirty="0">
                <a:solidFill>
                  <a:srgbClr val="002E8A"/>
                </a:solidFill>
                <a:latin typeface="+mj-lt"/>
                <a:cs typeface="Arial" charset="0"/>
              </a:endParaRPr>
            </a:p>
          </p:txBody>
        </p:sp>
        <p:sp>
          <p:nvSpPr>
            <p:cNvPr id="168" name="Прямоугольник 57">
              <a:extLst>
                <a:ext uri="{FF2B5EF4-FFF2-40B4-BE49-F238E27FC236}">
                  <a16:creationId xmlns:a16="http://schemas.microsoft.com/office/drawing/2014/main" id="{4ED4F12F-2B55-4552-B328-32E0F113F429}"/>
                </a:ext>
              </a:extLst>
            </p:cNvPr>
            <p:cNvSpPr/>
            <p:nvPr/>
          </p:nvSpPr>
          <p:spPr bwMode="auto">
            <a:xfrm>
              <a:off x="3510023" y="2139542"/>
              <a:ext cx="714380"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A:2/1</a:t>
              </a:r>
            </a:p>
            <a:p>
              <a:pPr algn="ctr" eaLnBrk="1" hangingPunct="1">
                <a:defRPr/>
              </a:pPr>
              <a:r>
                <a:rPr lang="ru-RU" sz="1100" dirty="0">
                  <a:solidFill>
                    <a:schemeClr val="accent6">
                      <a:lumMod val="75000"/>
                    </a:schemeClr>
                  </a:solidFill>
                  <a:latin typeface="Arial" charset="0"/>
                  <a:cs typeface="Arial" charset="0"/>
                </a:rPr>
                <a:t>R:7/4</a:t>
              </a:r>
              <a:endParaRPr lang="ru-RU" sz="1100" dirty="0">
                <a:solidFill>
                  <a:srgbClr val="002E8A"/>
                </a:solidFill>
                <a:latin typeface="+mj-lt"/>
                <a:cs typeface="Arial" charset="0"/>
              </a:endParaRPr>
            </a:p>
            <a:p>
              <a:pPr algn="ctr" eaLnBrk="1" hangingPunct="1">
                <a:defRPr/>
              </a:pPr>
              <a:r>
                <a:rPr lang="ru-RU" sz="1100" dirty="0">
                  <a:solidFill>
                    <a:srgbClr val="0033CC"/>
                  </a:solidFill>
                  <a:latin typeface="Arial" charset="0"/>
                  <a:cs typeface="Arial" charset="0"/>
                </a:rPr>
                <a:t>S:5/3</a:t>
              </a:r>
              <a:endParaRPr lang="ru-RU" sz="1100" dirty="0">
                <a:solidFill>
                  <a:srgbClr val="002E8A"/>
                </a:solidFill>
                <a:latin typeface="+mj-lt"/>
                <a:cs typeface="Arial" charset="0"/>
              </a:endParaRPr>
            </a:p>
          </p:txBody>
        </p:sp>
        <p:sp>
          <p:nvSpPr>
            <p:cNvPr id="169" name="Прямоугольник 58">
              <a:extLst>
                <a:ext uri="{FF2B5EF4-FFF2-40B4-BE49-F238E27FC236}">
                  <a16:creationId xmlns:a16="http://schemas.microsoft.com/office/drawing/2014/main" id="{980C9A77-759B-4C05-8625-9F4ED18F32E6}"/>
                </a:ext>
              </a:extLst>
            </p:cNvPr>
            <p:cNvSpPr/>
            <p:nvPr/>
          </p:nvSpPr>
          <p:spPr bwMode="auto">
            <a:xfrm>
              <a:off x="3511610" y="2930117"/>
              <a:ext cx="714380"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A:4/2</a:t>
              </a:r>
            </a:p>
            <a:p>
              <a:pPr algn="ctr" eaLnBrk="1" hangingPunct="1">
                <a:defRPr/>
              </a:pPr>
              <a:r>
                <a:rPr lang="ru-RU" sz="1100" dirty="0">
                  <a:solidFill>
                    <a:schemeClr val="accent6">
                      <a:lumMod val="75000"/>
                    </a:schemeClr>
                  </a:solidFill>
                  <a:latin typeface="Arial" charset="0"/>
                  <a:cs typeface="Arial" charset="0"/>
                </a:rPr>
                <a:t>R:3/6</a:t>
              </a:r>
              <a:endParaRPr lang="en-US" sz="1100" dirty="0">
                <a:solidFill>
                  <a:schemeClr val="accent6">
                    <a:lumMod val="75000"/>
                  </a:schemeClr>
                </a:solidFill>
                <a:latin typeface="Arial" charset="0"/>
                <a:cs typeface="Arial" charset="0"/>
              </a:endParaRPr>
            </a:p>
            <a:p>
              <a:pPr algn="ctr" eaLnBrk="1" hangingPunct="1">
                <a:defRPr/>
              </a:pPr>
              <a:r>
                <a:rPr lang="ru-RU" sz="1100" dirty="0">
                  <a:solidFill>
                    <a:srgbClr val="0033CC"/>
                  </a:solidFill>
                  <a:latin typeface="Arial" charset="0"/>
                  <a:cs typeface="Arial" charset="0"/>
                </a:rPr>
                <a:t>S:-1/4</a:t>
              </a:r>
            </a:p>
            <a:p>
              <a:pPr algn="ctr" eaLnBrk="1" hangingPunct="1">
                <a:defRPr/>
              </a:pPr>
              <a:endParaRPr lang="en-US" sz="1100" dirty="0">
                <a:solidFill>
                  <a:srgbClr val="002E8A"/>
                </a:solidFill>
                <a:latin typeface="+mj-lt"/>
                <a:cs typeface="Arial" charset="0"/>
              </a:endParaRPr>
            </a:p>
            <a:p>
              <a:pPr algn="ctr" eaLnBrk="1" hangingPunct="1">
                <a:defRPr/>
              </a:pPr>
              <a:endParaRPr lang="ru-RU" sz="1100" dirty="0">
                <a:solidFill>
                  <a:srgbClr val="002E8A"/>
                </a:solidFill>
                <a:latin typeface="+mj-lt"/>
                <a:cs typeface="Arial" charset="0"/>
              </a:endParaRPr>
            </a:p>
          </p:txBody>
        </p:sp>
        <p:grpSp>
          <p:nvGrpSpPr>
            <p:cNvPr id="25620" name="Group 169">
              <a:extLst>
                <a:ext uri="{FF2B5EF4-FFF2-40B4-BE49-F238E27FC236}">
                  <a16:creationId xmlns:a16="http://schemas.microsoft.com/office/drawing/2014/main" id="{D45C6840-1A7A-4327-80AF-92325968491E}"/>
                </a:ext>
              </a:extLst>
            </p:cNvPr>
            <p:cNvGrpSpPr>
              <a:grpSpLocks/>
            </p:cNvGrpSpPr>
            <p:nvPr/>
          </p:nvGrpSpPr>
          <p:grpSpPr bwMode="auto">
            <a:xfrm>
              <a:off x="2652767" y="2607855"/>
              <a:ext cx="2317977" cy="339527"/>
              <a:chOff x="2652767" y="2607855"/>
              <a:chExt cx="2317977" cy="339527"/>
            </a:xfrm>
          </p:grpSpPr>
          <p:sp>
            <p:nvSpPr>
              <p:cNvPr id="233" name="Flowchart: Delay 53">
                <a:extLst>
                  <a:ext uri="{FF2B5EF4-FFF2-40B4-BE49-F238E27FC236}">
                    <a16:creationId xmlns:a16="http://schemas.microsoft.com/office/drawing/2014/main" id="{A83E453A-6DC6-4F5C-8557-8910A7D26B83}"/>
                  </a:ext>
                </a:extLst>
              </p:cNvPr>
              <p:cNvSpPr/>
              <p:nvPr/>
            </p:nvSpPr>
            <p:spPr bwMode="auto">
              <a:xfrm>
                <a:off x="3059170" y="2607855"/>
                <a:ext cx="33020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5684" name="Прямая соединительная линия 18">
                <a:extLst>
                  <a:ext uri="{FF2B5EF4-FFF2-40B4-BE49-F238E27FC236}">
                    <a16:creationId xmlns:a16="http://schemas.microsoft.com/office/drawing/2014/main" id="{BD1C3303-A33B-4123-AB14-350037421513}"/>
                  </a:ext>
                </a:extLst>
              </p:cNvPr>
              <p:cNvCxnSpPr>
                <a:cxnSpLocks noChangeShapeType="1"/>
              </p:cNvCxnSpPr>
              <p:nvPr/>
            </p:nvCxnSpPr>
            <p:spPr bwMode="auto">
              <a:xfrm>
                <a:off x="2652767" y="2696515"/>
                <a:ext cx="407476" cy="0"/>
              </a:xfrm>
              <a:prstGeom prst="line">
                <a:avLst/>
              </a:prstGeom>
              <a:noFill/>
              <a:ln w="9525" algn="ctr">
                <a:solidFill>
                  <a:schemeClr val="tx1"/>
                </a:solidFill>
                <a:round/>
                <a:headEnd/>
                <a:tailEnd/>
              </a:ln>
            </p:spPr>
          </p:cxnSp>
          <p:cxnSp>
            <p:nvCxnSpPr>
              <p:cNvPr id="25685" name="Прямая соединительная линия 19">
                <a:extLst>
                  <a:ext uri="{FF2B5EF4-FFF2-40B4-BE49-F238E27FC236}">
                    <a16:creationId xmlns:a16="http://schemas.microsoft.com/office/drawing/2014/main" id="{F9308AF1-9A71-415F-BD44-4FC4C9C072E7}"/>
                  </a:ext>
                </a:extLst>
              </p:cNvPr>
              <p:cNvCxnSpPr>
                <a:cxnSpLocks noChangeShapeType="1"/>
              </p:cNvCxnSpPr>
              <p:nvPr/>
            </p:nvCxnSpPr>
            <p:spPr bwMode="auto">
              <a:xfrm>
                <a:off x="2654205" y="2851544"/>
                <a:ext cx="407476" cy="0"/>
              </a:xfrm>
              <a:prstGeom prst="line">
                <a:avLst/>
              </a:prstGeom>
              <a:noFill/>
              <a:ln w="9525" algn="ctr">
                <a:solidFill>
                  <a:schemeClr val="tx1"/>
                </a:solidFill>
                <a:round/>
                <a:headEnd/>
                <a:tailEnd/>
              </a:ln>
            </p:spPr>
          </p:cxnSp>
          <p:cxnSp>
            <p:nvCxnSpPr>
              <p:cNvPr id="25686" name="Прямая соединительная линия 35">
                <a:extLst>
                  <a:ext uri="{FF2B5EF4-FFF2-40B4-BE49-F238E27FC236}">
                    <a16:creationId xmlns:a16="http://schemas.microsoft.com/office/drawing/2014/main" id="{D4B2005E-AD4C-4E5D-A1AC-8271A37AF40D}"/>
                  </a:ext>
                </a:extLst>
              </p:cNvPr>
              <p:cNvCxnSpPr>
                <a:cxnSpLocks noChangeShapeType="1"/>
                <a:endCxn id="218" idx="1"/>
              </p:cNvCxnSpPr>
              <p:nvPr/>
            </p:nvCxnSpPr>
            <p:spPr bwMode="auto">
              <a:xfrm>
                <a:off x="3480358" y="2755927"/>
                <a:ext cx="1490386" cy="81108"/>
              </a:xfrm>
              <a:prstGeom prst="line">
                <a:avLst/>
              </a:prstGeom>
              <a:noFill/>
              <a:ln w="9525" algn="ctr">
                <a:solidFill>
                  <a:schemeClr val="tx1"/>
                </a:solidFill>
                <a:round/>
                <a:headEnd/>
                <a:tailEnd/>
              </a:ln>
            </p:spPr>
          </p:cxnSp>
          <p:sp>
            <p:nvSpPr>
              <p:cNvPr id="237" name="TextBox 236">
                <a:extLst>
                  <a:ext uri="{FF2B5EF4-FFF2-40B4-BE49-F238E27FC236}">
                    <a16:creationId xmlns:a16="http://schemas.microsoft.com/office/drawing/2014/main" id="{FB23053B-F58F-4AA5-83D1-4CF37718608C}"/>
                  </a:ext>
                </a:extLst>
              </p:cNvPr>
              <p:cNvSpPr txBox="1"/>
              <p:nvPr/>
            </p:nvSpPr>
            <p:spPr>
              <a:xfrm>
                <a:off x="3003734" y="2639605"/>
                <a:ext cx="433135" cy="307777"/>
              </a:xfrm>
              <a:prstGeom prst="rect">
                <a:avLst/>
              </a:prstGeom>
              <a:noFill/>
            </p:spPr>
            <p:txBody>
              <a:bodyPr wrap="none">
                <a:spAutoFit/>
              </a:bodyPr>
              <a:lstStyle/>
              <a:p>
                <a:pPr algn="ctr" eaLnBrk="1" hangingPunct="1">
                  <a:defRPr/>
                </a:pPr>
                <a:r>
                  <a:rPr lang="en-US" sz="1400" dirty="0">
                    <a:solidFill>
                      <a:schemeClr val="bg1"/>
                    </a:solidFill>
                    <a:latin typeface="+mj-lt"/>
                    <a:cs typeface="Arial" charset="0"/>
                  </a:rPr>
                  <a:t>2/1</a:t>
                </a:r>
              </a:p>
            </p:txBody>
          </p:sp>
          <p:sp>
            <p:nvSpPr>
              <p:cNvPr id="25688" name="Oval 237">
                <a:extLst>
                  <a:ext uri="{FF2B5EF4-FFF2-40B4-BE49-F238E27FC236}">
                    <a16:creationId xmlns:a16="http://schemas.microsoft.com/office/drawing/2014/main" id="{2EE57497-0820-4557-AFE5-46C87C4833C9}"/>
                  </a:ext>
                </a:extLst>
              </p:cNvPr>
              <p:cNvSpPr>
                <a:spLocks noChangeArrowheads="1"/>
              </p:cNvSpPr>
              <p:nvPr/>
            </p:nvSpPr>
            <p:spPr bwMode="auto">
              <a:xfrm>
                <a:off x="3394075" y="2717797"/>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sp>
          <p:nvSpPr>
            <p:cNvPr id="171" name="Flowchart: Delay 53">
              <a:extLst>
                <a:ext uri="{FF2B5EF4-FFF2-40B4-BE49-F238E27FC236}">
                  <a16:creationId xmlns:a16="http://schemas.microsoft.com/office/drawing/2014/main" id="{804E23F5-9E3D-4667-A958-35DFD6E70BEC}"/>
                </a:ext>
              </a:extLst>
            </p:cNvPr>
            <p:cNvSpPr/>
            <p:nvPr/>
          </p:nvSpPr>
          <p:spPr bwMode="auto">
            <a:xfrm>
              <a:off x="3067107" y="3285717"/>
              <a:ext cx="328615"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5622" name="Прямая соединительная линия 18">
              <a:extLst>
                <a:ext uri="{FF2B5EF4-FFF2-40B4-BE49-F238E27FC236}">
                  <a16:creationId xmlns:a16="http://schemas.microsoft.com/office/drawing/2014/main" id="{C0900489-F555-4404-8C2D-945871AF1857}"/>
                </a:ext>
              </a:extLst>
            </p:cNvPr>
            <p:cNvCxnSpPr>
              <a:cxnSpLocks noChangeShapeType="1"/>
            </p:cNvCxnSpPr>
            <p:nvPr/>
          </p:nvCxnSpPr>
          <p:spPr bwMode="auto">
            <a:xfrm>
              <a:off x="2659380" y="3374499"/>
              <a:ext cx="407476" cy="0"/>
            </a:xfrm>
            <a:prstGeom prst="line">
              <a:avLst/>
            </a:prstGeom>
            <a:noFill/>
            <a:ln w="9525" algn="ctr">
              <a:solidFill>
                <a:schemeClr val="tx1"/>
              </a:solidFill>
              <a:round/>
              <a:headEnd/>
              <a:tailEnd/>
            </a:ln>
          </p:spPr>
        </p:cxnSp>
        <p:cxnSp>
          <p:nvCxnSpPr>
            <p:cNvPr id="25623" name="Прямая соединительная линия 19">
              <a:extLst>
                <a:ext uri="{FF2B5EF4-FFF2-40B4-BE49-F238E27FC236}">
                  <a16:creationId xmlns:a16="http://schemas.microsoft.com/office/drawing/2014/main" id="{386B125E-6A41-4CBD-9114-539D01BE8E19}"/>
                </a:ext>
              </a:extLst>
            </p:cNvPr>
            <p:cNvCxnSpPr>
              <a:cxnSpLocks noChangeShapeType="1"/>
            </p:cNvCxnSpPr>
            <p:nvPr/>
          </p:nvCxnSpPr>
          <p:spPr bwMode="auto">
            <a:xfrm>
              <a:off x="2663199" y="3529528"/>
              <a:ext cx="407476" cy="0"/>
            </a:xfrm>
            <a:prstGeom prst="line">
              <a:avLst/>
            </a:prstGeom>
            <a:noFill/>
            <a:ln w="9525" algn="ctr">
              <a:solidFill>
                <a:schemeClr val="tx1"/>
              </a:solidFill>
              <a:round/>
              <a:headEnd/>
              <a:tailEnd/>
            </a:ln>
          </p:spPr>
        </p:cxnSp>
        <p:cxnSp>
          <p:nvCxnSpPr>
            <p:cNvPr id="25624" name="Прямая соединительная линия 35">
              <a:extLst>
                <a:ext uri="{FF2B5EF4-FFF2-40B4-BE49-F238E27FC236}">
                  <a16:creationId xmlns:a16="http://schemas.microsoft.com/office/drawing/2014/main" id="{6E8E117B-6760-4B21-B7D3-C68181EE84E6}"/>
                </a:ext>
              </a:extLst>
            </p:cNvPr>
            <p:cNvCxnSpPr>
              <a:cxnSpLocks noChangeShapeType="1"/>
            </p:cNvCxnSpPr>
            <p:nvPr/>
          </p:nvCxnSpPr>
          <p:spPr bwMode="auto">
            <a:xfrm flipV="1">
              <a:off x="3477447" y="3431381"/>
              <a:ext cx="387322" cy="0"/>
            </a:xfrm>
            <a:prstGeom prst="line">
              <a:avLst/>
            </a:prstGeom>
            <a:noFill/>
            <a:ln w="9525" algn="ctr">
              <a:solidFill>
                <a:schemeClr val="tx1"/>
              </a:solidFill>
              <a:round/>
              <a:headEnd/>
              <a:tailEnd/>
            </a:ln>
          </p:spPr>
        </p:cxnSp>
        <p:sp>
          <p:nvSpPr>
            <p:cNvPr id="175" name="TextBox 174">
              <a:extLst>
                <a:ext uri="{FF2B5EF4-FFF2-40B4-BE49-F238E27FC236}">
                  <a16:creationId xmlns:a16="http://schemas.microsoft.com/office/drawing/2014/main" id="{15C86870-6F25-4CA0-8863-15E260F3F0EA}"/>
                </a:ext>
              </a:extLst>
            </p:cNvPr>
            <p:cNvSpPr txBox="1"/>
            <p:nvPr/>
          </p:nvSpPr>
          <p:spPr>
            <a:xfrm>
              <a:off x="3019693" y="3319055"/>
              <a:ext cx="413918" cy="277386"/>
            </a:xfrm>
            <a:prstGeom prst="rect">
              <a:avLst/>
            </a:prstGeom>
            <a:noFill/>
          </p:spPr>
          <p:txBody>
            <a:bodyPr wrap="none">
              <a:spAutoFit/>
            </a:bodyPr>
            <a:lstStyle/>
            <a:p>
              <a:pPr algn="ctr" eaLnBrk="1" hangingPunct="1">
                <a:defRPr/>
              </a:pPr>
              <a:r>
                <a:rPr lang="en-US" dirty="0">
                  <a:solidFill>
                    <a:schemeClr val="bg1"/>
                  </a:solidFill>
                  <a:latin typeface="+mj-lt"/>
                  <a:cs typeface="Arial" charset="0"/>
                </a:rPr>
                <a:t>4/2</a:t>
              </a:r>
            </a:p>
          </p:txBody>
        </p:sp>
        <p:sp>
          <p:nvSpPr>
            <p:cNvPr id="25626" name="Oval 175">
              <a:extLst>
                <a:ext uri="{FF2B5EF4-FFF2-40B4-BE49-F238E27FC236}">
                  <a16:creationId xmlns:a16="http://schemas.microsoft.com/office/drawing/2014/main" id="{E6DB4389-B323-48F4-A620-FDE3EC02226E}"/>
                </a:ext>
              </a:extLst>
            </p:cNvPr>
            <p:cNvSpPr>
              <a:spLocks noChangeArrowheads="1"/>
            </p:cNvSpPr>
            <p:nvPr/>
          </p:nvSpPr>
          <p:spPr bwMode="auto">
            <a:xfrm>
              <a:off x="3400688" y="339501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nvGrpSpPr>
            <p:cNvPr id="25627" name="Group 176">
              <a:extLst>
                <a:ext uri="{FF2B5EF4-FFF2-40B4-BE49-F238E27FC236}">
                  <a16:creationId xmlns:a16="http://schemas.microsoft.com/office/drawing/2014/main" id="{DBEE88F4-2247-41AE-9EC8-BA03D57E5578}"/>
                </a:ext>
              </a:extLst>
            </p:cNvPr>
            <p:cNvGrpSpPr>
              <a:grpSpLocks/>
            </p:cNvGrpSpPr>
            <p:nvPr/>
          </p:nvGrpSpPr>
          <p:grpSpPr bwMode="auto">
            <a:xfrm>
              <a:off x="2659857" y="3904842"/>
              <a:ext cx="1205389" cy="309136"/>
              <a:chOff x="2659857" y="3495310"/>
              <a:chExt cx="1205389" cy="309136"/>
            </a:xfrm>
          </p:grpSpPr>
          <p:sp>
            <p:nvSpPr>
              <p:cNvPr id="227" name="Flowchart: Delay 53">
                <a:extLst>
                  <a:ext uri="{FF2B5EF4-FFF2-40B4-BE49-F238E27FC236}">
                    <a16:creationId xmlns:a16="http://schemas.microsoft.com/office/drawing/2014/main" id="{4700DD5A-3F0C-4DC1-BD7F-25E3192E7AFF}"/>
                  </a:ext>
                </a:extLst>
              </p:cNvPr>
              <p:cNvSpPr/>
              <p:nvPr/>
            </p:nvSpPr>
            <p:spPr bwMode="auto">
              <a:xfrm>
                <a:off x="3067107" y="3495310"/>
                <a:ext cx="33020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5678" name="Прямая соединительная линия 18">
                <a:extLst>
                  <a:ext uri="{FF2B5EF4-FFF2-40B4-BE49-F238E27FC236}">
                    <a16:creationId xmlns:a16="http://schemas.microsoft.com/office/drawing/2014/main" id="{99FB28C2-4215-432B-83C4-FA076CA10832}"/>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25679" name="Прямая соединительная линия 19">
                <a:extLst>
                  <a:ext uri="{FF2B5EF4-FFF2-40B4-BE49-F238E27FC236}">
                    <a16:creationId xmlns:a16="http://schemas.microsoft.com/office/drawing/2014/main" id="{8C8F67DE-DD2A-4862-8089-A241D004C22A}"/>
                  </a:ext>
                </a:extLst>
              </p:cNvPr>
              <p:cNvCxnSpPr>
                <a:cxnSpLocks noChangeShapeType="1"/>
              </p:cNvCxnSpPr>
              <p:nvPr/>
            </p:nvCxnSpPr>
            <p:spPr bwMode="auto">
              <a:xfrm>
                <a:off x="2663676" y="3738758"/>
                <a:ext cx="407476" cy="0"/>
              </a:xfrm>
              <a:prstGeom prst="line">
                <a:avLst/>
              </a:prstGeom>
              <a:noFill/>
              <a:ln w="9525" algn="ctr">
                <a:solidFill>
                  <a:schemeClr val="tx1"/>
                </a:solidFill>
                <a:round/>
                <a:headEnd/>
                <a:tailEnd/>
              </a:ln>
            </p:spPr>
          </p:cxnSp>
          <p:cxnSp>
            <p:nvCxnSpPr>
              <p:cNvPr id="25680" name="Прямая соединительная линия 35">
                <a:extLst>
                  <a:ext uri="{FF2B5EF4-FFF2-40B4-BE49-F238E27FC236}">
                    <a16:creationId xmlns:a16="http://schemas.microsoft.com/office/drawing/2014/main" id="{CEC05150-AA77-474F-AD19-1F42EC9E180A}"/>
                  </a:ext>
                </a:extLst>
              </p:cNvPr>
              <p:cNvCxnSpPr>
                <a:cxnSpLocks noChangeShapeType="1"/>
              </p:cNvCxnSpPr>
              <p:nvPr/>
            </p:nvCxnSpPr>
            <p:spPr bwMode="auto">
              <a:xfrm flipV="1">
                <a:off x="3477924" y="3640611"/>
                <a:ext cx="387322" cy="0"/>
              </a:xfrm>
              <a:prstGeom prst="line">
                <a:avLst/>
              </a:prstGeom>
              <a:noFill/>
              <a:ln w="9525" algn="ctr">
                <a:solidFill>
                  <a:schemeClr val="tx1"/>
                </a:solidFill>
                <a:round/>
                <a:headEnd/>
                <a:tailEnd/>
              </a:ln>
            </p:spPr>
          </p:cxnSp>
          <p:sp>
            <p:nvSpPr>
              <p:cNvPr id="231" name="TextBox 230">
                <a:extLst>
                  <a:ext uri="{FF2B5EF4-FFF2-40B4-BE49-F238E27FC236}">
                    <a16:creationId xmlns:a16="http://schemas.microsoft.com/office/drawing/2014/main" id="{82A4DCB3-6AC4-4AC0-BE3E-D3DC0E79B8C6}"/>
                  </a:ext>
                </a:extLst>
              </p:cNvPr>
              <p:cNvSpPr txBox="1"/>
              <p:nvPr/>
            </p:nvSpPr>
            <p:spPr>
              <a:xfrm>
                <a:off x="3020487" y="3527060"/>
                <a:ext cx="413918" cy="277386"/>
              </a:xfrm>
              <a:prstGeom prst="rect">
                <a:avLst/>
              </a:prstGeom>
              <a:noFill/>
            </p:spPr>
            <p:txBody>
              <a:bodyPr wrap="none">
                <a:spAutoFit/>
              </a:bodyPr>
              <a:lstStyle/>
              <a:p>
                <a:pPr algn="ctr" eaLnBrk="1" hangingPunct="1">
                  <a:defRPr/>
                </a:pPr>
                <a:r>
                  <a:rPr lang="en-US" dirty="0">
                    <a:solidFill>
                      <a:schemeClr val="bg1"/>
                    </a:solidFill>
                    <a:latin typeface="+mj-lt"/>
                    <a:cs typeface="Arial" charset="0"/>
                  </a:rPr>
                  <a:t>3/1</a:t>
                </a:r>
              </a:p>
            </p:txBody>
          </p:sp>
          <p:sp>
            <p:nvSpPr>
              <p:cNvPr id="25682" name="Oval 231">
                <a:extLst>
                  <a:ext uri="{FF2B5EF4-FFF2-40B4-BE49-F238E27FC236}">
                    <a16:creationId xmlns:a16="http://schemas.microsoft.com/office/drawing/2014/main" id="{267D881F-2C51-435C-A9E9-A9C5F253ECE6}"/>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sp>
          <p:nvSpPr>
            <p:cNvPr id="178" name="Flowchart: Delay 53">
              <a:extLst>
                <a:ext uri="{FF2B5EF4-FFF2-40B4-BE49-F238E27FC236}">
                  <a16:creationId xmlns:a16="http://schemas.microsoft.com/office/drawing/2014/main" id="{B8DD8F18-E98C-441D-A2C3-BBEE08A54C1F}"/>
                </a:ext>
              </a:extLst>
            </p:cNvPr>
            <p:cNvSpPr/>
            <p:nvPr/>
          </p:nvSpPr>
          <p:spPr bwMode="auto">
            <a:xfrm>
              <a:off x="3973576" y="3595280"/>
              <a:ext cx="33020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5629" name="Прямая соединительная линия 18">
              <a:extLst>
                <a:ext uri="{FF2B5EF4-FFF2-40B4-BE49-F238E27FC236}">
                  <a16:creationId xmlns:a16="http://schemas.microsoft.com/office/drawing/2014/main" id="{94E434A1-0255-43D4-A2E0-5257A31851C3}"/>
                </a:ext>
              </a:extLst>
            </p:cNvPr>
            <p:cNvCxnSpPr>
              <a:cxnSpLocks noChangeShapeType="1"/>
            </p:cNvCxnSpPr>
            <p:nvPr/>
          </p:nvCxnSpPr>
          <p:spPr bwMode="auto">
            <a:xfrm>
              <a:off x="3860007" y="3684069"/>
              <a:ext cx="109821" cy="0"/>
            </a:xfrm>
            <a:prstGeom prst="line">
              <a:avLst/>
            </a:prstGeom>
            <a:noFill/>
            <a:ln w="9525" algn="ctr">
              <a:solidFill>
                <a:schemeClr val="tx1"/>
              </a:solidFill>
              <a:round/>
              <a:headEnd/>
              <a:tailEnd/>
            </a:ln>
          </p:spPr>
        </p:cxnSp>
        <p:sp>
          <p:nvSpPr>
            <p:cNvPr id="180" name="TextBox 179">
              <a:extLst>
                <a:ext uri="{FF2B5EF4-FFF2-40B4-BE49-F238E27FC236}">
                  <a16:creationId xmlns:a16="http://schemas.microsoft.com/office/drawing/2014/main" id="{90D11FEA-7CCD-4BF2-8A48-0B2904252D49}"/>
                </a:ext>
              </a:extLst>
            </p:cNvPr>
            <p:cNvSpPr txBox="1"/>
            <p:nvPr/>
          </p:nvSpPr>
          <p:spPr>
            <a:xfrm>
              <a:off x="3927749" y="3628617"/>
              <a:ext cx="413918" cy="277386"/>
            </a:xfrm>
            <a:prstGeom prst="rect">
              <a:avLst/>
            </a:prstGeom>
            <a:noFill/>
          </p:spPr>
          <p:txBody>
            <a:bodyPr wrap="none">
              <a:spAutoFit/>
            </a:bodyPr>
            <a:lstStyle/>
            <a:p>
              <a:pPr algn="ctr" eaLnBrk="1" hangingPunct="1">
                <a:defRPr/>
              </a:pPr>
              <a:r>
                <a:rPr lang="en-US" dirty="0">
                  <a:solidFill>
                    <a:schemeClr val="bg1"/>
                  </a:solidFill>
                  <a:latin typeface="+mj-lt"/>
                  <a:cs typeface="Arial" charset="0"/>
                </a:rPr>
                <a:t>1/1</a:t>
              </a:r>
            </a:p>
          </p:txBody>
        </p:sp>
        <p:sp>
          <p:nvSpPr>
            <p:cNvPr id="25631" name="Oval 180">
              <a:extLst>
                <a:ext uri="{FF2B5EF4-FFF2-40B4-BE49-F238E27FC236}">
                  <a16:creationId xmlns:a16="http://schemas.microsoft.com/office/drawing/2014/main" id="{F39C9307-B9C0-433E-9F25-223B0BE3B39B}"/>
                </a:ext>
              </a:extLst>
            </p:cNvPr>
            <p:cNvSpPr>
              <a:spLocks noChangeArrowheads="1"/>
            </p:cNvSpPr>
            <p:nvPr/>
          </p:nvSpPr>
          <p:spPr bwMode="auto">
            <a:xfrm>
              <a:off x="4308422" y="370458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cxnSp>
          <p:nvCxnSpPr>
            <p:cNvPr id="25632" name="Прямая соединительная линия 42">
              <a:extLst>
                <a:ext uri="{FF2B5EF4-FFF2-40B4-BE49-F238E27FC236}">
                  <a16:creationId xmlns:a16="http://schemas.microsoft.com/office/drawing/2014/main" id="{A8555362-75E4-4654-A1CD-ACE7A9090273}"/>
                </a:ext>
              </a:extLst>
            </p:cNvPr>
            <p:cNvCxnSpPr>
              <a:cxnSpLocks noChangeShapeType="1"/>
            </p:cNvCxnSpPr>
            <p:nvPr/>
          </p:nvCxnSpPr>
          <p:spPr bwMode="auto">
            <a:xfrm flipH="1">
              <a:off x="3860856" y="3800344"/>
              <a:ext cx="794" cy="252542"/>
            </a:xfrm>
            <a:prstGeom prst="line">
              <a:avLst/>
            </a:prstGeom>
            <a:noFill/>
            <a:ln w="9525" algn="ctr">
              <a:solidFill>
                <a:schemeClr val="tx1"/>
              </a:solidFill>
              <a:round/>
              <a:headEnd/>
              <a:tailEnd/>
            </a:ln>
          </p:spPr>
        </p:cxnSp>
        <p:cxnSp>
          <p:nvCxnSpPr>
            <p:cNvPr id="25633" name="Прямая соединительная линия 18">
              <a:extLst>
                <a:ext uri="{FF2B5EF4-FFF2-40B4-BE49-F238E27FC236}">
                  <a16:creationId xmlns:a16="http://schemas.microsoft.com/office/drawing/2014/main" id="{E75E2187-03B8-4C54-A05C-D7822152B196}"/>
                </a:ext>
              </a:extLst>
            </p:cNvPr>
            <p:cNvCxnSpPr>
              <a:cxnSpLocks noChangeShapeType="1"/>
            </p:cNvCxnSpPr>
            <p:nvPr/>
          </p:nvCxnSpPr>
          <p:spPr bwMode="auto">
            <a:xfrm>
              <a:off x="3860001" y="3801726"/>
              <a:ext cx="109821" cy="0"/>
            </a:xfrm>
            <a:prstGeom prst="line">
              <a:avLst/>
            </a:prstGeom>
            <a:noFill/>
            <a:ln w="9525" algn="ctr">
              <a:solidFill>
                <a:schemeClr val="tx1"/>
              </a:solidFill>
              <a:round/>
              <a:headEnd/>
              <a:tailEnd/>
            </a:ln>
          </p:spPr>
        </p:cxnSp>
        <p:grpSp>
          <p:nvGrpSpPr>
            <p:cNvPr id="25634" name="Group 183">
              <a:extLst>
                <a:ext uri="{FF2B5EF4-FFF2-40B4-BE49-F238E27FC236}">
                  <a16:creationId xmlns:a16="http://schemas.microsoft.com/office/drawing/2014/main" id="{A14080C5-A29E-4AF0-B476-E8CAD9CE2A2B}"/>
                </a:ext>
              </a:extLst>
            </p:cNvPr>
            <p:cNvGrpSpPr>
              <a:grpSpLocks/>
            </p:cNvGrpSpPr>
            <p:nvPr/>
          </p:nvGrpSpPr>
          <p:grpSpPr bwMode="auto">
            <a:xfrm>
              <a:off x="4595342" y="4512855"/>
              <a:ext cx="1114178" cy="309136"/>
              <a:chOff x="2659857" y="3495742"/>
              <a:chExt cx="1114178" cy="309136"/>
            </a:xfrm>
          </p:grpSpPr>
          <p:sp>
            <p:nvSpPr>
              <p:cNvPr id="222" name="Flowchart: Delay 53">
                <a:extLst>
                  <a:ext uri="{FF2B5EF4-FFF2-40B4-BE49-F238E27FC236}">
                    <a16:creationId xmlns:a16="http://schemas.microsoft.com/office/drawing/2014/main" id="{4E76DDD7-502D-44AA-B103-E3ACE3C65227}"/>
                  </a:ext>
                </a:extLst>
              </p:cNvPr>
              <p:cNvSpPr/>
              <p:nvPr/>
            </p:nvSpPr>
            <p:spPr bwMode="auto">
              <a:xfrm>
                <a:off x="3066799" y="3495742"/>
                <a:ext cx="33020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5673" name="Прямая соединительная линия 18">
                <a:extLst>
                  <a:ext uri="{FF2B5EF4-FFF2-40B4-BE49-F238E27FC236}">
                    <a16:creationId xmlns:a16="http://schemas.microsoft.com/office/drawing/2014/main" id="{2689A344-CD4D-43F6-B9D5-AF6992D088C5}"/>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25674" name="Прямая соединительная линия 35">
                <a:extLst>
                  <a:ext uri="{FF2B5EF4-FFF2-40B4-BE49-F238E27FC236}">
                    <a16:creationId xmlns:a16="http://schemas.microsoft.com/office/drawing/2014/main" id="{C38325CE-13D4-402E-B5C3-0E90960CAFA1}"/>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225" name="TextBox 224">
                <a:extLst>
                  <a:ext uri="{FF2B5EF4-FFF2-40B4-BE49-F238E27FC236}">
                    <a16:creationId xmlns:a16="http://schemas.microsoft.com/office/drawing/2014/main" id="{3139824D-A17E-43DA-9C58-B45EABC13414}"/>
                  </a:ext>
                </a:extLst>
              </p:cNvPr>
              <p:cNvSpPr txBox="1"/>
              <p:nvPr/>
            </p:nvSpPr>
            <p:spPr>
              <a:xfrm>
                <a:off x="3020972" y="3527492"/>
                <a:ext cx="413918" cy="277386"/>
              </a:xfrm>
              <a:prstGeom prst="rect">
                <a:avLst/>
              </a:prstGeom>
              <a:noFill/>
            </p:spPr>
            <p:txBody>
              <a:bodyPr wrap="none">
                <a:spAutoFit/>
              </a:bodyPr>
              <a:lstStyle/>
              <a:p>
                <a:pPr algn="ctr" eaLnBrk="1" hangingPunct="1">
                  <a:defRPr/>
                </a:pPr>
                <a:r>
                  <a:rPr lang="en-US" dirty="0">
                    <a:solidFill>
                      <a:schemeClr val="bg1"/>
                    </a:solidFill>
                    <a:latin typeface="+mj-lt"/>
                    <a:cs typeface="Arial" charset="0"/>
                  </a:rPr>
                  <a:t>2/2</a:t>
                </a:r>
              </a:p>
            </p:txBody>
          </p:sp>
          <p:sp>
            <p:nvSpPr>
              <p:cNvPr id="25676" name="Oval 225">
                <a:extLst>
                  <a:ext uri="{FF2B5EF4-FFF2-40B4-BE49-F238E27FC236}">
                    <a16:creationId xmlns:a16="http://schemas.microsoft.com/office/drawing/2014/main" id="{94A400FB-718A-48CF-A79B-4D43035C6E3E}"/>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sp>
          <p:nvSpPr>
            <p:cNvPr id="185" name="Flowchart: Delay 53">
              <a:extLst>
                <a:ext uri="{FF2B5EF4-FFF2-40B4-BE49-F238E27FC236}">
                  <a16:creationId xmlns:a16="http://schemas.microsoft.com/office/drawing/2014/main" id="{7861EA3A-493C-47F3-843B-A6F67A9E82ED}"/>
                </a:ext>
              </a:extLst>
            </p:cNvPr>
            <p:cNvSpPr/>
            <p:nvPr/>
          </p:nvSpPr>
          <p:spPr bwMode="auto">
            <a:xfrm>
              <a:off x="3067107" y="4609692"/>
              <a:ext cx="33020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5636" name="Прямая соединительная линия 18">
              <a:extLst>
                <a:ext uri="{FF2B5EF4-FFF2-40B4-BE49-F238E27FC236}">
                  <a16:creationId xmlns:a16="http://schemas.microsoft.com/office/drawing/2014/main" id="{1B71EF4B-20A3-4925-8644-E4A12202C2B2}"/>
                </a:ext>
              </a:extLst>
            </p:cNvPr>
            <p:cNvCxnSpPr>
              <a:cxnSpLocks noChangeShapeType="1"/>
            </p:cNvCxnSpPr>
            <p:nvPr/>
          </p:nvCxnSpPr>
          <p:spPr bwMode="auto">
            <a:xfrm>
              <a:off x="2660650" y="4698177"/>
              <a:ext cx="407476" cy="0"/>
            </a:xfrm>
            <a:prstGeom prst="line">
              <a:avLst/>
            </a:prstGeom>
            <a:noFill/>
            <a:ln w="9525" algn="ctr">
              <a:solidFill>
                <a:schemeClr val="tx1"/>
              </a:solidFill>
              <a:round/>
              <a:headEnd/>
              <a:tailEnd/>
            </a:ln>
          </p:spPr>
        </p:cxnSp>
        <p:cxnSp>
          <p:nvCxnSpPr>
            <p:cNvPr id="25637" name="Прямая соединительная линия 19">
              <a:extLst>
                <a:ext uri="{FF2B5EF4-FFF2-40B4-BE49-F238E27FC236}">
                  <a16:creationId xmlns:a16="http://schemas.microsoft.com/office/drawing/2014/main" id="{ACBE3063-CAEF-4CD3-BE01-B7D2866DD84F}"/>
                </a:ext>
              </a:extLst>
            </p:cNvPr>
            <p:cNvCxnSpPr>
              <a:cxnSpLocks noChangeShapeType="1"/>
            </p:cNvCxnSpPr>
            <p:nvPr/>
          </p:nvCxnSpPr>
          <p:spPr bwMode="auto">
            <a:xfrm>
              <a:off x="2664469" y="4853206"/>
              <a:ext cx="407476" cy="0"/>
            </a:xfrm>
            <a:prstGeom prst="line">
              <a:avLst/>
            </a:prstGeom>
            <a:noFill/>
            <a:ln w="9525" algn="ctr">
              <a:solidFill>
                <a:schemeClr val="tx1"/>
              </a:solidFill>
              <a:round/>
              <a:headEnd/>
              <a:tailEnd/>
            </a:ln>
          </p:spPr>
        </p:cxnSp>
        <p:sp>
          <p:nvSpPr>
            <p:cNvPr id="188" name="TextBox 187">
              <a:extLst>
                <a:ext uri="{FF2B5EF4-FFF2-40B4-BE49-F238E27FC236}">
                  <a16:creationId xmlns:a16="http://schemas.microsoft.com/office/drawing/2014/main" id="{DC20C90C-2CC6-43A0-B18C-3CC36F890152}"/>
                </a:ext>
              </a:extLst>
            </p:cNvPr>
            <p:cNvSpPr txBox="1"/>
            <p:nvPr/>
          </p:nvSpPr>
          <p:spPr>
            <a:xfrm>
              <a:off x="3021280" y="4641442"/>
              <a:ext cx="413918" cy="277386"/>
            </a:xfrm>
            <a:prstGeom prst="rect">
              <a:avLst/>
            </a:prstGeom>
            <a:noFill/>
          </p:spPr>
          <p:txBody>
            <a:bodyPr wrap="none">
              <a:spAutoFit/>
            </a:bodyPr>
            <a:lstStyle/>
            <a:p>
              <a:pPr algn="ctr" eaLnBrk="1" hangingPunct="1">
                <a:defRPr/>
              </a:pPr>
              <a:r>
                <a:rPr lang="en-US" dirty="0">
                  <a:solidFill>
                    <a:schemeClr val="bg1"/>
                  </a:solidFill>
                  <a:latin typeface="+mj-lt"/>
                  <a:cs typeface="Arial" charset="0"/>
                </a:rPr>
                <a:t>4/2</a:t>
              </a:r>
            </a:p>
          </p:txBody>
        </p:sp>
        <p:grpSp>
          <p:nvGrpSpPr>
            <p:cNvPr id="25639" name="Group 188">
              <a:extLst>
                <a:ext uri="{FF2B5EF4-FFF2-40B4-BE49-F238E27FC236}">
                  <a16:creationId xmlns:a16="http://schemas.microsoft.com/office/drawing/2014/main" id="{B7489860-A0DC-4DD0-91B5-750763415B4B}"/>
                </a:ext>
              </a:extLst>
            </p:cNvPr>
            <p:cNvGrpSpPr>
              <a:grpSpLocks/>
            </p:cNvGrpSpPr>
            <p:nvPr/>
          </p:nvGrpSpPr>
          <p:grpSpPr bwMode="auto">
            <a:xfrm>
              <a:off x="3401958" y="4719459"/>
              <a:ext cx="1602781" cy="76261"/>
              <a:chOff x="3401958" y="4689476"/>
              <a:chExt cx="1602781" cy="76261"/>
            </a:xfrm>
          </p:grpSpPr>
          <p:cxnSp>
            <p:nvCxnSpPr>
              <p:cNvPr id="25670" name="Прямая соединительная линия 35">
                <a:extLst>
                  <a:ext uri="{FF2B5EF4-FFF2-40B4-BE49-F238E27FC236}">
                    <a16:creationId xmlns:a16="http://schemas.microsoft.com/office/drawing/2014/main" id="{316ABBF8-D35F-465B-9603-EB0C8D17B601}"/>
                  </a:ext>
                </a:extLst>
              </p:cNvPr>
              <p:cNvCxnSpPr>
                <a:cxnSpLocks noChangeShapeType="1"/>
              </p:cNvCxnSpPr>
              <p:nvPr/>
            </p:nvCxnSpPr>
            <p:spPr bwMode="auto">
              <a:xfrm flipV="1">
                <a:off x="3478717" y="4727606"/>
                <a:ext cx="1526022" cy="0"/>
              </a:xfrm>
              <a:prstGeom prst="line">
                <a:avLst/>
              </a:prstGeom>
              <a:noFill/>
              <a:ln w="9525" algn="ctr">
                <a:solidFill>
                  <a:schemeClr val="tx1"/>
                </a:solidFill>
                <a:round/>
                <a:headEnd/>
                <a:tailEnd/>
              </a:ln>
            </p:spPr>
          </p:cxnSp>
          <p:sp>
            <p:nvSpPr>
              <p:cNvPr id="25671" name="Oval 220">
                <a:extLst>
                  <a:ext uri="{FF2B5EF4-FFF2-40B4-BE49-F238E27FC236}">
                    <a16:creationId xmlns:a16="http://schemas.microsoft.com/office/drawing/2014/main" id="{E0773A6E-1BF8-425E-8B79-8CE1F4099481}"/>
                  </a:ext>
                </a:extLst>
              </p:cNvPr>
              <p:cNvSpPr>
                <a:spLocks noChangeArrowheads="1"/>
              </p:cNvSpPr>
              <p:nvPr/>
            </p:nvSpPr>
            <p:spPr bwMode="auto">
              <a:xfrm>
                <a:off x="3401958" y="4689476"/>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grpSp>
          <p:nvGrpSpPr>
            <p:cNvPr id="25640" name="Group 189">
              <a:extLst>
                <a:ext uri="{FF2B5EF4-FFF2-40B4-BE49-F238E27FC236}">
                  <a16:creationId xmlns:a16="http://schemas.microsoft.com/office/drawing/2014/main" id="{352E2B22-FA04-4264-91D3-6551209A3518}"/>
                </a:ext>
              </a:extLst>
            </p:cNvPr>
            <p:cNvGrpSpPr>
              <a:grpSpLocks/>
            </p:cNvGrpSpPr>
            <p:nvPr/>
          </p:nvGrpSpPr>
          <p:grpSpPr bwMode="auto">
            <a:xfrm>
              <a:off x="4600572" y="2666592"/>
              <a:ext cx="1114178" cy="309136"/>
              <a:chOff x="2659857" y="3495244"/>
              <a:chExt cx="1114178" cy="309136"/>
            </a:xfrm>
          </p:grpSpPr>
          <p:sp>
            <p:nvSpPr>
              <p:cNvPr id="215" name="Flowchart: Delay 53">
                <a:extLst>
                  <a:ext uri="{FF2B5EF4-FFF2-40B4-BE49-F238E27FC236}">
                    <a16:creationId xmlns:a16="http://schemas.microsoft.com/office/drawing/2014/main" id="{30C29DB6-F18F-4ACE-9688-56C95ADDF86E}"/>
                  </a:ext>
                </a:extLst>
              </p:cNvPr>
              <p:cNvSpPr/>
              <p:nvPr/>
            </p:nvSpPr>
            <p:spPr bwMode="auto">
              <a:xfrm>
                <a:off x="3066331" y="3495244"/>
                <a:ext cx="33020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5666" name="Прямая соединительная линия 18">
                <a:extLst>
                  <a:ext uri="{FF2B5EF4-FFF2-40B4-BE49-F238E27FC236}">
                    <a16:creationId xmlns:a16="http://schemas.microsoft.com/office/drawing/2014/main" id="{C2721796-9C19-4FAF-B653-B6CCDBF4D686}"/>
                  </a:ext>
                </a:extLst>
              </p:cNvPr>
              <p:cNvCxnSpPr>
                <a:cxnSpLocks noChangeShapeType="1"/>
              </p:cNvCxnSpPr>
              <p:nvPr/>
            </p:nvCxnSpPr>
            <p:spPr bwMode="auto">
              <a:xfrm>
                <a:off x="2659857" y="3721826"/>
                <a:ext cx="407476" cy="0"/>
              </a:xfrm>
              <a:prstGeom prst="line">
                <a:avLst/>
              </a:prstGeom>
              <a:noFill/>
              <a:ln w="9525" algn="ctr">
                <a:solidFill>
                  <a:schemeClr val="tx1"/>
                </a:solidFill>
                <a:round/>
                <a:headEnd/>
                <a:tailEnd/>
              </a:ln>
            </p:spPr>
          </p:cxnSp>
          <p:cxnSp>
            <p:nvCxnSpPr>
              <p:cNvPr id="25667" name="Прямая соединительная линия 35">
                <a:extLst>
                  <a:ext uri="{FF2B5EF4-FFF2-40B4-BE49-F238E27FC236}">
                    <a16:creationId xmlns:a16="http://schemas.microsoft.com/office/drawing/2014/main" id="{6A1DA4FE-821D-4021-880E-EBE1C1A291D9}"/>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218" name="TextBox 217">
                <a:extLst>
                  <a:ext uri="{FF2B5EF4-FFF2-40B4-BE49-F238E27FC236}">
                    <a16:creationId xmlns:a16="http://schemas.microsoft.com/office/drawing/2014/main" id="{3A2D15BE-4342-4FE9-B112-A08E8F106E60}"/>
                  </a:ext>
                </a:extLst>
              </p:cNvPr>
              <p:cNvSpPr txBox="1"/>
              <p:nvPr/>
            </p:nvSpPr>
            <p:spPr>
              <a:xfrm>
                <a:off x="3030030" y="3526994"/>
                <a:ext cx="413918" cy="277386"/>
              </a:xfrm>
              <a:prstGeom prst="rect">
                <a:avLst/>
              </a:prstGeom>
              <a:noFill/>
            </p:spPr>
            <p:txBody>
              <a:bodyPr wrap="none">
                <a:spAutoFit/>
              </a:bodyPr>
              <a:lstStyle/>
              <a:p>
                <a:pPr algn="ctr" eaLnBrk="1" hangingPunct="1">
                  <a:defRPr/>
                </a:pPr>
                <a:r>
                  <a:rPr lang="en-US" dirty="0">
                    <a:solidFill>
                      <a:schemeClr val="bg1"/>
                    </a:solidFill>
                    <a:latin typeface="+mj-lt"/>
                    <a:cs typeface="Arial" charset="0"/>
                  </a:rPr>
                  <a:t>3/2</a:t>
                </a:r>
              </a:p>
            </p:txBody>
          </p:sp>
          <p:sp>
            <p:nvSpPr>
              <p:cNvPr id="25669" name="Oval 218">
                <a:extLst>
                  <a:ext uri="{FF2B5EF4-FFF2-40B4-BE49-F238E27FC236}">
                    <a16:creationId xmlns:a16="http://schemas.microsoft.com/office/drawing/2014/main" id="{F97AFD64-C555-48FE-912B-CDA16C59237D}"/>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cxnSp>
          <p:nvCxnSpPr>
            <p:cNvPr id="25641" name="Прямая соединительная линия 21">
              <a:extLst>
                <a:ext uri="{FF2B5EF4-FFF2-40B4-BE49-F238E27FC236}">
                  <a16:creationId xmlns:a16="http://schemas.microsoft.com/office/drawing/2014/main" id="{306BD8C1-2734-45CF-8172-6FA94F840BC6}"/>
                </a:ext>
              </a:extLst>
            </p:cNvPr>
            <p:cNvCxnSpPr>
              <a:cxnSpLocks noChangeShapeType="1"/>
            </p:cNvCxnSpPr>
            <p:nvPr/>
          </p:nvCxnSpPr>
          <p:spPr bwMode="auto">
            <a:xfrm>
              <a:off x="6219133" y="3743459"/>
              <a:ext cx="219763" cy="0"/>
            </a:xfrm>
            <a:prstGeom prst="line">
              <a:avLst/>
            </a:prstGeom>
            <a:noFill/>
            <a:ln w="9525" algn="ctr">
              <a:solidFill>
                <a:schemeClr val="tx1"/>
              </a:solidFill>
              <a:round/>
              <a:headEnd/>
              <a:tailEnd/>
            </a:ln>
          </p:spPr>
        </p:cxnSp>
        <p:cxnSp>
          <p:nvCxnSpPr>
            <p:cNvPr id="25642" name="Прямая соединительная линия 42">
              <a:extLst>
                <a:ext uri="{FF2B5EF4-FFF2-40B4-BE49-F238E27FC236}">
                  <a16:creationId xmlns:a16="http://schemas.microsoft.com/office/drawing/2014/main" id="{45CF723B-8135-4335-8E68-DCE04820431F}"/>
                </a:ext>
              </a:extLst>
            </p:cNvPr>
            <p:cNvCxnSpPr>
              <a:cxnSpLocks noChangeShapeType="1"/>
            </p:cNvCxnSpPr>
            <p:nvPr/>
          </p:nvCxnSpPr>
          <p:spPr bwMode="auto">
            <a:xfrm flipH="1">
              <a:off x="5709478" y="2814571"/>
              <a:ext cx="100" cy="865437"/>
            </a:xfrm>
            <a:prstGeom prst="line">
              <a:avLst/>
            </a:prstGeom>
            <a:noFill/>
            <a:ln w="9525" algn="ctr">
              <a:solidFill>
                <a:schemeClr val="tx1"/>
              </a:solidFill>
              <a:round/>
              <a:headEnd/>
              <a:tailEnd/>
            </a:ln>
          </p:spPr>
        </p:cxnSp>
        <p:sp>
          <p:nvSpPr>
            <p:cNvPr id="193" name="Flowchart: Delay 53">
              <a:extLst>
                <a:ext uri="{FF2B5EF4-FFF2-40B4-BE49-F238E27FC236}">
                  <a16:creationId xmlns:a16="http://schemas.microsoft.com/office/drawing/2014/main" id="{870F92EE-105C-4834-8A94-E51A111A70FD}"/>
                </a:ext>
              </a:extLst>
            </p:cNvPr>
            <p:cNvSpPr/>
            <p:nvPr/>
          </p:nvSpPr>
          <p:spPr bwMode="auto">
            <a:xfrm>
              <a:off x="5813501" y="3596867"/>
              <a:ext cx="328615"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5644" name="Прямая соединительная линия 18">
              <a:extLst>
                <a:ext uri="{FF2B5EF4-FFF2-40B4-BE49-F238E27FC236}">
                  <a16:creationId xmlns:a16="http://schemas.microsoft.com/office/drawing/2014/main" id="{3FC25AEB-C869-482C-B0D7-D324F552F7EC}"/>
                </a:ext>
              </a:extLst>
            </p:cNvPr>
            <p:cNvCxnSpPr>
              <a:cxnSpLocks noChangeShapeType="1"/>
            </p:cNvCxnSpPr>
            <p:nvPr/>
          </p:nvCxnSpPr>
          <p:spPr bwMode="auto">
            <a:xfrm>
              <a:off x="5705186" y="3685603"/>
              <a:ext cx="109821" cy="0"/>
            </a:xfrm>
            <a:prstGeom prst="line">
              <a:avLst/>
            </a:prstGeom>
            <a:noFill/>
            <a:ln w="9525" algn="ctr">
              <a:solidFill>
                <a:schemeClr val="tx1"/>
              </a:solidFill>
              <a:round/>
              <a:headEnd/>
              <a:tailEnd/>
            </a:ln>
          </p:spPr>
        </p:cxnSp>
        <p:sp>
          <p:nvSpPr>
            <p:cNvPr id="195" name="TextBox 194">
              <a:extLst>
                <a:ext uri="{FF2B5EF4-FFF2-40B4-BE49-F238E27FC236}">
                  <a16:creationId xmlns:a16="http://schemas.microsoft.com/office/drawing/2014/main" id="{0486273E-3F8E-4E2C-8E1A-3FCB8C236AFA}"/>
                </a:ext>
              </a:extLst>
            </p:cNvPr>
            <p:cNvSpPr txBox="1"/>
            <p:nvPr/>
          </p:nvSpPr>
          <p:spPr>
            <a:xfrm>
              <a:off x="5766087" y="3630205"/>
              <a:ext cx="413918" cy="277386"/>
            </a:xfrm>
            <a:prstGeom prst="rect">
              <a:avLst/>
            </a:prstGeom>
            <a:noFill/>
          </p:spPr>
          <p:txBody>
            <a:bodyPr wrap="none">
              <a:spAutoFit/>
            </a:bodyPr>
            <a:lstStyle/>
            <a:p>
              <a:pPr algn="ctr" eaLnBrk="1" hangingPunct="1">
                <a:defRPr/>
              </a:pPr>
              <a:r>
                <a:rPr lang="en-US" dirty="0">
                  <a:solidFill>
                    <a:schemeClr val="bg1"/>
                  </a:solidFill>
                  <a:latin typeface="+mj-lt"/>
                  <a:cs typeface="Arial" charset="0"/>
                </a:rPr>
                <a:t>1/3</a:t>
              </a:r>
            </a:p>
          </p:txBody>
        </p:sp>
        <p:sp>
          <p:nvSpPr>
            <p:cNvPr id="25646" name="Oval 195">
              <a:extLst>
                <a:ext uri="{FF2B5EF4-FFF2-40B4-BE49-F238E27FC236}">
                  <a16:creationId xmlns:a16="http://schemas.microsoft.com/office/drawing/2014/main" id="{94C78B1A-D398-4C73-86E5-8A7BF75B0536}"/>
                </a:ext>
              </a:extLst>
            </p:cNvPr>
            <p:cNvSpPr>
              <a:spLocks noChangeArrowheads="1"/>
            </p:cNvSpPr>
            <p:nvPr/>
          </p:nvSpPr>
          <p:spPr bwMode="auto">
            <a:xfrm>
              <a:off x="6147213" y="3706123"/>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cxnSp>
          <p:nvCxnSpPr>
            <p:cNvPr id="25647" name="Прямая соединительная линия 42">
              <a:extLst>
                <a:ext uri="{FF2B5EF4-FFF2-40B4-BE49-F238E27FC236}">
                  <a16:creationId xmlns:a16="http://schemas.microsoft.com/office/drawing/2014/main" id="{FAFC5855-C1BA-441F-AFF5-0EFDF0F8EC3B}"/>
                </a:ext>
              </a:extLst>
            </p:cNvPr>
            <p:cNvCxnSpPr>
              <a:cxnSpLocks noChangeShapeType="1"/>
            </p:cNvCxnSpPr>
            <p:nvPr/>
          </p:nvCxnSpPr>
          <p:spPr bwMode="auto">
            <a:xfrm flipH="1">
              <a:off x="5704807" y="3801878"/>
              <a:ext cx="397" cy="858376"/>
            </a:xfrm>
            <a:prstGeom prst="line">
              <a:avLst/>
            </a:prstGeom>
            <a:noFill/>
            <a:ln w="9525" algn="ctr">
              <a:solidFill>
                <a:schemeClr val="tx1"/>
              </a:solidFill>
              <a:round/>
              <a:headEnd/>
              <a:tailEnd/>
            </a:ln>
          </p:spPr>
        </p:cxnSp>
        <p:cxnSp>
          <p:nvCxnSpPr>
            <p:cNvPr id="25648" name="Прямая соединительная линия 18">
              <a:extLst>
                <a:ext uri="{FF2B5EF4-FFF2-40B4-BE49-F238E27FC236}">
                  <a16:creationId xmlns:a16="http://schemas.microsoft.com/office/drawing/2014/main" id="{7B7EAAB3-D333-44B4-A2B6-7FBF0977A452}"/>
                </a:ext>
              </a:extLst>
            </p:cNvPr>
            <p:cNvCxnSpPr>
              <a:cxnSpLocks noChangeShapeType="1"/>
            </p:cNvCxnSpPr>
            <p:nvPr/>
          </p:nvCxnSpPr>
          <p:spPr bwMode="auto">
            <a:xfrm>
              <a:off x="5698792" y="3803260"/>
              <a:ext cx="109821" cy="0"/>
            </a:xfrm>
            <a:prstGeom prst="line">
              <a:avLst/>
            </a:prstGeom>
            <a:noFill/>
            <a:ln w="9525" algn="ctr">
              <a:solidFill>
                <a:schemeClr val="tx1"/>
              </a:solidFill>
              <a:round/>
              <a:headEnd/>
              <a:tailEnd/>
            </a:ln>
          </p:spPr>
        </p:cxnSp>
        <p:sp>
          <p:nvSpPr>
            <p:cNvPr id="199" name="TextBox 198">
              <a:extLst>
                <a:ext uri="{FF2B5EF4-FFF2-40B4-BE49-F238E27FC236}">
                  <a16:creationId xmlns:a16="http://schemas.microsoft.com/office/drawing/2014/main" id="{3823F06F-087B-4FC7-8FB2-E612723DF9DF}"/>
                </a:ext>
              </a:extLst>
            </p:cNvPr>
            <p:cNvSpPr txBox="1"/>
            <p:nvPr/>
          </p:nvSpPr>
          <p:spPr>
            <a:xfrm>
              <a:off x="2424165" y="2574517"/>
              <a:ext cx="260352" cy="254000"/>
            </a:xfrm>
            <a:prstGeom prst="rect">
              <a:avLst/>
            </a:prstGeom>
            <a:noFill/>
          </p:spPr>
          <p:txBody>
            <a:bodyPr wrap="none">
              <a:spAutoFit/>
            </a:bodyPr>
            <a:lstStyle/>
            <a:p>
              <a:pPr algn="ctr" eaLnBrk="1" hangingPunct="1">
                <a:defRPr/>
              </a:pPr>
              <a:r>
                <a:rPr lang="en-US" sz="1050" dirty="0">
                  <a:latin typeface="Arial" charset="0"/>
                  <a:cs typeface="Arial" charset="0"/>
                </a:rPr>
                <a:t>a</a:t>
              </a:r>
            </a:p>
          </p:txBody>
        </p:sp>
        <p:sp>
          <p:nvSpPr>
            <p:cNvPr id="200" name="TextBox 199">
              <a:extLst>
                <a:ext uri="{FF2B5EF4-FFF2-40B4-BE49-F238E27FC236}">
                  <a16:creationId xmlns:a16="http://schemas.microsoft.com/office/drawing/2014/main" id="{43151D59-0303-4632-B42B-0B65A2B40794}"/>
                </a:ext>
              </a:extLst>
            </p:cNvPr>
            <p:cNvSpPr txBox="1"/>
            <p:nvPr/>
          </p:nvSpPr>
          <p:spPr>
            <a:xfrm>
              <a:off x="2420990" y="2717392"/>
              <a:ext cx="266702" cy="254000"/>
            </a:xfrm>
            <a:prstGeom prst="rect">
              <a:avLst/>
            </a:prstGeom>
            <a:noFill/>
          </p:spPr>
          <p:txBody>
            <a:bodyPr wrap="none">
              <a:spAutoFit/>
            </a:bodyPr>
            <a:lstStyle/>
            <a:p>
              <a:pPr algn="ctr" eaLnBrk="1" hangingPunct="1">
                <a:defRPr/>
              </a:pPr>
              <a:r>
                <a:rPr lang="en-US" sz="1050" dirty="0">
                  <a:latin typeface="Arial" charset="0"/>
                  <a:cs typeface="Arial" charset="0"/>
                </a:rPr>
                <a:t>b</a:t>
              </a:r>
            </a:p>
          </p:txBody>
        </p:sp>
        <p:sp>
          <p:nvSpPr>
            <p:cNvPr id="201" name="TextBox 200">
              <a:extLst>
                <a:ext uri="{FF2B5EF4-FFF2-40B4-BE49-F238E27FC236}">
                  <a16:creationId xmlns:a16="http://schemas.microsoft.com/office/drawing/2014/main" id="{16782B81-2A92-4750-9A32-8D83DD561004}"/>
                </a:ext>
              </a:extLst>
            </p:cNvPr>
            <p:cNvSpPr txBox="1"/>
            <p:nvPr/>
          </p:nvSpPr>
          <p:spPr>
            <a:xfrm>
              <a:off x="2427340" y="3250792"/>
              <a:ext cx="258764" cy="254000"/>
            </a:xfrm>
            <a:prstGeom prst="rect">
              <a:avLst/>
            </a:prstGeom>
            <a:noFill/>
          </p:spPr>
          <p:txBody>
            <a:bodyPr wrap="none">
              <a:spAutoFit/>
            </a:bodyPr>
            <a:lstStyle/>
            <a:p>
              <a:pPr algn="ctr" eaLnBrk="1" hangingPunct="1">
                <a:defRPr/>
              </a:pPr>
              <a:r>
                <a:rPr lang="en-US" sz="1050" dirty="0">
                  <a:latin typeface="Arial" charset="0"/>
                  <a:cs typeface="Arial" charset="0"/>
                </a:rPr>
                <a:t>c</a:t>
              </a:r>
            </a:p>
          </p:txBody>
        </p:sp>
        <p:sp>
          <p:nvSpPr>
            <p:cNvPr id="202" name="TextBox 201">
              <a:extLst>
                <a:ext uri="{FF2B5EF4-FFF2-40B4-BE49-F238E27FC236}">
                  <a16:creationId xmlns:a16="http://schemas.microsoft.com/office/drawing/2014/main" id="{1966882F-4B7A-4AE2-A080-DEDE47413CA4}"/>
                </a:ext>
              </a:extLst>
            </p:cNvPr>
            <p:cNvSpPr txBox="1"/>
            <p:nvPr/>
          </p:nvSpPr>
          <p:spPr>
            <a:xfrm>
              <a:off x="2425752" y="3403192"/>
              <a:ext cx="266702" cy="254000"/>
            </a:xfrm>
            <a:prstGeom prst="rect">
              <a:avLst/>
            </a:prstGeom>
            <a:noFill/>
          </p:spPr>
          <p:txBody>
            <a:bodyPr wrap="none">
              <a:spAutoFit/>
            </a:bodyPr>
            <a:lstStyle/>
            <a:p>
              <a:pPr algn="ctr" eaLnBrk="1" hangingPunct="1">
                <a:defRPr/>
              </a:pPr>
              <a:r>
                <a:rPr lang="en-US" sz="1050" dirty="0">
                  <a:latin typeface="Arial" charset="0"/>
                  <a:cs typeface="Arial" charset="0"/>
                </a:rPr>
                <a:t>d</a:t>
              </a:r>
            </a:p>
          </p:txBody>
        </p:sp>
        <p:sp>
          <p:nvSpPr>
            <p:cNvPr id="203" name="TextBox 202">
              <a:extLst>
                <a:ext uri="{FF2B5EF4-FFF2-40B4-BE49-F238E27FC236}">
                  <a16:creationId xmlns:a16="http://schemas.microsoft.com/office/drawing/2014/main" id="{10F79E15-9A6E-4362-A595-06EF44F74B59}"/>
                </a:ext>
              </a:extLst>
            </p:cNvPr>
            <p:cNvSpPr txBox="1"/>
            <p:nvPr/>
          </p:nvSpPr>
          <p:spPr>
            <a:xfrm>
              <a:off x="2428927" y="3866742"/>
              <a:ext cx="260352" cy="254000"/>
            </a:xfrm>
            <a:prstGeom prst="rect">
              <a:avLst/>
            </a:prstGeom>
            <a:noFill/>
          </p:spPr>
          <p:txBody>
            <a:bodyPr wrap="none">
              <a:spAutoFit/>
            </a:bodyPr>
            <a:lstStyle/>
            <a:p>
              <a:pPr algn="ctr" eaLnBrk="1" hangingPunct="1">
                <a:defRPr/>
              </a:pPr>
              <a:r>
                <a:rPr lang="en-US" sz="1050" dirty="0">
                  <a:latin typeface="Arial" charset="0"/>
                  <a:cs typeface="Arial" charset="0"/>
                </a:rPr>
                <a:t>e</a:t>
              </a:r>
            </a:p>
          </p:txBody>
        </p:sp>
        <p:sp>
          <p:nvSpPr>
            <p:cNvPr id="204" name="TextBox 203">
              <a:extLst>
                <a:ext uri="{FF2B5EF4-FFF2-40B4-BE49-F238E27FC236}">
                  <a16:creationId xmlns:a16="http://schemas.microsoft.com/office/drawing/2014/main" id="{293B1212-6B41-4AFE-9B8F-0016C0358017}"/>
                </a:ext>
              </a:extLst>
            </p:cNvPr>
            <p:cNvSpPr txBox="1"/>
            <p:nvPr/>
          </p:nvSpPr>
          <p:spPr>
            <a:xfrm>
              <a:off x="2430516" y="4031842"/>
              <a:ext cx="230189" cy="254000"/>
            </a:xfrm>
            <a:prstGeom prst="rect">
              <a:avLst/>
            </a:prstGeom>
            <a:noFill/>
          </p:spPr>
          <p:txBody>
            <a:bodyPr wrap="none">
              <a:spAutoFit/>
            </a:bodyPr>
            <a:lstStyle/>
            <a:p>
              <a:pPr algn="ctr" eaLnBrk="1" hangingPunct="1">
                <a:defRPr/>
              </a:pPr>
              <a:r>
                <a:rPr lang="en-US" sz="1050" dirty="0">
                  <a:latin typeface="Arial" charset="0"/>
                  <a:cs typeface="Arial" charset="0"/>
                </a:rPr>
                <a:t>f</a:t>
              </a:r>
            </a:p>
          </p:txBody>
        </p:sp>
        <p:sp>
          <p:nvSpPr>
            <p:cNvPr id="205" name="TextBox 204">
              <a:extLst>
                <a:ext uri="{FF2B5EF4-FFF2-40B4-BE49-F238E27FC236}">
                  <a16:creationId xmlns:a16="http://schemas.microsoft.com/office/drawing/2014/main" id="{40122684-E7C1-4DBA-8C7A-C7E16D8FFCBC}"/>
                </a:ext>
              </a:extLst>
            </p:cNvPr>
            <p:cNvSpPr txBox="1"/>
            <p:nvPr/>
          </p:nvSpPr>
          <p:spPr>
            <a:xfrm>
              <a:off x="2428927" y="4728755"/>
              <a:ext cx="266702" cy="254000"/>
            </a:xfrm>
            <a:prstGeom prst="rect">
              <a:avLst/>
            </a:prstGeom>
            <a:noFill/>
          </p:spPr>
          <p:txBody>
            <a:bodyPr wrap="none">
              <a:spAutoFit/>
            </a:bodyPr>
            <a:lstStyle/>
            <a:p>
              <a:pPr algn="ctr" eaLnBrk="1" hangingPunct="1">
                <a:defRPr/>
              </a:pPr>
              <a:r>
                <a:rPr lang="en-US" sz="1050" dirty="0">
                  <a:latin typeface="Arial" charset="0"/>
                  <a:cs typeface="Arial" charset="0"/>
                </a:rPr>
                <a:t>h</a:t>
              </a:r>
            </a:p>
          </p:txBody>
        </p:sp>
        <p:sp>
          <p:nvSpPr>
            <p:cNvPr id="206" name="TextBox 205">
              <a:extLst>
                <a:ext uri="{FF2B5EF4-FFF2-40B4-BE49-F238E27FC236}">
                  <a16:creationId xmlns:a16="http://schemas.microsoft.com/office/drawing/2014/main" id="{B0269FBD-91F8-4FC3-9439-8D216FEA2CD9}"/>
                </a:ext>
              </a:extLst>
            </p:cNvPr>
            <p:cNvSpPr txBox="1"/>
            <p:nvPr/>
          </p:nvSpPr>
          <p:spPr>
            <a:xfrm>
              <a:off x="2432103" y="4573180"/>
              <a:ext cx="265115" cy="254000"/>
            </a:xfrm>
            <a:prstGeom prst="rect">
              <a:avLst/>
            </a:prstGeom>
            <a:noFill/>
          </p:spPr>
          <p:txBody>
            <a:bodyPr wrap="none">
              <a:spAutoFit/>
            </a:bodyPr>
            <a:lstStyle/>
            <a:p>
              <a:pPr algn="ctr" eaLnBrk="1" hangingPunct="1">
                <a:defRPr/>
              </a:pPr>
              <a:r>
                <a:rPr lang="en-US" sz="1050" dirty="0">
                  <a:latin typeface="Arial" charset="0"/>
                  <a:cs typeface="Arial" charset="0"/>
                </a:rPr>
                <a:t>g</a:t>
              </a:r>
            </a:p>
          </p:txBody>
        </p:sp>
        <p:sp>
          <p:nvSpPr>
            <p:cNvPr id="207" name="TextBox 206">
              <a:extLst>
                <a:ext uri="{FF2B5EF4-FFF2-40B4-BE49-F238E27FC236}">
                  <a16:creationId xmlns:a16="http://schemas.microsoft.com/office/drawing/2014/main" id="{CFC844C7-4F2C-44EB-A304-E6515F7DD1DB}"/>
                </a:ext>
              </a:extLst>
            </p:cNvPr>
            <p:cNvSpPr txBox="1"/>
            <p:nvPr/>
          </p:nvSpPr>
          <p:spPr>
            <a:xfrm>
              <a:off x="3476685" y="2496730"/>
              <a:ext cx="222252" cy="254000"/>
            </a:xfrm>
            <a:prstGeom prst="rect">
              <a:avLst/>
            </a:prstGeom>
            <a:noFill/>
          </p:spPr>
          <p:txBody>
            <a:bodyPr wrap="none">
              <a:spAutoFit/>
            </a:bodyPr>
            <a:lstStyle/>
            <a:p>
              <a:pPr algn="ctr" eaLnBrk="1" hangingPunct="1">
                <a:defRPr/>
              </a:pPr>
              <a:r>
                <a:rPr lang="en-US" sz="1050" dirty="0" err="1">
                  <a:latin typeface="Arial" charset="0"/>
                  <a:cs typeface="Arial" charset="0"/>
                </a:rPr>
                <a:t>i</a:t>
              </a:r>
              <a:endParaRPr lang="en-US" sz="1050" dirty="0">
                <a:latin typeface="Arial" charset="0"/>
                <a:cs typeface="Arial" charset="0"/>
              </a:endParaRPr>
            </a:p>
          </p:txBody>
        </p:sp>
        <p:sp>
          <p:nvSpPr>
            <p:cNvPr id="208" name="TextBox 207">
              <a:extLst>
                <a:ext uri="{FF2B5EF4-FFF2-40B4-BE49-F238E27FC236}">
                  <a16:creationId xmlns:a16="http://schemas.microsoft.com/office/drawing/2014/main" id="{ABEA4072-210D-4D84-956E-6EBBABC2A4AB}"/>
                </a:ext>
              </a:extLst>
            </p:cNvPr>
            <p:cNvSpPr txBox="1"/>
            <p:nvPr/>
          </p:nvSpPr>
          <p:spPr>
            <a:xfrm>
              <a:off x="3476685" y="3176180"/>
              <a:ext cx="222252" cy="254000"/>
            </a:xfrm>
            <a:prstGeom prst="rect">
              <a:avLst/>
            </a:prstGeom>
            <a:noFill/>
          </p:spPr>
          <p:txBody>
            <a:bodyPr wrap="none">
              <a:spAutoFit/>
            </a:bodyPr>
            <a:lstStyle/>
            <a:p>
              <a:pPr algn="ctr" eaLnBrk="1" hangingPunct="1">
                <a:defRPr/>
              </a:pPr>
              <a:r>
                <a:rPr lang="en-US" sz="1050" dirty="0">
                  <a:latin typeface="Arial" charset="0"/>
                  <a:cs typeface="Arial" charset="0"/>
                </a:rPr>
                <a:t>j</a:t>
              </a:r>
            </a:p>
          </p:txBody>
        </p:sp>
        <p:sp>
          <p:nvSpPr>
            <p:cNvPr id="209" name="TextBox 208">
              <a:extLst>
                <a:ext uri="{FF2B5EF4-FFF2-40B4-BE49-F238E27FC236}">
                  <a16:creationId xmlns:a16="http://schemas.microsoft.com/office/drawing/2014/main" id="{B1850CC5-290B-4531-9218-B12F53A7EC8C}"/>
                </a:ext>
              </a:extLst>
            </p:cNvPr>
            <p:cNvSpPr txBox="1"/>
            <p:nvPr/>
          </p:nvSpPr>
          <p:spPr>
            <a:xfrm>
              <a:off x="3479860" y="3800067"/>
              <a:ext cx="260352" cy="254000"/>
            </a:xfrm>
            <a:prstGeom prst="rect">
              <a:avLst/>
            </a:prstGeom>
            <a:noFill/>
          </p:spPr>
          <p:txBody>
            <a:bodyPr wrap="none">
              <a:spAutoFit/>
            </a:bodyPr>
            <a:lstStyle/>
            <a:p>
              <a:pPr algn="ctr" eaLnBrk="1" hangingPunct="1">
                <a:defRPr/>
              </a:pPr>
              <a:r>
                <a:rPr lang="en-US" sz="1050" dirty="0">
                  <a:latin typeface="Arial" charset="0"/>
                  <a:cs typeface="Arial" charset="0"/>
                </a:rPr>
                <a:t>k</a:t>
              </a:r>
            </a:p>
          </p:txBody>
        </p:sp>
        <p:sp>
          <p:nvSpPr>
            <p:cNvPr id="210" name="TextBox 209">
              <a:extLst>
                <a:ext uri="{FF2B5EF4-FFF2-40B4-BE49-F238E27FC236}">
                  <a16:creationId xmlns:a16="http://schemas.microsoft.com/office/drawing/2014/main" id="{48B54693-0C62-45D3-ACE9-CAD3D0EAA692}"/>
                </a:ext>
              </a:extLst>
            </p:cNvPr>
            <p:cNvSpPr txBox="1"/>
            <p:nvPr/>
          </p:nvSpPr>
          <p:spPr>
            <a:xfrm>
              <a:off x="3479860" y="4512855"/>
              <a:ext cx="222252" cy="254000"/>
            </a:xfrm>
            <a:prstGeom prst="rect">
              <a:avLst/>
            </a:prstGeom>
            <a:noFill/>
          </p:spPr>
          <p:txBody>
            <a:bodyPr wrap="none">
              <a:spAutoFit/>
            </a:bodyPr>
            <a:lstStyle/>
            <a:p>
              <a:pPr algn="ctr" eaLnBrk="1" hangingPunct="1">
                <a:defRPr/>
              </a:pPr>
              <a:r>
                <a:rPr lang="en-US" sz="1050" dirty="0">
                  <a:latin typeface="Arial" charset="0"/>
                  <a:cs typeface="Arial" charset="0"/>
                </a:rPr>
                <a:t>l</a:t>
              </a:r>
            </a:p>
          </p:txBody>
        </p:sp>
        <p:sp>
          <p:nvSpPr>
            <p:cNvPr id="211" name="TextBox 210">
              <a:extLst>
                <a:ext uri="{FF2B5EF4-FFF2-40B4-BE49-F238E27FC236}">
                  <a16:creationId xmlns:a16="http://schemas.microsoft.com/office/drawing/2014/main" id="{4CADD4BD-6CED-4FA5-BBFA-D42C0D676E84}"/>
                </a:ext>
              </a:extLst>
            </p:cNvPr>
            <p:cNvSpPr txBox="1"/>
            <p:nvPr/>
          </p:nvSpPr>
          <p:spPr>
            <a:xfrm>
              <a:off x="5426149" y="2558642"/>
              <a:ext cx="266702" cy="254000"/>
            </a:xfrm>
            <a:prstGeom prst="rect">
              <a:avLst/>
            </a:prstGeom>
            <a:noFill/>
          </p:spPr>
          <p:txBody>
            <a:bodyPr wrap="none">
              <a:spAutoFit/>
            </a:bodyPr>
            <a:lstStyle/>
            <a:p>
              <a:pPr algn="ctr" eaLnBrk="1" hangingPunct="1">
                <a:defRPr/>
              </a:pPr>
              <a:r>
                <a:rPr lang="en-US" sz="1050" dirty="0">
                  <a:latin typeface="Arial" charset="0"/>
                  <a:cs typeface="Arial" charset="0"/>
                </a:rPr>
                <a:t>n</a:t>
              </a:r>
            </a:p>
          </p:txBody>
        </p:sp>
        <p:sp>
          <p:nvSpPr>
            <p:cNvPr id="212" name="TextBox 211">
              <a:extLst>
                <a:ext uri="{FF2B5EF4-FFF2-40B4-BE49-F238E27FC236}">
                  <a16:creationId xmlns:a16="http://schemas.microsoft.com/office/drawing/2014/main" id="{A6404C20-ED13-4E5D-885D-428B4932766D}"/>
                </a:ext>
              </a:extLst>
            </p:cNvPr>
            <p:cNvSpPr txBox="1"/>
            <p:nvPr/>
          </p:nvSpPr>
          <p:spPr>
            <a:xfrm>
              <a:off x="5415037" y="4406492"/>
              <a:ext cx="266702" cy="254000"/>
            </a:xfrm>
            <a:prstGeom prst="rect">
              <a:avLst/>
            </a:prstGeom>
            <a:noFill/>
          </p:spPr>
          <p:txBody>
            <a:bodyPr wrap="none">
              <a:spAutoFit/>
            </a:bodyPr>
            <a:lstStyle/>
            <a:p>
              <a:pPr algn="ctr" eaLnBrk="1" hangingPunct="1">
                <a:defRPr/>
              </a:pPr>
              <a:r>
                <a:rPr lang="en-US" sz="1050" dirty="0">
                  <a:latin typeface="Arial" charset="0"/>
                  <a:cs typeface="Arial" charset="0"/>
                </a:rPr>
                <a:t>p</a:t>
              </a:r>
            </a:p>
          </p:txBody>
        </p:sp>
        <p:sp>
          <p:nvSpPr>
            <p:cNvPr id="213" name="TextBox 212">
              <a:extLst>
                <a:ext uri="{FF2B5EF4-FFF2-40B4-BE49-F238E27FC236}">
                  <a16:creationId xmlns:a16="http://schemas.microsoft.com/office/drawing/2014/main" id="{9CBA6697-311F-4217-9394-4A154898E397}"/>
                </a:ext>
              </a:extLst>
            </p:cNvPr>
            <p:cNvSpPr txBox="1"/>
            <p:nvPr/>
          </p:nvSpPr>
          <p:spPr>
            <a:xfrm>
              <a:off x="6215142" y="3492092"/>
              <a:ext cx="266702" cy="254000"/>
            </a:xfrm>
            <a:prstGeom prst="rect">
              <a:avLst/>
            </a:prstGeom>
            <a:noFill/>
          </p:spPr>
          <p:txBody>
            <a:bodyPr wrap="none">
              <a:spAutoFit/>
            </a:bodyPr>
            <a:lstStyle/>
            <a:p>
              <a:pPr algn="ctr" eaLnBrk="1" hangingPunct="1">
                <a:defRPr/>
              </a:pPr>
              <a:r>
                <a:rPr lang="en-US" sz="1050" dirty="0">
                  <a:latin typeface="Arial" charset="0"/>
                  <a:cs typeface="Arial" charset="0"/>
                </a:rPr>
                <a:t>o</a:t>
              </a:r>
            </a:p>
          </p:txBody>
        </p:sp>
        <p:sp>
          <p:nvSpPr>
            <p:cNvPr id="214" name="TextBox 213">
              <a:extLst>
                <a:ext uri="{FF2B5EF4-FFF2-40B4-BE49-F238E27FC236}">
                  <a16:creationId xmlns:a16="http://schemas.microsoft.com/office/drawing/2014/main" id="{11FE8E24-3E30-4F69-8FF9-87F111AAA925}"/>
                </a:ext>
              </a:extLst>
            </p:cNvPr>
            <p:cNvSpPr txBox="1"/>
            <p:nvPr/>
          </p:nvSpPr>
          <p:spPr>
            <a:xfrm>
              <a:off x="4337116" y="3485742"/>
              <a:ext cx="304802" cy="254000"/>
            </a:xfrm>
            <a:prstGeom prst="rect">
              <a:avLst/>
            </a:prstGeom>
            <a:noFill/>
          </p:spPr>
          <p:txBody>
            <a:bodyPr wrap="none">
              <a:spAutoFit/>
            </a:bodyPr>
            <a:lstStyle/>
            <a:p>
              <a:pPr algn="ctr" eaLnBrk="1" hangingPunct="1">
                <a:defRPr/>
              </a:pPr>
              <a:r>
                <a:rPr lang="en-US" sz="1050" dirty="0">
                  <a:latin typeface="Arial" charset="0"/>
                  <a:cs typeface="Arial" charset="0"/>
                </a:rPr>
                <a:t>m</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880B523C-B1C8-432C-B52F-A9751CED5FF9}"/>
              </a:ext>
            </a:extLst>
          </p:cNvPr>
          <p:cNvSpPr>
            <a:spLocks noGrp="1"/>
          </p:cNvSpPr>
          <p:nvPr>
            <p:ph type="title"/>
          </p:nvPr>
        </p:nvSpPr>
        <p:spPr/>
        <p:txBody>
          <a:bodyPr/>
          <a:lstStyle/>
          <a:p>
            <a:r>
              <a:rPr lang="en-US" altLang="en-US"/>
              <a:t>Slack Calculation</a:t>
            </a:r>
          </a:p>
        </p:txBody>
      </p:sp>
      <p:sp>
        <p:nvSpPr>
          <p:cNvPr id="26627" name="Content Placeholder 2">
            <a:extLst>
              <a:ext uri="{FF2B5EF4-FFF2-40B4-BE49-F238E27FC236}">
                <a16:creationId xmlns:a16="http://schemas.microsoft.com/office/drawing/2014/main" id="{C97A0507-62E5-47B6-871E-053C0591F317}"/>
              </a:ext>
            </a:extLst>
          </p:cNvPr>
          <p:cNvSpPr>
            <a:spLocks noGrp="1"/>
          </p:cNvSpPr>
          <p:nvPr>
            <p:ph type="body" sz="quarter" idx="10"/>
          </p:nvPr>
        </p:nvSpPr>
        <p:spPr/>
        <p:txBody>
          <a:bodyPr/>
          <a:lstStyle/>
          <a:p>
            <a:r>
              <a:rPr lang="en-US" altLang="en-US" sz="2000"/>
              <a:t>At each primary output, the rise/fall required times are set backward, then topological traversal is carried out.</a:t>
            </a:r>
          </a:p>
        </p:txBody>
      </p:sp>
      <p:grpSp>
        <p:nvGrpSpPr>
          <p:cNvPr id="26628" name="Group 153">
            <a:extLst>
              <a:ext uri="{FF2B5EF4-FFF2-40B4-BE49-F238E27FC236}">
                <a16:creationId xmlns:a16="http://schemas.microsoft.com/office/drawing/2014/main" id="{E6E375B5-032C-4A72-844A-803921728C21}"/>
              </a:ext>
            </a:extLst>
          </p:cNvPr>
          <p:cNvGrpSpPr>
            <a:grpSpLocks/>
          </p:cNvGrpSpPr>
          <p:nvPr/>
        </p:nvGrpSpPr>
        <p:grpSpPr bwMode="auto">
          <a:xfrm>
            <a:off x="2895601" y="2362200"/>
            <a:ext cx="5357813" cy="3124200"/>
            <a:chOff x="1795511" y="2139542"/>
            <a:chExt cx="5357850" cy="3124200"/>
          </a:xfrm>
        </p:grpSpPr>
        <p:cxnSp>
          <p:nvCxnSpPr>
            <p:cNvPr id="26633" name="Прямая соединительная линия 17">
              <a:extLst>
                <a:ext uri="{FF2B5EF4-FFF2-40B4-BE49-F238E27FC236}">
                  <a16:creationId xmlns:a16="http://schemas.microsoft.com/office/drawing/2014/main" id="{072CF852-918A-46D8-828C-4DB7B83B6B06}"/>
                </a:ext>
              </a:extLst>
            </p:cNvPr>
            <p:cNvCxnSpPr>
              <a:cxnSpLocks noChangeShapeType="1"/>
            </p:cNvCxnSpPr>
            <p:nvPr/>
          </p:nvCxnSpPr>
          <p:spPr bwMode="auto">
            <a:xfrm>
              <a:off x="4602755" y="2893175"/>
              <a:ext cx="0" cy="1710048"/>
            </a:xfrm>
            <a:prstGeom prst="line">
              <a:avLst/>
            </a:prstGeom>
            <a:noFill/>
            <a:ln w="9525" algn="ctr">
              <a:solidFill>
                <a:schemeClr val="tx1"/>
              </a:solidFill>
              <a:round/>
              <a:headEnd/>
              <a:tailEnd/>
            </a:ln>
          </p:spPr>
        </p:cxnSp>
        <p:cxnSp>
          <p:nvCxnSpPr>
            <p:cNvPr id="26634" name="Прямая соединительная линия 21">
              <a:extLst>
                <a:ext uri="{FF2B5EF4-FFF2-40B4-BE49-F238E27FC236}">
                  <a16:creationId xmlns:a16="http://schemas.microsoft.com/office/drawing/2014/main" id="{46A5794D-9AF0-40B0-8CF3-7A550C8BE005}"/>
                </a:ext>
              </a:extLst>
            </p:cNvPr>
            <p:cNvCxnSpPr>
              <a:cxnSpLocks noChangeShapeType="1"/>
            </p:cNvCxnSpPr>
            <p:nvPr/>
          </p:nvCxnSpPr>
          <p:spPr bwMode="auto">
            <a:xfrm>
              <a:off x="4380342" y="3741925"/>
              <a:ext cx="219763" cy="0"/>
            </a:xfrm>
            <a:prstGeom prst="line">
              <a:avLst/>
            </a:prstGeom>
            <a:noFill/>
            <a:ln w="9525" algn="ctr">
              <a:solidFill>
                <a:schemeClr val="tx1"/>
              </a:solidFill>
              <a:round/>
              <a:headEnd/>
              <a:tailEnd/>
            </a:ln>
          </p:spPr>
        </p:cxnSp>
        <p:cxnSp>
          <p:nvCxnSpPr>
            <p:cNvPr id="26635" name="Прямая соединительная линия 42">
              <a:extLst>
                <a:ext uri="{FF2B5EF4-FFF2-40B4-BE49-F238E27FC236}">
                  <a16:creationId xmlns:a16="http://schemas.microsoft.com/office/drawing/2014/main" id="{14E9892E-C966-4062-8CF3-E3E4BB963968}"/>
                </a:ext>
              </a:extLst>
            </p:cNvPr>
            <p:cNvCxnSpPr>
              <a:cxnSpLocks noChangeShapeType="1"/>
            </p:cNvCxnSpPr>
            <p:nvPr/>
          </p:nvCxnSpPr>
          <p:spPr bwMode="auto">
            <a:xfrm flipH="1">
              <a:off x="3865625" y="3427466"/>
              <a:ext cx="794" cy="252542"/>
            </a:xfrm>
            <a:prstGeom prst="line">
              <a:avLst/>
            </a:prstGeom>
            <a:noFill/>
            <a:ln w="9525" algn="ctr">
              <a:solidFill>
                <a:schemeClr val="tx1"/>
              </a:solidFill>
              <a:round/>
              <a:headEnd/>
              <a:tailEnd/>
            </a:ln>
          </p:spPr>
        </p:cxnSp>
        <p:sp>
          <p:nvSpPr>
            <p:cNvPr id="158" name="Прямоугольник 47">
              <a:extLst>
                <a:ext uri="{FF2B5EF4-FFF2-40B4-BE49-F238E27FC236}">
                  <a16:creationId xmlns:a16="http://schemas.microsoft.com/office/drawing/2014/main" id="{BC1B49CD-8685-47E5-86DC-6B631B42BE3F}"/>
                </a:ext>
              </a:extLst>
            </p:cNvPr>
            <p:cNvSpPr/>
            <p:nvPr/>
          </p:nvSpPr>
          <p:spPr bwMode="auto">
            <a:xfrm>
              <a:off x="1795511" y="2536417"/>
              <a:ext cx="714380"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A:0/0</a:t>
              </a:r>
            </a:p>
            <a:p>
              <a:pPr algn="ctr" eaLnBrk="1" hangingPunct="1">
                <a:defRPr/>
              </a:pPr>
              <a:r>
                <a:rPr lang="ru-RU" sz="1100" dirty="0">
                  <a:solidFill>
                    <a:schemeClr val="accent6">
                      <a:lumMod val="75000"/>
                    </a:schemeClr>
                  </a:solidFill>
                  <a:latin typeface="Arial" charset="0"/>
                  <a:cs typeface="Arial" charset="0"/>
                </a:rPr>
                <a:t>R:3/5</a:t>
              </a:r>
            </a:p>
            <a:p>
              <a:pPr algn="ctr" eaLnBrk="1" hangingPunct="1">
                <a:defRPr/>
              </a:pPr>
              <a:r>
                <a:rPr lang="ru-RU" sz="1100" dirty="0">
                  <a:solidFill>
                    <a:srgbClr val="0033CC"/>
                  </a:solidFill>
                  <a:latin typeface="Arial" charset="0"/>
                  <a:cs typeface="Arial" charset="0"/>
                </a:rPr>
                <a:t>S:3/5</a:t>
              </a:r>
              <a:endParaRPr lang="ru-RU" sz="1100" dirty="0">
                <a:solidFill>
                  <a:srgbClr val="002E8A"/>
                </a:solidFill>
                <a:latin typeface="+mj-lt"/>
                <a:cs typeface="Arial" charset="0"/>
              </a:endParaRPr>
            </a:p>
            <a:p>
              <a:pPr algn="ctr" eaLnBrk="1" hangingPunct="1">
                <a:defRPr/>
              </a:pPr>
              <a:endParaRPr lang="ru-RU" sz="1100" dirty="0">
                <a:solidFill>
                  <a:srgbClr val="002E8A"/>
                </a:solidFill>
                <a:latin typeface="+mj-lt"/>
                <a:cs typeface="Arial" charset="0"/>
              </a:endParaRPr>
            </a:p>
          </p:txBody>
        </p:sp>
        <p:sp>
          <p:nvSpPr>
            <p:cNvPr id="159" name="Прямоугольник 48">
              <a:extLst>
                <a:ext uri="{FF2B5EF4-FFF2-40B4-BE49-F238E27FC236}">
                  <a16:creationId xmlns:a16="http://schemas.microsoft.com/office/drawing/2014/main" id="{C2F5BF41-91CC-422E-BA8D-B4EE02BBD6CD}"/>
                </a:ext>
              </a:extLst>
            </p:cNvPr>
            <p:cNvSpPr/>
            <p:nvPr/>
          </p:nvSpPr>
          <p:spPr bwMode="auto">
            <a:xfrm>
              <a:off x="1979662" y="3287305"/>
              <a:ext cx="714380" cy="500062"/>
            </a:xfrm>
            <a:prstGeom prst="rect">
              <a:avLst/>
            </a:prstGeom>
            <a:noFill/>
            <a:ln w="9525" cap="flat" cmpd="sng" algn="ctr">
              <a:noFill/>
              <a:prstDash val="solid"/>
              <a:round/>
              <a:headEnd type="none" w="med" len="med"/>
              <a:tailEnd type="none" w="med" len="med"/>
            </a:ln>
            <a:effectLst/>
          </p:spPr>
          <p:txBody>
            <a:bodyPr anchor="ctr"/>
            <a:lstStyle/>
            <a:p>
              <a:pPr algn="just" eaLnBrk="1" hangingPunct="1">
                <a:defRPr/>
              </a:pPr>
              <a:r>
                <a:rPr lang="ru-RU" sz="1100" dirty="0">
                  <a:solidFill>
                    <a:srgbClr val="002E8A"/>
                  </a:solidFill>
                  <a:latin typeface="+mj-lt"/>
                  <a:cs typeface="Arial" charset="0"/>
                </a:rPr>
                <a:t>A:0/0</a:t>
              </a:r>
              <a:endParaRPr lang="en-US" sz="1100" dirty="0">
                <a:solidFill>
                  <a:srgbClr val="002E8A"/>
                </a:solidFill>
                <a:latin typeface="+mj-lt"/>
                <a:cs typeface="Arial" charset="0"/>
              </a:endParaRPr>
            </a:p>
            <a:p>
              <a:pPr algn="just" eaLnBrk="1" hangingPunct="1">
                <a:defRPr/>
              </a:pPr>
              <a:r>
                <a:rPr lang="ru-RU" sz="1100" dirty="0">
                  <a:solidFill>
                    <a:schemeClr val="accent6">
                      <a:lumMod val="75000"/>
                    </a:schemeClr>
                  </a:solidFill>
                  <a:latin typeface="Arial" charset="0"/>
                  <a:cs typeface="Arial" charset="0"/>
                </a:rPr>
                <a:t>R:4/-1</a:t>
              </a:r>
            </a:p>
            <a:p>
              <a:pPr algn="just" eaLnBrk="1" hangingPunct="1">
                <a:defRPr/>
              </a:pPr>
              <a:r>
                <a:rPr lang="ru-RU" sz="1100" dirty="0">
                  <a:solidFill>
                    <a:srgbClr val="0033CC"/>
                  </a:solidFill>
                  <a:latin typeface="Arial" charset="0"/>
                  <a:cs typeface="Arial" charset="0"/>
                </a:rPr>
                <a:t>S:4/-1</a:t>
              </a:r>
            </a:p>
            <a:p>
              <a:pPr algn="just" eaLnBrk="1" hangingPunct="1">
                <a:defRPr/>
              </a:pPr>
              <a:r>
                <a:rPr lang="en-US" sz="1100" dirty="0">
                  <a:solidFill>
                    <a:srgbClr val="002E8A"/>
                  </a:solidFill>
                  <a:latin typeface="+mj-lt"/>
                  <a:cs typeface="Arial" charset="0"/>
                </a:rPr>
                <a:t>  </a:t>
              </a:r>
              <a:endParaRPr lang="ru-RU" sz="1100" dirty="0">
                <a:solidFill>
                  <a:srgbClr val="002E8A"/>
                </a:solidFill>
                <a:latin typeface="+mj-lt"/>
                <a:cs typeface="Arial" charset="0"/>
              </a:endParaRPr>
            </a:p>
          </p:txBody>
        </p:sp>
        <p:sp>
          <p:nvSpPr>
            <p:cNvPr id="160" name="Прямоугольник 49">
              <a:extLst>
                <a:ext uri="{FF2B5EF4-FFF2-40B4-BE49-F238E27FC236}">
                  <a16:creationId xmlns:a16="http://schemas.microsoft.com/office/drawing/2014/main" id="{2876082F-DA5B-49D5-A20A-F8361DE6BE69}"/>
                </a:ext>
              </a:extLst>
            </p:cNvPr>
            <p:cNvSpPr/>
            <p:nvPr/>
          </p:nvSpPr>
          <p:spPr bwMode="auto">
            <a:xfrm>
              <a:off x="1827261" y="3836580"/>
              <a:ext cx="714380"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A:0/0</a:t>
              </a:r>
              <a:endParaRPr lang="en-US" sz="1100" dirty="0">
                <a:solidFill>
                  <a:srgbClr val="002E8A"/>
                </a:solidFill>
                <a:latin typeface="+mj-lt"/>
                <a:cs typeface="Arial" charset="0"/>
              </a:endParaRPr>
            </a:p>
            <a:p>
              <a:pPr algn="ctr" eaLnBrk="1" hangingPunct="1">
                <a:defRPr/>
              </a:pPr>
              <a:r>
                <a:rPr lang="ru-RU" sz="1100" dirty="0">
                  <a:solidFill>
                    <a:schemeClr val="accent6">
                      <a:lumMod val="75000"/>
                    </a:schemeClr>
                  </a:solidFill>
                  <a:latin typeface="Arial" charset="0"/>
                  <a:cs typeface="Arial" charset="0"/>
                </a:rPr>
                <a:t>R:5/0</a:t>
              </a:r>
              <a:endParaRPr lang="en-US" sz="1100" dirty="0">
                <a:solidFill>
                  <a:srgbClr val="002E8A"/>
                </a:solidFill>
                <a:latin typeface="+mj-lt"/>
                <a:cs typeface="Arial" charset="0"/>
              </a:endParaRPr>
            </a:p>
            <a:p>
              <a:pPr algn="ctr" eaLnBrk="1" hangingPunct="1">
                <a:defRPr/>
              </a:pPr>
              <a:r>
                <a:rPr lang="ru-RU" sz="1100" dirty="0">
                  <a:solidFill>
                    <a:srgbClr val="0033CC"/>
                  </a:solidFill>
                  <a:latin typeface="Arial" charset="0"/>
                  <a:cs typeface="Arial" charset="0"/>
                </a:rPr>
                <a:t>S:5/0</a:t>
              </a:r>
            </a:p>
            <a:p>
              <a:pPr algn="ctr" eaLnBrk="1" hangingPunct="1">
                <a:defRPr/>
              </a:pPr>
              <a:endParaRPr lang="ru-RU" sz="1100" dirty="0">
                <a:solidFill>
                  <a:srgbClr val="002E8A"/>
                </a:solidFill>
                <a:latin typeface="+mj-lt"/>
                <a:cs typeface="Arial" charset="0"/>
              </a:endParaRPr>
            </a:p>
          </p:txBody>
        </p:sp>
        <p:sp>
          <p:nvSpPr>
            <p:cNvPr id="161" name="Прямоугольник 50">
              <a:extLst>
                <a:ext uri="{FF2B5EF4-FFF2-40B4-BE49-F238E27FC236}">
                  <a16:creationId xmlns:a16="http://schemas.microsoft.com/office/drawing/2014/main" id="{1DDEA26F-6147-48CF-A84A-DEC47B66BCC8}"/>
                </a:ext>
              </a:extLst>
            </p:cNvPr>
            <p:cNvSpPr/>
            <p:nvPr/>
          </p:nvSpPr>
          <p:spPr bwMode="auto">
            <a:xfrm>
              <a:off x="1854249" y="4504917"/>
              <a:ext cx="714380"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A:0/0</a:t>
              </a:r>
              <a:endParaRPr lang="en-US" sz="1100" dirty="0">
                <a:solidFill>
                  <a:srgbClr val="002E8A"/>
                </a:solidFill>
                <a:latin typeface="+mj-lt"/>
                <a:cs typeface="Arial" charset="0"/>
              </a:endParaRPr>
            </a:p>
            <a:p>
              <a:pPr algn="ctr" eaLnBrk="1" hangingPunct="1">
                <a:defRPr/>
              </a:pPr>
              <a:r>
                <a:rPr lang="ru-RU" sz="1100" dirty="0">
                  <a:solidFill>
                    <a:schemeClr val="accent6">
                      <a:lumMod val="75000"/>
                    </a:schemeClr>
                  </a:solidFill>
                  <a:latin typeface="Arial" charset="0"/>
                  <a:cs typeface="Arial" charset="0"/>
                </a:rPr>
                <a:t>R:3/3</a:t>
              </a:r>
              <a:endParaRPr lang="en-US" sz="1100" dirty="0">
                <a:solidFill>
                  <a:schemeClr val="accent6">
                    <a:lumMod val="75000"/>
                  </a:schemeClr>
                </a:solidFill>
                <a:latin typeface="Arial" charset="0"/>
                <a:cs typeface="Arial" charset="0"/>
              </a:endParaRPr>
            </a:p>
            <a:p>
              <a:pPr algn="ctr" eaLnBrk="1" hangingPunct="1">
                <a:defRPr/>
              </a:pPr>
              <a:r>
                <a:rPr lang="ru-RU" sz="1100" dirty="0">
                  <a:solidFill>
                    <a:srgbClr val="0033CC"/>
                  </a:solidFill>
                  <a:latin typeface="Arial" charset="0"/>
                  <a:cs typeface="Arial" charset="0"/>
                </a:rPr>
                <a:t>S:3/3</a:t>
              </a:r>
            </a:p>
            <a:p>
              <a:pPr algn="ctr" eaLnBrk="1" hangingPunct="1">
                <a:defRPr/>
              </a:pPr>
              <a:endParaRPr lang="en-US" sz="1100" dirty="0">
                <a:solidFill>
                  <a:srgbClr val="002E8A"/>
                </a:solidFill>
                <a:latin typeface="+mj-lt"/>
                <a:cs typeface="Arial" charset="0"/>
              </a:endParaRPr>
            </a:p>
            <a:p>
              <a:pPr algn="ctr" eaLnBrk="1" hangingPunct="1">
                <a:defRPr/>
              </a:pPr>
              <a:endParaRPr lang="ru-RU" sz="1100" dirty="0">
                <a:solidFill>
                  <a:srgbClr val="002E8A"/>
                </a:solidFill>
                <a:latin typeface="+mj-lt"/>
                <a:cs typeface="Arial" charset="0"/>
              </a:endParaRPr>
            </a:p>
          </p:txBody>
        </p:sp>
        <p:sp>
          <p:nvSpPr>
            <p:cNvPr id="162" name="Прямоугольник 51">
              <a:extLst>
                <a:ext uri="{FF2B5EF4-FFF2-40B4-BE49-F238E27FC236}">
                  <a16:creationId xmlns:a16="http://schemas.microsoft.com/office/drawing/2014/main" id="{B8FDC953-D3A6-4CBF-936C-171F4E9201D1}"/>
                </a:ext>
              </a:extLst>
            </p:cNvPr>
            <p:cNvSpPr/>
            <p:nvPr/>
          </p:nvSpPr>
          <p:spPr bwMode="auto">
            <a:xfrm>
              <a:off x="3510023" y="4763680"/>
              <a:ext cx="714380"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A:4/2</a:t>
              </a:r>
            </a:p>
            <a:p>
              <a:pPr algn="ctr" eaLnBrk="1" hangingPunct="1">
                <a:defRPr/>
              </a:pPr>
              <a:r>
                <a:rPr lang="ru-RU" sz="1100" dirty="0">
                  <a:solidFill>
                    <a:schemeClr val="accent6">
                      <a:lumMod val="75000"/>
                    </a:schemeClr>
                  </a:solidFill>
                  <a:latin typeface="Arial" charset="0"/>
                  <a:cs typeface="Arial" charset="0"/>
                </a:rPr>
                <a:t>R:7/5</a:t>
              </a:r>
              <a:endParaRPr lang="ru-RU" sz="1100" dirty="0">
                <a:solidFill>
                  <a:srgbClr val="002E8A"/>
                </a:solidFill>
                <a:latin typeface="+mj-lt"/>
                <a:cs typeface="Arial" charset="0"/>
              </a:endParaRPr>
            </a:p>
            <a:p>
              <a:pPr algn="ctr" eaLnBrk="1" hangingPunct="1">
                <a:defRPr/>
              </a:pPr>
              <a:r>
                <a:rPr lang="ru-RU" sz="1100" dirty="0">
                  <a:solidFill>
                    <a:srgbClr val="0033CC"/>
                  </a:solidFill>
                  <a:latin typeface="Arial" charset="0"/>
                  <a:cs typeface="Arial" charset="0"/>
                </a:rPr>
                <a:t>S:3/3</a:t>
              </a:r>
              <a:endParaRPr lang="ru-RU" sz="1100" dirty="0">
                <a:solidFill>
                  <a:srgbClr val="002E8A"/>
                </a:solidFill>
                <a:latin typeface="+mj-lt"/>
                <a:cs typeface="Arial" charset="0"/>
              </a:endParaRPr>
            </a:p>
          </p:txBody>
        </p:sp>
        <p:sp>
          <p:nvSpPr>
            <p:cNvPr id="163" name="Прямоугольник 52">
              <a:extLst>
                <a:ext uri="{FF2B5EF4-FFF2-40B4-BE49-F238E27FC236}">
                  <a16:creationId xmlns:a16="http://schemas.microsoft.com/office/drawing/2014/main" id="{4788219E-1568-4A80-BDC7-AFCECD790464}"/>
                </a:ext>
              </a:extLst>
            </p:cNvPr>
            <p:cNvSpPr/>
            <p:nvPr/>
          </p:nvSpPr>
          <p:spPr bwMode="auto">
            <a:xfrm>
              <a:off x="3510023" y="4065180"/>
              <a:ext cx="714380"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A:3/1</a:t>
              </a:r>
            </a:p>
            <a:p>
              <a:pPr algn="ctr" eaLnBrk="1" hangingPunct="1">
                <a:defRPr/>
              </a:pPr>
              <a:r>
                <a:rPr lang="ru-RU" sz="1100" dirty="0">
                  <a:solidFill>
                    <a:schemeClr val="accent6">
                      <a:lumMod val="75000"/>
                    </a:schemeClr>
                  </a:solidFill>
                  <a:latin typeface="Arial" charset="0"/>
                  <a:cs typeface="Arial" charset="0"/>
                </a:rPr>
                <a:t>R:3/6</a:t>
              </a:r>
              <a:endParaRPr lang="ru-RU" sz="1100" dirty="0">
                <a:solidFill>
                  <a:srgbClr val="002E8A"/>
                </a:solidFill>
                <a:latin typeface="+mj-lt"/>
                <a:cs typeface="Arial" charset="0"/>
              </a:endParaRPr>
            </a:p>
            <a:p>
              <a:pPr algn="ctr" eaLnBrk="1" hangingPunct="1">
                <a:defRPr/>
              </a:pPr>
              <a:r>
                <a:rPr lang="ru-RU" sz="1100" dirty="0">
                  <a:solidFill>
                    <a:srgbClr val="0033CC"/>
                  </a:solidFill>
                  <a:latin typeface="Arial" charset="0"/>
                  <a:cs typeface="Arial" charset="0"/>
                </a:rPr>
                <a:t>S:0/5</a:t>
              </a:r>
            </a:p>
            <a:p>
              <a:pPr algn="ctr" eaLnBrk="1" hangingPunct="1">
                <a:defRPr/>
              </a:pPr>
              <a:endParaRPr lang="ru-RU" sz="1100" dirty="0">
                <a:solidFill>
                  <a:srgbClr val="002E8A"/>
                </a:solidFill>
                <a:latin typeface="+mj-lt"/>
                <a:cs typeface="Arial" charset="0"/>
              </a:endParaRPr>
            </a:p>
          </p:txBody>
        </p:sp>
        <p:sp>
          <p:nvSpPr>
            <p:cNvPr id="164" name="Прямоугольник 53">
              <a:extLst>
                <a:ext uri="{FF2B5EF4-FFF2-40B4-BE49-F238E27FC236}">
                  <a16:creationId xmlns:a16="http://schemas.microsoft.com/office/drawing/2014/main" id="{BA652096-B064-42E7-BB40-213F121F50B1}"/>
                </a:ext>
              </a:extLst>
            </p:cNvPr>
            <p:cNvSpPr/>
            <p:nvPr/>
          </p:nvSpPr>
          <p:spPr bwMode="auto">
            <a:xfrm>
              <a:off x="4603818" y="3493680"/>
              <a:ext cx="714380"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A:3/5</a:t>
              </a:r>
              <a:endParaRPr lang="en-US" sz="1100" dirty="0">
                <a:solidFill>
                  <a:srgbClr val="002E8A"/>
                </a:solidFill>
                <a:latin typeface="+mj-lt"/>
                <a:cs typeface="Arial" charset="0"/>
              </a:endParaRPr>
            </a:p>
            <a:p>
              <a:pPr algn="ctr" eaLnBrk="1" hangingPunct="1">
                <a:defRPr/>
              </a:pPr>
              <a:r>
                <a:rPr lang="ru-RU" sz="1100" dirty="0">
                  <a:solidFill>
                    <a:schemeClr val="accent6">
                      <a:lumMod val="75000"/>
                    </a:schemeClr>
                  </a:solidFill>
                  <a:latin typeface="Arial" charset="0"/>
                  <a:cs typeface="Arial" charset="0"/>
                </a:rPr>
                <a:t>R:7/4</a:t>
              </a:r>
              <a:endParaRPr lang="ru-RU" sz="1100" dirty="0">
                <a:solidFill>
                  <a:srgbClr val="002E8A"/>
                </a:solidFill>
                <a:latin typeface="+mj-lt"/>
                <a:cs typeface="Arial" charset="0"/>
              </a:endParaRPr>
            </a:p>
            <a:p>
              <a:pPr algn="ctr" eaLnBrk="1" hangingPunct="1">
                <a:defRPr/>
              </a:pPr>
              <a:r>
                <a:rPr lang="ru-RU" sz="1100" dirty="0">
                  <a:solidFill>
                    <a:srgbClr val="0033CC"/>
                  </a:solidFill>
                  <a:latin typeface="Arial" charset="0"/>
                  <a:cs typeface="Arial" charset="0"/>
                </a:rPr>
                <a:t>S:4/-1</a:t>
              </a:r>
            </a:p>
            <a:p>
              <a:pPr algn="ctr" eaLnBrk="1" hangingPunct="1">
                <a:defRPr/>
              </a:pPr>
              <a:endParaRPr lang="ru-RU" sz="1100" dirty="0">
                <a:solidFill>
                  <a:srgbClr val="002E8A"/>
                </a:solidFill>
                <a:latin typeface="+mj-lt"/>
                <a:cs typeface="Arial" charset="0"/>
              </a:endParaRPr>
            </a:p>
          </p:txBody>
        </p:sp>
        <p:sp>
          <p:nvSpPr>
            <p:cNvPr id="165" name="Прямоугольник 54">
              <a:extLst>
                <a:ext uri="{FF2B5EF4-FFF2-40B4-BE49-F238E27FC236}">
                  <a16:creationId xmlns:a16="http://schemas.microsoft.com/office/drawing/2014/main" id="{C5B1B571-2426-4544-A296-43E835AD425C}"/>
                </a:ext>
              </a:extLst>
            </p:cNvPr>
            <p:cNvSpPr/>
            <p:nvPr/>
          </p:nvSpPr>
          <p:spPr bwMode="auto">
            <a:xfrm>
              <a:off x="5367411" y="4665255"/>
              <a:ext cx="714380" cy="500062"/>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A:7/6</a:t>
              </a:r>
            </a:p>
            <a:p>
              <a:pPr algn="ctr" eaLnBrk="1" hangingPunct="1">
                <a:defRPr/>
              </a:pPr>
              <a:r>
                <a:rPr lang="ru-RU" sz="1100" dirty="0">
                  <a:solidFill>
                    <a:schemeClr val="accent6">
                      <a:lumMod val="75000"/>
                    </a:schemeClr>
                  </a:solidFill>
                  <a:latin typeface="Arial" charset="0"/>
                  <a:cs typeface="Arial" charset="0"/>
                </a:rPr>
                <a:t>R:7/9</a:t>
              </a:r>
              <a:endParaRPr lang="en-US" sz="1100" dirty="0">
                <a:solidFill>
                  <a:schemeClr val="accent6">
                    <a:lumMod val="75000"/>
                  </a:schemeClr>
                </a:solidFill>
                <a:latin typeface="Arial" charset="0"/>
                <a:cs typeface="Arial" charset="0"/>
              </a:endParaRPr>
            </a:p>
            <a:p>
              <a:pPr algn="ctr" eaLnBrk="1" hangingPunct="1">
                <a:defRPr/>
              </a:pPr>
              <a:r>
                <a:rPr lang="ru-RU" sz="1100" dirty="0">
                  <a:solidFill>
                    <a:srgbClr val="0033CC"/>
                  </a:solidFill>
                  <a:latin typeface="Arial" charset="0"/>
                  <a:cs typeface="Arial" charset="0"/>
                </a:rPr>
                <a:t>S:0/3</a:t>
              </a:r>
            </a:p>
            <a:p>
              <a:pPr algn="ctr" eaLnBrk="1" hangingPunct="1">
                <a:defRPr/>
              </a:pPr>
              <a:endParaRPr lang="ru-RU" sz="1100" dirty="0">
                <a:solidFill>
                  <a:srgbClr val="002E8A"/>
                </a:solidFill>
                <a:latin typeface="+mj-lt"/>
                <a:cs typeface="Arial" charset="0"/>
              </a:endParaRPr>
            </a:p>
          </p:txBody>
        </p:sp>
        <p:sp>
          <p:nvSpPr>
            <p:cNvPr id="166" name="Прямоугольник 55">
              <a:extLst>
                <a:ext uri="{FF2B5EF4-FFF2-40B4-BE49-F238E27FC236}">
                  <a16:creationId xmlns:a16="http://schemas.microsoft.com/office/drawing/2014/main" id="{B2E2AAF8-D453-482B-A295-41CB867A22BF}"/>
                </a:ext>
              </a:extLst>
            </p:cNvPr>
            <p:cNvSpPr/>
            <p:nvPr/>
          </p:nvSpPr>
          <p:spPr bwMode="auto">
            <a:xfrm>
              <a:off x="6438981" y="3492092"/>
              <a:ext cx="714380" cy="500063"/>
            </a:xfrm>
            <a:prstGeom prst="rect">
              <a:avLst/>
            </a:prstGeom>
            <a:noFill/>
            <a:ln w="9525" cap="flat" cmpd="sng" algn="ctr">
              <a:noFill/>
              <a:prstDash val="solid"/>
              <a:round/>
              <a:headEnd type="none" w="med" len="med"/>
              <a:tailEnd type="none" w="med" len="med"/>
            </a:ln>
            <a:effectLst/>
          </p:spPr>
          <p:txBody>
            <a:bodyPr anchor="ctr"/>
            <a:lstStyle/>
            <a:p>
              <a:pPr algn="just" eaLnBrk="1" hangingPunct="1">
                <a:defRPr/>
              </a:pPr>
              <a:endParaRPr lang="en-US" sz="1100" dirty="0">
                <a:solidFill>
                  <a:srgbClr val="002E8A"/>
                </a:solidFill>
                <a:latin typeface="+mj-lt"/>
                <a:cs typeface="Arial" charset="0"/>
              </a:endParaRPr>
            </a:p>
            <a:p>
              <a:pPr algn="just" eaLnBrk="1" hangingPunct="1">
                <a:defRPr/>
              </a:pPr>
              <a:endParaRPr lang="en-US" sz="1100" dirty="0">
                <a:solidFill>
                  <a:srgbClr val="002E8A"/>
                </a:solidFill>
                <a:latin typeface="+mj-lt"/>
                <a:cs typeface="Arial" charset="0"/>
              </a:endParaRPr>
            </a:p>
            <a:p>
              <a:pPr algn="just" eaLnBrk="1" hangingPunct="1">
                <a:defRPr/>
              </a:pPr>
              <a:endParaRPr lang="en-US" sz="1100" dirty="0">
                <a:solidFill>
                  <a:srgbClr val="002E8A"/>
                </a:solidFill>
                <a:latin typeface="+mj-lt"/>
                <a:cs typeface="Arial" charset="0"/>
              </a:endParaRPr>
            </a:p>
            <a:p>
              <a:pPr algn="just" eaLnBrk="1" hangingPunct="1">
                <a:defRPr/>
              </a:pPr>
              <a:r>
                <a:rPr lang="ru-RU" sz="1100" dirty="0">
                  <a:solidFill>
                    <a:srgbClr val="002E8A"/>
                  </a:solidFill>
                  <a:latin typeface="+mj-lt"/>
                  <a:cs typeface="Arial" charset="0"/>
                </a:rPr>
                <a:t>A:7/11</a:t>
              </a:r>
              <a:endParaRPr lang="en-US" sz="1100" dirty="0">
                <a:solidFill>
                  <a:srgbClr val="002E8A"/>
                </a:solidFill>
                <a:latin typeface="+mj-lt"/>
                <a:cs typeface="Arial" charset="0"/>
              </a:endParaRPr>
            </a:p>
            <a:p>
              <a:pPr algn="just" eaLnBrk="1" hangingPunct="1">
                <a:defRPr/>
              </a:pPr>
              <a:r>
                <a:rPr lang="ru-RU" sz="1100" dirty="0">
                  <a:solidFill>
                    <a:schemeClr val="accent6">
                      <a:lumMod val="75000"/>
                    </a:schemeClr>
                  </a:solidFill>
                  <a:latin typeface="Arial" charset="0"/>
                  <a:cs typeface="Arial" charset="0"/>
                </a:rPr>
                <a:t>R:10/10</a:t>
              </a:r>
              <a:endParaRPr lang="en-US" sz="1100" dirty="0">
                <a:solidFill>
                  <a:schemeClr val="accent6">
                    <a:lumMod val="75000"/>
                  </a:schemeClr>
                </a:solidFill>
                <a:latin typeface="Arial" charset="0"/>
                <a:cs typeface="Arial" charset="0"/>
              </a:endParaRPr>
            </a:p>
            <a:p>
              <a:pPr algn="just" eaLnBrk="1" hangingPunct="1">
                <a:defRPr/>
              </a:pPr>
              <a:r>
                <a:rPr lang="ru-RU" sz="1100" dirty="0">
                  <a:solidFill>
                    <a:srgbClr val="0033CC"/>
                  </a:solidFill>
                  <a:latin typeface="Arial" charset="0"/>
                  <a:cs typeface="Arial" charset="0"/>
                </a:rPr>
                <a:t>S:3/-1</a:t>
              </a:r>
            </a:p>
            <a:p>
              <a:pPr algn="just" eaLnBrk="1" hangingPunct="1">
                <a:defRPr/>
              </a:pPr>
              <a:endParaRPr lang="ru-RU" sz="1100" dirty="0">
                <a:solidFill>
                  <a:srgbClr val="002E8A"/>
                </a:solidFill>
                <a:latin typeface="+mj-lt"/>
                <a:cs typeface="Arial" charset="0"/>
              </a:endParaRPr>
            </a:p>
          </p:txBody>
        </p:sp>
        <p:sp>
          <p:nvSpPr>
            <p:cNvPr id="167" name="Прямоугольник 56">
              <a:extLst>
                <a:ext uri="{FF2B5EF4-FFF2-40B4-BE49-F238E27FC236}">
                  <a16:creationId xmlns:a16="http://schemas.microsoft.com/office/drawing/2014/main" id="{26FBBABE-AD1B-4492-8F68-D4D1FD3E4D48}"/>
                </a:ext>
              </a:extLst>
            </p:cNvPr>
            <p:cNvSpPr/>
            <p:nvPr/>
          </p:nvSpPr>
          <p:spPr bwMode="auto">
            <a:xfrm>
              <a:off x="5719838" y="2568167"/>
              <a:ext cx="714380"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A:8/5</a:t>
              </a:r>
            </a:p>
            <a:p>
              <a:pPr algn="ctr" eaLnBrk="1" hangingPunct="1">
                <a:defRPr/>
              </a:pPr>
              <a:r>
                <a:rPr lang="ru-RU" sz="1100" dirty="0">
                  <a:solidFill>
                    <a:schemeClr val="accent6">
                      <a:lumMod val="75000"/>
                    </a:schemeClr>
                  </a:solidFill>
                  <a:latin typeface="Arial" charset="0"/>
                  <a:cs typeface="Arial" charset="0"/>
                </a:rPr>
                <a:t>R:7/9</a:t>
              </a:r>
              <a:endParaRPr lang="en-US" sz="1100" dirty="0">
                <a:solidFill>
                  <a:srgbClr val="002E8A"/>
                </a:solidFill>
                <a:latin typeface="+mj-lt"/>
                <a:cs typeface="Arial" charset="0"/>
              </a:endParaRPr>
            </a:p>
            <a:p>
              <a:pPr algn="ctr" eaLnBrk="1" hangingPunct="1">
                <a:defRPr/>
              </a:pPr>
              <a:r>
                <a:rPr lang="ru-RU" sz="1100" dirty="0">
                  <a:solidFill>
                    <a:srgbClr val="0033CC"/>
                  </a:solidFill>
                  <a:latin typeface="Arial" charset="0"/>
                  <a:cs typeface="Arial" charset="0"/>
                </a:rPr>
                <a:t>S:-1/4</a:t>
              </a:r>
            </a:p>
            <a:p>
              <a:pPr algn="ctr" eaLnBrk="1" hangingPunct="1">
                <a:defRPr/>
              </a:pPr>
              <a:endParaRPr lang="ru-RU" sz="1100" dirty="0">
                <a:solidFill>
                  <a:srgbClr val="002E8A"/>
                </a:solidFill>
                <a:latin typeface="+mj-lt"/>
                <a:cs typeface="Arial" charset="0"/>
              </a:endParaRPr>
            </a:p>
          </p:txBody>
        </p:sp>
        <p:sp>
          <p:nvSpPr>
            <p:cNvPr id="168" name="Прямоугольник 57">
              <a:extLst>
                <a:ext uri="{FF2B5EF4-FFF2-40B4-BE49-F238E27FC236}">
                  <a16:creationId xmlns:a16="http://schemas.microsoft.com/office/drawing/2014/main" id="{5AE789ED-F803-4684-95A3-2F639B295DE7}"/>
                </a:ext>
              </a:extLst>
            </p:cNvPr>
            <p:cNvSpPr/>
            <p:nvPr/>
          </p:nvSpPr>
          <p:spPr bwMode="auto">
            <a:xfrm>
              <a:off x="3510023" y="2139542"/>
              <a:ext cx="714380"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A:2/1</a:t>
              </a:r>
            </a:p>
            <a:p>
              <a:pPr algn="ctr" eaLnBrk="1" hangingPunct="1">
                <a:defRPr/>
              </a:pPr>
              <a:r>
                <a:rPr lang="ru-RU" sz="1100" dirty="0">
                  <a:solidFill>
                    <a:schemeClr val="accent6">
                      <a:lumMod val="75000"/>
                    </a:schemeClr>
                  </a:solidFill>
                  <a:latin typeface="Arial" charset="0"/>
                  <a:cs typeface="Arial" charset="0"/>
                </a:rPr>
                <a:t>R:7/4</a:t>
              </a:r>
              <a:endParaRPr lang="ru-RU" sz="1100" dirty="0">
                <a:solidFill>
                  <a:srgbClr val="002E8A"/>
                </a:solidFill>
                <a:latin typeface="+mj-lt"/>
                <a:cs typeface="Arial" charset="0"/>
              </a:endParaRPr>
            </a:p>
            <a:p>
              <a:pPr algn="ctr" eaLnBrk="1" hangingPunct="1">
                <a:defRPr/>
              </a:pPr>
              <a:r>
                <a:rPr lang="ru-RU" sz="1100" dirty="0">
                  <a:solidFill>
                    <a:srgbClr val="0033CC"/>
                  </a:solidFill>
                  <a:latin typeface="Arial" charset="0"/>
                  <a:cs typeface="Arial" charset="0"/>
                </a:rPr>
                <a:t>S:5/3</a:t>
              </a:r>
              <a:endParaRPr lang="ru-RU" sz="1100" dirty="0">
                <a:solidFill>
                  <a:srgbClr val="002E8A"/>
                </a:solidFill>
                <a:latin typeface="+mj-lt"/>
                <a:cs typeface="Arial" charset="0"/>
              </a:endParaRPr>
            </a:p>
          </p:txBody>
        </p:sp>
        <p:sp>
          <p:nvSpPr>
            <p:cNvPr id="169" name="Прямоугольник 58">
              <a:extLst>
                <a:ext uri="{FF2B5EF4-FFF2-40B4-BE49-F238E27FC236}">
                  <a16:creationId xmlns:a16="http://schemas.microsoft.com/office/drawing/2014/main" id="{53ACE201-7D85-4A5D-9720-28BF7FA8732B}"/>
                </a:ext>
              </a:extLst>
            </p:cNvPr>
            <p:cNvSpPr/>
            <p:nvPr/>
          </p:nvSpPr>
          <p:spPr bwMode="auto">
            <a:xfrm>
              <a:off x="3511611" y="2930117"/>
              <a:ext cx="714380" cy="500063"/>
            </a:xfrm>
            <a:prstGeom prst="rect">
              <a:avLst/>
            </a:prstGeom>
            <a:noFill/>
            <a:ln w="9525" cap="flat" cmpd="sng" algn="ctr">
              <a:noFill/>
              <a:prstDash val="solid"/>
              <a:round/>
              <a:headEnd type="none" w="med" len="med"/>
              <a:tailEnd type="none" w="med" len="med"/>
            </a:ln>
            <a:effectLst/>
          </p:spPr>
          <p:txBody>
            <a:bodyPr anchor="ctr"/>
            <a:lstStyle/>
            <a:p>
              <a:pPr algn="ctr" eaLnBrk="1" hangingPunct="1">
                <a:defRPr/>
              </a:pPr>
              <a:endParaRPr lang="en-US" sz="1100" dirty="0">
                <a:solidFill>
                  <a:srgbClr val="002E8A"/>
                </a:solidFill>
                <a:latin typeface="+mj-lt"/>
                <a:cs typeface="Arial" charset="0"/>
              </a:endParaRPr>
            </a:p>
            <a:p>
              <a:pPr algn="ctr" eaLnBrk="1" hangingPunct="1">
                <a:defRPr/>
              </a:pPr>
              <a:endParaRPr lang="en-US" sz="1100" dirty="0">
                <a:solidFill>
                  <a:srgbClr val="002E8A"/>
                </a:solidFill>
                <a:latin typeface="+mj-lt"/>
                <a:cs typeface="Arial" charset="0"/>
              </a:endParaRPr>
            </a:p>
            <a:p>
              <a:pPr algn="ctr" eaLnBrk="1" hangingPunct="1">
                <a:defRPr/>
              </a:pPr>
              <a:r>
                <a:rPr lang="ru-RU" sz="1100" dirty="0">
                  <a:solidFill>
                    <a:srgbClr val="002E8A"/>
                  </a:solidFill>
                  <a:latin typeface="+mj-lt"/>
                  <a:cs typeface="Arial" charset="0"/>
                </a:rPr>
                <a:t>A:4/2</a:t>
              </a:r>
            </a:p>
            <a:p>
              <a:pPr algn="ctr" eaLnBrk="1" hangingPunct="1">
                <a:defRPr/>
              </a:pPr>
              <a:r>
                <a:rPr lang="ru-RU" sz="1100" dirty="0">
                  <a:solidFill>
                    <a:schemeClr val="accent6">
                      <a:lumMod val="75000"/>
                    </a:schemeClr>
                  </a:solidFill>
                  <a:latin typeface="Arial" charset="0"/>
                  <a:cs typeface="Arial" charset="0"/>
                </a:rPr>
                <a:t>R:3/6</a:t>
              </a:r>
              <a:endParaRPr lang="en-US" sz="1100" dirty="0">
                <a:solidFill>
                  <a:schemeClr val="accent6">
                    <a:lumMod val="75000"/>
                  </a:schemeClr>
                </a:solidFill>
                <a:latin typeface="Arial" charset="0"/>
                <a:cs typeface="Arial" charset="0"/>
              </a:endParaRPr>
            </a:p>
            <a:p>
              <a:pPr algn="ctr" eaLnBrk="1" hangingPunct="1">
                <a:defRPr/>
              </a:pPr>
              <a:r>
                <a:rPr lang="ru-RU" sz="1100" dirty="0">
                  <a:solidFill>
                    <a:srgbClr val="0033CC"/>
                  </a:solidFill>
                  <a:latin typeface="Arial" charset="0"/>
                  <a:cs typeface="Arial" charset="0"/>
                </a:rPr>
                <a:t>S:-1/4</a:t>
              </a:r>
            </a:p>
            <a:p>
              <a:pPr algn="ctr" eaLnBrk="1" hangingPunct="1">
                <a:defRPr/>
              </a:pPr>
              <a:endParaRPr lang="en-US" sz="1100" dirty="0">
                <a:solidFill>
                  <a:srgbClr val="002E8A"/>
                </a:solidFill>
                <a:latin typeface="+mj-lt"/>
                <a:cs typeface="Arial" charset="0"/>
              </a:endParaRPr>
            </a:p>
            <a:p>
              <a:pPr algn="ctr" eaLnBrk="1" hangingPunct="1">
                <a:defRPr/>
              </a:pPr>
              <a:endParaRPr lang="ru-RU" sz="1100" dirty="0">
                <a:solidFill>
                  <a:srgbClr val="002E8A"/>
                </a:solidFill>
                <a:latin typeface="+mj-lt"/>
                <a:cs typeface="Arial" charset="0"/>
              </a:endParaRPr>
            </a:p>
          </p:txBody>
        </p:sp>
        <p:grpSp>
          <p:nvGrpSpPr>
            <p:cNvPr id="26648" name="Group 169">
              <a:extLst>
                <a:ext uri="{FF2B5EF4-FFF2-40B4-BE49-F238E27FC236}">
                  <a16:creationId xmlns:a16="http://schemas.microsoft.com/office/drawing/2014/main" id="{BFE6BC58-5247-4E66-AA22-161FEB6219D5}"/>
                </a:ext>
              </a:extLst>
            </p:cNvPr>
            <p:cNvGrpSpPr>
              <a:grpSpLocks/>
            </p:cNvGrpSpPr>
            <p:nvPr/>
          </p:nvGrpSpPr>
          <p:grpSpPr bwMode="auto">
            <a:xfrm>
              <a:off x="2652767" y="2607855"/>
              <a:ext cx="2308369" cy="370304"/>
              <a:chOff x="2652767" y="2607855"/>
              <a:chExt cx="2308369" cy="370304"/>
            </a:xfrm>
          </p:grpSpPr>
          <p:sp>
            <p:nvSpPr>
              <p:cNvPr id="233" name="Flowchart: Delay 53">
                <a:extLst>
                  <a:ext uri="{FF2B5EF4-FFF2-40B4-BE49-F238E27FC236}">
                    <a16:creationId xmlns:a16="http://schemas.microsoft.com/office/drawing/2014/main" id="{8CF74AB4-C99E-4616-971C-CD5FD452631E}"/>
                  </a:ext>
                </a:extLst>
              </p:cNvPr>
              <p:cNvSpPr/>
              <p:nvPr/>
            </p:nvSpPr>
            <p:spPr bwMode="auto">
              <a:xfrm>
                <a:off x="3059170" y="2607855"/>
                <a:ext cx="33020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6712" name="Прямая соединительная линия 18">
                <a:extLst>
                  <a:ext uri="{FF2B5EF4-FFF2-40B4-BE49-F238E27FC236}">
                    <a16:creationId xmlns:a16="http://schemas.microsoft.com/office/drawing/2014/main" id="{51F6E78B-A1F5-4E3D-94A1-7BAF0B76E3BF}"/>
                  </a:ext>
                </a:extLst>
              </p:cNvPr>
              <p:cNvCxnSpPr>
                <a:cxnSpLocks noChangeShapeType="1"/>
              </p:cNvCxnSpPr>
              <p:nvPr/>
            </p:nvCxnSpPr>
            <p:spPr bwMode="auto">
              <a:xfrm>
                <a:off x="2652767" y="2696515"/>
                <a:ext cx="407476" cy="0"/>
              </a:xfrm>
              <a:prstGeom prst="line">
                <a:avLst/>
              </a:prstGeom>
              <a:noFill/>
              <a:ln w="9525" algn="ctr">
                <a:solidFill>
                  <a:schemeClr val="tx1"/>
                </a:solidFill>
                <a:round/>
                <a:headEnd/>
                <a:tailEnd/>
              </a:ln>
            </p:spPr>
          </p:cxnSp>
          <p:cxnSp>
            <p:nvCxnSpPr>
              <p:cNvPr id="26713" name="Прямая соединительная линия 19">
                <a:extLst>
                  <a:ext uri="{FF2B5EF4-FFF2-40B4-BE49-F238E27FC236}">
                    <a16:creationId xmlns:a16="http://schemas.microsoft.com/office/drawing/2014/main" id="{DAD679FC-A4EA-4B9A-90AF-419C9C840E86}"/>
                  </a:ext>
                </a:extLst>
              </p:cNvPr>
              <p:cNvCxnSpPr>
                <a:cxnSpLocks noChangeShapeType="1"/>
              </p:cNvCxnSpPr>
              <p:nvPr/>
            </p:nvCxnSpPr>
            <p:spPr bwMode="auto">
              <a:xfrm>
                <a:off x="2654205" y="2851544"/>
                <a:ext cx="407476" cy="0"/>
              </a:xfrm>
              <a:prstGeom prst="line">
                <a:avLst/>
              </a:prstGeom>
              <a:noFill/>
              <a:ln w="9525" algn="ctr">
                <a:solidFill>
                  <a:schemeClr val="tx1"/>
                </a:solidFill>
                <a:round/>
                <a:headEnd/>
                <a:tailEnd/>
              </a:ln>
            </p:spPr>
          </p:cxnSp>
          <p:cxnSp>
            <p:nvCxnSpPr>
              <p:cNvPr id="26714" name="Прямая соединительная линия 35">
                <a:extLst>
                  <a:ext uri="{FF2B5EF4-FFF2-40B4-BE49-F238E27FC236}">
                    <a16:creationId xmlns:a16="http://schemas.microsoft.com/office/drawing/2014/main" id="{ADEEEA40-F7A2-4286-8F0D-89AAE4E65701}"/>
                  </a:ext>
                </a:extLst>
              </p:cNvPr>
              <p:cNvCxnSpPr>
                <a:cxnSpLocks noChangeShapeType="1"/>
                <a:endCxn id="218" idx="1"/>
              </p:cNvCxnSpPr>
              <p:nvPr/>
            </p:nvCxnSpPr>
            <p:spPr bwMode="auto">
              <a:xfrm>
                <a:off x="3480358" y="2755927"/>
                <a:ext cx="1480778" cy="96304"/>
              </a:xfrm>
              <a:prstGeom prst="line">
                <a:avLst/>
              </a:prstGeom>
              <a:noFill/>
              <a:ln w="9525" algn="ctr">
                <a:solidFill>
                  <a:schemeClr val="tx1"/>
                </a:solidFill>
                <a:round/>
                <a:headEnd/>
                <a:tailEnd/>
              </a:ln>
            </p:spPr>
          </p:cxnSp>
          <p:sp>
            <p:nvSpPr>
              <p:cNvPr id="237" name="TextBox 236">
                <a:extLst>
                  <a:ext uri="{FF2B5EF4-FFF2-40B4-BE49-F238E27FC236}">
                    <a16:creationId xmlns:a16="http://schemas.microsoft.com/office/drawing/2014/main" id="{38E6B05D-DBD3-41A4-B503-3D1E3F187B2B}"/>
                  </a:ext>
                </a:extLst>
              </p:cNvPr>
              <p:cNvSpPr txBox="1"/>
              <p:nvPr/>
            </p:nvSpPr>
            <p:spPr>
              <a:xfrm>
                <a:off x="2985300" y="2639605"/>
                <a:ext cx="470003" cy="338554"/>
              </a:xfrm>
              <a:prstGeom prst="rect">
                <a:avLst/>
              </a:prstGeom>
              <a:noFill/>
            </p:spPr>
            <p:txBody>
              <a:bodyPr wrap="none">
                <a:spAutoFit/>
              </a:bodyPr>
              <a:lstStyle/>
              <a:p>
                <a:pPr algn="ctr" eaLnBrk="1" hangingPunct="1">
                  <a:defRPr/>
                </a:pPr>
                <a:r>
                  <a:rPr lang="en-US" sz="1600" dirty="0">
                    <a:solidFill>
                      <a:schemeClr val="bg1"/>
                    </a:solidFill>
                    <a:latin typeface="+mj-lt"/>
                    <a:cs typeface="Arial" charset="0"/>
                  </a:rPr>
                  <a:t>2/1</a:t>
                </a:r>
              </a:p>
            </p:txBody>
          </p:sp>
          <p:sp>
            <p:nvSpPr>
              <p:cNvPr id="26716" name="Oval 237">
                <a:extLst>
                  <a:ext uri="{FF2B5EF4-FFF2-40B4-BE49-F238E27FC236}">
                    <a16:creationId xmlns:a16="http://schemas.microsoft.com/office/drawing/2014/main" id="{E00AF231-59CA-4006-81C6-793E8B96A19E}"/>
                  </a:ext>
                </a:extLst>
              </p:cNvPr>
              <p:cNvSpPr>
                <a:spLocks noChangeArrowheads="1"/>
              </p:cNvSpPr>
              <p:nvPr/>
            </p:nvSpPr>
            <p:spPr bwMode="auto">
              <a:xfrm>
                <a:off x="3394075" y="2717797"/>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sp>
          <p:nvSpPr>
            <p:cNvPr id="171" name="Flowchart: Delay 53">
              <a:extLst>
                <a:ext uri="{FF2B5EF4-FFF2-40B4-BE49-F238E27FC236}">
                  <a16:creationId xmlns:a16="http://schemas.microsoft.com/office/drawing/2014/main" id="{8DADCAF8-4149-44C6-A538-1CB17C5315F2}"/>
                </a:ext>
              </a:extLst>
            </p:cNvPr>
            <p:cNvSpPr/>
            <p:nvPr/>
          </p:nvSpPr>
          <p:spPr bwMode="auto">
            <a:xfrm>
              <a:off x="3067108" y="3285717"/>
              <a:ext cx="328614"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6650" name="Прямая соединительная линия 18">
              <a:extLst>
                <a:ext uri="{FF2B5EF4-FFF2-40B4-BE49-F238E27FC236}">
                  <a16:creationId xmlns:a16="http://schemas.microsoft.com/office/drawing/2014/main" id="{F352D437-A65B-4749-891F-42813AA12C04}"/>
                </a:ext>
              </a:extLst>
            </p:cNvPr>
            <p:cNvCxnSpPr>
              <a:cxnSpLocks noChangeShapeType="1"/>
            </p:cNvCxnSpPr>
            <p:nvPr/>
          </p:nvCxnSpPr>
          <p:spPr bwMode="auto">
            <a:xfrm>
              <a:off x="2659380" y="3374499"/>
              <a:ext cx="407476" cy="0"/>
            </a:xfrm>
            <a:prstGeom prst="line">
              <a:avLst/>
            </a:prstGeom>
            <a:noFill/>
            <a:ln w="9525" algn="ctr">
              <a:solidFill>
                <a:schemeClr val="tx1"/>
              </a:solidFill>
              <a:round/>
              <a:headEnd/>
              <a:tailEnd/>
            </a:ln>
          </p:spPr>
        </p:cxnSp>
        <p:cxnSp>
          <p:nvCxnSpPr>
            <p:cNvPr id="26651" name="Прямая соединительная линия 19">
              <a:extLst>
                <a:ext uri="{FF2B5EF4-FFF2-40B4-BE49-F238E27FC236}">
                  <a16:creationId xmlns:a16="http://schemas.microsoft.com/office/drawing/2014/main" id="{E3A88987-F7FE-494D-B3B6-EAC3479EECF6}"/>
                </a:ext>
              </a:extLst>
            </p:cNvPr>
            <p:cNvCxnSpPr>
              <a:cxnSpLocks noChangeShapeType="1"/>
            </p:cNvCxnSpPr>
            <p:nvPr/>
          </p:nvCxnSpPr>
          <p:spPr bwMode="auto">
            <a:xfrm>
              <a:off x="2663199" y="3529528"/>
              <a:ext cx="407476" cy="0"/>
            </a:xfrm>
            <a:prstGeom prst="line">
              <a:avLst/>
            </a:prstGeom>
            <a:noFill/>
            <a:ln w="9525" algn="ctr">
              <a:solidFill>
                <a:schemeClr val="tx1"/>
              </a:solidFill>
              <a:round/>
              <a:headEnd/>
              <a:tailEnd/>
            </a:ln>
          </p:spPr>
        </p:cxnSp>
        <p:cxnSp>
          <p:nvCxnSpPr>
            <p:cNvPr id="26652" name="Прямая соединительная линия 35">
              <a:extLst>
                <a:ext uri="{FF2B5EF4-FFF2-40B4-BE49-F238E27FC236}">
                  <a16:creationId xmlns:a16="http://schemas.microsoft.com/office/drawing/2014/main" id="{814F62CE-62A4-4089-989F-4209CFBF0AB7}"/>
                </a:ext>
              </a:extLst>
            </p:cNvPr>
            <p:cNvCxnSpPr>
              <a:cxnSpLocks noChangeShapeType="1"/>
            </p:cNvCxnSpPr>
            <p:nvPr/>
          </p:nvCxnSpPr>
          <p:spPr bwMode="auto">
            <a:xfrm flipV="1">
              <a:off x="3477447" y="3431381"/>
              <a:ext cx="387322" cy="0"/>
            </a:xfrm>
            <a:prstGeom prst="line">
              <a:avLst/>
            </a:prstGeom>
            <a:noFill/>
            <a:ln w="9525" algn="ctr">
              <a:solidFill>
                <a:schemeClr val="tx1"/>
              </a:solidFill>
              <a:round/>
              <a:headEnd/>
              <a:tailEnd/>
            </a:ln>
          </p:spPr>
        </p:cxnSp>
        <p:sp>
          <p:nvSpPr>
            <p:cNvPr id="175" name="TextBox 174">
              <a:extLst>
                <a:ext uri="{FF2B5EF4-FFF2-40B4-BE49-F238E27FC236}">
                  <a16:creationId xmlns:a16="http://schemas.microsoft.com/office/drawing/2014/main" id="{E985314E-996A-4C3F-8AE3-1E016B50CFE2}"/>
                </a:ext>
              </a:extLst>
            </p:cNvPr>
            <p:cNvSpPr txBox="1"/>
            <p:nvPr/>
          </p:nvSpPr>
          <p:spPr>
            <a:xfrm>
              <a:off x="3010085" y="3319055"/>
              <a:ext cx="433135" cy="307777"/>
            </a:xfrm>
            <a:prstGeom prst="rect">
              <a:avLst/>
            </a:prstGeom>
            <a:noFill/>
          </p:spPr>
          <p:txBody>
            <a:bodyPr wrap="none">
              <a:spAutoFit/>
            </a:bodyPr>
            <a:lstStyle/>
            <a:p>
              <a:pPr algn="ctr" eaLnBrk="1" hangingPunct="1">
                <a:defRPr/>
              </a:pPr>
              <a:r>
                <a:rPr lang="en-US" sz="1400" dirty="0">
                  <a:solidFill>
                    <a:schemeClr val="bg1"/>
                  </a:solidFill>
                  <a:latin typeface="+mj-lt"/>
                  <a:cs typeface="Arial" charset="0"/>
                </a:rPr>
                <a:t>4/2</a:t>
              </a:r>
            </a:p>
          </p:txBody>
        </p:sp>
        <p:sp>
          <p:nvSpPr>
            <p:cNvPr id="26654" name="Oval 175">
              <a:extLst>
                <a:ext uri="{FF2B5EF4-FFF2-40B4-BE49-F238E27FC236}">
                  <a16:creationId xmlns:a16="http://schemas.microsoft.com/office/drawing/2014/main" id="{4BAD7DE9-FB86-439A-A6AE-434219B12F73}"/>
                </a:ext>
              </a:extLst>
            </p:cNvPr>
            <p:cNvSpPr>
              <a:spLocks noChangeArrowheads="1"/>
            </p:cNvSpPr>
            <p:nvPr/>
          </p:nvSpPr>
          <p:spPr bwMode="auto">
            <a:xfrm>
              <a:off x="3400688" y="339501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nvGrpSpPr>
            <p:cNvPr id="26655" name="Group 176">
              <a:extLst>
                <a:ext uri="{FF2B5EF4-FFF2-40B4-BE49-F238E27FC236}">
                  <a16:creationId xmlns:a16="http://schemas.microsoft.com/office/drawing/2014/main" id="{1A93C9C4-DA2D-4BB6-BEEE-46A49C4C93FE}"/>
                </a:ext>
              </a:extLst>
            </p:cNvPr>
            <p:cNvGrpSpPr>
              <a:grpSpLocks/>
            </p:cNvGrpSpPr>
            <p:nvPr/>
          </p:nvGrpSpPr>
          <p:grpSpPr bwMode="auto">
            <a:xfrm>
              <a:off x="2659857" y="3904842"/>
              <a:ext cx="1205389" cy="339527"/>
              <a:chOff x="2659857" y="3495310"/>
              <a:chExt cx="1205389" cy="339527"/>
            </a:xfrm>
          </p:grpSpPr>
          <p:sp>
            <p:nvSpPr>
              <p:cNvPr id="227" name="Flowchart: Delay 53">
                <a:extLst>
                  <a:ext uri="{FF2B5EF4-FFF2-40B4-BE49-F238E27FC236}">
                    <a16:creationId xmlns:a16="http://schemas.microsoft.com/office/drawing/2014/main" id="{A62FC26B-3E20-49E8-A00A-4EC519EDB33A}"/>
                  </a:ext>
                </a:extLst>
              </p:cNvPr>
              <p:cNvSpPr/>
              <p:nvPr/>
            </p:nvSpPr>
            <p:spPr bwMode="auto">
              <a:xfrm>
                <a:off x="3067108" y="3495310"/>
                <a:ext cx="33020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6706" name="Прямая соединительная линия 18">
                <a:extLst>
                  <a:ext uri="{FF2B5EF4-FFF2-40B4-BE49-F238E27FC236}">
                    <a16:creationId xmlns:a16="http://schemas.microsoft.com/office/drawing/2014/main" id="{B44DD8D2-E3E7-45FC-8B16-C2B8DB830448}"/>
                  </a:ext>
                </a:extLst>
              </p:cNvPr>
              <p:cNvCxnSpPr>
                <a:cxnSpLocks noChangeShapeType="1"/>
              </p:cNvCxnSpPr>
              <p:nvPr/>
            </p:nvCxnSpPr>
            <p:spPr bwMode="auto">
              <a:xfrm>
                <a:off x="2659857" y="3583729"/>
                <a:ext cx="407476" cy="0"/>
              </a:xfrm>
              <a:prstGeom prst="line">
                <a:avLst/>
              </a:prstGeom>
              <a:noFill/>
              <a:ln w="9525" algn="ctr">
                <a:solidFill>
                  <a:schemeClr val="tx1"/>
                </a:solidFill>
                <a:round/>
                <a:headEnd/>
                <a:tailEnd/>
              </a:ln>
            </p:spPr>
          </p:cxnSp>
          <p:cxnSp>
            <p:nvCxnSpPr>
              <p:cNvPr id="26707" name="Прямая соединительная линия 19">
                <a:extLst>
                  <a:ext uri="{FF2B5EF4-FFF2-40B4-BE49-F238E27FC236}">
                    <a16:creationId xmlns:a16="http://schemas.microsoft.com/office/drawing/2014/main" id="{4CE8A079-3817-4D04-B412-1B89928B7E1E}"/>
                  </a:ext>
                </a:extLst>
              </p:cNvPr>
              <p:cNvCxnSpPr>
                <a:cxnSpLocks noChangeShapeType="1"/>
              </p:cNvCxnSpPr>
              <p:nvPr/>
            </p:nvCxnSpPr>
            <p:spPr bwMode="auto">
              <a:xfrm>
                <a:off x="2663676" y="3738758"/>
                <a:ext cx="407476" cy="0"/>
              </a:xfrm>
              <a:prstGeom prst="line">
                <a:avLst/>
              </a:prstGeom>
              <a:noFill/>
              <a:ln w="9525" algn="ctr">
                <a:solidFill>
                  <a:schemeClr val="tx1"/>
                </a:solidFill>
                <a:round/>
                <a:headEnd/>
                <a:tailEnd/>
              </a:ln>
            </p:spPr>
          </p:cxnSp>
          <p:cxnSp>
            <p:nvCxnSpPr>
              <p:cNvPr id="26708" name="Прямая соединительная линия 35">
                <a:extLst>
                  <a:ext uri="{FF2B5EF4-FFF2-40B4-BE49-F238E27FC236}">
                    <a16:creationId xmlns:a16="http://schemas.microsoft.com/office/drawing/2014/main" id="{933B431B-E6FC-403E-83DE-E36446272AB8}"/>
                  </a:ext>
                </a:extLst>
              </p:cNvPr>
              <p:cNvCxnSpPr>
                <a:cxnSpLocks noChangeShapeType="1"/>
              </p:cNvCxnSpPr>
              <p:nvPr/>
            </p:nvCxnSpPr>
            <p:spPr bwMode="auto">
              <a:xfrm flipV="1">
                <a:off x="3477924" y="3640611"/>
                <a:ext cx="387322" cy="0"/>
              </a:xfrm>
              <a:prstGeom prst="line">
                <a:avLst/>
              </a:prstGeom>
              <a:noFill/>
              <a:ln w="9525" algn="ctr">
                <a:solidFill>
                  <a:schemeClr val="tx1"/>
                </a:solidFill>
                <a:round/>
                <a:headEnd/>
                <a:tailEnd/>
              </a:ln>
            </p:spPr>
          </p:cxnSp>
          <p:sp>
            <p:nvSpPr>
              <p:cNvPr id="231" name="TextBox 230">
                <a:extLst>
                  <a:ext uri="{FF2B5EF4-FFF2-40B4-BE49-F238E27FC236}">
                    <a16:creationId xmlns:a16="http://schemas.microsoft.com/office/drawing/2014/main" id="{404EF8A0-7E2D-4791-9E94-EC2F8A0E2857}"/>
                  </a:ext>
                </a:extLst>
              </p:cNvPr>
              <p:cNvSpPr txBox="1"/>
              <p:nvPr/>
            </p:nvSpPr>
            <p:spPr>
              <a:xfrm>
                <a:off x="3010879" y="3527060"/>
                <a:ext cx="433135" cy="307777"/>
              </a:xfrm>
              <a:prstGeom prst="rect">
                <a:avLst/>
              </a:prstGeom>
              <a:noFill/>
            </p:spPr>
            <p:txBody>
              <a:bodyPr wrap="none">
                <a:spAutoFit/>
              </a:bodyPr>
              <a:lstStyle/>
              <a:p>
                <a:pPr algn="ctr" eaLnBrk="1" hangingPunct="1">
                  <a:defRPr/>
                </a:pPr>
                <a:r>
                  <a:rPr lang="en-US" sz="1400" dirty="0">
                    <a:solidFill>
                      <a:schemeClr val="bg1"/>
                    </a:solidFill>
                    <a:latin typeface="+mj-lt"/>
                    <a:cs typeface="Arial" charset="0"/>
                  </a:rPr>
                  <a:t>3/1</a:t>
                </a:r>
              </a:p>
            </p:txBody>
          </p:sp>
          <p:sp>
            <p:nvSpPr>
              <p:cNvPr id="26710" name="Oval 231">
                <a:extLst>
                  <a:ext uri="{FF2B5EF4-FFF2-40B4-BE49-F238E27FC236}">
                    <a16:creationId xmlns:a16="http://schemas.microsoft.com/office/drawing/2014/main" id="{48B4A35F-564B-47FD-826B-7EE53FC0247D}"/>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sp>
          <p:nvSpPr>
            <p:cNvPr id="178" name="Flowchart: Delay 53">
              <a:extLst>
                <a:ext uri="{FF2B5EF4-FFF2-40B4-BE49-F238E27FC236}">
                  <a16:creationId xmlns:a16="http://schemas.microsoft.com/office/drawing/2014/main" id="{090FF1FA-FE02-4F43-9734-E82598ECA73D}"/>
                </a:ext>
              </a:extLst>
            </p:cNvPr>
            <p:cNvSpPr/>
            <p:nvPr/>
          </p:nvSpPr>
          <p:spPr bwMode="auto">
            <a:xfrm>
              <a:off x="3973576" y="3595280"/>
              <a:ext cx="33020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6657" name="Прямая соединительная линия 18">
              <a:extLst>
                <a:ext uri="{FF2B5EF4-FFF2-40B4-BE49-F238E27FC236}">
                  <a16:creationId xmlns:a16="http://schemas.microsoft.com/office/drawing/2014/main" id="{32070207-2B89-46B9-8978-40BDC4A6CEF4}"/>
                </a:ext>
              </a:extLst>
            </p:cNvPr>
            <p:cNvCxnSpPr>
              <a:cxnSpLocks noChangeShapeType="1"/>
            </p:cNvCxnSpPr>
            <p:nvPr/>
          </p:nvCxnSpPr>
          <p:spPr bwMode="auto">
            <a:xfrm>
              <a:off x="3860007" y="3684069"/>
              <a:ext cx="109821" cy="0"/>
            </a:xfrm>
            <a:prstGeom prst="line">
              <a:avLst/>
            </a:prstGeom>
            <a:noFill/>
            <a:ln w="9525" algn="ctr">
              <a:solidFill>
                <a:schemeClr val="tx1"/>
              </a:solidFill>
              <a:round/>
              <a:headEnd/>
              <a:tailEnd/>
            </a:ln>
          </p:spPr>
        </p:cxnSp>
        <p:sp>
          <p:nvSpPr>
            <p:cNvPr id="180" name="TextBox 179">
              <a:extLst>
                <a:ext uri="{FF2B5EF4-FFF2-40B4-BE49-F238E27FC236}">
                  <a16:creationId xmlns:a16="http://schemas.microsoft.com/office/drawing/2014/main" id="{21438EA7-D325-4F8F-B7A8-684D08FC9BB7}"/>
                </a:ext>
              </a:extLst>
            </p:cNvPr>
            <p:cNvSpPr txBox="1"/>
            <p:nvPr/>
          </p:nvSpPr>
          <p:spPr>
            <a:xfrm>
              <a:off x="3918142" y="3628617"/>
              <a:ext cx="433135" cy="307777"/>
            </a:xfrm>
            <a:prstGeom prst="rect">
              <a:avLst/>
            </a:prstGeom>
            <a:noFill/>
          </p:spPr>
          <p:txBody>
            <a:bodyPr wrap="none">
              <a:spAutoFit/>
            </a:bodyPr>
            <a:lstStyle/>
            <a:p>
              <a:pPr algn="ctr" eaLnBrk="1" hangingPunct="1">
                <a:defRPr/>
              </a:pPr>
              <a:r>
                <a:rPr lang="en-US" sz="1400" dirty="0">
                  <a:solidFill>
                    <a:schemeClr val="bg1"/>
                  </a:solidFill>
                  <a:latin typeface="+mj-lt"/>
                  <a:cs typeface="Arial" charset="0"/>
                </a:rPr>
                <a:t>1/1</a:t>
              </a:r>
            </a:p>
          </p:txBody>
        </p:sp>
        <p:sp>
          <p:nvSpPr>
            <p:cNvPr id="26659" name="Oval 180">
              <a:extLst>
                <a:ext uri="{FF2B5EF4-FFF2-40B4-BE49-F238E27FC236}">
                  <a16:creationId xmlns:a16="http://schemas.microsoft.com/office/drawing/2014/main" id="{D1790848-FF0C-4657-955C-B7B87ABFD441}"/>
                </a:ext>
              </a:extLst>
            </p:cNvPr>
            <p:cNvSpPr>
              <a:spLocks noChangeArrowheads="1"/>
            </p:cNvSpPr>
            <p:nvPr/>
          </p:nvSpPr>
          <p:spPr bwMode="auto">
            <a:xfrm>
              <a:off x="4308422" y="370458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cxnSp>
          <p:nvCxnSpPr>
            <p:cNvPr id="26660" name="Прямая соединительная линия 42">
              <a:extLst>
                <a:ext uri="{FF2B5EF4-FFF2-40B4-BE49-F238E27FC236}">
                  <a16:creationId xmlns:a16="http://schemas.microsoft.com/office/drawing/2014/main" id="{5B7B8E3E-898F-4917-8FBD-CAEEC9FA7362}"/>
                </a:ext>
              </a:extLst>
            </p:cNvPr>
            <p:cNvCxnSpPr>
              <a:cxnSpLocks noChangeShapeType="1"/>
            </p:cNvCxnSpPr>
            <p:nvPr/>
          </p:nvCxnSpPr>
          <p:spPr bwMode="auto">
            <a:xfrm flipH="1">
              <a:off x="3860856" y="3800344"/>
              <a:ext cx="794" cy="252542"/>
            </a:xfrm>
            <a:prstGeom prst="line">
              <a:avLst/>
            </a:prstGeom>
            <a:noFill/>
            <a:ln w="9525" algn="ctr">
              <a:solidFill>
                <a:schemeClr val="tx1"/>
              </a:solidFill>
              <a:round/>
              <a:headEnd/>
              <a:tailEnd/>
            </a:ln>
          </p:spPr>
        </p:cxnSp>
        <p:cxnSp>
          <p:nvCxnSpPr>
            <p:cNvPr id="26661" name="Прямая соединительная линия 18">
              <a:extLst>
                <a:ext uri="{FF2B5EF4-FFF2-40B4-BE49-F238E27FC236}">
                  <a16:creationId xmlns:a16="http://schemas.microsoft.com/office/drawing/2014/main" id="{0655F1EB-E1EC-41A6-80D9-1425DBDDAA2F}"/>
                </a:ext>
              </a:extLst>
            </p:cNvPr>
            <p:cNvCxnSpPr>
              <a:cxnSpLocks noChangeShapeType="1"/>
            </p:cNvCxnSpPr>
            <p:nvPr/>
          </p:nvCxnSpPr>
          <p:spPr bwMode="auto">
            <a:xfrm>
              <a:off x="3860001" y="3801726"/>
              <a:ext cx="109821" cy="0"/>
            </a:xfrm>
            <a:prstGeom prst="line">
              <a:avLst/>
            </a:prstGeom>
            <a:noFill/>
            <a:ln w="9525" algn="ctr">
              <a:solidFill>
                <a:schemeClr val="tx1"/>
              </a:solidFill>
              <a:round/>
              <a:headEnd/>
              <a:tailEnd/>
            </a:ln>
          </p:spPr>
        </p:cxnSp>
        <p:grpSp>
          <p:nvGrpSpPr>
            <p:cNvPr id="26662" name="Group 183">
              <a:extLst>
                <a:ext uri="{FF2B5EF4-FFF2-40B4-BE49-F238E27FC236}">
                  <a16:creationId xmlns:a16="http://schemas.microsoft.com/office/drawing/2014/main" id="{DC1AFD39-99FC-4906-B2B8-A0C213605883}"/>
                </a:ext>
              </a:extLst>
            </p:cNvPr>
            <p:cNvGrpSpPr>
              <a:grpSpLocks/>
            </p:cNvGrpSpPr>
            <p:nvPr/>
          </p:nvGrpSpPr>
          <p:grpSpPr bwMode="auto">
            <a:xfrm>
              <a:off x="4595342" y="4512855"/>
              <a:ext cx="1114178" cy="339527"/>
              <a:chOff x="2659857" y="3495742"/>
              <a:chExt cx="1114178" cy="339527"/>
            </a:xfrm>
          </p:grpSpPr>
          <p:sp>
            <p:nvSpPr>
              <p:cNvPr id="222" name="Flowchart: Delay 53">
                <a:extLst>
                  <a:ext uri="{FF2B5EF4-FFF2-40B4-BE49-F238E27FC236}">
                    <a16:creationId xmlns:a16="http://schemas.microsoft.com/office/drawing/2014/main" id="{B713F906-B6F3-491A-9A97-BDB528000150}"/>
                  </a:ext>
                </a:extLst>
              </p:cNvPr>
              <p:cNvSpPr/>
              <p:nvPr/>
            </p:nvSpPr>
            <p:spPr bwMode="auto">
              <a:xfrm>
                <a:off x="3066798" y="3495742"/>
                <a:ext cx="33020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6701" name="Прямая соединительная линия 18">
                <a:extLst>
                  <a:ext uri="{FF2B5EF4-FFF2-40B4-BE49-F238E27FC236}">
                    <a16:creationId xmlns:a16="http://schemas.microsoft.com/office/drawing/2014/main" id="{4D0163B4-70DF-4C36-9DBE-CD4BD0B3F5D6}"/>
                  </a:ext>
                </a:extLst>
              </p:cNvPr>
              <p:cNvCxnSpPr>
                <a:cxnSpLocks noChangeShapeType="1"/>
              </p:cNvCxnSpPr>
              <p:nvPr/>
            </p:nvCxnSpPr>
            <p:spPr bwMode="auto">
              <a:xfrm>
                <a:off x="2659857" y="3583729"/>
                <a:ext cx="407476" cy="1131"/>
              </a:xfrm>
              <a:prstGeom prst="line">
                <a:avLst/>
              </a:prstGeom>
              <a:noFill/>
              <a:ln w="9525" algn="ctr">
                <a:solidFill>
                  <a:schemeClr val="tx1"/>
                </a:solidFill>
                <a:round/>
                <a:headEnd/>
                <a:tailEnd/>
              </a:ln>
            </p:spPr>
          </p:cxnSp>
          <p:cxnSp>
            <p:nvCxnSpPr>
              <p:cNvPr id="26702" name="Прямая соединительная линия 35">
                <a:extLst>
                  <a:ext uri="{FF2B5EF4-FFF2-40B4-BE49-F238E27FC236}">
                    <a16:creationId xmlns:a16="http://schemas.microsoft.com/office/drawing/2014/main" id="{B6251F31-C928-493C-B113-3C45E8445375}"/>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225" name="TextBox 224">
                <a:extLst>
                  <a:ext uri="{FF2B5EF4-FFF2-40B4-BE49-F238E27FC236}">
                    <a16:creationId xmlns:a16="http://schemas.microsoft.com/office/drawing/2014/main" id="{4557DC81-5662-4087-8DED-12E6B545DCDC}"/>
                  </a:ext>
                </a:extLst>
              </p:cNvPr>
              <p:cNvSpPr txBox="1"/>
              <p:nvPr/>
            </p:nvSpPr>
            <p:spPr>
              <a:xfrm>
                <a:off x="3011364" y="3527492"/>
                <a:ext cx="433135" cy="307777"/>
              </a:xfrm>
              <a:prstGeom prst="rect">
                <a:avLst/>
              </a:prstGeom>
              <a:noFill/>
            </p:spPr>
            <p:txBody>
              <a:bodyPr wrap="none">
                <a:spAutoFit/>
              </a:bodyPr>
              <a:lstStyle/>
              <a:p>
                <a:pPr algn="ctr" eaLnBrk="1" hangingPunct="1">
                  <a:defRPr/>
                </a:pPr>
                <a:r>
                  <a:rPr lang="en-US" sz="1400" dirty="0">
                    <a:solidFill>
                      <a:schemeClr val="bg1"/>
                    </a:solidFill>
                    <a:latin typeface="+mj-lt"/>
                    <a:cs typeface="Arial" charset="0"/>
                  </a:rPr>
                  <a:t>2/2</a:t>
                </a:r>
              </a:p>
            </p:txBody>
          </p:sp>
          <p:sp>
            <p:nvSpPr>
              <p:cNvPr id="26704" name="Oval 225">
                <a:extLst>
                  <a:ext uri="{FF2B5EF4-FFF2-40B4-BE49-F238E27FC236}">
                    <a16:creationId xmlns:a16="http://schemas.microsoft.com/office/drawing/2014/main" id="{1FD7A24E-BE29-4549-A1D0-D605E45D1472}"/>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sp>
          <p:nvSpPr>
            <p:cNvPr id="185" name="Flowchart: Delay 53">
              <a:extLst>
                <a:ext uri="{FF2B5EF4-FFF2-40B4-BE49-F238E27FC236}">
                  <a16:creationId xmlns:a16="http://schemas.microsoft.com/office/drawing/2014/main" id="{6C3B682E-CF21-4903-B899-A85241801ADC}"/>
                </a:ext>
              </a:extLst>
            </p:cNvPr>
            <p:cNvSpPr/>
            <p:nvPr/>
          </p:nvSpPr>
          <p:spPr bwMode="auto">
            <a:xfrm>
              <a:off x="3067108" y="4609692"/>
              <a:ext cx="33020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6664" name="Прямая соединительная линия 18">
              <a:extLst>
                <a:ext uri="{FF2B5EF4-FFF2-40B4-BE49-F238E27FC236}">
                  <a16:creationId xmlns:a16="http://schemas.microsoft.com/office/drawing/2014/main" id="{69BF1F07-0A13-468E-BEE1-25FA6B201A25}"/>
                </a:ext>
              </a:extLst>
            </p:cNvPr>
            <p:cNvCxnSpPr>
              <a:cxnSpLocks noChangeShapeType="1"/>
            </p:cNvCxnSpPr>
            <p:nvPr/>
          </p:nvCxnSpPr>
          <p:spPr bwMode="auto">
            <a:xfrm>
              <a:off x="2660650" y="4698177"/>
              <a:ext cx="407476" cy="0"/>
            </a:xfrm>
            <a:prstGeom prst="line">
              <a:avLst/>
            </a:prstGeom>
            <a:noFill/>
            <a:ln w="9525" algn="ctr">
              <a:solidFill>
                <a:schemeClr val="tx1"/>
              </a:solidFill>
              <a:round/>
              <a:headEnd/>
              <a:tailEnd/>
            </a:ln>
          </p:spPr>
        </p:cxnSp>
        <p:cxnSp>
          <p:nvCxnSpPr>
            <p:cNvPr id="26665" name="Прямая соединительная линия 19">
              <a:extLst>
                <a:ext uri="{FF2B5EF4-FFF2-40B4-BE49-F238E27FC236}">
                  <a16:creationId xmlns:a16="http://schemas.microsoft.com/office/drawing/2014/main" id="{4F04A1AF-A86B-411C-A43D-52C41E8984B1}"/>
                </a:ext>
              </a:extLst>
            </p:cNvPr>
            <p:cNvCxnSpPr>
              <a:cxnSpLocks noChangeShapeType="1"/>
            </p:cNvCxnSpPr>
            <p:nvPr/>
          </p:nvCxnSpPr>
          <p:spPr bwMode="auto">
            <a:xfrm>
              <a:off x="2664469" y="4853206"/>
              <a:ext cx="407476" cy="0"/>
            </a:xfrm>
            <a:prstGeom prst="line">
              <a:avLst/>
            </a:prstGeom>
            <a:noFill/>
            <a:ln w="9525" algn="ctr">
              <a:solidFill>
                <a:schemeClr val="tx1"/>
              </a:solidFill>
              <a:round/>
              <a:headEnd/>
              <a:tailEnd/>
            </a:ln>
          </p:spPr>
        </p:cxnSp>
        <p:sp>
          <p:nvSpPr>
            <p:cNvPr id="188" name="TextBox 187">
              <a:extLst>
                <a:ext uri="{FF2B5EF4-FFF2-40B4-BE49-F238E27FC236}">
                  <a16:creationId xmlns:a16="http://schemas.microsoft.com/office/drawing/2014/main" id="{367F7854-7A1F-4164-B715-BAF2AC51E5CC}"/>
                </a:ext>
              </a:extLst>
            </p:cNvPr>
            <p:cNvSpPr txBox="1"/>
            <p:nvPr/>
          </p:nvSpPr>
          <p:spPr>
            <a:xfrm>
              <a:off x="3011672" y="4641442"/>
              <a:ext cx="433135" cy="307777"/>
            </a:xfrm>
            <a:prstGeom prst="rect">
              <a:avLst/>
            </a:prstGeom>
            <a:noFill/>
          </p:spPr>
          <p:txBody>
            <a:bodyPr wrap="none">
              <a:spAutoFit/>
            </a:bodyPr>
            <a:lstStyle/>
            <a:p>
              <a:pPr algn="ctr" eaLnBrk="1" hangingPunct="1">
                <a:defRPr/>
              </a:pPr>
              <a:r>
                <a:rPr lang="en-US" sz="1400" dirty="0">
                  <a:solidFill>
                    <a:schemeClr val="bg1"/>
                  </a:solidFill>
                  <a:latin typeface="+mj-lt"/>
                  <a:cs typeface="Arial" charset="0"/>
                </a:rPr>
                <a:t>4/2</a:t>
              </a:r>
            </a:p>
          </p:txBody>
        </p:sp>
        <p:grpSp>
          <p:nvGrpSpPr>
            <p:cNvPr id="26667" name="Group 188">
              <a:extLst>
                <a:ext uri="{FF2B5EF4-FFF2-40B4-BE49-F238E27FC236}">
                  <a16:creationId xmlns:a16="http://schemas.microsoft.com/office/drawing/2014/main" id="{2523F8A8-F64D-4E9E-90BE-7D30249F9049}"/>
                </a:ext>
              </a:extLst>
            </p:cNvPr>
            <p:cNvGrpSpPr>
              <a:grpSpLocks/>
            </p:cNvGrpSpPr>
            <p:nvPr/>
          </p:nvGrpSpPr>
          <p:grpSpPr bwMode="auto">
            <a:xfrm>
              <a:off x="3401958" y="4719459"/>
              <a:ext cx="1602781" cy="76261"/>
              <a:chOff x="3401958" y="4689476"/>
              <a:chExt cx="1602781" cy="76261"/>
            </a:xfrm>
          </p:grpSpPr>
          <p:cxnSp>
            <p:nvCxnSpPr>
              <p:cNvPr id="26698" name="Прямая соединительная линия 35">
                <a:extLst>
                  <a:ext uri="{FF2B5EF4-FFF2-40B4-BE49-F238E27FC236}">
                    <a16:creationId xmlns:a16="http://schemas.microsoft.com/office/drawing/2014/main" id="{408EB4A0-1076-4D4C-A5EE-76E649F5CE89}"/>
                  </a:ext>
                </a:extLst>
              </p:cNvPr>
              <p:cNvCxnSpPr>
                <a:cxnSpLocks noChangeShapeType="1"/>
              </p:cNvCxnSpPr>
              <p:nvPr/>
            </p:nvCxnSpPr>
            <p:spPr bwMode="auto">
              <a:xfrm flipV="1">
                <a:off x="3478717" y="4727606"/>
                <a:ext cx="1526022" cy="0"/>
              </a:xfrm>
              <a:prstGeom prst="line">
                <a:avLst/>
              </a:prstGeom>
              <a:noFill/>
              <a:ln w="9525" algn="ctr">
                <a:solidFill>
                  <a:schemeClr val="tx1"/>
                </a:solidFill>
                <a:round/>
                <a:headEnd/>
                <a:tailEnd/>
              </a:ln>
            </p:spPr>
          </p:cxnSp>
          <p:sp>
            <p:nvSpPr>
              <p:cNvPr id="26699" name="Oval 220">
                <a:extLst>
                  <a:ext uri="{FF2B5EF4-FFF2-40B4-BE49-F238E27FC236}">
                    <a16:creationId xmlns:a16="http://schemas.microsoft.com/office/drawing/2014/main" id="{974A6A0D-42A2-4288-96AE-0389B6AAE64B}"/>
                  </a:ext>
                </a:extLst>
              </p:cNvPr>
              <p:cNvSpPr>
                <a:spLocks noChangeArrowheads="1"/>
              </p:cNvSpPr>
              <p:nvPr/>
            </p:nvSpPr>
            <p:spPr bwMode="auto">
              <a:xfrm>
                <a:off x="3401958" y="4689476"/>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grpSp>
          <p:nvGrpSpPr>
            <p:cNvPr id="26668" name="Group 189">
              <a:extLst>
                <a:ext uri="{FF2B5EF4-FFF2-40B4-BE49-F238E27FC236}">
                  <a16:creationId xmlns:a16="http://schemas.microsoft.com/office/drawing/2014/main" id="{812AEE89-F5C2-49CD-A57A-121F9AA716FD}"/>
                </a:ext>
              </a:extLst>
            </p:cNvPr>
            <p:cNvGrpSpPr>
              <a:grpSpLocks/>
            </p:cNvGrpSpPr>
            <p:nvPr/>
          </p:nvGrpSpPr>
          <p:grpSpPr bwMode="auto">
            <a:xfrm>
              <a:off x="4600572" y="2666592"/>
              <a:ext cx="1114178" cy="339527"/>
              <a:chOff x="2659857" y="3495244"/>
              <a:chExt cx="1114178" cy="339527"/>
            </a:xfrm>
          </p:grpSpPr>
          <p:sp>
            <p:nvSpPr>
              <p:cNvPr id="215" name="Flowchart: Delay 53">
                <a:extLst>
                  <a:ext uri="{FF2B5EF4-FFF2-40B4-BE49-F238E27FC236}">
                    <a16:creationId xmlns:a16="http://schemas.microsoft.com/office/drawing/2014/main" id="{3235E1F8-C02D-49B8-A813-5D6B70CD3B20}"/>
                  </a:ext>
                </a:extLst>
              </p:cNvPr>
              <p:cNvSpPr/>
              <p:nvPr/>
            </p:nvSpPr>
            <p:spPr bwMode="auto">
              <a:xfrm>
                <a:off x="3066331" y="3495244"/>
                <a:ext cx="330202"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6694" name="Прямая соединительная линия 18">
                <a:extLst>
                  <a:ext uri="{FF2B5EF4-FFF2-40B4-BE49-F238E27FC236}">
                    <a16:creationId xmlns:a16="http://schemas.microsoft.com/office/drawing/2014/main" id="{E23B01CA-8EF0-4075-AEE3-E427863FB4CF}"/>
                  </a:ext>
                </a:extLst>
              </p:cNvPr>
              <p:cNvCxnSpPr>
                <a:cxnSpLocks noChangeShapeType="1"/>
              </p:cNvCxnSpPr>
              <p:nvPr/>
            </p:nvCxnSpPr>
            <p:spPr bwMode="auto">
              <a:xfrm>
                <a:off x="2659857" y="3721827"/>
                <a:ext cx="407476" cy="0"/>
              </a:xfrm>
              <a:prstGeom prst="line">
                <a:avLst/>
              </a:prstGeom>
              <a:noFill/>
              <a:ln w="9525" algn="ctr">
                <a:solidFill>
                  <a:schemeClr val="tx1"/>
                </a:solidFill>
                <a:round/>
                <a:headEnd/>
                <a:tailEnd/>
              </a:ln>
            </p:spPr>
          </p:cxnSp>
          <p:cxnSp>
            <p:nvCxnSpPr>
              <p:cNvPr id="26695" name="Прямая соединительная линия 35">
                <a:extLst>
                  <a:ext uri="{FF2B5EF4-FFF2-40B4-BE49-F238E27FC236}">
                    <a16:creationId xmlns:a16="http://schemas.microsoft.com/office/drawing/2014/main" id="{9C39FAEA-1CDF-4C65-9871-4BAFC7506AD4}"/>
                  </a:ext>
                </a:extLst>
              </p:cNvPr>
              <p:cNvCxnSpPr>
                <a:cxnSpLocks noChangeShapeType="1"/>
              </p:cNvCxnSpPr>
              <p:nvPr/>
            </p:nvCxnSpPr>
            <p:spPr bwMode="auto">
              <a:xfrm flipV="1">
                <a:off x="3477924" y="3640611"/>
                <a:ext cx="296111" cy="0"/>
              </a:xfrm>
              <a:prstGeom prst="line">
                <a:avLst/>
              </a:prstGeom>
              <a:noFill/>
              <a:ln w="9525" algn="ctr">
                <a:solidFill>
                  <a:schemeClr val="tx1"/>
                </a:solidFill>
                <a:round/>
                <a:headEnd/>
                <a:tailEnd/>
              </a:ln>
            </p:spPr>
          </p:cxnSp>
          <p:sp>
            <p:nvSpPr>
              <p:cNvPr id="218" name="TextBox 217">
                <a:extLst>
                  <a:ext uri="{FF2B5EF4-FFF2-40B4-BE49-F238E27FC236}">
                    <a16:creationId xmlns:a16="http://schemas.microsoft.com/office/drawing/2014/main" id="{126D4B3B-DE92-497A-855F-DC6B99821776}"/>
                  </a:ext>
                </a:extLst>
              </p:cNvPr>
              <p:cNvSpPr txBox="1"/>
              <p:nvPr/>
            </p:nvSpPr>
            <p:spPr>
              <a:xfrm>
                <a:off x="3020421" y="3526994"/>
                <a:ext cx="433135" cy="307777"/>
              </a:xfrm>
              <a:prstGeom prst="rect">
                <a:avLst/>
              </a:prstGeom>
              <a:noFill/>
            </p:spPr>
            <p:txBody>
              <a:bodyPr wrap="none">
                <a:spAutoFit/>
              </a:bodyPr>
              <a:lstStyle/>
              <a:p>
                <a:pPr algn="ctr" eaLnBrk="1" hangingPunct="1">
                  <a:defRPr/>
                </a:pPr>
                <a:r>
                  <a:rPr lang="en-US" sz="1400" dirty="0">
                    <a:solidFill>
                      <a:schemeClr val="bg1"/>
                    </a:solidFill>
                    <a:latin typeface="+mj-lt"/>
                    <a:cs typeface="Arial" charset="0"/>
                  </a:rPr>
                  <a:t>3/2</a:t>
                </a:r>
                <a:endParaRPr lang="en-US" dirty="0">
                  <a:solidFill>
                    <a:schemeClr val="bg1"/>
                  </a:solidFill>
                  <a:latin typeface="+mj-lt"/>
                  <a:cs typeface="Arial" charset="0"/>
                </a:endParaRPr>
              </a:p>
            </p:txBody>
          </p:sp>
          <p:sp>
            <p:nvSpPr>
              <p:cNvPr id="26697" name="Oval 218">
                <a:extLst>
                  <a:ext uri="{FF2B5EF4-FFF2-40B4-BE49-F238E27FC236}">
                    <a16:creationId xmlns:a16="http://schemas.microsoft.com/office/drawing/2014/main" id="{64DA5674-E2F7-4ED7-81C7-DF97193EECBD}"/>
                  </a:ext>
                </a:extLst>
              </p:cNvPr>
              <p:cNvSpPr>
                <a:spLocks noChangeArrowheads="1"/>
              </p:cNvSpPr>
              <p:nvPr/>
            </p:nvSpPr>
            <p:spPr bwMode="auto">
              <a:xfrm>
                <a:off x="3401165" y="3604249"/>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cxnSp>
          <p:nvCxnSpPr>
            <p:cNvPr id="26669" name="Прямая соединительная линия 21">
              <a:extLst>
                <a:ext uri="{FF2B5EF4-FFF2-40B4-BE49-F238E27FC236}">
                  <a16:creationId xmlns:a16="http://schemas.microsoft.com/office/drawing/2014/main" id="{2FCFF5E3-E6A2-402D-8425-EA4D79842D4D}"/>
                </a:ext>
              </a:extLst>
            </p:cNvPr>
            <p:cNvCxnSpPr>
              <a:cxnSpLocks noChangeShapeType="1"/>
            </p:cNvCxnSpPr>
            <p:nvPr/>
          </p:nvCxnSpPr>
          <p:spPr bwMode="auto">
            <a:xfrm>
              <a:off x="6219133" y="3743459"/>
              <a:ext cx="219763" cy="0"/>
            </a:xfrm>
            <a:prstGeom prst="line">
              <a:avLst/>
            </a:prstGeom>
            <a:noFill/>
            <a:ln w="9525" algn="ctr">
              <a:solidFill>
                <a:schemeClr val="tx1"/>
              </a:solidFill>
              <a:round/>
              <a:headEnd/>
              <a:tailEnd/>
            </a:ln>
          </p:spPr>
        </p:cxnSp>
        <p:cxnSp>
          <p:nvCxnSpPr>
            <p:cNvPr id="26670" name="Прямая соединительная линия 42">
              <a:extLst>
                <a:ext uri="{FF2B5EF4-FFF2-40B4-BE49-F238E27FC236}">
                  <a16:creationId xmlns:a16="http://schemas.microsoft.com/office/drawing/2014/main" id="{E255DAD5-2B58-451B-A7E0-F04518DF450C}"/>
                </a:ext>
              </a:extLst>
            </p:cNvPr>
            <p:cNvCxnSpPr>
              <a:cxnSpLocks noChangeShapeType="1"/>
            </p:cNvCxnSpPr>
            <p:nvPr/>
          </p:nvCxnSpPr>
          <p:spPr bwMode="auto">
            <a:xfrm flipH="1">
              <a:off x="5709478" y="2814571"/>
              <a:ext cx="0" cy="865437"/>
            </a:xfrm>
            <a:prstGeom prst="line">
              <a:avLst/>
            </a:prstGeom>
            <a:noFill/>
            <a:ln w="9525" algn="ctr">
              <a:solidFill>
                <a:schemeClr val="tx1"/>
              </a:solidFill>
              <a:round/>
              <a:headEnd/>
              <a:tailEnd/>
            </a:ln>
          </p:spPr>
        </p:cxnSp>
        <p:sp>
          <p:nvSpPr>
            <p:cNvPr id="193" name="Flowchart: Delay 53">
              <a:extLst>
                <a:ext uri="{FF2B5EF4-FFF2-40B4-BE49-F238E27FC236}">
                  <a16:creationId xmlns:a16="http://schemas.microsoft.com/office/drawing/2014/main" id="{1DBBE744-2D7F-4D4B-940E-D78DBE382F7E}"/>
                </a:ext>
              </a:extLst>
            </p:cNvPr>
            <p:cNvSpPr/>
            <p:nvPr/>
          </p:nvSpPr>
          <p:spPr bwMode="auto">
            <a:xfrm>
              <a:off x="5813502" y="3596867"/>
              <a:ext cx="328614" cy="295275"/>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baseline="-25000" dirty="0">
                <a:latin typeface="+mj-lt"/>
                <a:cs typeface="Arial" charset="0"/>
              </a:endParaRPr>
            </a:p>
          </p:txBody>
        </p:sp>
        <p:cxnSp>
          <p:nvCxnSpPr>
            <p:cNvPr id="26672" name="Прямая соединительная линия 18">
              <a:extLst>
                <a:ext uri="{FF2B5EF4-FFF2-40B4-BE49-F238E27FC236}">
                  <a16:creationId xmlns:a16="http://schemas.microsoft.com/office/drawing/2014/main" id="{AA74F998-9259-495F-BFF5-0771164CBC27}"/>
                </a:ext>
              </a:extLst>
            </p:cNvPr>
            <p:cNvCxnSpPr>
              <a:cxnSpLocks noChangeShapeType="1"/>
            </p:cNvCxnSpPr>
            <p:nvPr/>
          </p:nvCxnSpPr>
          <p:spPr bwMode="auto">
            <a:xfrm>
              <a:off x="5705186" y="3685603"/>
              <a:ext cx="109821" cy="0"/>
            </a:xfrm>
            <a:prstGeom prst="line">
              <a:avLst/>
            </a:prstGeom>
            <a:noFill/>
            <a:ln w="9525" algn="ctr">
              <a:solidFill>
                <a:schemeClr val="tx1"/>
              </a:solidFill>
              <a:round/>
              <a:headEnd/>
              <a:tailEnd/>
            </a:ln>
          </p:spPr>
        </p:cxnSp>
        <p:sp>
          <p:nvSpPr>
            <p:cNvPr id="195" name="TextBox 194">
              <a:extLst>
                <a:ext uri="{FF2B5EF4-FFF2-40B4-BE49-F238E27FC236}">
                  <a16:creationId xmlns:a16="http://schemas.microsoft.com/office/drawing/2014/main" id="{C01B5604-4DEC-4095-9B65-0C7C7E16EC14}"/>
                </a:ext>
              </a:extLst>
            </p:cNvPr>
            <p:cNvSpPr txBox="1"/>
            <p:nvPr/>
          </p:nvSpPr>
          <p:spPr>
            <a:xfrm>
              <a:off x="5756479" y="3630205"/>
              <a:ext cx="433135" cy="307777"/>
            </a:xfrm>
            <a:prstGeom prst="rect">
              <a:avLst/>
            </a:prstGeom>
            <a:noFill/>
          </p:spPr>
          <p:txBody>
            <a:bodyPr wrap="none">
              <a:spAutoFit/>
            </a:bodyPr>
            <a:lstStyle/>
            <a:p>
              <a:pPr algn="ctr" eaLnBrk="1" hangingPunct="1">
                <a:defRPr/>
              </a:pPr>
              <a:r>
                <a:rPr lang="en-US" sz="1400" dirty="0">
                  <a:solidFill>
                    <a:schemeClr val="bg1"/>
                  </a:solidFill>
                  <a:latin typeface="+mj-lt"/>
                  <a:cs typeface="Arial" charset="0"/>
                </a:rPr>
                <a:t>1/3</a:t>
              </a:r>
            </a:p>
          </p:txBody>
        </p:sp>
        <p:sp>
          <p:nvSpPr>
            <p:cNvPr id="26674" name="Oval 195">
              <a:extLst>
                <a:ext uri="{FF2B5EF4-FFF2-40B4-BE49-F238E27FC236}">
                  <a16:creationId xmlns:a16="http://schemas.microsoft.com/office/drawing/2014/main" id="{0F7F252B-DC7D-4B2E-A475-FF41BA9FC89E}"/>
                </a:ext>
              </a:extLst>
            </p:cNvPr>
            <p:cNvSpPr>
              <a:spLocks noChangeArrowheads="1"/>
            </p:cNvSpPr>
            <p:nvPr/>
          </p:nvSpPr>
          <p:spPr bwMode="auto">
            <a:xfrm>
              <a:off x="6147213" y="3706123"/>
              <a:ext cx="76261" cy="762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cxnSp>
          <p:nvCxnSpPr>
            <p:cNvPr id="26675" name="Прямая соединительная линия 42">
              <a:extLst>
                <a:ext uri="{FF2B5EF4-FFF2-40B4-BE49-F238E27FC236}">
                  <a16:creationId xmlns:a16="http://schemas.microsoft.com/office/drawing/2014/main" id="{4904202C-DFB5-4458-89EE-A0891EDB8456}"/>
                </a:ext>
              </a:extLst>
            </p:cNvPr>
            <p:cNvCxnSpPr>
              <a:cxnSpLocks noChangeShapeType="1"/>
            </p:cNvCxnSpPr>
            <p:nvPr/>
          </p:nvCxnSpPr>
          <p:spPr bwMode="auto">
            <a:xfrm flipH="1">
              <a:off x="5704807" y="3801878"/>
              <a:ext cx="0" cy="858376"/>
            </a:xfrm>
            <a:prstGeom prst="line">
              <a:avLst/>
            </a:prstGeom>
            <a:noFill/>
            <a:ln w="9525" algn="ctr">
              <a:solidFill>
                <a:schemeClr val="tx1"/>
              </a:solidFill>
              <a:round/>
              <a:headEnd/>
              <a:tailEnd/>
            </a:ln>
          </p:spPr>
        </p:cxnSp>
        <p:cxnSp>
          <p:nvCxnSpPr>
            <p:cNvPr id="26676" name="Прямая соединительная линия 18">
              <a:extLst>
                <a:ext uri="{FF2B5EF4-FFF2-40B4-BE49-F238E27FC236}">
                  <a16:creationId xmlns:a16="http://schemas.microsoft.com/office/drawing/2014/main" id="{D3E3CB01-EF02-4D5C-BDD5-838C4C56A8A1}"/>
                </a:ext>
              </a:extLst>
            </p:cNvPr>
            <p:cNvCxnSpPr>
              <a:cxnSpLocks noChangeShapeType="1"/>
            </p:cNvCxnSpPr>
            <p:nvPr/>
          </p:nvCxnSpPr>
          <p:spPr bwMode="auto">
            <a:xfrm>
              <a:off x="5698792" y="3803260"/>
              <a:ext cx="109821" cy="0"/>
            </a:xfrm>
            <a:prstGeom prst="line">
              <a:avLst/>
            </a:prstGeom>
            <a:noFill/>
            <a:ln w="9525" algn="ctr">
              <a:solidFill>
                <a:schemeClr val="tx1"/>
              </a:solidFill>
              <a:round/>
              <a:headEnd/>
              <a:tailEnd/>
            </a:ln>
          </p:spPr>
        </p:cxnSp>
        <p:sp>
          <p:nvSpPr>
            <p:cNvPr id="199" name="TextBox 198">
              <a:extLst>
                <a:ext uri="{FF2B5EF4-FFF2-40B4-BE49-F238E27FC236}">
                  <a16:creationId xmlns:a16="http://schemas.microsoft.com/office/drawing/2014/main" id="{8E20DF06-567C-42B2-960C-F9C41399685D}"/>
                </a:ext>
              </a:extLst>
            </p:cNvPr>
            <p:cNvSpPr txBox="1"/>
            <p:nvPr/>
          </p:nvSpPr>
          <p:spPr>
            <a:xfrm>
              <a:off x="2424165" y="2574517"/>
              <a:ext cx="260352" cy="254000"/>
            </a:xfrm>
            <a:prstGeom prst="rect">
              <a:avLst/>
            </a:prstGeom>
            <a:noFill/>
          </p:spPr>
          <p:txBody>
            <a:bodyPr wrap="none">
              <a:spAutoFit/>
            </a:bodyPr>
            <a:lstStyle/>
            <a:p>
              <a:pPr algn="ctr" eaLnBrk="1" hangingPunct="1">
                <a:defRPr/>
              </a:pPr>
              <a:r>
                <a:rPr lang="en-US" sz="1050" dirty="0">
                  <a:latin typeface="Arial" charset="0"/>
                  <a:cs typeface="Arial" charset="0"/>
                </a:rPr>
                <a:t>a</a:t>
              </a:r>
            </a:p>
          </p:txBody>
        </p:sp>
        <p:sp>
          <p:nvSpPr>
            <p:cNvPr id="200" name="TextBox 199">
              <a:extLst>
                <a:ext uri="{FF2B5EF4-FFF2-40B4-BE49-F238E27FC236}">
                  <a16:creationId xmlns:a16="http://schemas.microsoft.com/office/drawing/2014/main" id="{BF547235-CF9E-4246-84D8-A79D2C83DC44}"/>
                </a:ext>
              </a:extLst>
            </p:cNvPr>
            <p:cNvSpPr txBox="1"/>
            <p:nvPr/>
          </p:nvSpPr>
          <p:spPr>
            <a:xfrm>
              <a:off x="2420990" y="2717392"/>
              <a:ext cx="266702" cy="254000"/>
            </a:xfrm>
            <a:prstGeom prst="rect">
              <a:avLst/>
            </a:prstGeom>
            <a:noFill/>
          </p:spPr>
          <p:txBody>
            <a:bodyPr wrap="none">
              <a:spAutoFit/>
            </a:bodyPr>
            <a:lstStyle/>
            <a:p>
              <a:pPr algn="ctr" eaLnBrk="1" hangingPunct="1">
                <a:defRPr/>
              </a:pPr>
              <a:r>
                <a:rPr lang="en-US" sz="1050" dirty="0">
                  <a:latin typeface="Arial" charset="0"/>
                  <a:cs typeface="Arial" charset="0"/>
                </a:rPr>
                <a:t>b</a:t>
              </a:r>
            </a:p>
          </p:txBody>
        </p:sp>
        <p:sp>
          <p:nvSpPr>
            <p:cNvPr id="201" name="TextBox 200">
              <a:extLst>
                <a:ext uri="{FF2B5EF4-FFF2-40B4-BE49-F238E27FC236}">
                  <a16:creationId xmlns:a16="http://schemas.microsoft.com/office/drawing/2014/main" id="{76754AAD-247A-47B6-8383-C65A189874E4}"/>
                </a:ext>
              </a:extLst>
            </p:cNvPr>
            <p:cNvSpPr txBox="1"/>
            <p:nvPr/>
          </p:nvSpPr>
          <p:spPr>
            <a:xfrm>
              <a:off x="2427340" y="3250792"/>
              <a:ext cx="258765" cy="254000"/>
            </a:xfrm>
            <a:prstGeom prst="rect">
              <a:avLst/>
            </a:prstGeom>
            <a:noFill/>
          </p:spPr>
          <p:txBody>
            <a:bodyPr wrap="none">
              <a:spAutoFit/>
            </a:bodyPr>
            <a:lstStyle/>
            <a:p>
              <a:pPr algn="ctr" eaLnBrk="1" hangingPunct="1">
                <a:defRPr/>
              </a:pPr>
              <a:r>
                <a:rPr lang="en-US" sz="1050" dirty="0">
                  <a:latin typeface="Arial" charset="0"/>
                  <a:cs typeface="Arial" charset="0"/>
                </a:rPr>
                <a:t>c</a:t>
              </a:r>
            </a:p>
          </p:txBody>
        </p:sp>
        <p:sp>
          <p:nvSpPr>
            <p:cNvPr id="202" name="TextBox 201">
              <a:extLst>
                <a:ext uri="{FF2B5EF4-FFF2-40B4-BE49-F238E27FC236}">
                  <a16:creationId xmlns:a16="http://schemas.microsoft.com/office/drawing/2014/main" id="{9FFA559F-DCEE-4E4C-8A7B-12A5A547C912}"/>
                </a:ext>
              </a:extLst>
            </p:cNvPr>
            <p:cNvSpPr txBox="1"/>
            <p:nvPr/>
          </p:nvSpPr>
          <p:spPr>
            <a:xfrm>
              <a:off x="2425753" y="3403192"/>
              <a:ext cx="266702" cy="254000"/>
            </a:xfrm>
            <a:prstGeom prst="rect">
              <a:avLst/>
            </a:prstGeom>
            <a:noFill/>
          </p:spPr>
          <p:txBody>
            <a:bodyPr wrap="none">
              <a:spAutoFit/>
            </a:bodyPr>
            <a:lstStyle/>
            <a:p>
              <a:pPr algn="ctr" eaLnBrk="1" hangingPunct="1">
                <a:defRPr/>
              </a:pPr>
              <a:r>
                <a:rPr lang="en-US" sz="1050" dirty="0">
                  <a:latin typeface="Arial" charset="0"/>
                  <a:cs typeface="Arial" charset="0"/>
                </a:rPr>
                <a:t>d</a:t>
              </a:r>
            </a:p>
          </p:txBody>
        </p:sp>
        <p:sp>
          <p:nvSpPr>
            <p:cNvPr id="203" name="TextBox 202">
              <a:extLst>
                <a:ext uri="{FF2B5EF4-FFF2-40B4-BE49-F238E27FC236}">
                  <a16:creationId xmlns:a16="http://schemas.microsoft.com/office/drawing/2014/main" id="{6802CCA7-8DCB-4B6B-8B56-8AEA7AF7BEE1}"/>
                </a:ext>
              </a:extLst>
            </p:cNvPr>
            <p:cNvSpPr txBox="1"/>
            <p:nvPr/>
          </p:nvSpPr>
          <p:spPr>
            <a:xfrm>
              <a:off x="2428928" y="3866742"/>
              <a:ext cx="260352" cy="254000"/>
            </a:xfrm>
            <a:prstGeom prst="rect">
              <a:avLst/>
            </a:prstGeom>
            <a:noFill/>
          </p:spPr>
          <p:txBody>
            <a:bodyPr wrap="none">
              <a:spAutoFit/>
            </a:bodyPr>
            <a:lstStyle/>
            <a:p>
              <a:pPr algn="ctr" eaLnBrk="1" hangingPunct="1">
                <a:defRPr/>
              </a:pPr>
              <a:r>
                <a:rPr lang="en-US" sz="1050" dirty="0">
                  <a:latin typeface="Arial" charset="0"/>
                  <a:cs typeface="Arial" charset="0"/>
                </a:rPr>
                <a:t>e</a:t>
              </a:r>
            </a:p>
          </p:txBody>
        </p:sp>
        <p:sp>
          <p:nvSpPr>
            <p:cNvPr id="204" name="TextBox 203">
              <a:extLst>
                <a:ext uri="{FF2B5EF4-FFF2-40B4-BE49-F238E27FC236}">
                  <a16:creationId xmlns:a16="http://schemas.microsoft.com/office/drawing/2014/main" id="{213E7504-ABBD-4706-B44C-87BB21DB258E}"/>
                </a:ext>
              </a:extLst>
            </p:cNvPr>
            <p:cNvSpPr txBox="1"/>
            <p:nvPr/>
          </p:nvSpPr>
          <p:spPr>
            <a:xfrm>
              <a:off x="2430515" y="4031842"/>
              <a:ext cx="230190" cy="254000"/>
            </a:xfrm>
            <a:prstGeom prst="rect">
              <a:avLst/>
            </a:prstGeom>
            <a:noFill/>
          </p:spPr>
          <p:txBody>
            <a:bodyPr wrap="none">
              <a:spAutoFit/>
            </a:bodyPr>
            <a:lstStyle/>
            <a:p>
              <a:pPr algn="ctr" eaLnBrk="1" hangingPunct="1">
                <a:defRPr/>
              </a:pPr>
              <a:r>
                <a:rPr lang="en-US" sz="1050" dirty="0">
                  <a:latin typeface="Arial" charset="0"/>
                  <a:cs typeface="Arial" charset="0"/>
                </a:rPr>
                <a:t>f</a:t>
              </a:r>
            </a:p>
          </p:txBody>
        </p:sp>
        <p:sp>
          <p:nvSpPr>
            <p:cNvPr id="205" name="TextBox 204">
              <a:extLst>
                <a:ext uri="{FF2B5EF4-FFF2-40B4-BE49-F238E27FC236}">
                  <a16:creationId xmlns:a16="http://schemas.microsoft.com/office/drawing/2014/main" id="{B51D7EF6-003C-4B43-9430-821FB2FD6316}"/>
                </a:ext>
              </a:extLst>
            </p:cNvPr>
            <p:cNvSpPr txBox="1"/>
            <p:nvPr/>
          </p:nvSpPr>
          <p:spPr>
            <a:xfrm>
              <a:off x="2428928" y="4728755"/>
              <a:ext cx="266702" cy="254000"/>
            </a:xfrm>
            <a:prstGeom prst="rect">
              <a:avLst/>
            </a:prstGeom>
            <a:noFill/>
          </p:spPr>
          <p:txBody>
            <a:bodyPr wrap="none">
              <a:spAutoFit/>
            </a:bodyPr>
            <a:lstStyle/>
            <a:p>
              <a:pPr algn="ctr" eaLnBrk="1" hangingPunct="1">
                <a:defRPr/>
              </a:pPr>
              <a:r>
                <a:rPr lang="en-US" sz="1050" dirty="0">
                  <a:latin typeface="Arial" charset="0"/>
                  <a:cs typeface="Arial" charset="0"/>
                </a:rPr>
                <a:t>h</a:t>
              </a:r>
            </a:p>
          </p:txBody>
        </p:sp>
        <p:sp>
          <p:nvSpPr>
            <p:cNvPr id="206" name="TextBox 205">
              <a:extLst>
                <a:ext uri="{FF2B5EF4-FFF2-40B4-BE49-F238E27FC236}">
                  <a16:creationId xmlns:a16="http://schemas.microsoft.com/office/drawing/2014/main" id="{FB22731A-86A3-4324-BCE9-1E7C4ED278F4}"/>
                </a:ext>
              </a:extLst>
            </p:cNvPr>
            <p:cNvSpPr txBox="1"/>
            <p:nvPr/>
          </p:nvSpPr>
          <p:spPr>
            <a:xfrm>
              <a:off x="2432103" y="4573180"/>
              <a:ext cx="265114" cy="254000"/>
            </a:xfrm>
            <a:prstGeom prst="rect">
              <a:avLst/>
            </a:prstGeom>
            <a:noFill/>
          </p:spPr>
          <p:txBody>
            <a:bodyPr wrap="none">
              <a:spAutoFit/>
            </a:bodyPr>
            <a:lstStyle/>
            <a:p>
              <a:pPr algn="ctr" eaLnBrk="1" hangingPunct="1">
                <a:defRPr/>
              </a:pPr>
              <a:r>
                <a:rPr lang="en-US" sz="1050" dirty="0">
                  <a:latin typeface="Arial" charset="0"/>
                  <a:cs typeface="Arial" charset="0"/>
                </a:rPr>
                <a:t>g</a:t>
              </a:r>
            </a:p>
          </p:txBody>
        </p:sp>
        <p:sp>
          <p:nvSpPr>
            <p:cNvPr id="207" name="TextBox 206">
              <a:extLst>
                <a:ext uri="{FF2B5EF4-FFF2-40B4-BE49-F238E27FC236}">
                  <a16:creationId xmlns:a16="http://schemas.microsoft.com/office/drawing/2014/main" id="{AE237A35-D67E-4E16-8B69-305BFF1C7E04}"/>
                </a:ext>
              </a:extLst>
            </p:cNvPr>
            <p:cNvSpPr txBox="1"/>
            <p:nvPr/>
          </p:nvSpPr>
          <p:spPr>
            <a:xfrm>
              <a:off x="3476686" y="2496730"/>
              <a:ext cx="222252" cy="254000"/>
            </a:xfrm>
            <a:prstGeom prst="rect">
              <a:avLst/>
            </a:prstGeom>
            <a:noFill/>
          </p:spPr>
          <p:txBody>
            <a:bodyPr wrap="none">
              <a:spAutoFit/>
            </a:bodyPr>
            <a:lstStyle/>
            <a:p>
              <a:pPr algn="ctr" eaLnBrk="1" hangingPunct="1">
                <a:defRPr/>
              </a:pPr>
              <a:r>
                <a:rPr lang="en-US" sz="1050" dirty="0" err="1">
                  <a:latin typeface="Arial" charset="0"/>
                  <a:cs typeface="Arial" charset="0"/>
                </a:rPr>
                <a:t>i</a:t>
              </a:r>
              <a:endParaRPr lang="en-US" sz="1050" dirty="0">
                <a:latin typeface="Arial" charset="0"/>
                <a:cs typeface="Arial" charset="0"/>
              </a:endParaRPr>
            </a:p>
          </p:txBody>
        </p:sp>
        <p:sp>
          <p:nvSpPr>
            <p:cNvPr id="208" name="TextBox 207">
              <a:extLst>
                <a:ext uri="{FF2B5EF4-FFF2-40B4-BE49-F238E27FC236}">
                  <a16:creationId xmlns:a16="http://schemas.microsoft.com/office/drawing/2014/main" id="{15ACCCE4-05C2-4615-B23F-422B1C7E93CD}"/>
                </a:ext>
              </a:extLst>
            </p:cNvPr>
            <p:cNvSpPr txBox="1"/>
            <p:nvPr/>
          </p:nvSpPr>
          <p:spPr>
            <a:xfrm>
              <a:off x="3476686" y="3176180"/>
              <a:ext cx="222252" cy="254000"/>
            </a:xfrm>
            <a:prstGeom prst="rect">
              <a:avLst/>
            </a:prstGeom>
            <a:noFill/>
          </p:spPr>
          <p:txBody>
            <a:bodyPr wrap="none">
              <a:spAutoFit/>
            </a:bodyPr>
            <a:lstStyle/>
            <a:p>
              <a:pPr algn="ctr" eaLnBrk="1" hangingPunct="1">
                <a:defRPr/>
              </a:pPr>
              <a:r>
                <a:rPr lang="en-US" sz="1050" dirty="0">
                  <a:latin typeface="Arial" charset="0"/>
                  <a:cs typeface="Arial" charset="0"/>
                </a:rPr>
                <a:t>j</a:t>
              </a:r>
            </a:p>
          </p:txBody>
        </p:sp>
        <p:sp>
          <p:nvSpPr>
            <p:cNvPr id="209" name="TextBox 208">
              <a:extLst>
                <a:ext uri="{FF2B5EF4-FFF2-40B4-BE49-F238E27FC236}">
                  <a16:creationId xmlns:a16="http://schemas.microsoft.com/office/drawing/2014/main" id="{6B77C1C7-BCCC-45DC-AF07-4848F52D0A33}"/>
                </a:ext>
              </a:extLst>
            </p:cNvPr>
            <p:cNvSpPr txBox="1"/>
            <p:nvPr/>
          </p:nvSpPr>
          <p:spPr>
            <a:xfrm>
              <a:off x="3479861" y="3800067"/>
              <a:ext cx="260352" cy="254000"/>
            </a:xfrm>
            <a:prstGeom prst="rect">
              <a:avLst/>
            </a:prstGeom>
            <a:noFill/>
          </p:spPr>
          <p:txBody>
            <a:bodyPr wrap="none">
              <a:spAutoFit/>
            </a:bodyPr>
            <a:lstStyle/>
            <a:p>
              <a:pPr algn="ctr" eaLnBrk="1" hangingPunct="1">
                <a:defRPr/>
              </a:pPr>
              <a:r>
                <a:rPr lang="en-US" sz="1050" dirty="0">
                  <a:latin typeface="Arial" charset="0"/>
                  <a:cs typeface="Arial" charset="0"/>
                </a:rPr>
                <a:t>k</a:t>
              </a:r>
            </a:p>
          </p:txBody>
        </p:sp>
        <p:sp>
          <p:nvSpPr>
            <p:cNvPr id="210" name="TextBox 209">
              <a:extLst>
                <a:ext uri="{FF2B5EF4-FFF2-40B4-BE49-F238E27FC236}">
                  <a16:creationId xmlns:a16="http://schemas.microsoft.com/office/drawing/2014/main" id="{E9FC99BA-AB8F-46FC-8E34-2E875F1E1668}"/>
                </a:ext>
              </a:extLst>
            </p:cNvPr>
            <p:cNvSpPr txBox="1"/>
            <p:nvPr/>
          </p:nvSpPr>
          <p:spPr>
            <a:xfrm>
              <a:off x="3479861" y="4512855"/>
              <a:ext cx="222252" cy="254000"/>
            </a:xfrm>
            <a:prstGeom prst="rect">
              <a:avLst/>
            </a:prstGeom>
            <a:noFill/>
          </p:spPr>
          <p:txBody>
            <a:bodyPr wrap="none">
              <a:spAutoFit/>
            </a:bodyPr>
            <a:lstStyle/>
            <a:p>
              <a:pPr algn="ctr" eaLnBrk="1" hangingPunct="1">
                <a:defRPr/>
              </a:pPr>
              <a:r>
                <a:rPr lang="en-US" sz="1050" dirty="0">
                  <a:latin typeface="Arial" charset="0"/>
                  <a:cs typeface="Arial" charset="0"/>
                </a:rPr>
                <a:t>l</a:t>
              </a:r>
            </a:p>
          </p:txBody>
        </p:sp>
        <p:sp>
          <p:nvSpPr>
            <p:cNvPr id="211" name="TextBox 210">
              <a:extLst>
                <a:ext uri="{FF2B5EF4-FFF2-40B4-BE49-F238E27FC236}">
                  <a16:creationId xmlns:a16="http://schemas.microsoft.com/office/drawing/2014/main" id="{238BA6D9-9FD2-4479-BA17-EC50DDB90A6C}"/>
                </a:ext>
              </a:extLst>
            </p:cNvPr>
            <p:cNvSpPr txBox="1"/>
            <p:nvPr/>
          </p:nvSpPr>
          <p:spPr>
            <a:xfrm>
              <a:off x="5426149" y="2558642"/>
              <a:ext cx="266702" cy="254000"/>
            </a:xfrm>
            <a:prstGeom prst="rect">
              <a:avLst/>
            </a:prstGeom>
            <a:noFill/>
          </p:spPr>
          <p:txBody>
            <a:bodyPr wrap="none">
              <a:spAutoFit/>
            </a:bodyPr>
            <a:lstStyle/>
            <a:p>
              <a:pPr algn="ctr" eaLnBrk="1" hangingPunct="1">
                <a:defRPr/>
              </a:pPr>
              <a:r>
                <a:rPr lang="en-US" sz="1050" dirty="0">
                  <a:latin typeface="Arial" charset="0"/>
                  <a:cs typeface="Arial" charset="0"/>
                </a:rPr>
                <a:t>n</a:t>
              </a:r>
            </a:p>
          </p:txBody>
        </p:sp>
        <p:sp>
          <p:nvSpPr>
            <p:cNvPr id="212" name="TextBox 211">
              <a:extLst>
                <a:ext uri="{FF2B5EF4-FFF2-40B4-BE49-F238E27FC236}">
                  <a16:creationId xmlns:a16="http://schemas.microsoft.com/office/drawing/2014/main" id="{7CA33086-2BB1-4E96-B61E-D5A978BADE1D}"/>
                </a:ext>
              </a:extLst>
            </p:cNvPr>
            <p:cNvSpPr txBox="1"/>
            <p:nvPr/>
          </p:nvSpPr>
          <p:spPr>
            <a:xfrm>
              <a:off x="5415036" y="4406492"/>
              <a:ext cx="266702" cy="254000"/>
            </a:xfrm>
            <a:prstGeom prst="rect">
              <a:avLst/>
            </a:prstGeom>
            <a:noFill/>
          </p:spPr>
          <p:txBody>
            <a:bodyPr wrap="none">
              <a:spAutoFit/>
            </a:bodyPr>
            <a:lstStyle/>
            <a:p>
              <a:pPr algn="ctr" eaLnBrk="1" hangingPunct="1">
                <a:defRPr/>
              </a:pPr>
              <a:r>
                <a:rPr lang="en-US" sz="1050" dirty="0">
                  <a:latin typeface="Arial" charset="0"/>
                  <a:cs typeface="Arial" charset="0"/>
                </a:rPr>
                <a:t>p</a:t>
              </a:r>
            </a:p>
          </p:txBody>
        </p:sp>
        <p:sp>
          <p:nvSpPr>
            <p:cNvPr id="213" name="TextBox 212">
              <a:extLst>
                <a:ext uri="{FF2B5EF4-FFF2-40B4-BE49-F238E27FC236}">
                  <a16:creationId xmlns:a16="http://schemas.microsoft.com/office/drawing/2014/main" id="{9EF6759C-EC33-4948-B605-F562491F9BD2}"/>
                </a:ext>
              </a:extLst>
            </p:cNvPr>
            <p:cNvSpPr txBox="1"/>
            <p:nvPr/>
          </p:nvSpPr>
          <p:spPr>
            <a:xfrm>
              <a:off x="6215142" y="3492092"/>
              <a:ext cx="266702" cy="254000"/>
            </a:xfrm>
            <a:prstGeom prst="rect">
              <a:avLst/>
            </a:prstGeom>
            <a:noFill/>
          </p:spPr>
          <p:txBody>
            <a:bodyPr wrap="none">
              <a:spAutoFit/>
            </a:bodyPr>
            <a:lstStyle/>
            <a:p>
              <a:pPr algn="ctr" eaLnBrk="1" hangingPunct="1">
                <a:defRPr/>
              </a:pPr>
              <a:r>
                <a:rPr lang="en-US" sz="1050" dirty="0">
                  <a:latin typeface="Arial" charset="0"/>
                  <a:cs typeface="Arial" charset="0"/>
                </a:rPr>
                <a:t>o</a:t>
              </a:r>
            </a:p>
          </p:txBody>
        </p:sp>
        <p:sp>
          <p:nvSpPr>
            <p:cNvPr id="214" name="TextBox 213">
              <a:extLst>
                <a:ext uri="{FF2B5EF4-FFF2-40B4-BE49-F238E27FC236}">
                  <a16:creationId xmlns:a16="http://schemas.microsoft.com/office/drawing/2014/main" id="{355D190F-8B88-466E-87D8-495F167465C1}"/>
                </a:ext>
              </a:extLst>
            </p:cNvPr>
            <p:cNvSpPr txBox="1"/>
            <p:nvPr/>
          </p:nvSpPr>
          <p:spPr>
            <a:xfrm>
              <a:off x="4337117" y="3485742"/>
              <a:ext cx="304802" cy="254000"/>
            </a:xfrm>
            <a:prstGeom prst="rect">
              <a:avLst/>
            </a:prstGeom>
            <a:noFill/>
          </p:spPr>
          <p:txBody>
            <a:bodyPr wrap="none">
              <a:spAutoFit/>
            </a:bodyPr>
            <a:lstStyle/>
            <a:p>
              <a:pPr algn="ctr" eaLnBrk="1" hangingPunct="1">
                <a:defRPr/>
              </a:pPr>
              <a:r>
                <a:rPr lang="en-US" sz="1050" dirty="0">
                  <a:latin typeface="Arial" charset="0"/>
                  <a:cs typeface="Arial" charset="0"/>
                </a:rPr>
                <a:t>m</a:t>
              </a:r>
            </a:p>
          </p:txBody>
        </p:sp>
      </p:grpSp>
      <p:sp>
        <p:nvSpPr>
          <p:cNvPr id="4" name="Oval 3">
            <a:extLst>
              <a:ext uri="{FF2B5EF4-FFF2-40B4-BE49-F238E27FC236}">
                <a16:creationId xmlns:a16="http://schemas.microsoft.com/office/drawing/2014/main" id="{7AFD96EB-B241-455A-8B95-F8CB70941D84}"/>
              </a:ext>
            </a:extLst>
          </p:cNvPr>
          <p:cNvSpPr/>
          <p:nvPr/>
        </p:nvSpPr>
        <p:spPr bwMode="auto">
          <a:xfrm>
            <a:off x="7429501" y="4094163"/>
            <a:ext cx="855663" cy="444500"/>
          </a:xfrm>
          <a:prstGeom prst="ellipse">
            <a:avLst/>
          </a:prstGeom>
          <a:noFill/>
          <a:ln>
            <a:solidFill>
              <a:srgbClr val="0000FF"/>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eaLnBrk="1" hangingPunct="1">
              <a:defRPr/>
            </a:pPr>
            <a:endParaRPr lang="en-US">
              <a:solidFill>
                <a:srgbClr val="0000FF"/>
              </a:solidFill>
            </a:endParaRPr>
          </a:p>
        </p:txBody>
      </p:sp>
      <p:sp>
        <p:nvSpPr>
          <p:cNvPr id="92" name="Oval 91">
            <a:extLst>
              <a:ext uri="{FF2B5EF4-FFF2-40B4-BE49-F238E27FC236}">
                <a16:creationId xmlns:a16="http://schemas.microsoft.com/office/drawing/2014/main" id="{1F17CDAF-35AF-405B-95E4-A292010C1661}"/>
              </a:ext>
            </a:extLst>
          </p:cNvPr>
          <p:cNvSpPr/>
          <p:nvPr/>
        </p:nvSpPr>
        <p:spPr bwMode="auto">
          <a:xfrm>
            <a:off x="6800850" y="3128963"/>
            <a:ext cx="857250" cy="481012"/>
          </a:xfrm>
          <a:prstGeom prst="ellipse">
            <a:avLst/>
          </a:prstGeom>
          <a:noFill/>
          <a:ln>
            <a:solidFill>
              <a:srgbClr val="0000FF"/>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lstStyle/>
          <a:p>
            <a:pPr eaLnBrk="1" hangingPunct="1">
              <a:defRPr/>
            </a:pPr>
            <a:endParaRPr lang="en-US">
              <a:solidFill>
                <a:srgbClr val="0000FF"/>
              </a:solidFill>
            </a:endParaRPr>
          </a:p>
        </p:txBody>
      </p:sp>
      <p:sp>
        <p:nvSpPr>
          <p:cNvPr id="26631" name="Line Callout 2 4">
            <a:extLst>
              <a:ext uri="{FF2B5EF4-FFF2-40B4-BE49-F238E27FC236}">
                <a16:creationId xmlns:a16="http://schemas.microsoft.com/office/drawing/2014/main" id="{20A176BD-22F7-4B93-B316-BF2A0AD4E8BA}"/>
              </a:ext>
            </a:extLst>
          </p:cNvPr>
          <p:cNvSpPr>
            <a:spLocks/>
          </p:cNvSpPr>
          <p:nvPr/>
        </p:nvSpPr>
        <p:spPr bwMode="auto">
          <a:xfrm>
            <a:off x="8001000" y="2438400"/>
            <a:ext cx="1600200" cy="711200"/>
          </a:xfrm>
          <a:prstGeom prst="borderCallout2">
            <a:avLst>
              <a:gd name="adj1" fmla="val 18750"/>
              <a:gd name="adj2" fmla="val -8333"/>
              <a:gd name="adj3" fmla="val 18750"/>
              <a:gd name="adj4" fmla="val -16667"/>
              <a:gd name="adj5" fmla="val 112500"/>
              <a:gd name="adj6" fmla="val -46667"/>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Early mode violation (hold)</a:t>
            </a:r>
          </a:p>
        </p:txBody>
      </p:sp>
      <p:sp>
        <p:nvSpPr>
          <p:cNvPr id="26632" name="Line Callout 2 94">
            <a:extLst>
              <a:ext uri="{FF2B5EF4-FFF2-40B4-BE49-F238E27FC236}">
                <a16:creationId xmlns:a16="http://schemas.microsoft.com/office/drawing/2014/main" id="{E2A91477-1590-4358-9EC8-E414BC705A12}"/>
              </a:ext>
            </a:extLst>
          </p:cNvPr>
          <p:cNvSpPr>
            <a:spLocks/>
          </p:cNvSpPr>
          <p:nvPr/>
        </p:nvSpPr>
        <p:spPr bwMode="auto">
          <a:xfrm>
            <a:off x="8001000" y="4767263"/>
            <a:ext cx="1828800" cy="711200"/>
          </a:xfrm>
          <a:prstGeom prst="borderCallout2">
            <a:avLst>
              <a:gd name="adj1" fmla="val 18750"/>
              <a:gd name="adj2" fmla="val -8333"/>
              <a:gd name="adj3" fmla="val 18750"/>
              <a:gd name="adj4" fmla="val -16667"/>
              <a:gd name="adj5" fmla="val -35338"/>
              <a:gd name="adj6" fmla="val -15264"/>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600">
                <a:solidFill>
                  <a:schemeClr val="bg1"/>
                </a:solidFill>
              </a:rPr>
              <a:t>Late mode violation (setup)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812F9377-FC13-4F1D-A287-978D802937B7}"/>
              </a:ext>
            </a:extLst>
          </p:cNvPr>
          <p:cNvSpPr>
            <a:spLocks noGrp="1"/>
          </p:cNvSpPr>
          <p:nvPr>
            <p:ph type="title"/>
          </p:nvPr>
        </p:nvSpPr>
        <p:spPr/>
        <p:txBody>
          <a:bodyPr/>
          <a:lstStyle/>
          <a:p>
            <a:r>
              <a:rPr lang="en-US" altLang="en-US"/>
              <a:t>Path Slack Histogram</a:t>
            </a:r>
          </a:p>
        </p:txBody>
      </p:sp>
      <p:sp>
        <p:nvSpPr>
          <p:cNvPr id="27651" name="Content Placeholder 2">
            <a:extLst>
              <a:ext uri="{FF2B5EF4-FFF2-40B4-BE49-F238E27FC236}">
                <a16:creationId xmlns:a16="http://schemas.microsoft.com/office/drawing/2014/main" id="{69E572AF-2E03-4B39-9F7C-3E06D28CD72E}"/>
              </a:ext>
            </a:extLst>
          </p:cNvPr>
          <p:cNvSpPr>
            <a:spLocks noGrp="1"/>
          </p:cNvSpPr>
          <p:nvPr>
            <p:ph type="body" sz="quarter" idx="10"/>
          </p:nvPr>
        </p:nvSpPr>
        <p:spPr/>
        <p:txBody>
          <a:bodyPr/>
          <a:lstStyle/>
          <a:p>
            <a:endParaRPr lang="en-US" altLang="en-US" sz="2000"/>
          </a:p>
          <a:p>
            <a:endParaRPr lang="en-US" altLang="en-US" sz="2000"/>
          </a:p>
          <a:p>
            <a:endParaRPr lang="en-US" altLang="en-US" sz="2000"/>
          </a:p>
          <a:p>
            <a:endParaRPr lang="en-US" altLang="en-US" sz="2000"/>
          </a:p>
          <a:p>
            <a:endParaRPr lang="en-US" altLang="en-US" sz="2000"/>
          </a:p>
          <a:p>
            <a:endParaRPr lang="en-US" altLang="en-US" sz="2000"/>
          </a:p>
          <a:p>
            <a:endParaRPr lang="en-US" altLang="en-US" sz="2000"/>
          </a:p>
          <a:p>
            <a:endParaRPr lang="en-US" altLang="en-US" sz="2000"/>
          </a:p>
          <a:p>
            <a:endParaRPr lang="en-US" altLang="en-US" sz="2000"/>
          </a:p>
          <a:p>
            <a:r>
              <a:rPr lang="en-US" altLang="en-US" sz="2000"/>
              <a:t>If there is no path with negative slack, this will mean design does not  have timing violations.</a:t>
            </a:r>
          </a:p>
        </p:txBody>
      </p:sp>
      <p:grpSp>
        <p:nvGrpSpPr>
          <p:cNvPr id="27652" name="Group 3">
            <a:extLst>
              <a:ext uri="{FF2B5EF4-FFF2-40B4-BE49-F238E27FC236}">
                <a16:creationId xmlns:a16="http://schemas.microsoft.com/office/drawing/2014/main" id="{BEF39A13-B707-4753-A833-C4EB29697C63}"/>
              </a:ext>
            </a:extLst>
          </p:cNvPr>
          <p:cNvGrpSpPr>
            <a:grpSpLocks/>
          </p:cNvGrpSpPr>
          <p:nvPr/>
        </p:nvGrpSpPr>
        <p:grpSpPr bwMode="auto">
          <a:xfrm>
            <a:off x="2963864" y="1676400"/>
            <a:ext cx="5108575" cy="3182938"/>
            <a:chOff x="2679157" y="1700080"/>
            <a:chExt cx="3372903" cy="2102205"/>
          </a:xfrm>
        </p:grpSpPr>
        <p:cxnSp>
          <p:nvCxnSpPr>
            <p:cNvPr id="27653" name="Straight Arrow Connector 8">
              <a:extLst>
                <a:ext uri="{FF2B5EF4-FFF2-40B4-BE49-F238E27FC236}">
                  <a16:creationId xmlns:a16="http://schemas.microsoft.com/office/drawing/2014/main" id="{4D64FA63-4161-40A5-B207-A0E049E72AC8}"/>
                </a:ext>
              </a:extLst>
            </p:cNvPr>
            <p:cNvCxnSpPr>
              <a:cxnSpLocks noChangeShapeType="1"/>
            </p:cNvCxnSpPr>
            <p:nvPr/>
          </p:nvCxnSpPr>
          <p:spPr bwMode="auto">
            <a:xfrm rot="5400000" flipH="1" flipV="1">
              <a:off x="2997772" y="2466059"/>
              <a:ext cx="1533546" cy="1588"/>
            </a:xfrm>
            <a:prstGeom prst="straightConnector1">
              <a:avLst/>
            </a:prstGeom>
            <a:noFill/>
            <a:ln w="25400" algn="ctr">
              <a:solidFill>
                <a:schemeClr val="tx1"/>
              </a:solidFill>
              <a:round/>
              <a:headEnd/>
              <a:tailEnd type="triangle" w="med" len="med"/>
            </a:ln>
          </p:spPr>
        </p:cxnSp>
        <p:cxnSp>
          <p:nvCxnSpPr>
            <p:cNvPr id="27654" name="Straight Arrow Connector 9">
              <a:extLst>
                <a:ext uri="{FF2B5EF4-FFF2-40B4-BE49-F238E27FC236}">
                  <a16:creationId xmlns:a16="http://schemas.microsoft.com/office/drawing/2014/main" id="{579702D8-9AA2-4A17-B2FB-E7A0FCEFFC70}"/>
                </a:ext>
              </a:extLst>
            </p:cNvPr>
            <p:cNvCxnSpPr>
              <a:cxnSpLocks noChangeShapeType="1"/>
            </p:cNvCxnSpPr>
            <p:nvPr/>
          </p:nvCxnSpPr>
          <p:spPr bwMode="auto">
            <a:xfrm>
              <a:off x="3071591" y="3199820"/>
              <a:ext cx="2811501" cy="1588"/>
            </a:xfrm>
            <a:prstGeom prst="straightConnector1">
              <a:avLst/>
            </a:prstGeom>
            <a:noFill/>
            <a:ln w="25400" algn="ctr">
              <a:solidFill>
                <a:schemeClr val="tx1"/>
              </a:solidFill>
              <a:round/>
              <a:headEnd/>
              <a:tailEnd type="triangle" w="med" len="med"/>
            </a:ln>
          </p:spPr>
        </p:cxnSp>
        <p:cxnSp>
          <p:nvCxnSpPr>
            <p:cNvPr id="27655" name="Straight Connector 10">
              <a:extLst>
                <a:ext uri="{FF2B5EF4-FFF2-40B4-BE49-F238E27FC236}">
                  <a16:creationId xmlns:a16="http://schemas.microsoft.com/office/drawing/2014/main" id="{BE30EA0A-392B-4F57-8C61-EE05607DDC50}"/>
                </a:ext>
              </a:extLst>
            </p:cNvPr>
            <p:cNvCxnSpPr>
              <a:cxnSpLocks noChangeShapeType="1"/>
            </p:cNvCxnSpPr>
            <p:nvPr/>
          </p:nvCxnSpPr>
          <p:spPr bwMode="auto">
            <a:xfrm rot="5400000">
              <a:off x="2844575" y="2888666"/>
              <a:ext cx="1825650"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12" name="Freeform 11">
              <a:extLst>
                <a:ext uri="{FF2B5EF4-FFF2-40B4-BE49-F238E27FC236}">
                  <a16:creationId xmlns:a16="http://schemas.microsoft.com/office/drawing/2014/main" id="{1570DCFA-121A-47AE-BECB-CA79369CD915}"/>
                </a:ext>
              </a:extLst>
            </p:cNvPr>
            <p:cNvSpPr/>
            <p:nvPr/>
          </p:nvSpPr>
          <p:spPr bwMode="auto">
            <a:xfrm>
              <a:off x="3087930" y="2083824"/>
              <a:ext cx="2675892" cy="1120827"/>
            </a:xfrm>
            <a:custGeom>
              <a:avLst/>
              <a:gdLst>
                <a:gd name="connsiteX0" fmla="*/ 0 w 2676525"/>
                <a:gd name="connsiteY0" fmla="*/ 1101725 h 1120775"/>
                <a:gd name="connsiteX1" fmla="*/ 114300 w 2676525"/>
                <a:gd name="connsiteY1" fmla="*/ 1101725 h 1120775"/>
                <a:gd name="connsiteX2" fmla="*/ 361950 w 2676525"/>
                <a:gd name="connsiteY2" fmla="*/ 987425 h 1120775"/>
                <a:gd name="connsiteX3" fmla="*/ 676275 w 2676525"/>
                <a:gd name="connsiteY3" fmla="*/ 720725 h 1120775"/>
                <a:gd name="connsiteX4" fmla="*/ 990600 w 2676525"/>
                <a:gd name="connsiteY4" fmla="*/ 282575 h 1120775"/>
                <a:gd name="connsiteX5" fmla="*/ 1190625 w 2676525"/>
                <a:gd name="connsiteY5" fmla="*/ 73025 h 1120775"/>
                <a:gd name="connsiteX6" fmla="*/ 1419225 w 2676525"/>
                <a:gd name="connsiteY6" fmla="*/ 6350 h 1120775"/>
                <a:gd name="connsiteX7" fmla="*/ 1619250 w 2676525"/>
                <a:gd name="connsiteY7" fmla="*/ 34925 h 1120775"/>
                <a:gd name="connsiteX8" fmla="*/ 1838325 w 2676525"/>
                <a:gd name="connsiteY8" fmla="*/ 177800 h 1120775"/>
                <a:gd name="connsiteX9" fmla="*/ 2047875 w 2676525"/>
                <a:gd name="connsiteY9" fmla="*/ 434975 h 1120775"/>
                <a:gd name="connsiteX10" fmla="*/ 2209800 w 2676525"/>
                <a:gd name="connsiteY10" fmla="*/ 663575 h 1120775"/>
                <a:gd name="connsiteX11" fmla="*/ 2314575 w 2676525"/>
                <a:gd name="connsiteY11" fmla="*/ 825500 h 1120775"/>
                <a:gd name="connsiteX12" fmla="*/ 2428875 w 2676525"/>
                <a:gd name="connsiteY12" fmla="*/ 996950 h 1120775"/>
                <a:gd name="connsiteX13" fmla="*/ 2495550 w 2676525"/>
                <a:gd name="connsiteY13" fmla="*/ 1054100 h 1120775"/>
                <a:gd name="connsiteX14" fmla="*/ 2676525 w 2676525"/>
                <a:gd name="connsiteY14" fmla="*/ 1111250 h 1120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76525" h="1120775">
                  <a:moveTo>
                    <a:pt x="0" y="1101725"/>
                  </a:moveTo>
                  <a:cubicBezTo>
                    <a:pt x="26987" y="1111250"/>
                    <a:pt x="53975" y="1120775"/>
                    <a:pt x="114300" y="1101725"/>
                  </a:cubicBezTo>
                  <a:cubicBezTo>
                    <a:pt x="174625" y="1082675"/>
                    <a:pt x="268287" y="1050925"/>
                    <a:pt x="361950" y="987425"/>
                  </a:cubicBezTo>
                  <a:cubicBezTo>
                    <a:pt x="455613" y="923925"/>
                    <a:pt x="571500" y="838200"/>
                    <a:pt x="676275" y="720725"/>
                  </a:cubicBezTo>
                  <a:cubicBezTo>
                    <a:pt x="781050" y="603250"/>
                    <a:pt x="904875" y="390525"/>
                    <a:pt x="990600" y="282575"/>
                  </a:cubicBezTo>
                  <a:cubicBezTo>
                    <a:pt x="1076325" y="174625"/>
                    <a:pt x="1119188" y="119062"/>
                    <a:pt x="1190625" y="73025"/>
                  </a:cubicBezTo>
                  <a:cubicBezTo>
                    <a:pt x="1262062" y="26988"/>
                    <a:pt x="1347788" y="12700"/>
                    <a:pt x="1419225" y="6350"/>
                  </a:cubicBezTo>
                  <a:cubicBezTo>
                    <a:pt x="1490662" y="0"/>
                    <a:pt x="1549400" y="6350"/>
                    <a:pt x="1619250" y="34925"/>
                  </a:cubicBezTo>
                  <a:cubicBezTo>
                    <a:pt x="1689100" y="63500"/>
                    <a:pt x="1766888" y="111125"/>
                    <a:pt x="1838325" y="177800"/>
                  </a:cubicBezTo>
                  <a:cubicBezTo>
                    <a:pt x="1909762" y="244475"/>
                    <a:pt x="1985963" y="354013"/>
                    <a:pt x="2047875" y="434975"/>
                  </a:cubicBezTo>
                  <a:cubicBezTo>
                    <a:pt x="2109787" y="515937"/>
                    <a:pt x="2165350" y="598488"/>
                    <a:pt x="2209800" y="663575"/>
                  </a:cubicBezTo>
                  <a:cubicBezTo>
                    <a:pt x="2254250" y="728662"/>
                    <a:pt x="2278063" y="769938"/>
                    <a:pt x="2314575" y="825500"/>
                  </a:cubicBezTo>
                  <a:cubicBezTo>
                    <a:pt x="2351088" y="881063"/>
                    <a:pt x="2398713" y="958850"/>
                    <a:pt x="2428875" y="996950"/>
                  </a:cubicBezTo>
                  <a:cubicBezTo>
                    <a:pt x="2459037" y="1035050"/>
                    <a:pt x="2454275" y="1035050"/>
                    <a:pt x="2495550" y="1054100"/>
                  </a:cubicBezTo>
                  <a:cubicBezTo>
                    <a:pt x="2536825" y="1073150"/>
                    <a:pt x="2606675" y="1092200"/>
                    <a:pt x="2676525" y="1111250"/>
                  </a:cubicBezTo>
                </a:path>
              </a:pathLst>
            </a:custGeom>
            <a:ln>
              <a:solidFill>
                <a:schemeClr val="accent1"/>
              </a:solidFill>
              <a:prstDash val="dash"/>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sz="1400"/>
            </a:p>
          </p:txBody>
        </p:sp>
        <p:cxnSp>
          <p:nvCxnSpPr>
            <p:cNvPr id="27657" name="Straight Arrow Connector 12">
              <a:extLst>
                <a:ext uri="{FF2B5EF4-FFF2-40B4-BE49-F238E27FC236}">
                  <a16:creationId xmlns:a16="http://schemas.microsoft.com/office/drawing/2014/main" id="{D5A99BED-A9E4-455B-9155-8666DB396513}"/>
                </a:ext>
              </a:extLst>
            </p:cNvPr>
            <p:cNvCxnSpPr>
              <a:cxnSpLocks noChangeShapeType="1"/>
            </p:cNvCxnSpPr>
            <p:nvPr/>
          </p:nvCxnSpPr>
          <p:spPr bwMode="auto">
            <a:xfrm rot="10800000">
              <a:off x="3290670" y="3347460"/>
              <a:ext cx="474669" cy="0"/>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27658" name="Straight Arrow Connector 13">
              <a:extLst>
                <a:ext uri="{FF2B5EF4-FFF2-40B4-BE49-F238E27FC236}">
                  <a16:creationId xmlns:a16="http://schemas.microsoft.com/office/drawing/2014/main" id="{0DB39BFC-E3BE-4C4D-A4DD-5AAE7AFCB5F5}"/>
                </a:ext>
              </a:extLst>
            </p:cNvPr>
            <p:cNvCxnSpPr>
              <a:cxnSpLocks noChangeShapeType="1"/>
            </p:cNvCxnSpPr>
            <p:nvPr/>
          </p:nvCxnSpPr>
          <p:spPr bwMode="auto">
            <a:xfrm>
              <a:off x="3755813" y="3390323"/>
              <a:ext cx="292104" cy="0"/>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27659" name="TextBox 15">
              <a:extLst>
                <a:ext uri="{FF2B5EF4-FFF2-40B4-BE49-F238E27FC236}">
                  <a16:creationId xmlns:a16="http://schemas.microsoft.com/office/drawing/2014/main" id="{74028E88-46DD-4268-8C16-C5FF48F89DCE}"/>
                </a:ext>
              </a:extLst>
            </p:cNvPr>
            <p:cNvSpPr txBox="1">
              <a:spLocks noChangeArrowheads="1"/>
            </p:cNvSpPr>
            <p:nvPr/>
          </p:nvSpPr>
          <p:spPr bwMode="auto">
            <a:xfrm>
              <a:off x="2698877" y="1745803"/>
              <a:ext cx="995237" cy="203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Number of paths</a:t>
              </a:r>
            </a:p>
          </p:txBody>
        </p:sp>
        <p:sp>
          <p:nvSpPr>
            <p:cNvPr id="27660" name="TextBox 16">
              <a:extLst>
                <a:ext uri="{FF2B5EF4-FFF2-40B4-BE49-F238E27FC236}">
                  <a16:creationId xmlns:a16="http://schemas.microsoft.com/office/drawing/2014/main" id="{3524AA24-7846-4AA4-B314-CDAD596CC35B}"/>
                </a:ext>
              </a:extLst>
            </p:cNvPr>
            <p:cNvSpPr txBox="1">
              <a:spLocks noChangeArrowheads="1"/>
            </p:cNvSpPr>
            <p:nvPr/>
          </p:nvSpPr>
          <p:spPr bwMode="auto">
            <a:xfrm>
              <a:off x="2679157" y="3344285"/>
              <a:ext cx="891501" cy="203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Negative slack</a:t>
              </a:r>
            </a:p>
          </p:txBody>
        </p:sp>
        <p:sp>
          <p:nvSpPr>
            <p:cNvPr id="27661" name="TextBox 17">
              <a:extLst>
                <a:ext uri="{FF2B5EF4-FFF2-40B4-BE49-F238E27FC236}">
                  <a16:creationId xmlns:a16="http://schemas.microsoft.com/office/drawing/2014/main" id="{B70992A7-03DF-41A2-8D82-63ABD7C8C43C}"/>
                </a:ext>
              </a:extLst>
            </p:cNvPr>
            <p:cNvSpPr txBox="1">
              <a:spLocks noChangeArrowheads="1"/>
            </p:cNvSpPr>
            <p:nvPr/>
          </p:nvSpPr>
          <p:spPr bwMode="auto">
            <a:xfrm>
              <a:off x="3812647" y="3399848"/>
              <a:ext cx="839632" cy="203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Positive slack</a:t>
              </a:r>
            </a:p>
          </p:txBody>
        </p:sp>
        <p:sp>
          <p:nvSpPr>
            <p:cNvPr id="27662" name="TextBox 18">
              <a:extLst>
                <a:ext uri="{FF2B5EF4-FFF2-40B4-BE49-F238E27FC236}">
                  <a16:creationId xmlns:a16="http://schemas.microsoft.com/office/drawing/2014/main" id="{9E6DEC7C-506E-4AC1-832F-3A45DCDBE9AE}"/>
                </a:ext>
              </a:extLst>
            </p:cNvPr>
            <p:cNvSpPr txBox="1">
              <a:spLocks noChangeArrowheads="1"/>
            </p:cNvSpPr>
            <p:nvPr/>
          </p:nvSpPr>
          <p:spPr bwMode="auto">
            <a:xfrm>
              <a:off x="5640077" y="3237415"/>
              <a:ext cx="411983" cy="203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Slack</a:t>
              </a:r>
            </a:p>
          </p:txBody>
        </p:sp>
        <p:sp>
          <p:nvSpPr>
            <p:cNvPr id="27663" name="Rectangle 4">
              <a:extLst>
                <a:ext uri="{FF2B5EF4-FFF2-40B4-BE49-F238E27FC236}">
                  <a16:creationId xmlns:a16="http://schemas.microsoft.com/office/drawing/2014/main" id="{17749B7B-81FF-4E14-80E3-C294438F3456}"/>
                </a:ext>
              </a:extLst>
            </p:cNvPr>
            <p:cNvSpPr>
              <a:spLocks noChangeArrowheads="1"/>
            </p:cNvSpPr>
            <p:nvPr/>
          </p:nvSpPr>
          <p:spPr bwMode="auto">
            <a:xfrm>
              <a:off x="3494080" y="3068382"/>
              <a:ext cx="91657" cy="123499"/>
            </a:xfrm>
            <a:prstGeom prst="rect">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64" name="Rectangle 20">
              <a:extLst>
                <a:ext uri="{FF2B5EF4-FFF2-40B4-BE49-F238E27FC236}">
                  <a16:creationId xmlns:a16="http://schemas.microsoft.com/office/drawing/2014/main" id="{3E2FBFDE-0738-4FE9-9EF4-E26E2115A7AE}"/>
                </a:ext>
              </a:extLst>
            </p:cNvPr>
            <p:cNvSpPr>
              <a:spLocks noChangeArrowheads="1"/>
            </p:cNvSpPr>
            <p:nvPr/>
          </p:nvSpPr>
          <p:spPr bwMode="auto">
            <a:xfrm>
              <a:off x="3621876" y="2963330"/>
              <a:ext cx="91657" cy="226170"/>
            </a:xfrm>
            <a:prstGeom prst="rect">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65" name="Rectangle 21">
              <a:extLst>
                <a:ext uri="{FF2B5EF4-FFF2-40B4-BE49-F238E27FC236}">
                  <a16:creationId xmlns:a16="http://schemas.microsoft.com/office/drawing/2014/main" id="{628B41E0-EE74-4945-9750-B0E8B1E433ED}"/>
                </a:ext>
              </a:extLst>
            </p:cNvPr>
            <p:cNvSpPr>
              <a:spLocks noChangeArrowheads="1"/>
            </p:cNvSpPr>
            <p:nvPr/>
          </p:nvSpPr>
          <p:spPr bwMode="auto">
            <a:xfrm>
              <a:off x="3373842" y="3127750"/>
              <a:ext cx="91657" cy="61750"/>
            </a:xfrm>
            <a:prstGeom prst="rect">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66" name="Rectangle 22">
              <a:extLst>
                <a:ext uri="{FF2B5EF4-FFF2-40B4-BE49-F238E27FC236}">
                  <a16:creationId xmlns:a16="http://schemas.microsoft.com/office/drawing/2014/main" id="{C43ED4AB-A18D-4D38-8C66-A44EED0B9430}"/>
                </a:ext>
              </a:extLst>
            </p:cNvPr>
            <p:cNvSpPr>
              <a:spLocks noChangeArrowheads="1"/>
            </p:cNvSpPr>
            <p:nvPr/>
          </p:nvSpPr>
          <p:spPr bwMode="auto">
            <a:xfrm>
              <a:off x="3798345" y="2780928"/>
              <a:ext cx="91657" cy="410379"/>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67" name="Rectangle 23">
              <a:extLst>
                <a:ext uri="{FF2B5EF4-FFF2-40B4-BE49-F238E27FC236}">
                  <a16:creationId xmlns:a16="http://schemas.microsoft.com/office/drawing/2014/main" id="{46C1CC0A-43C9-476D-8CAE-09BB13EAB7F3}"/>
                </a:ext>
              </a:extLst>
            </p:cNvPr>
            <p:cNvSpPr>
              <a:spLocks noChangeArrowheads="1"/>
            </p:cNvSpPr>
            <p:nvPr/>
          </p:nvSpPr>
          <p:spPr bwMode="auto">
            <a:xfrm>
              <a:off x="3950744" y="2564905"/>
              <a:ext cx="91657" cy="624436"/>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68" name="Rectangle 24">
              <a:extLst>
                <a:ext uri="{FF2B5EF4-FFF2-40B4-BE49-F238E27FC236}">
                  <a16:creationId xmlns:a16="http://schemas.microsoft.com/office/drawing/2014/main" id="{C6E8186E-C72C-472C-9FAF-64E86A409CAF}"/>
                </a:ext>
              </a:extLst>
            </p:cNvPr>
            <p:cNvSpPr>
              <a:spLocks noChangeArrowheads="1"/>
            </p:cNvSpPr>
            <p:nvPr/>
          </p:nvSpPr>
          <p:spPr bwMode="auto">
            <a:xfrm>
              <a:off x="4103144" y="2348880"/>
              <a:ext cx="91657" cy="841034"/>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69" name="Rectangle 25">
              <a:extLst>
                <a:ext uri="{FF2B5EF4-FFF2-40B4-BE49-F238E27FC236}">
                  <a16:creationId xmlns:a16="http://schemas.microsoft.com/office/drawing/2014/main" id="{3960E479-477A-4FE7-8E94-0C0AFF2A6613}"/>
                </a:ext>
              </a:extLst>
            </p:cNvPr>
            <p:cNvSpPr>
              <a:spLocks noChangeArrowheads="1"/>
            </p:cNvSpPr>
            <p:nvPr/>
          </p:nvSpPr>
          <p:spPr bwMode="auto">
            <a:xfrm>
              <a:off x="4251025" y="2193130"/>
              <a:ext cx="91657" cy="998591"/>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70" name="Rectangle 26">
              <a:extLst>
                <a:ext uri="{FF2B5EF4-FFF2-40B4-BE49-F238E27FC236}">
                  <a16:creationId xmlns:a16="http://schemas.microsoft.com/office/drawing/2014/main" id="{D34EBB45-ED6E-4718-9C80-51BB8AEBE137}"/>
                </a:ext>
              </a:extLst>
            </p:cNvPr>
            <p:cNvSpPr>
              <a:spLocks noChangeArrowheads="1"/>
            </p:cNvSpPr>
            <p:nvPr/>
          </p:nvSpPr>
          <p:spPr bwMode="auto">
            <a:xfrm>
              <a:off x="4399253" y="2119314"/>
              <a:ext cx="91657" cy="1073368"/>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71" name="Rectangle 27">
              <a:extLst>
                <a:ext uri="{FF2B5EF4-FFF2-40B4-BE49-F238E27FC236}">
                  <a16:creationId xmlns:a16="http://schemas.microsoft.com/office/drawing/2014/main" id="{74CF6FF0-CDA3-4DCC-8D15-9CDBD7227523}"/>
                </a:ext>
              </a:extLst>
            </p:cNvPr>
            <p:cNvSpPr>
              <a:spLocks noChangeArrowheads="1"/>
            </p:cNvSpPr>
            <p:nvPr/>
          </p:nvSpPr>
          <p:spPr bwMode="auto">
            <a:xfrm>
              <a:off x="4543208" y="2100263"/>
              <a:ext cx="91657" cy="1092297"/>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72" name="Rectangle 28">
              <a:extLst>
                <a:ext uri="{FF2B5EF4-FFF2-40B4-BE49-F238E27FC236}">
                  <a16:creationId xmlns:a16="http://schemas.microsoft.com/office/drawing/2014/main" id="{95518BD5-681D-4777-B44C-78A117A194C3}"/>
                </a:ext>
              </a:extLst>
            </p:cNvPr>
            <p:cNvSpPr>
              <a:spLocks noChangeArrowheads="1"/>
            </p:cNvSpPr>
            <p:nvPr/>
          </p:nvSpPr>
          <p:spPr bwMode="auto">
            <a:xfrm>
              <a:off x="4681544" y="2162174"/>
              <a:ext cx="91657" cy="1029547"/>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73" name="Rectangle 29">
              <a:extLst>
                <a:ext uri="{FF2B5EF4-FFF2-40B4-BE49-F238E27FC236}">
                  <a16:creationId xmlns:a16="http://schemas.microsoft.com/office/drawing/2014/main" id="{D95B7158-E4C4-48C4-921B-D0BE2B17B68A}"/>
                </a:ext>
              </a:extLst>
            </p:cNvPr>
            <p:cNvSpPr>
              <a:spLocks noChangeArrowheads="1"/>
            </p:cNvSpPr>
            <p:nvPr/>
          </p:nvSpPr>
          <p:spPr bwMode="auto">
            <a:xfrm>
              <a:off x="4827391" y="2262188"/>
              <a:ext cx="91657" cy="929696"/>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74" name="Rectangle 30">
              <a:extLst>
                <a:ext uri="{FF2B5EF4-FFF2-40B4-BE49-F238E27FC236}">
                  <a16:creationId xmlns:a16="http://schemas.microsoft.com/office/drawing/2014/main" id="{19215CEB-8633-4D46-ACA9-594A677F1195}"/>
                </a:ext>
              </a:extLst>
            </p:cNvPr>
            <p:cNvSpPr>
              <a:spLocks noChangeArrowheads="1"/>
            </p:cNvSpPr>
            <p:nvPr/>
          </p:nvSpPr>
          <p:spPr bwMode="auto">
            <a:xfrm>
              <a:off x="4968044" y="2428875"/>
              <a:ext cx="91657" cy="763684"/>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75" name="Rectangle 31">
              <a:extLst>
                <a:ext uri="{FF2B5EF4-FFF2-40B4-BE49-F238E27FC236}">
                  <a16:creationId xmlns:a16="http://schemas.microsoft.com/office/drawing/2014/main" id="{42190E19-8BA7-42D6-984D-0C726C2CC04E}"/>
                </a:ext>
              </a:extLst>
            </p:cNvPr>
            <p:cNvSpPr>
              <a:spLocks noChangeArrowheads="1"/>
            </p:cNvSpPr>
            <p:nvPr/>
          </p:nvSpPr>
          <p:spPr bwMode="auto">
            <a:xfrm>
              <a:off x="5112060" y="2609850"/>
              <a:ext cx="91657" cy="581457"/>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76" name="Rectangle 32">
              <a:extLst>
                <a:ext uri="{FF2B5EF4-FFF2-40B4-BE49-F238E27FC236}">
                  <a16:creationId xmlns:a16="http://schemas.microsoft.com/office/drawing/2014/main" id="{B18D14C1-BFC4-4219-825E-75588A9E2175}"/>
                </a:ext>
              </a:extLst>
            </p:cNvPr>
            <p:cNvSpPr>
              <a:spLocks noChangeArrowheads="1"/>
            </p:cNvSpPr>
            <p:nvPr/>
          </p:nvSpPr>
          <p:spPr bwMode="auto">
            <a:xfrm>
              <a:off x="5262178" y="2840831"/>
              <a:ext cx="91657" cy="351851"/>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77" name="Rectangle 33">
              <a:extLst>
                <a:ext uri="{FF2B5EF4-FFF2-40B4-BE49-F238E27FC236}">
                  <a16:creationId xmlns:a16="http://schemas.microsoft.com/office/drawing/2014/main" id="{08A7C3C8-5C1D-4F28-BE66-F9D9F6996ED5}"/>
                </a:ext>
              </a:extLst>
            </p:cNvPr>
            <p:cNvSpPr>
              <a:spLocks noChangeArrowheads="1"/>
            </p:cNvSpPr>
            <p:nvPr/>
          </p:nvSpPr>
          <p:spPr bwMode="auto">
            <a:xfrm>
              <a:off x="5396918" y="3028950"/>
              <a:ext cx="91657" cy="170870"/>
            </a:xfrm>
            <a:prstGeom prst="rect">
              <a:avLst/>
            </a:prstGeom>
            <a:solidFill>
              <a:schemeClr val="accent1"/>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28135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1BE162-346D-48E0-9B29-CB08309D4C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e338ac-e2c9-4a09-90bc-aa78cddd6f1f"/>
    <ds:schemaRef ds:uri="9d6f540b-f5ab-4529-997d-b1c3594736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B2DC2BB-B596-4C3A-A9DC-0B51540F8820}">
  <ds:schemaRefs>
    <ds:schemaRef ds:uri="http://schemas.microsoft.com/office/2006/metadata/properties"/>
    <ds:schemaRef ds:uri="c4e338ac-e2c9-4a09-90bc-aa78cddd6f1f"/>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http://purl.org/dc/elements/1.1/"/>
    <ds:schemaRef ds:uri="9d6f540b-f5ab-4529-997d-b1c359473666"/>
    <ds:schemaRef ds:uri="http://www.w3.org/XML/1998/namespace"/>
    <ds:schemaRef ds:uri="http://purl.org/dc/dcmitype/"/>
  </ds:schemaRefs>
</ds:datastoreItem>
</file>

<file path=customXml/itemProps3.xml><?xml version="1.0" encoding="utf-8"?>
<ds:datastoreItem xmlns:ds="http://schemas.openxmlformats.org/officeDocument/2006/customXml" ds:itemID="{6B5A6964-B842-4343-98F0-22A6DEF094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3325</TotalTime>
  <Words>1701</Words>
  <Application>Microsoft Office PowerPoint</Application>
  <PresentationFormat>Widescreen</PresentationFormat>
  <Paragraphs>708</Paragraphs>
  <Slides>21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.Lucida Grande UI Regular</vt:lpstr>
      <vt:lpstr>Arial</vt:lpstr>
      <vt:lpstr>Cambria Math</vt:lpstr>
      <vt:lpstr>Courier New</vt:lpstr>
      <vt:lpstr>System Font Regular</vt:lpstr>
      <vt:lpstr>Wingdings</vt:lpstr>
      <vt:lpstr>2_Synopsys_2019</vt:lpstr>
      <vt:lpstr>Static Timing Analysis</vt:lpstr>
      <vt:lpstr>PowerPoint Presentation</vt:lpstr>
      <vt:lpstr> </vt:lpstr>
      <vt:lpstr>Problems in Edge-triggered Circuits</vt:lpstr>
      <vt:lpstr>Required and Arrival Times </vt:lpstr>
      <vt:lpstr>Path-based Timing Calculation</vt:lpstr>
      <vt:lpstr>Representation of Circuits</vt:lpstr>
      <vt:lpstr>Critical Path Method</vt:lpstr>
      <vt:lpstr>Given Circuit with Delays of Components</vt:lpstr>
      <vt:lpstr>CPM Arrival Time Calculation Steps</vt:lpstr>
      <vt:lpstr>CPM Arrival Time Calculation Steps (2)</vt:lpstr>
      <vt:lpstr>CPM Arrival Time Calculation Steps (3)</vt:lpstr>
      <vt:lpstr>CPM Arrival Time Calculation Steps (4)</vt:lpstr>
      <vt:lpstr>CPM Arrival Time Calculation Steps (5)</vt:lpstr>
      <vt:lpstr>CPM Arrival Time Calculation Steps (6)</vt:lpstr>
      <vt:lpstr>Required Time Calculation Steps</vt:lpstr>
      <vt:lpstr>Required Time Calculation  Steps (2)</vt:lpstr>
      <vt:lpstr>Slack Calculation</vt:lpstr>
      <vt:lpstr>Slack Calculation</vt:lpstr>
      <vt:lpstr>Path Slack Histogram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Nane Lazaryan</cp:lastModifiedBy>
  <cp:revision>324</cp:revision>
  <dcterms:created xsi:type="dcterms:W3CDTF">2020-07-20T16:18:49Z</dcterms:created>
  <dcterms:modified xsi:type="dcterms:W3CDTF">2025-07-31T12:29:26Z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
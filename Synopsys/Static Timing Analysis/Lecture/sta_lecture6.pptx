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728" r:id="rId4"/>
  </p:sldMasterIdLst>
  <p:notesMasterIdLst>
    <p:notesMasterId r:id="rId20"/>
  </p:notesMasterIdLst>
  <p:handoutMasterIdLst>
    <p:handoutMasterId r:id="rId21"/>
  </p:handoutMasterIdLst>
  <p:sldIdLst>
    <p:sldId id="4743" r:id="rId5"/>
    <p:sldId id="4785" r:id="rId6"/>
    <p:sldId id="390" r:id="rId7"/>
    <p:sldId id="334" r:id="rId8"/>
    <p:sldId id="333" r:id="rId9"/>
    <p:sldId id="346" r:id="rId10"/>
    <p:sldId id="376" r:id="rId11"/>
    <p:sldId id="348" r:id="rId12"/>
    <p:sldId id="378" r:id="rId13"/>
    <p:sldId id="379" r:id="rId14"/>
    <p:sldId id="380" r:id="rId15"/>
    <p:sldId id="382" r:id="rId16"/>
    <p:sldId id="383" r:id="rId17"/>
    <p:sldId id="4790" r:id="rId18"/>
    <p:sldId id="4788" r:id="rId19"/>
  </p:sldIdLst>
  <p:sldSz cx="12192000" cy="6858000"/>
  <p:notesSz cx="7315200" cy="9601200"/>
  <p:custDataLst>
    <p:tags r:id="rId22"/>
  </p:custData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Main Section" id="{2E91AE04-B0BF-477E-B1F9-6648BD2BA2BC}">
          <p14:sldIdLst>
            <p14:sldId id="4743"/>
            <p14:sldId id="4785"/>
            <p14:sldId id="390"/>
            <p14:sldId id="334"/>
            <p14:sldId id="333"/>
            <p14:sldId id="346"/>
            <p14:sldId id="376"/>
            <p14:sldId id="348"/>
            <p14:sldId id="378"/>
            <p14:sldId id="379"/>
            <p14:sldId id="380"/>
            <p14:sldId id="382"/>
            <p14:sldId id="383"/>
            <p14:sldId id="4790"/>
            <p14:sldId id="4788"/>
          </p14:sldIdLst>
        </p14:section>
      </p14:sectionLst>
    </p:ext>
    <p:ext uri="{EFAFB233-063F-42B5-8137-9DF3F51BA10A}">
      <p15:sldGuideLst xmlns:p15="http://schemas.microsoft.com/office/powerpoint/2012/main">
        <p15:guide id="1" orient="horz" pos="2160">
          <p15:clr>
            <a:srgbClr val="A4A3A4"/>
          </p15:clr>
        </p15:guide>
        <p15:guide id="2" pos="3840">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Microsoft Office User" initials="MOU" lastIdx="4" clrIdx="0">
    <p:extLst>
      <p:ext uri="{19B8F6BF-5375-455C-9EA6-DF929625EA0E}">
        <p15:presenceInfo xmlns:p15="http://schemas.microsoft.com/office/powerpoint/2012/main" userId="Microsoft Office User" providerId="None"/>
      </p:ext>
    </p:extLst>
  </p:cmAuthor>
  <p:cmAuthor id="2" name="Amin Shehata" initials="AS" lastIdx="38" clrIdx="1">
    <p:extLst>
      <p:ext uri="{19B8F6BF-5375-455C-9EA6-DF929625EA0E}">
        <p15:presenceInfo xmlns:p15="http://schemas.microsoft.com/office/powerpoint/2012/main" userId="Amin Shehata" providerId="None"/>
      </p:ext>
    </p:extLst>
  </p:cmAuthor>
  <p:cmAuthor id="3" name="Dave Wilder" initials="DW" lastIdx="35" clrIdx="2">
    <p:extLst>
      <p:ext uri="{19B8F6BF-5375-455C-9EA6-DF929625EA0E}">
        <p15:presenceInfo xmlns:p15="http://schemas.microsoft.com/office/powerpoint/2012/main" userId="S-1-5-21-32445488-941241147-642672607-2681" providerId="AD"/>
      </p:ext>
    </p:extLst>
  </p:cmAuthor>
  <p:cmAuthor id="4" name="Ambili Krishnan" initials="AK" lastIdx="22" clrIdx="3">
    <p:extLst>
      <p:ext uri="{19B8F6BF-5375-455C-9EA6-DF929625EA0E}">
        <p15:presenceInfo xmlns:p15="http://schemas.microsoft.com/office/powerpoint/2012/main" userId="S::ambili@synopsys.com::bb3c5c2a-ef38-48cf-9ea5-c63fe9735d6f"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366FF"/>
    <a:srgbClr val="D723BD"/>
    <a:srgbClr val="C1C6CC"/>
    <a:srgbClr val="5A84FF"/>
    <a:srgbClr val="BDBDBD"/>
    <a:srgbClr val="5858FF"/>
    <a:srgbClr val="BBCDEC"/>
    <a:srgbClr val="000066"/>
    <a:srgbClr val="FFFFFF"/>
    <a:srgbClr val="95D60A"/>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702F3BF-718B-4488-84C9-4B608D1CA56B}" v="2" dt="2025-07-31T12:30:40.18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434" autoAdjust="0"/>
    <p:restoredTop sz="92009" autoAdjust="0"/>
  </p:normalViewPr>
  <p:slideViewPr>
    <p:cSldViewPr snapToGrid="0">
      <p:cViewPr varScale="1">
        <p:scale>
          <a:sx n="107" d="100"/>
          <a:sy n="107" d="100"/>
        </p:scale>
        <p:origin x="528" y="84"/>
      </p:cViewPr>
      <p:guideLst>
        <p:guide orient="horz" pos="2160"/>
        <p:guide pos="3840"/>
      </p:guideLst>
    </p:cSldViewPr>
  </p:slideViewPr>
  <p:notesTextViewPr>
    <p:cViewPr>
      <p:scale>
        <a:sx n="1" d="1"/>
        <a:sy n="1" d="1"/>
      </p:scale>
      <p:origin x="0" y="0"/>
    </p:cViewPr>
  </p:notesTextViewPr>
  <p:notesViewPr>
    <p:cSldViewPr snapToGrid="0">
      <p:cViewPr varScale="1">
        <p:scale>
          <a:sx n="43" d="100"/>
          <a:sy n="43" d="100"/>
        </p:scale>
        <p:origin x="2744" y="64"/>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theme" Target="theme/theme1.xml"/><Relationship Id="rId3" Type="http://schemas.openxmlformats.org/officeDocument/2006/relationships/customXml" Target="../customXml/item3.xml"/><Relationship Id="rId21" Type="http://schemas.openxmlformats.org/officeDocument/2006/relationships/handoutMaster" Target="handoutMasters/handoutMaster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notesMaster" Target="notesMasters/notesMaster1.xml"/><Relationship Id="rId29" Type="http://schemas.microsoft.com/office/2015/10/relationships/revisionInfo" Target="revisionInfo.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presProps" Target="pres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commentAuthors" Target="commentAuthors.xml"/><Relationship Id="rId28" Type="http://schemas.microsoft.com/office/2016/11/relationships/changesInfo" Target="changesInfos/changesInfo1.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ags" Target="tags/tag1.xml"/><Relationship Id="rId27"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Nane Lazaryan" userId="edf0a458-438d-4fc2-9f33-24202edc9cc9" providerId="ADAL" clId="{EB4DAFBF-C4A0-4C3E-8034-9E617E182A01}"/>
    <pc:docChg chg="modMainMaster modNotesMaster">
      <pc:chgData name="Nane Lazaryan" userId="edf0a458-438d-4fc2-9f33-24202edc9cc9" providerId="ADAL" clId="{EB4DAFBF-C4A0-4C3E-8034-9E617E182A01}" dt="2025-05-23T10:05:48.992" v="0"/>
      <pc:docMkLst>
        <pc:docMk/>
      </pc:docMkLst>
      <pc:sldMasterChg chg="modSp">
        <pc:chgData name="Nane Lazaryan" userId="edf0a458-438d-4fc2-9f33-24202edc9cc9" providerId="ADAL" clId="{EB4DAFBF-C4A0-4C3E-8034-9E617E182A01}" dt="2025-05-23T10:05:48.992" v="0"/>
        <pc:sldMasterMkLst>
          <pc:docMk/>
          <pc:sldMasterMk cId="1599936984" sldId="2147483728"/>
        </pc:sldMasterMkLst>
        <pc:spChg chg="mod">
          <ac:chgData name="Nane Lazaryan" userId="edf0a458-438d-4fc2-9f33-24202edc9cc9" providerId="ADAL" clId="{EB4DAFBF-C4A0-4C3E-8034-9E617E182A01}" dt="2025-05-23T10:05:48.992" v="0"/>
          <ac:spMkLst>
            <pc:docMk/>
            <pc:sldMasterMk cId="1599936984" sldId="2147483728"/>
            <ac:spMk id="10" creationId="{0E3FE523-B587-4715-8B86-1BEC0FA2C878}"/>
          </ac:spMkLst>
        </pc:spChg>
      </pc:sldMasterChg>
    </pc:docChg>
  </pc:docChgLst>
  <pc:docChgLst>
    <pc:chgData name="Nane Lazaryan" userId="edf0a458-438d-4fc2-9f33-24202edc9cc9" providerId="ADAL" clId="{F702F3BF-718B-4488-84C9-4B608D1CA56B}"/>
    <pc:docChg chg="modSld">
      <pc:chgData name="Nane Lazaryan" userId="edf0a458-438d-4fc2-9f33-24202edc9cc9" providerId="ADAL" clId="{F702F3BF-718B-4488-84C9-4B608D1CA56B}" dt="2025-07-31T12:31:16.056" v="3" actId="1076"/>
      <pc:docMkLst>
        <pc:docMk/>
      </pc:docMkLst>
      <pc:sldChg chg="modSp">
        <pc:chgData name="Nane Lazaryan" userId="edf0a458-438d-4fc2-9f33-24202edc9cc9" providerId="ADAL" clId="{F702F3BF-718B-4488-84C9-4B608D1CA56B}" dt="2025-07-31T12:30:40.184" v="1" actId="1076"/>
        <pc:sldMkLst>
          <pc:docMk/>
          <pc:sldMk cId="0" sldId="348"/>
        </pc:sldMkLst>
        <pc:spChg chg="mod">
          <ac:chgData name="Nane Lazaryan" userId="edf0a458-438d-4fc2-9f33-24202edc9cc9" providerId="ADAL" clId="{F702F3BF-718B-4488-84C9-4B608D1CA56B}" dt="2025-07-31T12:30:40.184" v="1" actId="1076"/>
          <ac:spMkLst>
            <pc:docMk/>
            <pc:sldMk cId="0" sldId="348"/>
            <ac:spMk id="90" creationId="{AC62F355-4BB8-4EB1-995F-C1368AD87204}"/>
          </ac:spMkLst>
        </pc:spChg>
        <pc:spChg chg="mod">
          <ac:chgData name="Nane Lazaryan" userId="edf0a458-438d-4fc2-9f33-24202edc9cc9" providerId="ADAL" clId="{F702F3BF-718B-4488-84C9-4B608D1CA56B}" dt="2025-07-31T12:30:40.184" v="1" actId="1076"/>
          <ac:spMkLst>
            <pc:docMk/>
            <pc:sldMk cId="0" sldId="348"/>
            <ac:spMk id="106" creationId="{49FD27DA-3353-4DBC-8835-413DE0BF6A60}"/>
          </ac:spMkLst>
        </pc:spChg>
        <pc:spChg chg="mod">
          <ac:chgData name="Nane Lazaryan" userId="edf0a458-438d-4fc2-9f33-24202edc9cc9" providerId="ADAL" clId="{F702F3BF-718B-4488-84C9-4B608D1CA56B}" dt="2025-07-31T12:30:40.184" v="1" actId="1076"/>
          <ac:spMkLst>
            <pc:docMk/>
            <pc:sldMk cId="0" sldId="348"/>
            <ac:spMk id="14362" creationId="{5D08E527-4048-4550-BE1F-68EFAE385AAB}"/>
          </ac:spMkLst>
        </pc:spChg>
        <pc:spChg chg="mod">
          <ac:chgData name="Nane Lazaryan" userId="edf0a458-438d-4fc2-9f33-24202edc9cc9" providerId="ADAL" clId="{F702F3BF-718B-4488-84C9-4B608D1CA56B}" dt="2025-07-31T12:30:40.184" v="1" actId="1076"/>
          <ac:spMkLst>
            <pc:docMk/>
            <pc:sldMk cId="0" sldId="348"/>
            <ac:spMk id="14365" creationId="{B0069A0D-CDD6-4645-9FEE-5533737D4FC0}"/>
          </ac:spMkLst>
        </pc:spChg>
        <pc:spChg chg="mod">
          <ac:chgData name="Nane Lazaryan" userId="edf0a458-438d-4fc2-9f33-24202edc9cc9" providerId="ADAL" clId="{F702F3BF-718B-4488-84C9-4B608D1CA56B}" dt="2025-07-31T12:30:40.184" v="1" actId="1076"/>
          <ac:spMkLst>
            <pc:docMk/>
            <pc:sldMk cId="0" sldId="348"/>
            <ac:spMk id="14366" creationId="{D75DF363-E823-48BA-AE66-B7139D010339}"/>
          </ac:spMkLst>
        </pc:spChg>
        <pc:spChg chg="mod">
          <ac:chgData name="Nane Lazaryan" userId="edf0a458-438d-4fc2-9f33-24202edc9cc9" providerId="ADAL" clId="{F702F3BF-718B-4488-84C9-4B608D1CA56B}" dt="2025-07-31T12:30:40.184" v="1" actId="1076"/>
          <ac:spMkLst>
            <pc:docMk/>
            <pc:sldMk cId="0" sldId="348"/>
            <ac:spMk id="14367" creationId="{FE07A4A4-6290-416F-BAD8-9C6BB73AEEE7}"/>
          </ac:spMkLst>
        </pc:spChg>
        <pc:spChg chg="mod">
          <ac:chgData name="Nane Lazaryan" userId="edf0a458-438d-4fc2-9f33-24202edc9cc9" providerId="ADAL" clId="{F702F3BF-718B-4488-84C9-4B608D1CA56B}" dt="2025-07-31T12:30:40.184" v="1" actId="1076"/>
          <ac:spMkLst>
            <pc:docMk/>
            <pc:sldMk cId="0" sldId="348"/>
            <ac:spMk id="14416" creationId="{9FD38E35-3E39-4746-AC38-FCF6E89D1384}"/>
          </ac:spMkLst>
        </pc:spChg>
        <pc:spChg chg="mod">
          <ac:chgData name="Nane Lazaryan" userId="edf0a458-438d-4fc2-9f33-24202edc9cc9" providerId="ADAL" clId="{F702F3BF-718B-4488-84C9-4B608D1CA56B}" dt="2025-07-31T12:30:40.184" v="1" actId="1076"/>
          <ac:spMkLst>
            <pc:docMk/>
            <pc:sldMk cId="0" sldId="348"/>
            <ac:spMk id="14419" creationId="{61A2F8A4-A005-4B84-A13E-0542429F4E14}"/>
          </ac:spMkLst>
        </pc:spChg>
        <pc:spChg chg="mod">
          <ac:chgData name="Nane Lazaryan" userId="edf0a458-438d-4fc2-9f33-24202edc9cc9" providerId="ADAL" clId="{F702F3BF-718B-4488-84C9-4B608D1CA56B}" dt="2025-07-31T12:30:40.184" v="1" actId="1076"/>
          <ac:spMkLst>
            <pc:docMk/>
            <pc:sldMk cId="0" sldId="348"/>
            <ac:spMk id="14423" creationId="{F3253051-BD83-4A05-97E3-2573D89ECDDE}"/>
          </ac:spMkLst>
        </pc:spChg>
        <pc:spChg chg="mod">
          <ac:chgData name="Nane Lazaryan" userId="edf0a458-438d-4fc2-9f33-24202edc9cc9" providerId="ADAL" clId="{F702F3BF-718B-4488-84C9-4B608D1CA56B}" dt="2025-07-31T12:30:40.184" v="1" actId="1076"/>
          <ac:spMkLst>
            <pc:docMk/>
            <pc:sldMk cId="0" sldId="348"/>
            <ac:spMk id="14425" creationId="{8CF0E955-969B-423C-9367-65AB4F8F09EE}"/>
          </ac:spMkLst>
        </pc:spChg>
      </pc:sldChg>
      <pc:sldChg chg="modSp mod">
        <pc:chgData name="Nane Lazaryan" userId="edf0a458-438d-4fc2-9f33-24202edc9cc9" providerId="ADAL" clId="{F702F3BF-718B-4488-84C9-4B608D1CA56B}" dt="2025-07-31T12:31:16.056" v="3" actId="1076"/>
        <pc:sldMkLst>
          <pc:docMk/>
          <pc:sldMk cId="247198352" sldId="4790"/>
        </pc:sldMkLst>
        <pc:spChg chg="mod">
          <ac:chgData name="Nane Lazaryan" userId="edf0a458-438d-4fc2-9f33-24202edc9cc9" providerId="ADAL" clId="{F702F3BF-718B-4488-84C9-4B608D1CA56B}" dt="2025-07-31T12:31:02.116" v="2" actId="1076"/>
          <ac:spMkLst>
            <pc:docMk/>
            <pc:sldMk cId="247198352" sldId="4790"/>
            <ac:spMk id="18504" creationId="{77D1A5A6-9AE5-5572-C4E5-D67AD22F773D}"/>
          </ac:spMkLst>
        </pc:spChg>
        <pc:spChg chg="mod">
          <ac:chgData name="Nane Lazaryan" userId="edf0a458-438d-4fc2-9f33-24202edc9cc9" providerId="ADAL" clId="{F702F3BF-718B-4488-84C9-4B608D1CA56B}" dt="2025-07-31T12:31:16.056" v="3" actId="1076"/>
          <ac:spMkLst>
            <pc:docMk/>
            <pc:sldMk cId="247198352" sldId="4790"/>
            <ac:spMk id="18513" creationId="{6DD5C39A-92A5-289E-633D-2DFC03F60B51}"/>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D99EBCFA-0CE2-4A89-8946-0F5E3E710EF2}"/>
              </a:ext>
            </a:extLst>
          </p:cNvPr>
          <p:cNvSpPr>
            <a:spLocks noGrp="1"/>
          </p:cNvSpPr>
          <p:nvPr>
            <p:ph type="hdr" sz="quarter"/>
          </p:nvPr>
        </p:nvSpPr>
        <p:spPr>
          <a:xfrm>
            <a:off x="0" y="0"/>
            <a:ext cx="3169920" cy="481727"/>
          </a:xfrm>
          <a:prstGeom prst="rect">
            <a:avLst/>
          </a:prstGeom>
        </p:spPr>
        <p:txBody>
          <a:bodyPr vert="horz" lIns="96661" tIns="48331" rIns="96661" bIns="48331" rtlCol="0"/>
          <a:lstStyle>
            <a:lvl1pPr algn="l">
              <a:defRPr sz="1300"/>
            </a:lvl1pPr>
          </a:lstStyle>
          <a:p>
            <a:endParaRPr/>
          </a:p>
        </p:txBody>
      </p:sp>
      <p:sp>
        <p:nvSpPr>
          <p:cNvPr id="3" name="Date Placeholder 2">
            <a:extLst>
              <a:ext uri="{FF2B5EF4-FFF2-40B4-BE49-F238E27FC236}">
                <a16:creationId xmlns:a16="http://schemas.microsoft.com/office/drawing/2014/main" id="{502777A9-7004-4E6A-A966-7A45A8D16AA2}"/>
              </a:ext>
            </a:extLst>
          </p:cNvPr>
          <p:cNvSpPr>
            <a:spLocks noGrp="1"/>
          </p:cNvSpPr>
          <p:nvPr>
            <p:ph type="dt" sz="quarter" idx="1"/>
          </p:nvPr>
        </p:nvSpPr>
        <p:spPr>
          <a:xfrm>
            <a:off x="4143587" y="0"/>
            <a:ext cx="3169920" cy="481727"/>
          </a:xfrm>
          <a:prstGeom prst="rect">
            <a:avLst/>
          </a:prstGeom>
        </p:spPr>
        <p:txBody>
          <a:bodyPr vert="horz" lIns="96661" tIns="48331" rIns="96661" bIns="48331" rtlCol="0"/>
          <a:lstStyle>
            <a:lvl1pPr algn="r">
              <a:defRPr sz="1300"/>
            </a:lvl1pPr>
          </a:lstStyle>
          <a:p>
            <a:fld id="{131B2B96-935C-4E33-8AB6-12B49957FB30}" type="datetimeFigureOut">
              <a:rPr lang="en-US"/>
              <a:t>7/31/2025</a:t>
            </a:fld>
            <a:endParaRPr/>
          </a:p>
        </p:txBody>
      </p:sp>
      <p:sp>
        <p:nvSpPr>
          <p:cNvPr id="4" name="Footer Placeholder 3">
            <a:extLst>
              <a:ext uri="{FF2B5EF4-FFF2-40B4-BE49-F238E27FC236}">
                <a16:creationId xmlns:a16="http://schemas.microsoft.com/office/drawing/2014/main" id="{B4243AFB-A93F-41E6-B3FD-EE51F24745B5}"/>
              </a:ext>
            </a:extLst>
          </p:cNvPr>
          <p:cNvSpPr>
            <a:spLocks noGrp="1"/>
          </p:cNvSpPr>
          <p:nvPr>
            <p:ph type="ftr" sz="quarter" idx="2"/>
          </p:nvPr>
        </p:nvSpPr>
        <p:spPr>
          <a:xfrm>
            <a:off x="0" y="9119474"/>
            <a:ext cx="3169920" cy="481726"/>
          </a:xfrm>
          <a:prstGeom prst="rect">
            <a:avLst/>
          </a:prstGeom>
        </p:spPr>
        <p:txBody>
          <a:bodyPr vert="horz" lIns="96661" tIns="48331" rIns="96661" bIns="48331" rtlCol="0" anchor="b"/>
          <a:lstStyle>
            <a:lvl1pPr algn="l">
              <a:defRPr sz="1300"/>
            </a:lvl1pPr>
          </a:lstStyle>
          <a:p>
            <a:endParaRPr/>
          </a:p>
        </p:txBody>
      </p:sp>
      <p:sp>
        <p:nvSpPr>
          <p:cNvPr id="5" name="Slide Number Placeholder 4">
            <a:extLst>
              <a:ext uri="{FF2B5EF4-FFF2-40B4-BE49-F238E27FC236}">
                <a16:creationId xmlns:a16="http://schemas.microsoft.com/office/drawing/2014/main" id="{5244E995-49EF-4046-B58E-C57E1A05DC7C}"/>
              </a:ext>
            </a:extLst>
          </p:cNvPr>
          <p:cNvSpPr>
            <a:spLocks noGrp="1"/>
          </p:cNvSpPr>
          <p:nvPr>
            <p:ph type="sldNum" sz="quarter" idx="3"/>
          </p:nvPr>
        </p:nvSpPr>
        <p:spPr>
          <a:xfrm>
            <a:off x="4143587" y="9119474"/>
            <a:ext cx="3169920" cy="481726"/>
          </a:xfrm>
          <a:prstGeom prst="rect">
            <a:avLst/>
          </a:prstGeom>
        </p:spPr>
        <p:txBody>
          <a:bodyPr vert="horz" lIns="96661" tIns="48331" rIns="96661" bIns="48331" rtlCol="0" anchor="b"/>
          <a:lstStyle>
            <a:lvl1pPr algn="r">
              <a:defRPr sz="1300"/>
            </a:lvl1pPr>
          </a:lstStyle>
          <a:p>
            <a:fld id="{28D03C2E-0CD0-4868-B096-48302A79D453}" type="slidenum">
              <a:rPr/>
              <a:t>‹#›</a:t>
            </a:fld>
            <a:endParaRPr/>
          </a:p>
        </p:txBody>
      </p:sp>
    </p:spTree>
    <p:extLst>
      <p:ext uri="{BB962C8B-B14F-4D97-AF65-F5344CB8AC3E}">
        <p14:creationId xmlns:p14="http://schemas.microsoft.com/office/powerpoint/2010/main" val="313287029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Slide Image Placeholder 3"/>
          <p:cNvSpPr>
            <a:spLocks noGrp="1" noRot="1" noChangeAspect="1"/>
          </p:cNvSpPr>
          <p:nvPr>
            <p:ph type="sldImg" idx="2"/>
          </p:nvPr>
        </p:nvSpPr>
        <p:spPr>
          <a:xfrm>
            <a:off x="279400" y="327025"/>
            <a:ext cx="6742113" cy="3792538"/>
          </a:xfrm>
          <a:prstGeom prst="rect">
            <a:avLst/>
          </a:prstGeom>
          <a:noFill/>
          <a:ln w="12700">
            <a:solidFill>
              <a:prstClr val="black"/>
            </a:solidFill>
          </a:ln>
        </p:spPr>
        <p:txBody>
          <a:bodyPr vert="horz" lIns="96661" tIns="48331" rIns="96661" bIns="48331" rtlCol="0" anchor="ctr"/>
          <a:lstStyle/>
          <a:p>
            <a:endParaRPr/>
          </a:p>
        </p:txBody>
      </p:sp>
      <p:sp>
        <p:nvSpPr>
          <p:cNvPr id="5" name="Notes Placeholder 4"/>
          <p:cNvSpPr>
            <a:spLocks noGrp="1"/>
          </p:cNvSpPr>
          <p:nvPr>
            <p:ph type="body" sz="quarter" idx="3"/>
          </p:nvPr>
        </p:nvSpPr>
        <p:spPr>
          <a:xfrm>
            <a:off x="225715" y="4315177"/>
            <a:ext cx="6846999" cy="4666183"/>
          </a:xfrm>
          <a:prstGeom prst="rect">
            <a:avLst/>
          </a:prstGeom>
        </p:spPr>
        <p:txBody>
          <a:bodyPr vert="horz" lIns="96661" tIns="48331" rIns="96661" bIns="48331"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a:p>
            <a:pPr lvl="0"/>
            <a:endParaRPr lang="en-US"/>
          </a:p>
          <a:p>
            <a:pPr lvl="0"/>
            <a:endParaRPr lang="en-US"/>
          </a:p>
          <a:p>
            <a:pPr lvl="0"/>
            <a:endParaRPr lang="en-US"/>
          </a:p>
        </p:txBody>
      </p:sp>
      <p:sp>
        <p:nvSpPr>
          <p:cNvPr id="8" name="notes_unit_title">
            <a:extLst>
              <a:ext uri="{FF2B5EF4-FFF2-40B4-BE49-F238E27FC236}">
                <a16:creationId xmlns:a16="http://schemas.microsoft.com/office/drawing/2014/main" id="{BF1565B2-EFDA-4D78-9A32-3760AD7AF946}"/>
              </a:ext>
            </a:extLst>
          </p:cNvPr>
          <p:cNvSpPr>
            <a:spLocks noChangeArrowheads="1"/>
          </p:cNvSpPr>
          <p:nvPr/>
        </p:nvSpPr>
        <p:spPr bwMode="gray">
          <a:xfrm>
            <a:off x="293285" y="9140343"/>
            <a:ext cx="2721978" cy="123111"/>
          </a:xfrm>
          <a:prstGeom prst="rect">
            <a:avLst/>
          </a:prstGeom>
          <a:noFill/>
          <a:ln w="9525">
            <a:noFill/>
            <a:miter lim="800000"/>
            <a:headEnd/>
            <a:tailEnd/>
          </a:ln>
          <a:effectLst/>
        </p:spPr>
        <p:txBody>
          <a:bodyPr lIns="0" tIns="0" rIns="0" bIns="0">
            <a:spAutoFit/>
          </a:bodyPr>
          <a:lstStyle/>
          <a:p>
            <a:pPr defTabSz="1080254" eaLnBrk="0" hangingPunct="0">
              <a:defRPr/>
            </a:pPr>
            <a:r>
              <a:rPr lang="en-US" sz="800">
                <a:latin typeface="Arial" charset="0"/>
              </a:rPr>
              <a:t>Unit title</a:t>
            </a:r>
          </a:p>
        </p:txBody>
      </p:sp>
      <p:sp>
        <p:nvSpPr>
          <p:cNvPr id="9" name="notes_workshop_title">
            <a:extLst>
              <a:ext uri="{FF2B5EF4-FFF2-40B4-BE49-F238E27FC236}">
                <a16:creationId xmlns:a16="http://schemas.microsoft.com/office/drawing/2014/main" id="{2A452E3B-38D4-40AE-A9FD-30C3D81F3CDC}"/>
              </a:ext>
            </a:extLst>
          </p:cNvPr>
          <p:cNvSpPr>
            <a:spLocks noChangeArrowheads="1"/>
          </p:cNvSpPr>
          <p:nvPr/>
        </p:nvSpPr>
        <p:spPr bwMode="gray">
          <a:xfrm>
            <a:off x="293285" y="9265158"/>
            <a:ext cx="2721978" cy="123111"/>
          </a:xfrm>
          <a:prstGeom prst="rect">
            <a:avLst/>
          </a:prstGeom>
          <a:noFill/>
          <a:ln w="9525">
            <a:noFill/>
            <a:miter lim="800000"/>
            <a:headEnd/>
            <a:tailEnd/>
          </a:ln>
          <a:effectLst/>
        </p:spPr>
        <p:txBody>
          <a:bodyPr lIns="0" tIns="0" rIns="0" bIns="0">
            <a:spAutoFit/>
          </a:bodyPr>
          <a:lstStyle/>
          <a:p>
            <a:pPr defTabSz="1080254" eaLnBrk="0" hangingPunct="0">
              <a:defRPr/>
            </a:pPr>
            <a:r>
              <a:rPr lang="en-US" sz="800">
                <a:latin typeface="Arial" charset="0"/>
              </a:rPr>
              <a:t>Workshop title</a:t>
            </a:r>
          </a:p>
        </p:txBody>
      </p:sp>
      <p:sp>
        <p:nvSpPr>
          <p:cNvPr id="10" name="notes_unit_page_number">
            <a:extLst>
              <a:ext uri="{FF2B5EF4-FFF2-40B4-BE49-F238E27FC236}">
                <a16:creationId xmlns:a16="http://schemas.microsoft.com/office/drawing/2014/main" id="{036567A9-5248-4D6A-8C65-ED5DE88488E4}"/>
              </a:ext>
            </a:extLst>
          </p:cNvPr>
          <p:cNvSpPr>
            <a:spLocks noChangeArrowheads="1"/>
          </p:cNvSpPr>
          <p:nvPr/>
        </p:nvSpPr>
        <p:spPr bwMode="gray">
          <a:xfrm>
            <a:off x="6480274" y="9140342"/>
            <a:ext cx="592441" cy="138499"/>
          </a:xfrm>
          <a:prstGeom prst="rect">
            <a:avLst/>
          </a:prstGeom>
          <a:noFill/>
          <a:ln w="9525">
            <a:noFill/>
            <a:miter lim="800000"/>
            <a:headEnd/>
            <a:tailEnd/>
          </a:ln>
          <a:effectLst/>
        </p:spPr>
        <p:txBody>
          <a:bodyPr lIns="0" tIns="0" rIns="0" bIns="0">
            <a:spAutoFit/>
          </a:bodyPr>
          <a:lstStyle/>
          <a:p>
            <a:pPr algn="r" defTabSz="1060742" eaLnBrk="0" hangingPunct="0">
              <a:lnSpc>
                <a:spcPct val="90000"/>
              </a:lnSpc>
              <a:defRPr/>
            </a:pPr>
            <a:r>
              <a:rPr lang="en-US" sz="1000" b="1">
                <a:latin typeface="Arial" charset="0"/>
              </a:rPr>
              <a:t>1-</a:t>
            </a:r>
            <a:fld id="{13D6D896-D121-42C7-B389-8F9FEF1461E0}" type="slidenum">
              <a:rPr lang="en-US" sz="1000" b="1" smtClean="0">
                <a:latin typeface="Arial" charset="0"/>
              </a:rPr>
              <a:t>‹#›</a:t>
            </a:fld>
            <a:endParaRPr lang="en-US" sz="1000" b="1">
              <a:latin typeface="Arial" charset="0"/>
            </a:endParaRPr>
          </a:p>
        </p:txBody>
      </p:sp>
      <p:sp>
        <p:nvSpPr>
          <p:cNvPr id="11" name="Line 11">
            <a:extLst>
              <a:ext uri="{FF2B5EF4-FFF2-40B4-BE49-F238E27FC236}">
                <a16:creationId xmlns:a16="http://schemas.microsoft.com/office/drawing/2014/main" id="{77C40210-7C96-4CF9-9F94-A59F3234DF97}"/>
              </a:ext>
            </a:extLst>
          </p:cNvPr>
          <p:cNvSpPr>
            <a:spLocks noChangeShapeType="1"/>
          </p:cNvSpPr>
          <p:nvPr/>
        </p:nvSpPr>
        <p:spPr bwMode="gray">
          <a:xfrm>
            <a:off x="246097" y="9101938"/>
            <a:ext cx="6826618" cy="0"/>
          </a:xfrm>
          <a:prstGeom prst="line">
            <a:avLst/>
          </a:prstGeom>
          <a:noFill/>
          <a:ln w="19050">
            <a:solidFill>
              <a:schemeClr val="bg1">
                <a:lumMod val="75000"/>
              </a:schemeClr>
            </a:solidFill>
            <a:round/>
            <a:headEnd/>
            <a:tailEnd/>
          </a:ln>
          <a:effectLst/>
        </p:spPr>
        <p:txBody>
          <a:bodyPr lIns="102172" tIns="51086" rIns="102172" bIns="51086"/>
          <a:lstStyle/>
          <a:p>
            <a:pPr>
              <a:defRPr/>
            </a:pPr>
            <a:endParaRPr lang="en-US"/>
          </a:p>
        </p:txBody>
      </p:sp>
      <p:sp>
        <p:nvSpPr>
          <p:cNvPr id="12" name="copyright">
            <a:extLst>
              <a:ext uri="{FF2B5EF4-FFF2-40B4-BE49-F238E27FC236}">
                <a16:creationId xmlns:a16="http://schemas.microsoft.com/office/drawing/2014/main" id="{000BB72C-3C16-4EE4-8D76-4BE725F6A697}"/>
              </a:ext>
            </a:extLst>
          </p:cNvPr>
          <p:cNvSpPr txBox="1">
            <a:spLocks noChangeArrowheads="1"/>
          </p:cNvSpPr>
          <p:nvPr/>
        </p:nvSpPr>
        <p:spPr bwMode="auto">
          <a:xfrm>
            <a:off x="2729576" y="9140343"/>
            <a:ext cx="2232097" cy="123111"/>
          </a:xfrm>
          <a:prstGeom prst="rect">
            <a:avLst/>
          </a:prstGeom>
          <a:noFill/>
          <a:ln w="28575">
            <a:noFill/>
            <a:miter lim="800000"/>
            <a:headEnd/>
            <a:tailEnd/>
          </a:ln>
          <a:effectLst/>
        </p:spPr>
        <p:txBody>
          <a:bodyPr wrap="square" lIns="0" tIns="0" rIns="0" bIns="0">
            <a:spAutoFit/>
          </a:bodyPr>
          <a:lstStyle/>
          <a:p>
            <a:pPr algn="ctr" eaLnBrk="0" hangingPunct="0">
              <a:spcBef>
                <a:spcPct val="50000"/>
              </a:spcBef>
              <a:defRPr/>
            </a:pPr>
            <a:r>
              <a:rPr lang="en-US" sz="800" kern="1200" dirty="0">
                <a:solidFill>
                  <a:schemeClr val="tx1"/>
                </a:solidFill>
                <a:effectLst/>
                <a:latin typeface="Arial" pitchFamily="34" charset="0"/>
                <a:ea typeface="+mn-ea"/>
                <a:cs typeface="Arial" pitchFamily="34" charset="0"/>
              </a:rPr>
              <a:t>©2025 Synopsys, Inc. All Rights Reserved.</a:t>
            </a:r>
            <a:endParaRPr lang="en-US" sz="800" b="1" dirty="0">
              <a:latin typeface="Arial" pitchFamily="34" charset="0"/>
              <a:cs typeface="Arial" pitchFamily="34" charset="0"/>
            </a:endParaRPr>
          </a:p>
        </p:txBody>
      </p:sp>
    </p:spTree>
    <p:extLst>
      <p:ext uri="{BB962C8B-B14F-4D97-AF65-F5344CB8AC3E}">
        <p14:creationId xmlns:p14="http://schemas.microsoft.com/office/powerpoint/2010/main" val="2406359760"/>
      </p:ext>
    </p:extLst>
  </p:cSld>
  <p:clrMap bg1="lt1" tx1="dk1" bg2="lt2" tx2="dk2" accent1="accent1" accent2="accent2" accent3="accent3" accent4="accent4" accent5="accent5" accent6="accent6" hlink="hlink" folHlink="folHlink"/>
  <p:notesStyle>
    <a:lvl1pPr marL="0" algn="l" defTabSz="914400" rtl="0" eaLnBrk="1" latinLnBrk="0" hangingPunct="1">
      <a:defRPr sz="1000" kern="1200">
        <a:solidFill>
          <a:schemeClr val="tx1"/>
        </a:solidFill>
        <a:latin typeface="+mn-lt"/>
        <a:ea typeface="+mn-ea"/>
        <a:cs typeface="+mn-cs"/>
      </a:defRPr>
    </a:lvl1pPr>
    <a:lvl2pPr marL="182880" algn="l" defTabSz="914400" rtl="0" eaLnBrk="1" latinLnBrk="0" hangingPunct="1">
      <a:defRPr sz="1000" kern="1200">
        <a:solidFill>
          <a:schemeClr val="tx1"/>
        </a:solidFill>
        <a:latin typeface="+mn-lt"/>
        <a:ea typeface="+mn-ea"/>
        <a:cs typeface="+mn-cs"/>
      </a:defRPr>
    </a:lvl2pPr>
    <a:lvl3pPr marL="365760" algn="l" defTabSz="914400" rtl="0" eaLnBrk="1" latinLnBrk="0" hangingPunct="1">
      <a:defRPr sz="1000" kern="1200">
        <a:solidFill>
          <a:schemeClr val="tx1"/>
        </a:solidFill>
        <a:latin typeface="+mn-lt"/>
        <a:ea typeface="+mn-ea"/>
        <a:cs typeface="+mn-cs"/>
      </a:defRPr>
    </a:lvl3pPr>
    <a:lvl4pPr marL="548640" algn="l" defTabSz="914400" rtl="0" eaLnBrk="1" latinLnBrk="0" hangingPunct="1">
      <a:defRPr sz="1000" kern="1200">
        <a:solidFill>
          <a:schemeClr val="tx1"/>
        </a:solidFill>
        <a:latin typeface="+mn-lt"/>
        <a:ea typeface="+mn-ea"/>
        <a:cs typeface="+mn-cs"/>
      </a:defRPr>
    </a:lvl4pPr>
    <a:lvl5pPr marL="731520" algn="l" defTabSz="914400" rtl="0" eaLnBrk="1" latinLnBrk="0" hangingPunct="1">
      <a:defRPr sz="10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79400" y="327025"/>
            <a:ext cx="6742113" cy="3792538"/>
          </a:xfrm>
        </p:spPr>
      </p:sp>
      <p:sp>
        <p:nvSpPr>
          <p:cNvPr id="3" name="Notes Placeholder 2"/>
          <p:cNvSpPr>
            <a:spLocks noGrp="1"/>
          </p:cNvSpPr>
          <p:nvPr>
            <p:ph type="body" idx="1"/>
          </p:nvPr>
        </p:nvSpPr>
        <p:spPr>
          <a:xfrm>
            <a:off x="225715" y="4315177"/>
            <a:ext cx="6846999" cy="4666183"/>
          </a:xfrm>
        </p:spPr>
        <p:txBody>
          <a:bodyPr/>
          <a:lstStyle/>
          <a:p>
            <a:endParaRPr lang="en-US"/>
          </a:p>
        </p:txBody>
      </p:sp>
    </p:spTree>
    <p:extLst>
      <p:ext uri="{BB962C8B-B14F-4D97-AF65-F5344CB8AC3E}">
        <p14:creationId xmlns:p14="http://schemas.microsoft.com/office/powerpoint/2010/main" val="219519016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7">
            <a:extLst>
              <a:ext uri="{FF2B5EF4-FFF2-40B4-BE49-F238E27FC236}">
                <a16:creationId xmlns:a16="http://schemas.microsoft.com/office/drawing/2014/main" id="{4E24DF79-6F9A-4EA5-88C7-E6F286B4FF0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fld id="{9526C7DE-6D42-4274-8E3E-2DA4C6F42998}" type="slidenum">
              <a:rPr lang="en-US" altLang="en-US" sz="1200"/>
              <a:pPr/>
              <a:t>4</a:t>
            </a:fld>
            <a:endParaRPr lang="en-US" altLang="en-US" sz="1200"/>
          </a:p>
        </p:txBody>
      </p:sp>
      <p:sp>
        <p:nvSpPr>
          <p:cNvPr id="10243" name="Rectangle 2">
            <a:extLst>
              <a:ext uri="{FF2B5EF4-FFF2-40B4-BE49-F238E27FC236}">
                <a16:creationId xmlns:a16="http://schemas.microsoft.com/office/drawing/2014/main" id="{612360E1-A49B-48BA-833B-BEF0E9095D6E}"/>
              </a:ext>
            </a:extLst>
          </p:cNvPr>
          <p:cNvSpPr>
            <a:spLocks noGrp="1" noRot="1" noChangeAspect="1" noChangeArrowheads="1" noTextEdit="1"/>
          </p:cNvSpPr>
          <p:nvPr>
            <p:ph type="sldImg"/>
          </p:nvPr>
        </p:nvSpPr>
        <p:spPr>
          <a:ln/>
        </p:spPr>
      </p:sp>
      <p:sp>
        <p:nvSpPr>
          <p:cNvPr id="10244" name="Rectangle 3">
            <a:extLst>
              <a:ext uri="{FF2B5EF4-FFF2-40B4-BE49-F238E27FC236}">
                <a16:creationId xmlns:a16="http://schemas.microsoft.com/office/drawing/2014/main" id="{8A9BE635-006F-47E3-BAF1-D1F218B3BACA}"/>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ru-RU" altLang="en-US">
              <a:latin typeface="Arial" panose="020B0604020202020204" pitchFamily="34" charset="0"/>
              <a:cs typeface="Arial" panose="020B0604020202020204" pitchFamily="34"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8" Type="http://schemas.openxmlformats.org/officeDocument/2006/relationships/image" Target="../media/image5.svg"/><Relationship Id="rId3" Type="http://schemas.openxmlformats.org/officeDocument/2006/relationships/tags" Target="../tags/tag10.xml"/><Relationship Id="rId7" Type="http://schemas.openxmlformats.org/officeDocument/2006/relationships/image" Target="../media/image4.png"/><Relationship Id="rId2" Type="http://schemas.openxmlformats.org/officeDocument/2006/relationships/tags" Target="../tags/tag9.xml"/><Relationship Id="rId1" Type="http://schemas.openxmlformats.org/officeDocument/2006/relationships/tags" Target="../tags/tag8.xml"/><Relationship Id="rId6" Type="http://schemas.openxmlformats.org/officeDocument/2006/relationships/image" Target="../media/image3.png"/><Relationship Id="rId5" Type="http://schemas.openxmlformats.org/officeDocument/2006/relationships/slideMaster" Target="../slideMasters/slideMaster1.xml"/><Relationship Id="rId4" Type="http://schemas.openxmlformats.org/officeDocument/2006/relationships/tags" Target="../tags/tag11.xml"/></Relationships>
</file>

<file path=ppt/slideLayouts/_rels/slideLayout2.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2.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slideMaster" Target="../slideMasters/slideMaster1.xml"/><Relationship Id="rId1" Type="http://schemas.openxmlformats.org/officeDocument/2006/relationships/tags" Target="../tags/tag13.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slideMaster" Target="../slideMasters/slideMaster1.xml"/><Relationship Id="rId1" Type="http://schemas.openxmlformats.org/officeDocument/2006/relationships/tags" Target="../tags/tag14.xml"/><Relationship Id="rId4" Type="http://schemas.openxmlformats.org/officeDocument/2006/relationships/image" Target="../media/image7.jpe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slideMaster" Target="../slideMasters/slideMaster1.xml"/><Relationship Id="rId1" Type="http://schemas.openxmlformats.org/officeDocument/2006/relationships/tags" Target="../tags/tag15.xml"/><Relationship Id="rId4" Type="http://schemas.openxmlformats.org/officeDocument/2006/relationships/image" Target="../media/image9.png"/></Relationships>
</file>

<file path=ppt/slideLayouts/_rels/slideLayout6.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17.xml"/><Relationship Id="rId1" Type="http://schemas.openxmlformats.org/officeDocument/2006/relationships/tags" Target="../tags/tag16.xml"/><Relationship Id="rId5" Type="http://schemas.openxmlformats.org/officeDocument/2006/relationships/image" Target="../media/image10.png"/><Relationship Id="rId4" Type="http://schemas.openxmlformats.org/officeDocument/2006/relationships/image" Target="../media/image6.png"/></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slideMaster" Target="../slideMasters/slideMaster1.xml"/><Relationship Id="rId1" Type="http://schemas.openxmlformats.org/officeDocument/2006/relationships/tags" Target="../tags/tag18.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slideMaster" Target="../slideMasters/slideMaster1.xml"/><Relationship Id="rId1" Type="http://schemas.openxmlformats.org/officeDocument/2006/relationships/tags" Target="../tags/tag19.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slideMaster" Target="../slideMasters/slideMaster1.xml"/><Relationship Id="rId1" Type="http://schemas.openxmlformats.org/officeDocument/2006/relationships/tags" Target="../tags/tag20.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tags" Target="../tags/tag23.xml"/><Relationship Id="rId2" Type="http://schemas.openxmlformats.org/officeDocument/2006/relationships/tags" Target="../tags/tag22.xml"/><Relationship Id="rId1" Type="http://schemas.openxmlformats.org/officeDocument/2006/relationships/tags" Target="../tags/tag21.xml"/><Relationship Id="rId6" Type="http://schemas.openxmlformats.org/officeDocument/2006/relationships/image" Target="../media/image12.png"/><Relationship Id="rId5" Type="http://schemas.openxmlformats.org/officeDocument/2006/relationships/slideMaster" Target="../slideMasters/slideMaster1.xml"/><Relationship Id="rId4" Type="http://schemas.openxmlformats.org/officeDocument/2006/relationships/tags" Target="../tags/tag24.xml"/></Relationships>
</file>

<file path=ppt/slideLayouts/_rels/slideLayout12.xml.rels><?xml version="1.0" encoding="UTF-8" standalone="yes"?>
<Relationships xmlns="http://schemas.openxmlformats.org/package/2006/relationships"><Relationship Id="rId3" Type="http://schemas.openxmlformats.org/officeDocument/2006/relationships/tags" Target="../tags/tag27.xml"/><Relationship Id="rId2" Type="http://schemas.openxmlformats.org/officeDocument/2006/relationships/tags" Target="../tags/tag26.xml"/><Relationship Id="rId1" Type="http://schemas.openxmlformats.org/officeDocument/2006/relationships/tags" Target="../tags/tag25.xml"/><Relationship Id="rId6" Type="http://schemas.openxmlformats.org/officeDocument/2006/relationships/image" Target="../media/image13.png"/><Relationship Id="rId5" Type="http://schemas.openxmlformats.org/officeDocument/2006/relationships/slideMaster" Target="../slideMasters/slideMaster1.xml"/><Relationship Id="rId4" Type="http://schemas.openxmlformats.org/officeDocument/2006/relationships/tags" Target="../tags/tag28.xml"/></Relationships>
</file>

<file path=ppt/slideLayouts/_rels/slideLayout13.xml.rels><?xml version="1.0" encoding="UTF-8" standalone="yes"?>
<Relationships xmlns="http://schemas.openxmlformats.org/package/2006/relationships"><Relationship Id="rId3" Type="http://schemas.openxmlformats.org/officeDocument/2006/relationships/tags" Target="../tags/tag31.xml"/><Relationship Id="rId2" Type="http://schemas.openxmlformats.org/officeDocument/2006/relationships/tags" Target="../tags/tag30.xml"/><Relationship Id="rId1" Type="http://schemas.openxmlformats.org/officeDocument/2006/relationships/tags" Target="../tags/tag29.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slideMaster" Target="../slideMasters/slideMaster1.xml"/><Relationship Id="rId1" Type="http://schemas.openxmlformats.org/officeDocument/2006/relationships/tags" Target="../tags/tag32.xml"/><Relationship Id="rId4" Type="http://schemas.openxmlformats.org/officeDocument/2006/relationships/image" Target="../media/image16.svg"/></Relationships>
</file>

<file path=ppt/slideLayouts/_rels/slideLayout15.xml.rels><?xml version="1.0" encoding="UTF-8" standalone="yes"?>
<Relationships xmlns="http://schemas.openxmlformats.org/package/2006/relationships"><Relationship Id="rId3" Type="http://schemas.openxmlformats.org/officeDocument/2006/relationships/tags" Target="../tags/tag35.xml"/><Relationship Id="rId7" Type="http://schemas.openxmlformats.org/officeDocument/2006/relationships/slideMaster" Target="../slideMasters/slideMaster1.xml"/><Relationship Id="rId2" Type="http://schemas.openxmlformats.org/officeDocument/2006/relationships/tags" Target="../tags/tag34.xml"/><Relationship Id="rId1" Type="http://schemas.openxmlformats.org/officeDocument/2006/relationships/tags" Target="../tags/tag33.xml"/><Relationship Id="rId6" Type="http://schemas.openxmlformats.org/officeDocument/2006/relationships/tags" Target="../tags/tag38.xml"/><Relationship Id="rId5" Type="http://schemas.openxmlformats.org/officeDocument/2006/relationships/tags" Target="../tags/tag37.xml"/><Relationship Id="rId4" Type="http://schemas.openxmlformats.org/officeDocument/2006/relationships/tags" Target="../tags/tag36.xml"/></Relationships>
</file>

<file path=ppt/slideLayouts/_rels/slideLayout16.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tags" Target="../tags/tag41.xml"/><Relationship Id="rId7" Type="http://schemas.openxmlformats.org/officeDocument/2006/relationships/slideMaster" Target="../slideMasters/slideMaster1.xml"/><Relationship Id="rId2" Type="http://schemas.openxmlformats.org/officeDocument/2006/relationships/tags" Target="../tags/tag40.xml"/><Relationship Id="rId1" Type="http://schemas.openxmlformats.org/officeDocument/2006/relationships/tags" Target="../tags/tag39.xml"/><Relationship Id="rId6" Type="http://schemas.openxmlformats.org/officeDocument/2006/relationships/tags" Target="../tags/tag44.xml"/><Relationship Id="rId5" Type="http://schemas.openxmlformats.org/officeDocument/2006/relationships/tags" Target="../tags/tag43.xml"/><Relationship Id="rId10" Type="http://schemas.openxmlformats.org/officeDocument/2006/relationships/image" Target="../media/image16.svg"/><Relationship Id="rId4" Type="http://schemas.openxmlformats.org/officeDocument/2006/relationships/tags" Target="../tags/tag42.xml"/><Relationship Id="rId9" Type="http://schemas.openxmlformats.org/officeDocument/2006/relationships/image" Target="../media/image4.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8" Type="http://schemas.openxmlformats.org/officeDocument/2006/relationships/image" Target="../media/image16.svg"/><Relationship Id="rId3" Type="http://schemas.openxmlformats.org/officeDocument/2006/relationships/tags" Target="../tags/tag47.xml"/><Relationship Id="rId7" Type="http://schemas.openxmlformats.org/officeDocument/2006/relationships/image" Target="../media/image4.png"/><Relationship Id="rId2" Type="http://schemas.openxmlformats.org/officeDocument/2006/relationships/tags" Target="../tags/tag46.xml"/><Relationship Id="rId1" Type="http://schemas.openxmlformats.org/officeDocument/2006/relationships/tags" Target="../tags/tag45.xml"/><Relationship Id="rId6" Type="http://schemas.openxmlformats.org/officeDocument/2006/relationships/image" Target="../media/image3.png"/><Relationship Id="rId5" Type="http://schemas.openxmlformats.org/officeDocument/2006/relationships/slideMaster" Target="../slideMasters/slideMaster1.xml"/><Relationship Id="rId4" Type="http://schemas.openxmlformats.org/officeDocument/2006/relationships/tags" Target="../tags/tag48.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slideMaster" Target="../slideMasters/slideMaster1.xml"/><Relationship Id="rId1" Type="http://schemas.openxmlformats.org/officeDocument/2006/relationships/tags" Target="../tags/tag49.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slideMaster" Target="../slideMasters/slideMaster1.xml"/><Relationship Id="rId1" Type="http://schemas.openxmlformats.org/officeDocument/2006/relationships/tags" Target="../tags/tag50.xml"/><Relationship Id="rId4" Type="http://schemas.openxmlformats.org/officeDocument/2006/relationships/image" Target="../media/image7.jpeg"/></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slideMaster" Target="../slideMasters/slideMaster1.xml"/><Relationship Id="rId1" Type="http://schemas.openxmlformats.org/officeDocument/2006/relationships/tags" Target="../tags/tag51.xml"/><Relationship Id="rId4" Type="http://schemas.openxmlformats.org/officeDocument/2006/relationships/image" Target="../media/image9.png"/></Relationships>
</file>

<file path=ppt/slideLayouts/_rels/slideLayout22.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53.xml"/><Relationship Id="rId1" Type="http://schemas.openxmlformats.org/officeDocument/2006/relationships/tags" Target="../tags/tag52.xml"/><Relationship Id="rId5" Type="http://schemas.openxmlformats.org/officeDocument/2006/relationships/image" Target="../media/image10.png"/><Relationship Id="rId4" Type="http://schemas.openxmlformats.org/officeDocument/2006/relationships/image" Target="../media/image6.png"/></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slideMaster" Target="../slideMasters/slideMaster1.xml"/><Relationship Id="rId1" Type="http://schemas.openxmlformats.org/officeDocument/2006/relationships/tags" Target="../tags/tag54.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slideMaster" Target="../slideMasters/slideMaster1.xml"/><Relationship Id="rId1" Type="http://schemas.openxmlformats.org/officeDocument/2006/relationships/tags" Target="../tags/tag55.xml"/></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7.jpe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5A7D297B-DE10-A84D-B636-3028F48863F8}"/>
              </a:ext>
            </a:extLst>
          </p:cNvPr>
          <p:cNvGrpSpPr/>
          <p:nvPr userDrawn="1"/>
        </p:nvGrpSpPr>
        <p:grpSpPr>
          <a:xfrm>
            <a:off x="1" y="1246636"/>
            <a:ext cx="11735122" cy="4754113"/>
            <a:chOff x="-3182145" y="-5169663"/>
            <a:chExt cx="11799257" cy="4780095"/>
          </a:xfrm>
        </p:grpSpPr>
        <p:sp>
          <p:nvSpPr>
            <p:cNvPr id="2" name="Rectangle 1">
              <a:extLst>
                <a:ext uri="{FF2B5EF4-FFF2-40B4-BE49-F238E27FC236}">
                  <a16:creationId xmlns:a16="http://schemas.microsoft.com/office/drawing/2014/main" id="{5BA3680E-48F9-C94E-8BA7-80D6E42CF04F}"/>
                </a:ext>
              </a:extLst>
            </p:cNvPr>
            <p:cNvSpPr/>
            <p:nvPr userDrawn="1"/>
          </p:nvSpPr>
          <p:spPr>
            <a:xfrm>
              <a:off x="-3182145" y="-5169662"/>
              <a:ext cx="11780199" cy="4780094"/>
            </a:xfrm>
            <a:custGeom>
              <a:avLst/>
              <a:gdLst>
                <a:gd name="connsiteX0" fmla="*/ 0 w 10554495"/>
                <a:gd name="connsiteY0" fmla="*/ 0 h 3897360"/>
                <a:gd name="connsiteX1" fmla="*/ 10554495 w 10554495"/>
                <a:gd name="connsiteY1" fmla="*/ 0 h 3897360"/>
                <a:gd name="connsiteX2" fmla="*/ 10554495 w 10554495"/>
                <a:gd name="connsiteY2" fmla="*/ 3897360 h 3897360"/>
                <a:gd name="connsiteX3" fmla="*/ 0 w 10554495"/>
                <a:gd name="connsiteY3" fmla="*/ 3897360 h 3897360"/>
                <a:gd name="connsiteX4" fmla="*/ 0 w 10554495"/>
                <a:gd name="connsiteY4" fmla="*/ 0 h 3897360"/>
                <a:gd name="connsiteX0" fmla="*/ 0 w 11735595"/>
                <a:gd name="connsiteY0" fmla="*/ 0 h 3897360"/>
                <a:gd name="connsiteX1" fmla="*/ 11735595 w 11735595"/>
                <a:gd name="connsiteY1" fmla="*/ 38100 h 3897360"/>
                <a:gd name="connsiteX2" fmla="*/ 10554495 w 11735595"/>
                <a:gd name="connsiteY2" fmla="*/ 3897360 h 3897360"/>
                <a:gd name="connsiteX3" fmla="*/ 0 w 11735595"/>
                <a:gd name="connsiteY3" fmla="*/ 3897360 h 3897360"/>
                <a:gd name="connsiteX4" fmla="*/ 0 w 11735595"/>
                <a:gd name="connsiteY4" fmla="*/ 0 h 3897360"/>
                <a:gd name="connsiteX0" fmla="*/ 0 w 11735595"/>
                <a:gd name="connsiteY0" fmla="*/ 0 h 3897360"/>
                <a:gd name="connsiteX1" fmla="*/ 11735595 w 11735595"/>
                <a:gd name="connsiteY1" fmla="*/ 19050 h 3897360"/>
                <a:gd name="connsiteX2" fmla="*/ 10554495 w 11735595"/>
                <a:gd name="connsiteY2" fmla="*/ 3897360 h 3897360"/>
                <a:gd name="connsiteX3" fmla="*/ 0 w 11735595"/>
                <a:gd name="connsiteY3" fmla="*/ 3897360 h 3897360"/>
                <a:gd name="connsiteX4" fmla="*/ 0 w 11735595"/>
                <a:gd name="connsiteY4" fmla="*/ 0 h 3897360"/>
                <a:gd name="connsiteX0" fmla="*/ 0 w 11735595"/>
                <a:gd name="connsiteY0" fmla="*/ 0 h 3897360"/>
                <a:gd name="connsiteX1" fmla="*/ 11735595 w 11735595"/>
                <a:gd name="connsiteY1" fmla="*/ 19050 h 3897360"/>
                <a:gd name="connsiteX2" fmla="*/ 10376075 w 11735595"/>
                <a:gd name="connsiteY2" fmla="*/ 3860992 h 3897360"/>
                <a:gd name="connsiteX3" fmla="*/ 0 w 11735595"/>
                <a:gd name="connsiteY3" fmla="*/ 3897360 h 3897360"/>
                <a:gd name="connsiteX4" fmla="*/ 0 w 11735595"/>
                <a:gd name="connsiteY4" fmla="*/ 0 h 3897360"/>
                <a:gd name="connsiteX0" fmla="*/ 0 w 11735595"/>
                <a:gd name="connsiteY0" fmla="*/ 0 h 3924636"/>
                <a:gd name="connsiteX1" fmla="*/ 11735595 w 11735595"/>
                <a:gd name="connsiteY1" fmla="*/ 19050 h 3924636"/>
                <a:gd name="connsiteX2" fmla="*/ 10208807 w 11735595"/>
                <a:gd name="connsiteY2" fmla="*/ 3924636 h 3924636"/>
                <a:gd name="connsiteX3" fmla="*/ 0 w 11735595"/>
                <a:gd name="connsiteY3" fmla="*/ 3897360 h 3924636"/>
                <a:gd name="connsiteX4" fmla="*/ 0 w 11735595"/>
                <a:gd name="connsiteY4" fmla="*/ 0 h 3924636"/>
                <a:gd name="connsiteX0" fmla="*/ 0 w 11735595"/>
                <a:gd name="connsiteY0" fmla="*/ 0 h 3897360"/>
                <a:gd name="connsiteX1" fmla="*/ 11735595 w 11735595"/>
                <a:gd name="connsiteY1" fmla="*/ 19050 h 3897360"/>
                <a:gd name="connsiteX2" fmla="*/ 10041539 w 11735595"/>
                <a:gd name="connsiteY2" fmla="*/ 3697338 h 3897360"/>
                <a:gd name="connsiteX3" fmla="*/ 0 w 11735595"/>
                <a:gd name="connsiteY3" fmla="*/ 3897360 h 3897360"/>
                <a:gd name="connsiteX4" fmla="*/ 0 w 11735595"/>
                <a:gd name="connsiteY4" fmla="*/ 0 h 3897360"/>
                <a:gd name="connsiteX0" fmla="*/ 0 w 11735595"/>
                <a:gd name="connsiteY0" fmla="*/ 0 h 3897360"/>
                <a:gd name="connsiteX1" fmla="*/ 11735595 w 11735595"/>
                <a:gd name="connsiteY1" fmla="*/ 19050 h 3897360"/>
                <a:gd name="connsiteX2" fmla="*/ 10264563 w 11735595"/>
                <a:gd name="connsiteY2" fmla="*/ 3888268 h 3897360"/>
                <a:gd name="connsiteX3" fmla="*/ 0 w 11735595"/>
                <a:gd name="connsiteY3" fmla="*/ 3897360 h 3897360"/>
                <a:gd name="connsiteX4" fmla="*/ 0 w 11735595"/>
                <a:gd name="connsiteY4" fmla="*/ 0 h 3897360"/>
                <a:gd name="connsiteX0" fmla="*/ 0 w 11200336"/>
                <a:gd name="connsiteY0" fmla="*/ 0 h 3897360"/>
                <a:gd name="connsiteX1" fmla="*/ 11200336 w 11200336"/>
                <a:gd name="connsiteY1" fmla="*/ 82694 h 3897360"/>
                <a:gd name="connsiteX2" fmla="*/ 10264563 w 11200336"/>
                <a:gd name="connsiteY2" fmla="*/ 3888268 h 3897360"/>
                <a:gd name="connsiteX3" fmla="*/ 0 w 11200336"/>
                <a:gd name="connsiteY3" fmla="*/ 3897360 h 3897360"/>
                <a:gd name="connsiteX4" fmla="*/ 0 w 11200336"/>
                <a:gd name="connsiteY4" fmla="*/ 0 h 3897360"/>
                <a:gd name="connsiteX0" fmla="*/ 0 w 11780199"/>
                <a:gd name="connsiteY0" fmla="*/ 0 h 3897360"/>
                <a:gd name="connsiteX1" fmla="*/ 11780199 w 11780199"/>
                <a:gd name="connsiteY1" fmla="*/ 867 h 3897360"/>
                <a:gd name="connsiteX2" fmla="*/ 10264563 w 11780199"/>
                <a:gd name="connsiteY2" fmla="*/ 3888268 h 3897360"/>
                <a:gd name="connsiteX3" fmla="*/ 0 w 11780199"/>
                <a:gd name="connsiteY3" fmla="*/ 3897360 h 3897360"/>
                <a:gd name="connsiteX4" fmla="*/ 0 w 11780199"/>
                <a:gd name="connsiteY4" fmla="*/ 0 h 38973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780199" h="3897360">
                  <a:moveTo>
                    <a:pt x="0" y="0"/>
                  </a:moveTo>
                  <a:lnTo>
                    <a:pt x="11780199" y="867"/>
                  </a:lnTo>
                  <a:lnTo>
                    <a:pt x="10264563" y="3888268"/>
                  </a:lnTo>
                  <a:lnTo>
                    <a:pt x="0" y="3897360"/>
                  </a:lnTo>
                  <a:lnTo>
                    <a:pt x="0" y="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endParaRPr lang="en-US" sz="1800"/>
            </a:p>
          </p:txBody>
        </p:sp>
        <p:pic>
          <p:nvPicPr>
            <p:cNvPr id="29" name="Picture 28">
              <a:extLst>
                <a:ext uri="{FF2B5EF4-FFF2-40B4-BE49-F238E27FC236}">
                  <a16:creationId xmlns:a16="http://schemas.microsoft.com/office/drawing/2014/main" id="{AC59BDFE-3580-F349-8D96-F5979F88E547}"/>
                </a:ext>
              </a:extLst>
            </p:cNvPr>
            <p:cNvPicPr>
              <a:picLocks noChangeAspect="1"/>
            </p:cNvPicPr>
            <p:nvPr userDrawn="1"/>
          </p:nvPicPr>
          <p:blipFill rotWithShape="1">
            <a:blip r:embed="rId6" cstate="hqprint">
              <a:extLst>
                <a:ext uri="{28A0092B-C50C-407E-A947-70E740481C1C}">
                  <a14:useLocalDpi xmlns:a14="http://schemas.microsoft.com/office/drawing/2010/main"/>
                </a:ext>
              </a:extLst>
            </a:blip>
            <a:srcRect/>
            <a:stretch/>
          </p:blipFill>
          <p:spPr>
            <a:xfrm>
              <a:off x="-3182145" y="-5169663"/>
              <a:ext cx="11799257" cy="4780095"/>
            </a:xfrm>
            <a:prstGeom prst="rect">
              <a:avLst/>
            </a:prstGeom>
          </p:spPr>
        </p:pic>
      </p:grpSp>
      <p:sp>
        <p:nvSpPr>
          <p:cNvPr id="8" name="Text Placeholder 15"/>
          <p:cNvSpPr>
            <a:spLocks noGrp="1"/>
          </p:cNvSpPr>
          <p:nvPr>
            <p:ph type="body" sz="quarter" idx="10" hasCustomPrompt="1"/>
            <p:custDataLst>
              <p:tags r:id="rId1"/>
            </p:custDataLst>
          </p:nvPr>
        </p:nvSpPr>
        <p:spPr>
          <a:xfrm>
            <a:off x="456698" y="4526198"/>
            <a:ext cx="8141202" cy="731520"/>
          </a:xfrm>
        </p:spPr>
        <p:txBody>
          <a:bodyPr anchor="b">
            <a:normAutofit/>
          </a:bodyPr>
          <a:lstStyle>
            <a:lvl1pPr marL="0" indent="0" algn="l">
              <a:buNone/>
              <a:defRPr sz="2400" baseline="0">
                <a:solidFill>
                  <a:schemeClr val="bg1"/>
                </a:solidFill>
                <a:effectLst/>
              </a:defRPr>
            </a:lvl1pPr>
            <a:lvl2pPr marL="0" indent="0" algn="ctr">
              <a:buNone/>
              <a:defRPr>
                <a:solidFill>
                  <a:schemeClr val="tx1">
                    <a:lumMod val="65000"/>
                    <a:lumOff val="35000"/>
                  </a:schemeClr>
                </a:solidFill>
              </a:defRPr>
            </a:lvl2pPr>
            <a:lvl3pPr algn="ctr">
              <a:defRPr>
                <a:solidFill>
                  <a:schemeClr val="tx1">
                    <a:lumMod val="65000"/>
                    <a:lumOff val="35000"/>
                  </a:schemeClr>
                </a:solidFill>
              </a:defRPr>
            </a:lvl3pPr>
            <a:lvl4pPr algn="ctr">
              <a:defRPr>
                <a:solidFill>
                  <a:schemeClr val="tx1">
                    <a:lumMod val="65000"/>
                    <a:lumOff val="35000"/>
                  </a:schemeClr>
                </a:solidFill>
              </a:defRPr>
            </a:lvl4pPr>
            <a:lvl5pPr algn="ctr">
              <a:defRPr>
                <a:solidFill>
                  <a:schemeClr val="tx1">
                    <a:lumMod val="65000"/>
                    <a:lumOff val="35000"/>
                  </a:schemeClr>
                </a:solidFill>
              </a:defRPr>
            </a:lvl5pPr>
          </a:lstStyle>
          <a:p>
            <a:pPr lvl="0"/>
            <a:r>
              <a:rPr lang="en-US"/>
              <a:t>Synopsys Customer Education Services</a:t>
            </a:r>
            <a:endParaRPr/>
          </a:p>
        </p:txBody>
      </p:sp>
      <p:sp>
        <p:nvSpPr>
          <p:cNvPr id="21" name="Subtitle 2"/>
          <p:cNvSpPr>
            <a:spLocks noGrp="1"/>
          </p:cNvSpPr>
          <p:nvPr>
            <p:ph type="subTitle" idx="1" hasCustomPrompt="1"/>
            <p:custDataLst>
              <p:tags r:id="rId2"/>
            </p:custDataLst>
          </p:nvPr>
        </p:nvSpPr>
        <p:spPr>
          <a:xfrm>
            <a:off x="456557" y="3522681"/>
            <a:ext cx="10417770" cy="990600"/>
          </a:xfrm>
        </p:spPr>
        <p:txBody>
          <a:bodyPr>
            <a:normAutofit/>
          </a:bodyPr>
          <a:lstStyle>
            <a:lvl1pPr marL="0" indent="0" algn="l">
              <a:buNone/>
              <a:defRPr sz="3200" b="0">
                <a:solidFill>
                  <a:schemeClr val="bg1"/>
                </a:solidFill>
                <a:effectLst/>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t>Click to Add </a:t>
            </a:r>
            <a:r>
              <a:rPr lang="en-US"/>
              <a:t>Course Version</a:t>
            </a:r>
            <a:endParaRPr/>
          </a:p>
        </p:txBody>
      </p:sp>
      <p:sp>
        <p:nvSpPr>
          <p:cNvPr id="22" name="Title 1"/>
          <p:cNvSpPr>
            <a:spLocks noGrp="1"/>
          </p:cNvSpPr>
          <p:nvPr>
            <p:ph type="ctrTitle" hasCustomPrompt="1"/>
            <p:custDataLst>
              <p:tags r:id="rId3"/>
            </p:custDataLst>
          </p:nvPr>
        </p:nvSpPr>
        <p:spPr>
          <a:xfrm>
            <a:off x="456555" y="1687591"/>
            <a:ext cx="10763895" cy="1828800"/>
          </a:xfrm>
        </p:spPr>
        <p:txBody>
          <a:bodyPr anchor="b">
            <a:noAutofit/>
          </a:bodyPr>
          <a:lstStyle>
            <a:lvl1pPr algn="l">
              <a:defRPr sz="5000">
                <a:solidFill>
                  <a:schemeClr val="bg1"/>
                </a:solidFill>
                <a:effectLst/>
              </a:defRPr>
            </a:lvl1pPr>
          </a:lstStyle>
          <a:p>
            <a:r>
              <a:t>Click to Add </a:t>
            </a:r>
            <a:r>
              <a:rPr lang="en-US"/>
              <a:t>Course Name</a:t>
            </a:r>
            <a:endParaRPr/>
          </a:p>
        </p:txBody>
      </p:sp>
      <p:pic>
        <p:nvPicPr>
          <p:cNvPr id="10" name="Graphic 9">
            <a:extLst>
              <a:ext uri="{FF2B5EF4-FFF2-40B4-BE49-F238E27FC236}">
                <a16:creationId xmlns:a16="http://schemas.microsoft.com/office/drawing/2014/main" id="{9889C713-0D9F-4617-8B3E-E5631E10483A}"/>
              </a:ext>
            </a:extLst>
          </p:cNvPr>
          <p:cNvPicPr>
            <a:picLocks noChangeAspect="1"/>
          </p:cNvPicPr>
          <p:nvPr>
            <p:custDataLst>
              <p:tags r:id="rId4"/>
            </p:custDataLst>
          </p:nvPr>
        </p:nvPicPr>
        <p:blipFill>
          <a:blip r:embed="rId7">
            <a:extLst>
              <a:ext uri="{96DAC541-7B7A-43D3-8B79-37D633B846F1}">
                <asvg:svgBlip xmlns:asvg="http://schemas.microsoft.com/office/drawing/2016/SVG/main" r:embed="rId8"/>
              </a:ext>
            </a:extLst>
          </a:blip>
          <a:stretch>
            <a:fillRect/>
          </a:stretch>
        </p:blipFill>
        <p:spPr>
          <a:xfrm>
            <a:off x="9905927" y="453166"/>
            <a:ext cx="1829195" cy="584326"/>
          </a:xfrm>
          <a:prstGeom prst="rect">
            <a:avLst/>
          </a:prstGeom>
        </p:spPr>
      </p:pic>
    </p:spTree>
    <p:extLst>
      <p:ext uri="{BB962C8B-B14F-4D97-AF65-F5344CB8AC3E}">
        <p14:creationId xmlns:p14="http://schemas.microsoft.com/office/powerpoint/2010/main" val="3182277517"/>
      </p:ext>
    </p:extLst>
  </p:cSld>
  <p:clrMapOvr>
    <a:masterClrMapping/>
  </p:clrMapOvr>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gal Disclosure NDA">
    <p:spTree>
      <p:nvGrpSpPr>
        <p:cNvPr id="1" name=""/>
        <p:cNvGrpSpPr/>
        <p:nvPr/>
      </p:nvGrpSpPr>
      <p:grpSpPr>
        <a:xfrm>
          <a:off x="0" y="0"/>
          <a:ext cx="0" cy="0"/>
          <a:chOff x="0" y="0"/>
          <a:chExt cx="0" cy="0"/>
        </a:xfrm>
      </p:grpSpPr>
      <p:sp>
        <p:nvSpPr>
          <p:cNvPr id="2" name="Content Placeholder 2"/>
          <p:cNvSpPr>
            <a:spLocks noGrp="1"/>
          </p:cNvSpPr>
          <p:nvPr>
            <p:custDataLst>
              <p:tags r:id="rId1"/>
            </p:custDataLst>
          </p:nvPr>
        </p:nvSpPr>
        <p:spPr>
          <a:xfrm>
            <a:off x="438150" y="463062"/>
            <a:ext cx="11315700" cy="5340349"/>
          </a:xfrm>
          <a:prstGeom prst="rect">
            <a:avLst/>
          </a:prstGeom>
        </p:spPr>
        <p:txBody>
          <a:bodyPr vert="horz" lIns="121920" tIns="60960" rIns="121920" bIns="60960" rtlCol="0">
            <a:noAutofit/>
          </a:bodyPr>
          <a:lstStyle>
            <a:lvl1pPr marL="342900" indent="-3429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2pPr>
            <a:lvl3pPr marL="1027113"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9pPr>
          </a:lstStyle>
          <a:p>
            <a:pPr>
              <a:buNone/>
            </a:pPr>
            <a:r>
              <a:rPr sz="3200" b="1">
                <a:solidFill>
                  <a:schemeClr val="tx1"/>
                </a:solidFill>
              </a:rPr>
              <a:t>CONFIDENTIAL INFORMATION</a:t>
            </a:r>
          </a:p>
          <a:p>
            <a:pPr marL="0" indent="0">
              <a:buNone/>
            </a:pPr>
            <a:r>
              <a:rPr sz="2200">
                <a:solidFill>
                  <a:schemeClr val="tx1"/>
                </a:solidFill>
              </a:rPr>
              <a:t>The information contained in this presentation is the confidential and proprietary information of Synopsys. You are not permitted to disseminate or use any of </a:t>
            </a:r>
            <a:br>
              <a:rPr sz="2200">
                <a:solidFill>
                  <a:schemeClr val="tx1"/>
                </a:solidFill>
              </a:rPr>
            </a:br>
            <a:r>
              <a:rPr sz="2200">
                <a:solidFill>
                  <a:schemeClr val="tx1"/>
                </a:solidFill>
              </a:rPr>
              <a:t>the information provided to you in this presentation outside of Synopsys </a:t>
            </a:r>
            <a:br>
              <a:rPr sz="2200">
                <a:solidFill>
                  <a:schemeClr val="tx1"/>
                </a:solidFill>
              </a:rPr>
            </a:br>
            <a:r>
              <a:rPr sz="2200">
                <a:solidFill>
                  <a:schemeClr val="tx1"/>
                </a:solidFill>
              </a:rPr>
              <a:t>without prior written authorization. </a:t>
            </a:r>
          </a:p>
          <a:p>
            <a:pPr>
              <a:buNone/>
            </a:pPr>
            <a:r>
              <a:rPr>
                <a:solidFill>
                  <a:schemeClr val="tx1"/>
                </a:solidFill>
              </a:rPr>
              <a:t> </a:t>
            </a:r>
          </a:p>
          <a:p>
            <a:pPr>
              <a:buNone/>
            </a:pPr>
            <a:r>
              <a:rPr sz="3200" b="1">
                <a:solidFill>
                  <a:schemeClr val="tx1"/>
                </a:solidFill>
              </a:rPr>
              <a:t>IMPORTANT NOTICE</a:t>
            </a:r>
          </a:p>
          <a:p>
            <a:pPr marL="0" indent="0">
              <a:buNone/>
            </a:pPr>
            <a:r>
              <a:rPr sz="2200">
                <a:solidFill>
                  <a:schemeClr val="tx1"/>
                </a:solidFill>
              </a:rPr>
              <a:t>In the event information in this presentation reflects Synopsys’ future plans, such plans are as of the date of this presentation and are subject to change. Synopsys is not obligated to update this presentation or develop the products with the features and functionality discussed in this presentation. Additionally, Synopsys’ services and products may only be offered and purchased pursuant to an authorized quote and purchase order or a mutually agreed upon written contract with Synopsys.</a:t>
            </a:r>
          </a:p>
        </p:txBody>
      </p:sp>
    </p:spTree>
    <p:extLst>
      <p:ext uri="{BB962C8B-B14F-4D97-AF65-F5344CB8AC3E}">
        <p14:creationId xmlns:p14="http://schemas.microsoft.com/office/powerpoint/2010/main" val="4028982806"/>
      </p:ext>
    </p:extLst>
  </p:cSld>
  <p:clrMapOvr>
    <a:masterClrMapping/>
  </p:clrMapOvr>
  <p:extLst>
    <p:ext uri="{DCECCB84-F9BA-43D5-87BE-67443E8EF086}">
      <p15:sldGuideLst xmlns:p15="http://schemas.microsoft.com/office/powerpoint/2012/main">
        <p15:guide id="2" pos="7392">
          <p15:clr>
            <a:srgbClr val="5ACBF0"/>
          </p15:clr>
        </p15:guide>
        <p15:guide id="3" orient="horz" pos="3888">
          <p15:clr>
            <a:srgbClr val="5ACBF0"/>
          </p15:clr>
        </p15:guide>
        <p15:guide id="4" orient="horz" pos="372">
          <p15:clr>
            <a:srgbClr val="5ACBF0"/>
          </p15:clr>
        </p15:guide>
        <p15:guide id="5" pos="288">
          <p15:clr>
            <a:srgbClr val="5ACBF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cope">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05B211E6-87BE-4EC7-8E86-4064596A0E69}"/>
              </a:ext>
            </a:extLst>
          </p:cNvPr>
          <p:cNvSpPr>
            <a:spLocks noGrp="1"/>
          </p:cNvSpPr>
          <p:nvPr userDrawn="1">
            <p:ph type="body" sz="quarter" idx="10"/>
          </p:nvPr>
        </p:nvSpPr>
        <p:spPr>
          <a:xfrm>
            <a:off x="457200" y="1737754"/>
            <a:ext cx="11277922" cy="4663045"/>
          </a:xfrm>
        </p:spPr>
        <p:txBody>
          <a:bodyPr/>
          <a:lstStyle>
            <a:lvl1pPr marL="365760" indent="-365760">
              <a:spcBef>
                <a:spcPts val="600"/>
              </a:spcBef>
              <a:spcAft>
                <a:spcPts val="600"/>
              </a:spcAft>
              <a:defRPr/>
            </a:lvl1pPr>
            <a:lvl2pPr marL="640080" indent="-274320">
              <a:defRPr/>
            </a:lvl2pPr>
            <a:lvl3pPr marL="914400" indent="-274320">
              <a:defRPr/>
            </a:lvl3pPr>
            <a:lvl4pPr marL="1188720" indent="-274320">
              <a:defRPr/>
            </a:lvl4pPr>
          </a:lstStyle>
          <a:p>
            <a:pPr lvl="0"/>
            <a:r>
              <a:rPr lang="en-US"/>
              <a:t>Edit Master text styles</a:t>
            </a:r>
          </a:p>
          <a:p>
            <a:pPr lvl="1"/>
            <a:r>
              <a:rPr lang="en-US"/>
              <a:t>Second level</a:t>
            </a:r>
          </a:p>
          <a:p>
            <a:pPr lvl="2"/>
            <a:r>
              <a:rPr lang="en-US"/>
              <a:t>Third level</a:t>
            </a:r>
          </a:p>
          <a:p>
            <a:pPr lvl="3"/>
            <a:r>
              <a:rPr lang="en-US"/>
              <a:t>Fourth level</a:t>
            </a:r>
          </a:p>
        </p:txBody>
      </p:sp>
      <p:pic>
        <p:nvPicPr>
          <p:cNvPr id="10" name="Picture 9">
            <a:extLst>
              <a:ext uri="{FF2B5EF4-FFF2-40B4-BE49-F238E27FC236}">
                <a16:creationId xmlns:a16="http://schemas.microsoft.com/office/drawing/2014/main" id="{377B05DB-A977-4DFB-8026-0C01E80D3A1C}"/>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bwMode="ltGray">
          <a:xfrm>
            <a:off x="0" y="178203"/>
            <a:ext cx="5258534" cy="1095528"/>
          </a:xfrm>
          <a:prstGeom prst="rect">
            <a:avLst/>
          </a:prstGeom>
        </p:spPr>
      </p:pic>
      <p:sp>
        <p:nvSpPr>
          <p:cNvPr id="11" name="Title 4">
            <a:extLst>
              <a:ext uri="{FF2B5EF4-FFF2-40B4-BE49-F238E27FC236}">
                <a16:creationId xmlns:a16="http://schemas.microsoft.com/office/drawing/2014/main" id="{AA3CB389-48A5-49BB-A30B-013A5B53EFCD}"/>
              </a:ext>
            </a:extLst>
          </p:cNvPr>
          <p:cNvSpPr>
            <a:spLocks noGrp="1"/>
          </p:cNvSpPr>
          <p:nvPr>
            <p:ph type="title" hasCustomPrompt="1"/>
            <p:custDataLst>
              <p:tags r:id="rId1"/>
            </p:custDataLst>
          </p:nvPr>
        </p:nvSpPr>
        <p:spPr bwMode="gray">
          <a:xfrm>
            <a:off x="1498175" y="172006"/>
            <a:ext cx="3279102" cy="1087755"/>
          </a:xfrm>
          <a:noFill/>
          <a:ln>
            <a:noFill/>
          </a:ln>
        </p:spPr>
        <p:style>
          <a:lnRef idx="2">
            <a:schemeClr val="accent1">
              <a:shade val="50000"/>
            </a:schemeClr>
          </a:lnRef>
          <a:fillRef idx="1">
            <a:schemeClr val="accent1"/>
          </a:fillRef>
          <a:effectRef idx="0">
            <a:schemeClr val="accent1"/>
          </a:effectRef>
          <a:fontRef idx="minor">
            <a:schemeClr val="lt1"/>
          </a:fontRef>
        </p:style>
        <p:txBody>
          <a:bodyPr lIns="182880" rtlCol="0" anchor="ctr">
            <a:normAutofit/>
          </a:bodyPr>
          <a:lstStyle>
            <a:lvl1pPr>
              <a:defRPr sz="3200" dirty="0">
                <a:solidFill>
                  <a:schemeClr val="lt1"/>
                </a:solidFill>
                <a:latin typeface="+mj-lt"/>
                <a:ea typeface="+mn-ea"/>
                <a:cs typeface="+mn-cs"/>
              </a:defRPr>
            </a:lvl1pPr>
          </a:lstStyle>
          <a:p>
            <a:pPr marL="0" lvl="0" defTabSz="457200"/>
            <a:r>
              <a:rPr lang="en-US"/>
              <a:t>Click to Add a Title</a:t>
            </a:r>
            <a:endParaRPr/>
          </a:p>
        </p:txBody>
      </p:sp>
    </p:spTree>
    <p:extLst>
      <p:ext uri="{BB962C8B-B14F-4D97-AF65-F5344CB8AC3E}">
        <p14:creationId xmlns:p14="http://schemas.microsoft.com/office/powerpoint/2010/main" val="2577505583"/>
      </p:ext>
    </p:extLst>
  </p:cSld>
  <p:clrMapOvr>
    <a:masterClrMapping/>
  </p:clrMapOvr>
  <p:extLst>
    <p:ext uri="{DCECCB84-F9BA-43D5-87BE-67443E8EF086}">
      <p15:sldGuideLst xmlns:p15="http://schemas.microsoft.com/office/powerpoint/2012/main">
        <p15:guide id="1" pos="288">
          <p15:clr>
            <a:srgbClr val="5ACBF0"/>
          </p15:clr>
        </p15:guide>
        <p15:guide id="2" pos="7392">
          <p15:clr>
            <a:srgbClr val="5ACBF0"/>
          </p15:clr>
        </p15:guide>
        <p15:guide id="3" orient="horz" pos="1152">
          <p15:clr>
            <a:srgbClr val="5ACBF0"/>
          </p15:clr>
        </p15:guide>
        <p15:guide id="4" orient="horz" pos="3888">
          <p15:clr>
            <a:srgbClr val="5ACBF0"/>
          </p15:clr>
        </p15:guide>
        <p15:guide id="5" orient="horz" pos="720">
          <p15:clr>
            <a:srgbClr val="5ACBF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cope with background">
    <p:spTree>
      <p:nvGrpSpPr>
        <p:cNvPr id="1" name=""/>
        <p:cNvGrpSpPr/>
        <p:nvPr/>
      </p:nvGrpSpPr>
      <p:grpSpPr>
        <a:xfrm>
          <a:off x="0" y="0"/>
          <a:ext cx="0" cy="0"/>
          <a:chOff x="0" y="0"/>
          <a:chExt cx="0" cy="0"/>
        </a:xfrm>
      </p:grpSpPr>
      <p:pic>
        <p:nvPicPr>
          <p:cNvPr id="17" name="Picture 16">
            <a:extLst>
              <a:ext uri="{FF2B5EF4-FFF2-40B4-BE49-F238E27FC236}">
                <a16:creationId xmlns:a16="http://schemas.microsoft.com/office/drawing/2014/main" id="{1E873832-813A-459B-8A37-2E752C411F04}"/>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bwMode="ltGray">
          <a:xfrm>
            <a:off x="0" y="178203"/>
            <a:ext cx="5258534" cy="1095528"/>
          </a:xfrm>
          <a:prstGeom prst="rect">
            <a:avLst/>
          </a:prstGeom>
        </p:spPr>
      </p:pic>
      <p:pic>
        <p:nvPicPr>
          <p:cNvPr id="18" name="Picture 17">
            <a:extLst>
              <a:ext uri="{FF2B5EF4-FFF2-40B4-BE49-F238E27FC236}">
                <a16:creationId xmlns:a16="http://schemas.microsoft.com/office/drawing/2014/main" id="{F5F87E6C-9108-4445-AF14-EE92CFEB3452}"/>
              </a:ext>
            </a:extLst>
          </p:cNvPr>
          <p:cNvPicPr>
            <a:picLocks noChangeAspect="1"/>
          </p:cNvPicPr>
          <p:nvPr userDrawn="1"/>
        </p:nvPicPr>
        <p:blipFill rotWithShape="1">
          <a:blip r:embed="rId4" cstate="email">
            <a:extLst>
              <a:ext uri="{28A0092B-C50C-407E-A947-70E740481C1C}">
                <a14:useLocalDpi xmlns:a14="http://schemas.microsoft.com/office/drawing/2010/main"/>
              </a:ext>
            </a:extLst>
          </a:blip>
          <a:srcRect/>
          <a:stretch/>
        </p:blipFill>
        <p:spPr>
          <a:xfrm>
            <a:off x="0" y="1310092"/>
            <a:ext cx="12192000" cy="5217460"/>
          </a:xfrm>
          <a:prstGeom prst="rect">
            <a:avLst/>
          </a:prstGeom>
        </p:spPr>
      </p:pic>
      <p:sp>
        <p:nvSpPr>
          <p:cNvPr id="19" name="Text Placeholder 3">
            <a:extLst>
              <a:ext uri="{FF2B5EF4-FFF2-40B4-BE49-F238E27FC236}">
                <a16:creationId xmlns:a16="http://schemas.microsoft.com/office/drawing/2014/main" id="{F2E28495-B0B3-4070-BB83-3FB14AB729F0}"/>
              </a:ext>
            </a:extLst>
          </p:cNvPr>
          <p:cNvSpPr>
            <a:spLocks noGrp="1"/>
          </p:cNvSpPr>
          <p:nvPr>
            <p:ph type="body" sz="quarter" idx="10"/>
          </p:nvPr>
        </p:nvSpPr>
        <p:spPr>
          <a:xfrm>
            <a:off x="457200" y="1737755"/>
            <a:ext cx="11277922" cy="4430232"/>
          </a:xfrm>
          <a:solidFill>
            <a:schemeClr val="bg1">
              <a:alpha val="70000"/>
            </a:schemeClr>
          </a:solidFill>
        </p:spPr>
        <p:txBody>
          <a:bodyPr/>
          <a:lstStyle>
            <a:lvl1pPr marL="365760" indent="-365760">
              <a:spcBef>
                <a:spcPts val="600"/>
              </a:spcBef>
              <a:spcAft>
                <a:spcPts val="600"/>
              </a:spcAft>
              <a:defRPr/>
            </a:lvl1pPr>
            <a:lvl2pPr marL="640080" indent="-274320">
              <a:defRPr/>
            </a:lvl2pPr>
            <a:lvl3pPr marL="914400" indent="-274320">
              <a:defRPr/>
            </a:lvl3pPr>
            <a:lvl4pPr marL="1188720" indent="-274320">
              <a:defRPr/>
            </a:lvl4pPr>
          </a:lstStyle>
          <a:p>
            <a:pPr lvl="0"/>
            <a:r>
              <a:rPr lang="en-US"/>
              <a:t>Edit Master text styles</a:t>
            </a:r>
          </a:p>
          <a:p>
            <a:pPr lvl="1"/>
            <a:r>
              <a:rPr lang="en-US"/>
              <a:t>Second level</a:t>
            </a:r>
          </a:p>
          <a:p>
            <a:pPr lvl="2"/>
            <a:r>
              <a:rPr lang="en-US"/>
              <a:t>Third level</a:t>
            </a:r>
          </a:p>
          <a:p>
            <a:pPr lvl="3"/>
            <a:r>
              <a:rPr lang="en-US"/>
              <a:t>Fourth level</a:t>
            </a:r>
          </a:p>
        </p:txBody>
      </p:sp>
      <p:sp>
        <p:nvSpPr>
          <p:cNvPr id="20" name="Title 4">
            <a:extLst>
              <a:ext uri="{FF2B5EF4-FFF2-40B4-BE49-F238E27FC236}">
                <a16:creationId xmlns:a16="http://schemas.microsoft.com/office/drawing/2014/main" id="{BE7312B4-ABE7-4B7B-A96F-2CD31471F816}"/>
              </a:ext>
            </a:extLst>
          </p:cNvPr>
          <p:cNvSpPr>
            <a:spLocks noGrp="1"/>
          </p:cNvSpPr>
          <p:nvPr>
            <p:ph type="title" hasCustomPrompt="1"/>
            <p:custDataLst>
              <p:tags r:id="rId1"/>
            </p:custDataLst>
          </p:nvPr>
        </p:nvSpPr>
        <p:spPr bwMode="gray">
          <a:xfrm>
            <a:off x="1498175" y="178356"/>
            <a:ext cx="3279102" cy="1078992"/>
          </a:xfrm>
          <a:noFill/>
          <a:ln>
            <a:noFill/>
          </a:ln>
        </p:spPr>
        <p:style>
          <a:lnRef idx="2">
            <a:schemeClr val="accent1">
              <a:shade val="50000"/>
            </a:schemeClr>
          </a:lnRef>
          <a:fillRef idx="1">
            <a:schemeClr val="accent1"/>
          </a:fillRef>
          <a:effectRef idx="0">
            <a:schemeClr val="accent1"/>
          </a:effectRef>
          <a:fontRef idx="minor">
            <a:schemeClr val="lt1"/>
          </a:fontRef>
        </p:style>
        <p:txBody>
          <a:bodyPr lIns="182880" rtlCol="0" anchor="ctr">
            <a:normAutofit/>
          </a:bodyPr>
          <a:lstStyle>
            <a:lvl1pPr>
              <a:defRPr sz="3200" dirty="0">
                <a:solidFill>
                  <a:schemeClr val="lt1"/>
                </a:solidFill>
                <a:latin typeface="+mj-lt"/>
                <a:ea typeface="+mn-ea"/>
                <a:cs typeface="+mn-cs"/>
              </a:defRPr>
            </a:lvl1pPr>
          </a:lstStyle>
          <a:p>
            <a:pPr marL="0" lvl="0" defTabSz="457200"/>
            <a:r>
              <a:rPr lang="en-US"/>
              <a:t>Click to Add a Title</a:t>
            </a:r>
            <a:endParaRPr/>
          </a:p>
        </p:txBody>
      </p:sp>
    </p:spTree>
    <p:extLst>
      <p:ext uri="{BB962C8B-B14F-4D97-AF65-F5344CB8AC3E}">
        <p14:creationId xmlns:p14="http://schemas.microsoft.com/office/powerpoint/2010/main" val="788968314"/>
      </p:ext>
    </p:extLst>
  </p:cSld>
  <p:clrMapOvr>
    <a:masterClrMapping/>
  </p:clrMapOvr>
  <p:extLst>
    <p:ext uri="{DCECCB84-F9BA-43D5-87BE-67443E8EF086}">
      <p15:sldGuideLst xmlns:p15="http://schemas.microsoft.com/office/powerpoint/2012/main">
        <p15:guide id="1" pos="288">
          <p15:clr>
            <a:srgbClr val="5ACBF0"/>
          </p15:clr>
        </p15:guide>
        <p15:guide id="2" pos="7392">
          <p15:clr>
            <a:srgbClr val="5ACBF0"/>
          </p15:clr>
        </p15:guide>
        <p15:guide id="3" orient="horz" pos="1152">
          <p15:clr>
            <a:srgbClr val="5ACBF0"/>
          </p15:clr>
        </p15:guide>
        <p15:guide id="4" orient="horz" pos="3888">
          <p15:clr>
            <a:srgbClr val="5ACBF0"/>
          </p15:clr>
        </p15:guide>
        <p15:guide id="5" orient="horz" pos="720">
          <p15:clr>
            <a:srgbClr val="5ACBF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Quiz">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709ACD3E-DBDC-4D0E-A88F-26A04005602E}"/>
              </a:ext>
            </a:extLst>
          </p:cNvPr>
          <p:cNvPicPr>
            <a:picLocks noChangeAspect="1"/>
          </p:cNvPicPr>
          <p:nvPr userDrawn="1"/>
        </p:nvPicPr>
        <p:blipFill>
          <a:blip r:embed="rId3"/>
          <a:stretch>
            <a:fillRect/>
          </a:stretch>
        </p:blipFill>
        <p:spPr>
          <a:xfrm>
            <a:off x="0" y="182880"/>
            <a:ext cx="3748443" cy="1097280"/>
          </a:xfrm>
          <a:prstGeom prst="rect">
            <a:avLst/>
          </a:prstGeom>
        </p:spPr>
      </p:pic>
      <p:sp>
        <p:nvSpPr>
          <p:cNvPr id="4" name="Text Placeholder 3">
            <a:extLst>
              <a:ext uri="{FF2B5EF4-FFF2-40B4-BE49-F238E27FC236}">
                <a16:creationId xmlns:a16="http://schemas.microsoft.com/office/drawing/2014/main" id="{05B211E6-87BE-4EC7-8E86-4064596A0E69}"/>
              </a:ext>
            </a:extLst>
          </p:cNvPr>
          <p:cNvSpPr>
            <a:spLocks noGrp="1"/>
          </p:cNvSpPr>
          <p:nvPr>
            <p:ph type="body" sz="quarter" idx="10"/>
          </p:nvPr>
        </p:nvSpPr>
        <p:spPr>
          <a:xfrm>
            <a:off x="457200" y="1737754"/>
            <a:ext cx="11277922" cy="4663045"/>
          </a:xfrm>
        </p:spPr>
        <p:txBody>
          <a:bodyPr/>
          <a:lstStyle>
            <a:lvl1pPr marL="365760" indent="-365760">
              <a:spcBef>
                <a:spcPts val="600"/>
              </a:spcBef>
              <a:spcAft>
                <a:spcPts val="600"/>
              </a:spcAft>
              <a:defRPr/>
            </a:lvl1pPr>
            <a:lvl2pPr marL="640080" indent="-274320">
              <a:defRPr/>
            </a:lvl2pPr>
            <a:lvl3pPr marL="914400" indent="-274320">
              <a:defRPr/>
            </a:lvl3pPr>
            <a:lvl4pPr marL="1188720" indent="-274320">
              <a:defRPr/>
            </a:lvl4pPr>
          </a:lstStyle>
          <a:p>
            <a:pPr lvl="0"/>
            <a:r>
              <a:rPr lang="en-US"/>
              <a:t>Edit Master text styles</a:t>
            </a:r>
          </a:p>
          <a:p>
            <a:pPr lvl="1"/>
            <a:r>
              <a:rPr lang="en-US"/>
              <a:t>Second level</a:t>
            </a:r>
          </a:p>
          <a:p>
            <a:pPr lvl="2"/>
            <a:r>
              <a:rPr lang="en-US"/>
              <a:t>Third level</a:t>
            </a:r>
          </a:p>
          <a:p>
            <a:pPr lvl="3"/>
            <a:r>
              <a:rPr lang="en-US"/>
              <a:t>Fourth level</a:t>
            </a:r>
          </a:p>
        </p:txBody>
      </p:sp>
      <p:sp>
        <p:nvSpPr>
          <p:cNvPr id="41" name="Title 4">
            <a:extLst>
              <a:ext uri="{FF2B5EF4-FFF2-40B4-BE49-F238E27FC236}">
                <a16:creationId xmlns:a16="http://schemas.microsoft.com/office/drawing/2014/main" id="{D1F73CD5-AFE0-49A0-80CB-BDF8A7D1A0DC}"/>
              </a:ext>
            </a:extLst>
          </p:cNvPr>
          <p:cNvSpPr txBox="1">
            <a:spLocks/>
          </p:cNvSpPr>
          <p:nvPr userDrawn="1">
            <p:custDataLst>
              <p:tags r:id="rId1"/>
            </p:custDataLst>
          </p:nvPr>
        </p:nvSpPr>
        <p:spPr>
          <a:xfrm>
            <a:off x="1655492" y="226637"/>
            <a:ext cx="1422825" cy="1005840"/>
          </a:xfrm>
          <a:prstGeom prst="rect">
            <a:avLst/>
          </a:prstGeom>
          <a:noFill/>
          <a:ln w="12700"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vert="horz" lIns="182880" tIns="45720" rIns="91440" bIns="45720" rtlCol="0" anchor="ctr">
            <a:normAutofit/>
          </a:bodyPr>
          <a:lstStyle>
            <a:lvl1pPr algn="l" defTabSz="914400" rtl="0" eaLnBrk="1" latinLnBrk="0" hangingPunct="1">
              <a:lnSpc>
                <a:spcPct val="100000"/>
              </a:lnSpc>
              <a:spcBef>
                <a:spcPct val="0"/>
              </a:spcBef>
              <a:buNone/>
              <a:defRPr sz="3200" b="0" kern="1200" dirty="0">
                <a:solidFill>
                  <a:schemeClr val="lt1"/>
                </a:solidFill>
                <a:latin typeface="+mj-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defTabSz="457200"/>
            <a:r>
              <a:rPr lang="en-US"/>
              <a:t>Quiz</a:t>
            </a:r>
          </a:p>
        </p:txBody>
      </p:sp>
      <p:pic>
        <p:nvPicPr>
          <p:cNvPr id="42" name="Picture 41" descr="Icon&#10;&#10;Description automatically generated">
            <a:extLst>
              <a:ext uri="{FF2B5EF4-FFF2-40B4-BE49-F238E27FC236}">
                <a16:creationId xmlns:a16="http://schemas.microsoft.com/office/drawing/2014/main" id="{DD38C84F-5193-4955-901F-6299B8236D9B}"/>
              </a:ext>
            </a:extLst>
          </p:cNvPr>
          <p:cNvPicPr>
            <a:picLocks noChangeAspect="1"/>
          </p:cNvPicPr>
          <p:nvPr userDrawn="1"/>
        </p:nvPicPr>
        <p:blipFill>
          <a:blip r:embed="rId4"/>
          <a:stretch>
            <a:fillRect/>
          </a:stretch>
        </p:blipFill>
        <p:spPr>
          <a:xfrm>
            <a:off x="553417" y="355597"/>
            <a:ext cx="896190" cy="816935"/>
          </a:xfrm>
          <a:prstGeom prst="rect">
            <a:avLst/>
          </a:prstGeom>
        </p:spPr>
      </p:pic>
    </p:spTree>
    <p:extLst>
      <p:ext uri="{BB962C8B-B14F-4D97-AF65-F5344CB8AC3E}">
        <p14:creationId xmlns:p14="http://schemas.microsoft.com/office/powerpoint/2010/main" val="543790805"/>
      </p:ext>
    </p:extLst>
  </p:cSld>
  <p:clrMapOvr>
    <a:masterClrMapping/>
  </p:clrMapOvr>
  <p:extLst>
    <p:ext uri="{DCECCB84-F9BA-43D5-87BE-67443E8EF086}">
      <p15:sldGuideLst xmlns:p15="http://schemas.microsoft.com/office/powerpoint/2012/main">
        <p15:guide id="1" pos="288">
          <p15:clr>
            <a:srgbClr val="5ACBF0"/>
          </p15:clr>
        </p15:guide>
        <p15:guide id="2" pos="7392">
          <p15:clr>
            <a:srgbClr val="5ACBF0"/>
          </p15:clr>
        </p15:guide>
        <p15:guide id="3" orient="horz" pos="1152">
          <p15:clr>
            <a:srgbClr val="5ACBF0"/>
          </p15:clr>
        </p15:guide>
        <p15:guide id="4" orient="horz" pos="3888">
          <p15:clr>
            <a:srgbClr val="5ACBF0"/>
          </p15:clr>
        </p15:guide>
        <p15:guide id="5" orient="horz" pos="720">
          <p15:clr>
            <a:srgbClr val="5ACBF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Objectives end">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0144ACF8-D142-4EA6-904C-F3059944D168}"/>
              </a:ext>
              <a:ext uri="{C183D7F6-B498-43B3-948B-1728B52AA6E4}">
                <adec:decorative xmlns:adec="http://schemas.microsoft.com/office/drawing/2017/decorative" val="1"/>
              </a:ext>
            </a:extLst>
          </p:cNvPr>
          <p:cNvPicPr>
            <a:picLocks noChangeAspect="1"/>
          </p:cNvPicPr>
          <p:nvPr userDrawn="1"/>
        </p:nvPicPr>
        <p:blipFill>
          <a:blip r:embed="rId4"/>
          <a:stretch>
            <a:fillRect/>
          </a:stretch>
        </p:blipFill>
        <p:spPr bwMode="ltGray">
          <a:xfrm>
            <a:off x="0" y="178203"/>
            <a:ext cx="5258534" cy="1095528"/>
          </a:xfrm>
          <a:prstGeom prst="rect">
            <a:avLst/>
          </a:prstGeom>
        </p:spPr>
      </p:pic>
      <p:sp>
        <p:nvSpPr>
          <p:cNvPr id="4" name="Text Placeholder 3">
            <a:extLst>
              <a:ext uri="{FF2B5EF4-FFF2-40B4-BE49-F238E27FC236}">
                <a16:creationId xmlns:a16="http://schemas.microsoft.com/office/drawing/2014/main" id="{05B211E6-87BE-4EC7-8E86-4064596A0E69}"/>
              </a:ext>
            </a:extLst>
          </p:cNvPr>
          <p:cNvSpPr>
            <a:spLocks noGrp="1"/>
          </p:cNvSpPr>
          <p:nvPr userDrawn="1">
            <p:ph type="body" sz="quarter" idx="10"/>
          </p:nvPr>
        </p:nvSpPr>
        <p:spPr>
          <a:xfrm>
            <a:off x="457200" y="1737754"/>
            <a:ext cx="5638800" cy="4663045"/>
          </a:xfrm>
        </p:spPr>
        <p:txBody>
          <a:bodyPr/>
          <a:lstStyle>
            <a:lvl1pPr marL="365760" indent="-365760">
              <a:spcBef>
                <a:spcPts val="600"/>
              </a:spcBef>
              <a:spcAft>
                <a:spcPts val="600"/>
              </a:spcAft>
              <a:defRPr/>
            </a:lvl1pPr>
            <a:lvl2pPr marL="640080" indent="-274320">
              <a:defRPr/>
            </a:lvl2pPr>
            <a:lvl3pPr marL="914400" indent="-274320">
              <a:defRPr/>
            </a:lvl3pPr>
            <a:lvl4pPr marL="1188720" indent="-274320">
              <a:defRPr/>
            </a:lvl4pPr>
          </a:lstStyle>
          <a:p>
            <a:pPr lvl="0"/>
            <a:r>
              <a:rPr lang="en-US"/>
              <a:t>Edit Master text styles</a:t>
            </a:r>
          </a:p>
          <a:p>
            <a:pPr lvl="1"/>
            <a:r>
              <a:rPr lang="en-US"/>
              <a:t>Second level</a:t>
            </a:r>
          </a:p>
          <a:p>
            <a:pPr lvl="2"/>
            <a:r>
              <a:rPr lang="en-US"/>
              <a:t>Third level</a:t>
            </a:r>
          </a:p>
          <a:p>
            <a:pPr lvl="3"/>
            <a:r>
              <a:rPr lang="en-US"/>
              <a:t>Fourth level</a:t>
            </a:r>
          </a:p>
        </p:txBody>
      </p:sp>
      <p:pic>
        <p:nvPicPr>
          <p:cNvPr id="7" name="Picture 6">
            <a:extLst>
              <a:ext uri="{FF2B5EF4-FFF2-40B4-BE49-F238E27FC236}">
                <a16:creationId xmlns:a16="http://schemas.microsoft.com/office/drawing/2014/main" id="{20EB06D5-E8E9-40AF-A2B8-743D9359C9C2}"/>
              </a:ext>
            </a:extLst>
          </p:cNvPr>
          <p:cNvPicPr>
            <a:picLocks noChangeAspect="1"/>
          </p:cNvPicPr>
          <p:nvPr userDrawn="1"/>
        </p:nvPicPr>
        <p:blipFill>
          <a:blip r:embed="rId5"/>
          <a:stretch>
            <a:fillRect/>
          </a:stretch>
        </p:blipFill>
        <p:spPr>
          <a:xfrm>
            <a:off x="362164" y="259001"/>
            <a:ext cx="926672" cy="926672"/>
          </a:xfrm>
          <a:prstGeom prst="rect">
            <a:avLst/>
          </a:prstGeom>
        </p:spPr>
      </p:pic>
      <p:sp>
        <p:nvSpPr>
          <p:cNvPr id="9" name="Title 4">
            <a:extLst>
              <a:ext uri="{FF2B5EF4-FFF2-40B4-BE49-F238E27FC236}">
                <a16:creationId xmlns:a16="http://schemas.microsoft.com/office/drawing/2014/main" id="{7B3316A4-5E32-46E9-B90B-EE77B07D3533}"/>
              </a:ext>
            </a:extLst>
          </p:cNvPr>
          <p:cNvSpPr>
            <a:spLocks noGrp="1"/>
          </p:cNvSpPr>
          <p:nvPr userDrawn="1">
            <p:ph type="title" hasCustomPrompt="1"/>
            <p:custDataLst>
              <p:tags r:id="rId1"/>
            </p:custDataLst>
          </p:nvPr>
        </p:nvSpPr>
        <p:spPr bwMode="gray">
          <a:xfrm>
            <a:off x="1498175" y="182880"/>
            <a:ext cx="3279102" cy="1087755"/>
          </a:xfrm>
          <a:noFill/>
          <a:ln>
            <a:noFill/>
          </a:ln>
        </p:spPr>
        <p:style>
          <a:lnRef idx="2">
            <a:schemeClr val="accent1">
              <a:shade val="50000"/>
            </a:schemeClr>
          </a:lnRef>
          <a:fillRef idx="1">
            <a:schemeClr val="accent1"/>
          </a:fillRef>
          <a:effectRef idx="0">
            <a:schemeClr val="accent1"/>
          </a:effectRef>
          <a:fontRef idx="minor">
            <a:schemeClr val="lt1"/>
          </a:fontRef>
        </p:style>
        <p:txBody>
          <a:bodyPr lIns="182880" rtlCol="0" anchor="ctr">
            <a:normAutofit/>
          </a:bodyPr>
          <a:lstStyle>
            <a:lvl1pPr>
              <a:defRPr sz="3200" dirty="0">
                <a:solidFill>
                  <a:schemeClr val="lt1"/>
                </a:solidFill>
                <a:latin typeface="+mj-lt"/>
                <a:ea typeface="+mn-ea"/>
                <a:cs typeface="+mn-cs"/>
              </a:defRPr>
            </a:lvl1pPr>
          </a:lstStyle>
          <a:p>
            <a:pPr marL="0" lvl="0" defTabSz="457200"/>
            <a:r>
              <a:rPr lang="en-US"/>
              <a:t>Click to Add a Title</a:t>
            </a:r>
            <a:endParaRPr/>
          </a:p>
        </p:txBody>
      </p:sp>
      <p:sp>
        <p:nvSpPr>
          <p:cNvPr id="8" name="ConStatement">
            <a:extLst>
              <a:ext uri="{FF2B5EF4-FFF2-40B4-BE49-F238E27FC236}">
                <a16:creationId xmlns:a16="http://schemas.microsoft.com/office/drawing/2014/main" id="{DF604FF0-2DB9-449C-BFEA-2BBAB8E5CAFB}"/>
              </a:ext>
            </a:extLst>
          </p:cNvPr>
          <p:cNvSpPr txBox="1"/>
          <p:nvPr userDrawn="1">
            <p:custDataLst>
              <p:tags r:id="rId2"/>
            </p:custDataLst>
          </p:nvPr>
        </p:nvSpPr>
        <p:spPr>
          <a:xfrm>
            <a:off x="4200525" y="6605464"/>
            <a:ext cx="3790950" cy="245794"/>
          </a:xfrm>
          <a:prstGeom prst="rect">
            <a:avLst/>
          </a:prstGeom>
          <a:solidFill>
            <a:schemeClr val="bg1"/>
          </a:solidFill>
        </p:spPr>
        <p:txBody>
          <a:bodyPr vert="horz" wrap="none" lIns="91440" tIns="45720" rIns="91440" bIns="45720" rtlCol="0" anchor="ctr">
            <a:noAutofit/>
          </a:bodyPr>
          <a:lstStyle/>
          <a:p>
            <a:pPr algn="ctr"/>
            <a:endParaRPr sz="800">
              <a:solidFill>
                <a:srgbClr val="7F7F7F"/>
              </a:solidFill>
              <a:latin typeface="Arial"/>
            </a:endParaRPr>
          </a:p>
        </p:txBody>
      </p:sp>
    </p:spTree>
    <p:extLst>
      <p:ext uri="{BB962C8B-B14F-4D97-AF65-F5344CB8AC3E}">
        <p14:creationId xmlns:p14="http://schemas.microsoft.com/office/powerpoint/2010/main" val="371657431"/>
      </p:ext>
    </p:extLst>
  </p:cSld>
  <p:clrMapOvr>
    <a:masterClrMapping/>
  </p:clrMapOvr>
  <p:extLst>
    <p:ext uri="{DCECCB84-F9BA-43D5-87BE-67443E8EF086}">
      <p15:sldGuideLst xmlns:p15="http://schemas.microsoft.com/office/powerpoint/2012/main">
        <p15:guide id="1" pos="288">
          <p15:clr>
            <a:srgbClr val="5ACBF0"/>
          </p15:clr>
        </p15:guide>
        <p15:guide id="2" pos="7392">
          <p15:clr>
            <a:srgbClr val="5ACBF0"/>
          </p15:clr>
        </p15:guide>
        <p15:guide id="3" orient="horz" pos="1152">
          <p15:clr>
            <a:srgbClr val="5ACBF0"/>
          </p15:clr>
        </p15:guide>
        <p15:guide id="4" orient="horz" pos="3888">
          <p15:clr>
            <a:srgbClr val="5ACBF0"/>
          </p15:clr>
        </p15:guide>
        <p15:guide id="5" orient="horz" pos="720">
          <p15:clr>
            <a:srgbClr val="5ACBF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AC4FDD83-45EE-4570-BDB4-2BCC3000CD23}"/>
              </a:ext>
            </a:extLst>
          </p:cNvPr>
          <p:cNvPicPr>
            <a:picLocks noChangeAspect="1"/>
          </p:cNvPicPr>
          <p:nvPr userDrawn="1"/>
        </p:nvPicPr>
        <p:blipFill>
          <a:blip r:embed="rId3"/>
          <a:stretch>
            <a:fillRect/>
          </a:stretch>
        </p:blipFill>
        <p:spPr>
          <a:xfrm>
            <a:off x="1" y="183401"/>
            <a:ext cx="11995149" cy="713232"/>
          </a:xfrm>
          <a:prstGeom prst="rect">
            <a:avLst/>
          </a:prstGeom>
        </p:spPr>
      </p:pic>
      <p:sp>
        <p:nvSpPr>
          <p:cNvPr id="5" name="Title 4">
            <a:extLst>
              <a:ext uri="{FF2B5EF4-FFF2-40B4-BE49-F238E27FC236}">
                <a16:creationId xmlns:a16="http://schemas.microsoft.com/office/drawing/2014/main" id="{13AB35E0-AD47-4AD2-A594-DF7D8B2173E4}"/>
              </a:ext>
            </a:extLst>
          </p:cNvPr>
          <p:cNvSpPr>
            <a:spLocks noGrp="1"/>
          </p:cNvSpPr>
          <p:nvPr userDrawn="1">
            <p:ph type="title" hasCustomPrompt="1"/>
            <p:custDataLst>
              <p:tags r:id="rId1"/>
            </p:custDataLst>
          </p:nvPr>
        </p:nvSpPr>
        <p:spPr>
          <a:xfrm>
            <a:off x="-1" y="183402"/>
            <a:ext cx="11612880" cy="704088"/>
          </a:xfrm>
          <a:noFill/>
          <a:ln>
            <a:noFill/>
          </a:ln>
        </p:spPr>
        <p:style>
          <a:lnRef idx="2">
            <a:schemeClr val="accent1">
              <a:shade val="50000"/>
            </a:schemeClr>
          </a:lnRef>
          <a:fillRef idx="1">
            <a:schemeClr val="accent1"/>
          </a:fillRef>
          <a:effectRef idx="0">
            <a:schemeClr val="accent1"/>
          </a:effectRef>
          <a:fontRef idx="minor">
            <a:schemeClr val="lt1"/>
          </a:fontRef>
        </p:style>
        <p:txBody>
          <a:bodyPr lIns="457200" rtlCol="0" anchor="ctr">
            <a:normAutofit/>
          </a:bodyPr>
          <a:lstStyle>
            <a:lvl1pPr>
              <a:defRPr sz="3200" dirty="0">
                <a:solidFill>
                  <a:schemeClr val="lt1"/>
                </a:solidFill>
                <a:latin typeface="+mj-lt"/>
                <a:ea typeface="+mn-ea"/>
                <a:cs typeface="+mn-cs"/>
              </a:defRPr>
            </a:lvl1pPr>
          </a:lstStyle>
          <a:p>
            <a:pPr marL="0" lvl="0" defTabSz="457200"/>
            <a:r>
              <a:rPr lang="en-US"/>
              <a:t>Click to Add a Title</a:t>
            </a:r>
            <a:endParaRPr/>
          </a:p>
        </p:txBody>
      </p:sp>
      <p:sp>
        <p:nvSpPr>
          <p:cNvPr id="4" name="Text Placeholder 3">
            <a:extLst>
              <a:ext uri="{FF2B5EF4-FFF2-40B4-BE49-F238E27FC236}">
                <a16:creationId xmlns:a16="http://schemas.microsoft.com/office/drawing/2014/main" id="{05B211E6-87BE-4EC7-8E86-4064596A0E69}"/>
              </a:ext>
            </a:extLst>
          </p:cNvPr>
          <p:cNvSpPr>
            <a:spLocks noGrp="1"/>
          </p:cNvSpPr>
          <p:nvPr userDrawn="1">
            <p:ph type="body" sz="quarter" idx="10"/>
          </p:nvPr>
        </p:nvSpPr>
        <p:spPr>
          <a:xfrm>
            <a:off x="457200" y="1188720"/>
            <a:ext cx="11277922" cy="5185186"/>
          </a:xfrm>
        </p:spPr>
        <p:txBody>
          <a:bodyPr/>
          <a:lstStyle>
            <a:lvl1pPr marL="365760" indent="-365760">
              <a:spcBef>
                <a:spcPts val="600"/>
              </a:spcBef>
              <a:spcAft>
                <a:spcPts val="600"/>
              </a:spcAft>
              <a:defRPr/>
            </a:lvl1pPr>
            <a:lvl2pPr marL="640080" indent="-274320">
              <a:defRPr/>
            </a:lvl2pPr>
            <a:lvl3pPr marL="914400" indent="-274320">
              <a:defRPr/>
            </a:lvl3pPr>
            <a:lvl4pPr marL="1188720" indent="-274320">
              <a:defRPr/>
            </a:lvl4pPr>
          </a:lstStyle>
          <a:p>
            <a:pPr lvl="0"/>
            <a:r>
              <a:rPr lang="en-US"/>
              <a:t>Edit Master text styles</a:t>
            </a:r>
          </a:p>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3193586949"/>
      </p:ext>
    </p:extLst>
  </p:cSld>
  <p:clrMapOvr>
    <a:masterClrMapping/>
  </p:clrMapOvr>
  <p:extLst>
    <p:ext uri="{DCECCB84-F9BA-43D5-87BE-67443E8EF086}">
      <p15:sldGuideLst xmlns:p15="http://schemas.microsoft.com/office/powerpoint/2012/main">
        <p15:guide id="1" pos="288">
          <p15:clr>
            <a:srgbClr val="5ACBF0"/>
          </p15:clr>
        </p15:guide>
        <p15:guide id="2" pos="7392">
          <p15:clr>
            <a:srgbClr val="5ACBF0"/>
          </p15:clr>
        </p15:guide>
        <p15:guide id="3" orient="horz" pos="1152">
          <p15:clr>
            <a:srgbClr val="5ACBF0"/>
          </p15:clr>
        </p15:guide>
        <p15:guide id="4" orient="horz" pos="3888">
          <p15:clr>
            <a:srgbClr val="5ACBF0"/>
          </p15:clr>
        </p15:guide>
        <p15:guide id="5" orient="horz" pos="720">
          <p15:clr>
            <a:srgbClr val="5ACBF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7C561280-4D33-451D-A498-69BD4915C628}"/>
              </a:ext>
            </a:extLst>
          </p:cNvPr>
          <p:cNvPicPr>
            <a:picLocks noChangeAspect="1"/>
          </p:cNvPicPr>
          <p:nvPr userDrawn="1"/>
        </p:nvPicPr>
        <p:blipFill>
          <a:blip r:embed="rId3"/>
          <a:stretch>
            <a:fillRect/>
          </a:stretch>
        </p:blipFill>
        <p:spPr>
          <a:xfrm>
            <a:off x="1" y="183401"/>
            <a:ext cx="11995149" cy="713232"/>
          </a:xfrm>
          <a:prstGeom prst="rect">
            <a:avLst/>
          </a:prstGeom>
        </p:spPr>
      </p:pic>
      <p:sp>
        <p:nvSpPr>
          <p:cNvPr id="3" name="Title 2">
            <a:extLst>
              <a:ext uri="{FF2B5EF4-FFF2-40B4-BE49-F238E27FC236}">
                <a16:creationId xmlns:a16="http://schemas.microsoft.com/office/drawing/2014/main" id="{3E70CAF9-E820-418F-A14D-F56F01578AF6}"/>
              </a:ext>
            </a:extLst>
          </p:cNvPr>
          <p:cNvSpPr>
            <a:spLocks noGrp="1"/>
          </p:cNvSpPr>
          <p:nvPr>
            <p:ph type="title" hasCustomPrompt="1"/>
            <p:custDataLst>
              <p:tags r:id="rId1"/>
            </p:custDataLst>
          </p:nvPr>
        </p:nvSpPr>
        <p:spPr>
          <a:xfrm>
            <a:off x="0" y="183401"/>
            <a:ext cx="11612880" cy="704088"/>
          </a:xfrm>
          <a:noFill/>
          <a:ln>
            <a:noFill/>
          </a:ln>
        </p:spPr>
        <p:style>
          <a:lnRef idx="2">
            <a:schemeClr val="accent1">
              <a:shade val="50000"/>
            </a:schemeClr>
          </a:lnRef>
          <a:fillRef idx="1">
            <a:schemeClr val="accent1"/>
          </a:fillRef>
          <a:effectRef idx="0">
            <a:schemeClr val="accent1"/>
          </a:effectRef>
          <a:fontRef idx="minor">
            <a:schemeClr val="lt1"/>
          </a:fontRef>
        </p:style>
        <p:txBody>
          <a:bodyPr vert="horz" lIns="457200" tIns="45720" rIns="91440" bIns="45720" rtlCol="0" anchor="ctr">
            <a:normAutofit/>
          </a:bodyPr>
          <a:lstStyle>
            <a:lvl1pPr>
              <a:defRPr dirty="0">
                <a:latin typeface="+mj-lt"/>
              </a:defRPr>
            </a:lvl1pPr>
          </a:lstStyle>
          <a:p>
            <a:pPr marL="0" lvl="0" defTabSz="457200"/>
            <a:r>
              <a:t>Click to Add a Title</a:t>
            </a:r>
          </a:p>
        </p:txBody>
      </p:sp>
    </p:spTree>
    <p:extLst>
      <p:ext uri="{BB962C8B-B14F-4D97-AF65-F5344CB8AC3E}">
        <p14:creationId xmlns:p14="http://schemas.microsoft.com/office/powerpoint/2010/main" val="2866077662"/>
      </p:ext>
    </p:extLst>
  </p:cSld>
  <p:clrMapOvr>
    <a:masterClrMapping/>
  </p:clrMapOvr>
  <p:extLst>
    <p:ext uri="{DCECCB84-F9BA-43D5-87BE-67443E8EF086}">
      <p15:sldGuideLst xmlns:p15="http://schemas.microsoft.com/office/powerpoint/2012/main">
        <p15:guide id="1" pos="288">
          <p15:clr>
            <a:srgbClr val="5ACBF0"/>
          </p15:clr>
        </p15:guide>
        <p15:guide id="2" pos="7392">
          <p15:clr>
            <a:srgbClr val="5ACBF0"/>
          </p15:clr>
        </p15:guide>
        <p15:guide id="3" orient="horz" pos="3888">
          <p15:clr>
            <a:srgbClr val="5ACBF0"/>
          </p15:clr>
        </p15:guide>
        <p15:guide id="4" orient="horz" pos="720">
          <p15:clr>
            <a:srgbClr val="5ACBF0"/>
          </p15:clr>
        </p15:guide>
        <p15:guide id="5" orient="horz" pos="1152">
          <p15:clr>
            <a:srgbClr val="5ACBF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D9F51924-A24A-489C-BBC3-DABEE7760686}"/>
              </a:ext>
            </a:extLst>
          </p:cNvPr>
          <p:cNvPicPr>
            <a:picLocks noChangeAspect="1"/>
          </p:cNvPicPr>
          <p:nvPr userDrawn="1"/>
        </p:nvPicPr>
        <p:blipFill>
          <a:blip r:embed="rId3"/>
          <a:stretch>
            <a:fillRect/>
          </a:stretch>
        </p:blipFill>
        <p:spPr>
          <a:xfrm>
            <a:off x="1" y="183401"/>
            <a:ext cx="11995149" cy="713232"/>
          </a:xfrm>
          <a:prstGeom prst="rect">
            <a:avLst/>
          </a:prstGeom>
        </p:spPr>
      </p:pic>
      <p:sp>
        <p:nvSpPr>
          <p:cNvPr id="2" name="Title 1"/>
          <p:cNvSpPr>
            <a:spLocks noGrp="1"/>
          </p:cNvSpPr>
          <p:nvPr>
            <p:ph type="title" hasCustomPrompt="1"/>
            <p:custDataLst>
              <p:tags r:id="rId1"/>
            </p:custDataLst>
          </p:nvPr>
        </p:nvSpPr>
        <p:spPr>
          <a:xfrm>
            <a:off x="0" y="183402"/>
            <a:ext cx="11615351" cy="704088"/>
          </a:xfrm>
          <a:noFill/>
          <a:ln>
            <a:noFill/>
          </a:ln>
        </p:spPr>
        <p:style>
          <a:lnRef idx="2">
            <a:schemeClr val="accent1">
              <a:shade val="50000"/>
            </a:schemeClr>
          </a:lnRef>
          <a:fillRef idx="1">
            <a:schemeClr val="accent1"/>
          </a:fillRef>
          <a:effectRef idx="0">
            <a:schemeClr val="accent1"/>
          </a:effectRef>
          <a:fontRef idx="minor">
            <a:schemeClr val="lt1"/>
          </a:fontRef>
        </p:style>
        <p:txBody>
          <a:bodyPr vert="horz" lIns="457200" tIns="45720" rIns="91440" bIns="45720" rtlCol="0" anchor="ctr">
            <a:normAutofit/>
          </a:bodyPr>
          <a:lstStyle>
            <a:lvl1pPr>
              <a:defRPr dirty="0">
                <a:solidFill>
                  <a:schemeClr val="lt1"/>
                </a:solidFill>
                <a:ea typeface="+mn-ea"/>
                <a:cs typeface="+mn-cs"/>
              </a:defRPr>
            </a:lvl1pPr>
          </a:lstStyle>
          <a:p>
            <a:pPr marL="0" lvl="0" defTabSz="457200"/>
            <a:r>
              <a:t>Click to Add a Title</a:t>
            </a:r>
          </a:p>
        </p:txBody>
      </p:sp>
      <p:sp>
        <p:nvSpPr>
          <p:cNvPr id="9" name="Text Placeholder 8">
            <a:extLst>
              <a:ext uri="{FF2B5EF4-FFF2-40B4-BE49-F238E27FC236}">
                <a16:creationId xmlns:a16="http://schemas.microsoft.com/office/drawing/2014/main" id="{E9214336-643F-45BB-8453-2539A84E7CFF}"/>
              </a:ext>
            </a:extLst>
          </p:cNvPr>
          <p:cNvSpPr>
            <a:spLocks noGrp="1"/>
          </p:cNvSpPr>
          <p:nvPr userDrawn="1">
            <p:ph type="body" sz="quarter" idx="13"/>
          </p:nvPr>
        </p:nvSpPr>
        <p:spPr>
          <a:xfrm>
            <a:off x="457200" y="1188720"/>
            <a:ext cx="5524500" cy="5238974"/>
          </a:xfrm>
        </p:spPr>
        <p:txBody>
          <a:bodyPr/>
          <a:lstStyle>
            <a:lvl1pPr>
              <a:spcBef>
                <a:spcPts val="600"/>
              </a:spcBef>
              <a:spcAft>
                <a:spcPts val="600"/>
              </a:spcAft>
              <a:defRPr/>
            </a:lvl1pPr>
          </a:lstStyle>
          <a:p>
            <a:pPr lvl="0"/>
            <a:r>
              <a:rPr lang="en-US"/>
              <a:t>Edit Master text styles</a:t>
            </a:r>
          </a:p>
          <a:p>
            <a:pPr lvl="1"/>
            <a:r>
              <a:rPr lang="en-US"/>
              <a:t>Second level</a:t>
            </a:r>
          </a:p>
          <a:p>
            <a:pPr lvl="2"/>
            <a:r>
              <a:rPr lang="en-US"/>
              <a:t>Third level</a:t>
            </a:r>
          </a:p>
          <a:p>
            <a:pPr lvl="3"/>
            <a:r>
              <a:rPr lang="en-US"/>
              <a:t>Fourth level</a:t>
            </a:r>
          </a:p>
        </p:txBody>
      </p:sp>
      <p:sp>
        <p:nvSpPr>
          <p:cNvPr id="11" name="Text Placeholder 10">
            <a:extLst>
              <a:ext uri="{FF2B5EF4-FFF2-40B4-BE49-F238E27FC236}">
                <a16:creationId xmlns:a16="http://schemas.microsoft.com/office/drawing/2014/main" id="{88639FF6-ED59-4B79-AD58-17FB714FC4D6}"/>
              </a:ext>
            </a:extLst>
          </p:cNvPr>
          <p:cNvSpPr>
            <a:spLocks noGrp="1"/>
          </p:cNvSpPr>
          <p:nvPr userDrawn="1">
            <p:ph type="body" sz="quarter" idx="14"/>
          </p:nvPr>
        </p:nvSpPr>
        <p:spPr>
          <a:xfrm>
            <a:off x="6210300" y="1188720"/>
            <a:ext cx="5524500" cy="5238974"/>
          </a:xfrm>
        </p:spPr>
        <p:txBody>
          <a:bodyPr/>
          <a:lstStyle>
            <a:lvl1pPr>
              <a:spcBef>
                <a:spcPts val="600"/>
              </a:spcBef>
              <a:spcAft>
                <a:spcPts val="600"/>
              </a:spcAft>
              <a:defRPr lang="en-US" sz="2400" kern="1200" baseline="0" smtClean="0">
                <a:solidFill>
                  <a:schemeClr val="tx1"/>
                </a:solidFill>
                <a:latin typeface="+mn-lt"/>
                <a:ea typeface="+mn-ea"/>
                <a:cs typeface="+mn-cs"/>
              </a:defRPr>
            </a:lvl1pPr>
          </a:lstStyle>
          <a:p>
            <a:pPr lvl="0"/>
            <a:r>
              <a:rPr lang="en-US"/>
              <a:t>Edit Master text styles</a:t>
            </a:r>
          </a:p>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808690010"/>
      </p:ext>
    </p:extLst>
  </p:cSld>
  <p:clrMapOvr>
    <a:masterClrMapping/>
  </p:clrMapOvr>
  <p:extLst>
    <p:ext uri="{DCECCB84-F9BA-43D5-87BE-67443E8EF086}">
      <p15:sldGuideLst xmlns:p15="http://schemas.microsoft.com/office/powerpoint/2012/main">
        <p15:guide id="3" orient="horz" pos="1152">
          <p15:clr>
            <a:srgbClr val="5ACBF0"/>
          </p15:clr>
        </p15:guide>
        <p15:guide id="4" orient="horz" pos="720">
          <p15:clr>
            <a:srgbClr val="5ACBF0"/>
          </p15:clr>
        </p15:guide>
        <p15:guide id="5" orient="horz" pos="3888">
          <p15:clr>
            <a:srgbClr val="5ACBF0"/>
          </p15:clr>
        </p15:guide>
        <p15:guide id="6" pos="7392">
          <p15:clr>
            <a:srgbClr val="5ACBF0"/>
          </p15:clr>
        </p15:guide>
        <p15:guide id="7" pos="288">
          <p15:clr>
            <a:srgbClr val="5ACBF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834626824"/>
      </p:ext>
    </p:extLst>
  </p:cSld>
  <p:clrMapOvr>
    <a:masterClrMapping/>
  </p:clrMapOvr>
  <p:extLst>
    <p:ext uri="{DCECCB84-F9BA-43D5-87BE-67443E8EF086}">
      <p15:sldGuideLst xmlns:p15="http://schemas.microsoft.com/office/powerpoint/2012/main">
        <p15:guide id="4" orient="horz" pos="372">
          <p15:clr>
            <a:srgbClr val="5ACBF0"/>
          </p15:clr>
        </p15:guide>
        <p15:guide id="5" orient="horz" pos="3888">
          <p15:clr>
            <a:srgbClr val="5ACBF0"/>
          </p15:clr>
        </p15:guide>
        <p15:guide id="6" pos="288">
          <p15:clr>
            <a:srgbClr val="5ACBF0"/>
          </p15:clr>
        </p15:guide>
        <p15:guide id="7" pos="7392">
          <p15:clr>
            <a:srgbClr val="5ACBF0"/>
          </p15:clr>
        </p15:guide>
        <p15:guide id="8" orient="horz" pos="1152">
          <p15:clr>
            <a:srgbClr val="5ACBF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Agenda">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6B58714D-2663-4B45-8812-F81E64B5B065}"/>
              </a:ext>
            </a:extLst>
          </p:cNvPr>
          <p:cNvSpPr/>
          <p:nvPr>
            <p:custDataLst>
              <p:tags r:id="rId1"/>
            </p:custDataLst>
          </p:nvPr>
        </p:nvSpPr>
        <p:spPr>
          <a:xfrm>
            <a:off x="0" y="921262"/>
            <a:ext cx="12192000" cy="1368459"/>
          </a:xfrm>
          <a:prstGeom prst="rect">
            <a:avLst/>
          </a:prstGeom>
          <a:solidFill>
            <a:srgbClr val="E4E4E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a:p>
        </p:txBody>
      </p:sp>
      <p:sp>
        <p:nvSpPr>
          <p:cNvPr id="2" name="Title 1"/>
          <p:cNvSpPr>
            <a:spLocks noGrp="1"/>
          </p:cNvSpPr>
          <p:nvPr>
            <p:ph type="title" hasCustomPrompt="1"/>
            <p:custDataLst>
              <p:tags r:id="rId2"/>
            </p:custDataLst>
          </p:nvPr>
        </p:nvSpPr>
        <p:spPr>
          <a:xfrm>
            <a:off x="456876" y="921262"/>
            <a:ext cx="10319341" cy="1368459"/>
          </a:xfrm>
        </p:spPr>
        <p:txBody>
          <a:bodyPr anchor="ctr">
            <a:normAutofit/>
          </a:bodyPr>
          <a:lstStyle>
            <a:lvl1pPr>
              <a:defRPr sz="3600">
                <a:solidFill>
                  <a:schemeClr val="accent1"/>
                </a:solidFill>
              </a:defRPr>
            </a:lvl1pPr>
          </a:lstStyle>
          <a:p>
            <a:r>
              <a:t>Click to add Agenda</a:t>
            </a:r>
          </a:p>
        </p:txBody>
      </p:sp>
      <p:sp>
        <p:nvSpPr>
          <p:cNvPr id="7" name="Text Placeholder 6"/>
          <p:cNvSpPr>
            <a:spLocks noGrp="1"/>
          </p:cNvSpPr>
          <p:nvPr>
            <p:ph type="body" sz="quarter" idx="10" hasCustomPrompt="1"/>
            <p:custDataLst>
              <p:tags r:id="rId3"/>
            </p:custDataLst>
          </p:nvPr>
        </p:nvSpPr>
        <p:spPr>
          <a:xfrm>
            <a:off x="456876" y="2409824"/>
            <a:ext cx="11278244" cy="3990976"/>
          </a:xfrm>
        </p:spPr>
        <p:txBody>
          <a:bodyPr>
            <a:noAutofit/>
          </a:bodyPr>
          <a:lstStyle>
            <a:lvl1pPr marL="514350" indent="-514350">
              <a:spcBef>
                <a:spcPts val="600"/>
              </a:spcBef>
              <a:spcAft>
                <a:spcPts val="0"/>
              </a:spcAft>
              <a:buClr>
                <a:schemeClr val="tx1"/>
              </a:buClr>
              <a:buSzPct val="100000"/>
              <a:buFont typeface="+mj-lt"/>
              <a:buAutoNum type="arabicPeriod"/>
              <a:defRPr sz="2800" baseline="0">
                <a:solidFill>
                  <a:schemeClr val="tx1"/>
                </a:solidFill>
              </a:defRPr>
            </a:lvl1pPr>
            <a:lvl2pPr marL="749808" indent="-457200">
              <a:buClr>
                <a:schemeClr val="tx1"/>
              </a:buClr>
              <a:buFont typeface="Arial" panose="020B0604020202020204" pitchFamily="34" charset="0"/>
              <a:buChar char="•"/>
              <a:defRPr sz="2400">
                <a:solidFill>
                  <a:schemeClr val="tx1"/>
                </a:solidFill>
              </a:defRPr>
            </a:lvl2pPr>
            <a:lvl3pPr marL="1033272" indent="-457200">
              <a:buClr>
                <a:schemeClr val="tx1"/>
              </a:buClr>
              <a:buSzPct val="120000"/>
              <a:buFont typeface="Wingdings" pitchFamily="2" charset="2"/>
              <a:buChar char="§"/>
              <a:defRPr sz="2000">
                <a:solidFill>
                  <a:schemeClr val="tx1"/>
                </a:solidFill>
              </a:defRPr>
            </a:lvl3pPr>
            <a:lvl4pPr marL="1211580" indent="-342900">
              <a:buClr>
                <a:schemeClr val="tx1"/>
              </a:buClr>
              <a:buSzPct val="80000"/>
              <a:buFont typeface=".Lucida Grande UI Regular"/>
              <a:buChar char="◆"/>
              <a:defRPr sz="1800">
                <a:solidFill>
                  <a:schemeClr val="tx1"/>
                </a:solidFill>
              </a:defRPr>
            </a:lvl4pPr>
            <a:lvl5pPr marL="868680" indent="0">
              <a:buClr>
                <a:schemeClr val="tx1"/>
              </a:buClr>
              <a:buFont typeface="System Font Regular"/>
              <a:buNone/>
              <a:defRPr sz="1800">
                <a:solidFill>
                  <a:schemeClr val="tx1"/>
                </a:solidFill>
              </a:defRPr>
            </a:lvl5pPr>
            <a:lvl6pPr marL="1211580" indent="-342900">
              <a:buClr>
                <a:schemeClr val="tx1"/>
              </a:buClr>
              <a:buSzPct val="100000"/>
              <a:buFont typeface="Arial" panose="020B0604020202020204" pitchFamily="34" charset="0"/>
              <a:buChar char="•"/>
              <a:defRPr sz="1800"/>
            </a:lvl6pPr>
            <a:lvl7pPr marL="1211580" indent="-342900">
              <a:buClr>
                <a:schemeClr val="tx1"/>
              </a:buClr>
              <a:buFont typeface="Arial" panose="020B0604020202020204" pitchFamily="34" charset="0"/>
              <a:buChar char="•"/>
              <a:defRPr sz="1800"/>
            </a:lvl7pPr>
            <a:lvl8pPr marL="1211580" indent="-342900">
              <a:buClr>
                <a:schemeClr val="tx1"/>
              </a:buClr>
              <a:buFont typeface="Arial" panose="020B0604020202020204" pitchFamily="34" charset="0"/>
              <a:buChar char="•"/>
              <a:defRPr sz="1800"/>
            </a:lvl8pPr>
            <a:lvl9pPr marL="1211580" indent="-342900">
              <a:buClr>
                <a:schemeClr val="tx1"/>
              </a:buClr>
              <a:buFont typeface="Arial" panose="020B0604020202020204" pitchFamily="34" charset="0"/>
              <a:buChar char="•"/>
              <a:defRPr sz="1800"/>
            </a:lvl9pPr>
          </a:lstStyle>
          <a:p>
            <a:pPr lvl="0"/>
            <a:r>
              <a:t>Agenda item</a:t>
            </a:r>
            <a:endParaRPr lang="en-US"/>
          </a:p>
          <a:p>
            <a:pPr lvl="5"/>
            <a:endParaRPr lang="en-US"/>
          </a:p>
        </p:txBody>
      </p:sp>
      <p:pic>
        <p:nvPicPr>
          <p:cNvPr id="8" name="Picture 7">
            <a:extLst>
              <a:ext uri="{FF2B5EF4-FFF2-40B4-BE49-F238E27FC236}">
                <a16:creationId xmlns:a16="http://schemas.microsoft.com/office/drawing/2014/main" id="{A4B705BD-3A2D-4144-B3FF-F24403F80C12}"/>
              </a:ext>
            </a:extLst>
          </p:cNvPr>
          <p:cNvPicPr>
            <a:picLocks noChangeAspect="1"/>
          </p:cNvPicPr>
          <p:nvPr>
            <p:custDataLst>
              <p:tags r:id="rId4"/>
            </p:custDataLst>
          </p:nvPr>
        </p:nvPicPr>
        <p:blipFill>
          <a:blip r:embed="rId6" cstate="screen">
            <a:extLst>
              <a:ext uri="{28A0092B-C50C-407E-A947-70E740481C1C}">
                <a14:useLocalDpi xmlns:a14="http://schemas.microsoft.com/office/drawing/2010/main"/>
              </a:ext>
            </a:extLst>
          </a:blip>
          <a:stretch>
            <a:fillRect/>
          </a:stretch>
        </p:blipFill>
        <p:spPr>
          <a:xfrm>
            <a:off x="10829622" y="921262"/>
            <a:ext cx="1362376" cy="1368459"/>
          </a:xfrm>
          <a:prstGeom prst="rect">
            <a:avLst/>
          </a:prstGeom>
        </p:spPr>
      </p:pic>
    </p:spTree>
    <p:extLst>
      <p:ext uri="{BB962C8B-B14F-4D97-AF65-F5344CB8AC3E}">
        <p14:creationId xmlns:p14="http://schemas.microsoft.com/office/powerpoint/2010/main" val="3764476245"/>
      </p:ext>
    </p:extLst>
  </p:cSld>
  <p:clrMapOvr>
    <a:masterClrMapping/>
  </p:clrMapOvr>
  <p:extLst>
    <p:ext uri="{DCECCB84-F9BA-43D5-87BE-67443E8EF086}">
      <p15:sldGuideLst xmlns:p15="http://schemas.microsoft.com/office/powerpoint/2012/main">
        <p15:guide id="1" orient="horz" pos="1512">
          <p15:clr>
            <a:srgbClr val="5ACBF0"/>
          </p15:clr>
        </p15:guide>
        <p15:guide id="2" pos="288">
          <p15:clr>
            <a:srgbClr val="5ACBF0"/>
          </p15:clr>
        </p15:guide>
        <p15:guide id="3" pos="7392">
          <p15:clr>
            <a:srgbClr val="5ACBF0"/>
          </p15:clr>
        </p15:guide>
        <p15:guide id="4" orient="horz" pos="3888">
          <p15:clr>
            <a:srgbClr val="5ACBF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81D60E6F-7C19-4120-8794-819C5E8622E8}"/>
              </a:ext>
            </a:extLst>
          </p:cNvPr>
          <p:cNvSpPr/>
          <p:nvPr>
            <p:custDataLst>
              <p:tags r:id="rId1"/>
            </p:custDataLst>
          </p:nvPr>
        </p:nvSpPr>
        <p:spPr>
          <a:xfrm>
            <a:off x="0" y="921262"/>
            <a:ext cx="12192000" cy="3200400"/>
          </a:xfrm>
          <a:prstGeom prst="rect">
            <a:avLst/>
          </a:prstGeom>
          <a:solidFill>
            <a:srgbClr val="E4E4E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a:p>
        </p:txBody>
      </p:sp>
      <p:pic>
        <p:nvPicPr>
          <p:cNvPr id="9" name="Picture 8">
            <a:extLst>
              <a:ext uri="{FF2B5EF4-FFF2-40B4-BE49-F238E27FC236}">
                <a16:creationId xmlns:a16="http://schemas.microsoft.com/office/drawing/2014/main" id="{F3389F0F-5D68-4BA4-BF3C-ED1CEFFE4174}"/>
              </a:ext>
            </a:extLst>
          </p:cNvPr>
          <p:cNvPicPr>
            <a:picLocks noChangeAspect="1"/>
          </p:cNvPicPr>
          <p:nvPr>
            <p:custDataLst>
              <p:tags r:id="rId2"/>
            </p:custDataLst>
          </p:nvPr>
        </p:nvPicPr>
        <p:blipFill>
          <a:blip r:embed="rId6" cstate="screen">
            <a:extLst>
              <a:ext uri="{28A0092B-C50C-407E-A947-70E740481C1C}">
                <a14:useLocalDpi xmlns:a14="http://schemas.microsoft.com/office/drawing/2010/main"/>
              </a:ext>
            </a:extLst>
          </a:blip>
          <a:stretch>
            <a:fillRect/>
          </a:stretch>
        </p:blipFill>
        <p:spPr>
          <a:xfrm>
            <a:off x="10856088" y="921262"/>
            <a:ext cx="1339461" cy="3200400"/>
          </a:xfrm>
          <a:prstGeom prst="rect">
            <a:avLst/>
          </a:prstGeom>
        </p:spPr>
      </p:pic>
      <p:sp>
        <p:nvSpPr>
          <p:cNvPr id="2" name="Title 1"/>
          <p:cNvSpPr>
            <a:spLocks noGrp="1"/>
          </p:cNvSpPr>
          <p:nvPr>
            <p:ph type="title" hasCustomPrompt="1"/>
            <p:custDataLst>
              <p:tags r:id="rId3"/>
            </p:custDataLst>
          </p:nvPr>
        </p:nvSpPr>
        <p:spPr>
          <a:xfrm>
            <a:off x="456877" y="921262"/>
            <a:ext cx="10319339" cy="1001323"/>
          </a:xfrm>
        </p:spPr>
        <p:txBody>
          <a:bodyPr anchor="b">
            <a:normAutofit/>
          </a:bodyPr>
          <a:lstStyle>
            <a:lvl1pPr>
              <a:defRPr sz="3600">
                <a:solidFill>
                  <a:schemeClr val="accent1"/>
                </a:solidFill>
              </a:defRPr>
            </a:lvl1pPr>
          </a:lstStyle>
          <a:p>
            <a:r>
              <a:t>Click to add Section Header</a:t>
            </a:r>
          </a:p>
        </p:txBody>
      </p:sp>
      <p:sp>
        <p:nvSpPr>
          <p:cNvPr id="3" name="Text Placeholder 2"/>
          <p:cNvSpPr>
            <a:spLocks noGrp="1"/>
          </p:cNvSpPr>
          <p:nvPr>
            <p:ph type="body" idx="1" hasCustomPrompt="1"/>
            <p:custDataLst>
              <p:tags r:id="rId4"/>
            </p:custDataLst>
          </p:nvPr>
        </p:nvSpPr>
        <p:spPr>
          <a:xfrm>
            <a:off x="456877" y="1922584"/>
            <a:ext cx="10319339" cy="2084775"/>
          </a:xfrm>
        </p:spPr>
        <p:txBody>
          <a:bodyPr>
            <a:normAutofit/>
          </a:bodyPr>
          <a:lstStyle>
            <a:lvl1pPr marL="0" indent="0">
              <a:spcBef>
                <a:spcPts val="600"/>
              </a:spcBef>
              <a:buNone/>
              <a:defRPr sz="28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t>Click to Add a Subtitle</a:t>
            </a:r>
          </a:p>
        </p:txBody>
      </p:sp>
    </p:spTree>
    <p:extLst>
      <p:ext uri="{BB962C8B-B14F-4D97-AF65-F5344CB8AC3E}">
        <p14:creationId xmlns:p14="http://schemas.microsoft.com/office/powerpoint/2010/main" val="2981233052"/>
      </p:ext>
    </p:extLst>
  </p:cSld>
  <p:clrMapOvr>
    <a:masterClrMapping/>
  </p:clrMapOvr>
  <p:extLst>
    <p:ext uri="{DCECCB84-F9BA-43D5-87BE-67443E8EF086}">
      <p15:sldGuideLst xmlns:p15="http://schemas.microsoft.com/office/powerpoint/2012/main"/>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Thank you">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E626D063-21E0-49F4-B710-4D6E39322D0C}"/>
              </a:ext>
            </a:extLst>
          </p:cNvPr>
          <p:cNvPicPr>
            <a:picLocks noChangeAspect="1"/>
          </p:cNvPicPr>
          <p:nvPr>
            <p:custDataLst>
              <p:tags r:id="rId1"/>
            </p:custDataLst>
          </p:nvPr>
        </p:nvPicPr>
        <p:blipFill>
          <a:blip r:embed="rId5" cstate="screen">
            <a:extLst>
              <a:ext uri="{28A0092B-C50C-407E-A947-70E740481C1C}">
                <a14:useLocalDpi xmlns:a14="http://schemas.microsoft.com/office/drawing/2010/main"/>
              </a:ext>
            </a:extLst>
          </a:blip>
          <a:stretch>
            <a:fillRect/>
          </a:stretch>
        </p:blipFill>
        <p:spPr>
          <a:xfrm>
            <a:off x="0" y="3909847"/>
            <a:ext cx="12192000" cy="2948153"/>
          </a:xfrm>
          <a:prstGeom prst="rect">
            <a:avLst/>
          </a:prstGeom>
        </p:spPr>
      </p:pic>
      <p:sp>
        <p:nvSpPr>
          <p:cNvPr id="8" name="TextBox 7"/>
          <p:cNvSpPr txBox="1"/>
          <p:nvPr>
            <p:custDataLst>
              <p:tags r:id="rId2"/>
            </p:custDataLst>
          </p:nvPr>
        </p:nvSpPr>
        <p:spPr>
          <a:xfrm>
            <a:off x="3333602" y="2619969"/>
            <a:ext cx="5524797" cy="923330"/>
          </a:xfrm>
          <a:prstGeom prst="rect">
            <a:avLst/>
          </a:prstGeom>
          <a:noFill/>
        </p:spPr>
        <p:txBody>
          <a:bodyPr wrap="square" rtlCol="0">
            <a:spAutoFit/>
          </a:bodyPr>
          <a:lstStyle/>
          <a:p>
            <a:pPr algn="ctr"/>
            <a:r>
              <a:rPr sz="5400" b="1">
                <a:solidFill>
                  <a:schemeClr val="accent1"/>
                </a:solidFill>
              </a:rPr>
              <a:t>Thank You</a:t>
            </a:r>
          </a:p>
        </p:txBody>
      </p:sp>
      <p:pic>
        <p:nvPicPr>
          <p:cNvPr id="5" name="Picture 4">
            <a:extLst>
              <a:ext uri="{FF2B5EF4-FFF2-40B4-BE49-F238E27FC236}">
                <a16:creationId xmlns:a16="http://schemas.microsoft.com/office/drawing/2014/main" id="{77AAF269-FAF3-4093-8469-8EC0980C0624}"/>
              </a:ext>
            </a:extLst>
          </p:cNvPr>
          <p:cNvPicPr>
            <a:picLocks noChangeAspect="1"/>
          </p:cNvPicPr>
          <p:nvPr>
            <p:custDataLst>
              <p:tags r:id="rId3"/>
            </p:custDataLst>
          </p:nvPr>
        </p:nvPicPr>
        <p:blipFill>
          <a:blip r:embed="rId6" cstate="screen">
            <a:extLst>
              <a:ext uri="{28A0092B-C50C-407E-A947-70E740481C1C}">
                <a14:useLocalDpi xmlns:a14="http://schemas.microsoft.com/office/drawing/2010/main"/>
              </a:ext>
            </a:extLst>
          </a:blip>
          <a:stretch>
            <a:fillRect/>
          </a:stretch>
        </p:blipFill>
        <p:spPr>
          <a:xfrm>
            <a:off x="10045587" y="453166"/>
            <a:ext cx="1689536" cy="540651"/>
          </a:xfrm>
          <a:prstGeom prst="rect">
            <a:avLst/>
          </a:prstGeom>
        </p:spPr>
      </p:pic>
    </p:spTree>
    <p:extLst>
      <p:ext uri="{BB962C8B-B14F-4D97-AF65-F5344CB8AC3E}">
        <p14:creationId xmlns:p14="http://schemas.microsoft.com/office/powerpoint/2010/main" val="336631312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End logo">
    <p:spTree>
      <p:nvGrpSpPr>
        <p:cNvPr id="1" name=""/>
        <p:cNvGrpSpPr/>
        <p:nvPr/>
      </p:nvGrpSpPr>
      <p:grpSpPr>
        <a:xfrm>
          <a:off x="0" y="0"/>
          <a:ext cx="0" cy="0"/>
          <a:chOff x="0" y="0"/>
          <a:chExt cx="0" cy="0"/>
        </a:xfrm>
      </p:grpSpPr>
      <p:pic>
        <p:nvPicPr>
          <p:cNvPr id="4" name="Graphic 3">
            <a:extLst>
              <a:ext uri="{FF2B5EF4-FFF2-40B4-BE49-F238E27FC236}">
                <a16:creationId xmlns:a16="http://schemas.microsoft.com/office/drawing/2014/main" id="{AC622576-BD66-44E6-9B27-C224C1C8FB56}"/>
              </a:ext>
            </a:extLst>
          </p:cNvPr>
          <p:cNvPicPr>
            <a:picLocks noChangeAspect="1"/>
          </p:cNvPicPr>
          <p:nvPr>
            <p:custDataLst>
              <p:tags r:id="rId1"/>
            </p:custDataLst>
          </p:nvPr>
        </p:nvPicPr>
        <p:blipFill>
          <a:blip r:embed="rId3">
            <a:extLst>
              <a:ext uri="{96DAC541-7B7A-43D3-8B79-37D633B846F1}">
                <asvg:svgBlip xmlns:asvg="http://schemas.microsoft.com/office/drawing/2016/SVG/main" r:embed="rId4"/>
              </a:ext>
            </a:extLst>
          </a:blip>
          <a:stretch>
            <a:fillRect/>
          </a:stretch>
        </p:blipFill>
        <p:spPr>
          <a:xfrm>
            <a:off x="4068674" y="2760785"/>
            <a:ext cx="4183610" cy="1336430"/>
          </a:xfrm>
          <a:prstGeom prst="rect">
            <a:avLst/>
          </a:prstGeom>
        </p:spPr>
      </p:pic>
    </p:spTree>
    <p:extLst>
      <p:ext uri="{BB962C8B-B14F-4D97-AF65-F5344CB8AC3E}">
        <p14:creationId xmlns:p14="http://schemas.microsoft.com/office/powerpoint/2010/main" val="170173830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custDataLst>
              <p:tags r:id="rId1"/>
            </p:custDataLst>
          </p:nvPr>
        </p:nvSpPr>
        <p:spPr>
          <a:xfrm>
            <a:off x="10045964" y="457199"/>
            <a:ext cx="1689158" cy="5943601"/>
          </a:xfrm>
        </p:spPr>
        <p:txBody>
          <a:bodyPr vert="eaVert" anchor="ctr"/>
          <a:lstStyle/>
          <a:p>
            <a:r>
              <a:rPr lang="en-US"/>
              <a:t>Click to edit Master title style</a:t>
            </a:r>
            <a:endParaRPr/>
          </a:p>
        </p:txBody>
      </p:sp>
      <p:sp>
        <p:nvSpPr>
          <p:cNvPr id="3" name="Vertical Text Placeholder 2"/>
          <p:cNvSpPr>
            <a:spLocks noGrp="1"/>
          </p:cNvSpPr>
          <p:nvPr>
            <p:ph type="body" orient="vert" idx="1"/>
            <p:custDataLst>
              <p:tags r:id="rId2"/>
            </p:custDataLst>
          </p:nvPr>
        </p:nvSpPr>
        <p:spPr>
          <a:xfrm>
            <a:off x="456879" y="457200"/>
            <a:ext cx="9360429" cy="5943600"/>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TextBox 4">
            <a:extLst>
              <a:ext uri="{FF2B5EF4-FFF2-40B4-BE49-F238E27FC236}">
                <a16:creationId xmlns:a16="http://schemas.microsoft.com/office/drawing/2014/main" id="{F355DDA2-48E4-496F-AB6D-0DA3825552CB}"/>
              </a:ext>
            </a:extLst>
          </p:cNvPr>
          <p:cNvSpPr txBox="1"/>
          <p:nvPr>
            <p:custDataLst>
              <p:tags r:id="rId3"/>
            </p:custDataLst>
          </p:nvPr>
        </p:nvSpPr>
        <p:spPr>
          <a:xfrm rot="5400000">
            <a:off x="-518439" y="5515895"/>
            <a:ext cx="1353017" cy="230832"/>
          </a:xfrm>
          <a:prstGeom prst="rect">
            <a:avLst/>
          </a:prstGeom>
          <a:noFill/>
        </p:spPr>
        <p:txBody>
          <a:bodyPr wrap="square" rtlCol="0">
            <a:spAutoFit/>
          </a:bodyPr>
          <a:lstStyle/>
          <a:p>
            <a:r>
              <a:rPr sz="900">
                <a:solidFill>
                  <a:schemeClr val="tx1">
                    <a:lumMod val="50000"/>
                    <a:lumOff val="50000"/>
                  </a:schemeClr>
                </a:solidFill>
              </a:rPr>
              <a:t>© 2019 Synopsys, Inc. </a:t>
            </a:r>
          </a:p>
        </p:txBody>
      </p:sp>
      <p:sp>
        <p:nvSpPr>
          <p:cNvPr id="6" name="TextBox 5">
            <a:extLst>
              <a:ext uri="{FF2B5EF4-FFF2-40B4-BE49-F238E27FC236}">
                <a16:creationId xmlns:a16="http://schemas.microsoft.com/office/drawing/2014/main" id="{4DC5F678-53A4-4C2D-8E4A-3796CA282842}"/>
              </a:ext>
            </a:extLst>
          </p:cNvPr>
          <p:cNvSpPr txBox="1"/>
          <p:nvPr>
            <p:custDataLst>
              <p:tags r:id="rId4"/>
            </p:custDataLst>
          </p:nvPr>
        </p:nvSpPr>
        <p:spPr>
          <a:xfrm rot="5400000">
            <a:off x="-268651" y="6289177"/>
            <a:ext cx="853440" cy="215444"/>
          </a:xfrm>
          <a:prstGeom prst="rect">
            <a:avLst/>
          </a:prstGeom>
          <a:noFill/>
        </p:spPr>
        <p:txBody>
          <a:bodyPr wrap="square" rtlCol="0">
            <a:spAutoFit/>
          </a:bodyPr>
          <a:lstStyle/>
          <a:p>
            <a:pPr algn="ctr"/>
            <a:fld id="{CAE2347F-76BC-4690-80B5-B24BA0EA7B0A}" type="slidenum">
              <a:rPr sz="900">
                <a:solidFill>
                  <a:schemeClr val="tx1">
                    <a:lumMod val="50000"/>
                    <a:lumOff val="50000"/>
                  </a:schemeClr>
                </a:solidFill>
              </a:rPr>
              <a:pPr algn="ctr"/>
              <a:t>‹#›</a:t>
            </a:fld>
            <a:endParaRPr sz="900">
              <a:solidFill>
                <a:schemeClr val="tx1">
                  <a:lumMod val="50000"/>
                  <a:lumOff val="50000"/>
                </a:schemeClr>
              </a:solidFill>
            </a:endParaRPr>
          </a:p>
        </p:txBody>
      </p:sp>
      <p:grpSp>
        <p:nvGrpSpPr>
          <p:cNvPr id="21" name="Group 20">
            <a:extLst>
              <a:ext uri="{FF2B5EF4-FFF2-40B4-BE49-F238E27FC236}">
                <a16:creationId xmlns:a16="http://schemas.microsoft.com/office/drawing/2014/main" id="{1966C0AE-D4E4-4290-83DB-872570AA3B7E}"/>
              </a:ext>
            </a:extLst>
          </p:cNvPr>
          <p:cNvGrpSpPr/>
          <p:nvPr>
            <p:custDataLst>
              <p:tags r:id="rId5"/>
            </p:custDataLst>
          </p:nvPr>
        </p:nvGrpSpPr>
        <p:grpSpPr>
          <a:xfrm rot="5400000">
            <a:off x="-461816" y="461816"/>
            <a:ext cx="1152231" cy="228599"/>
            <a:chOff x="-1588" y="6629402"/>
            <a:chExt cx="1152231" cy="228599"/>
          </a:xfrm>
        </p:grpSpPr>
        <p:sp>
          <p:nvSpPr>
            <p:cNvPr id="22" name="Freeform: Shape 21">
              <a:extLst>
                <a:ext uri="{FF2B5EF4-FFF2-40B4-BE49-F238E27FC236}">
                  <a16:creationId xmlns:a16="http://schemas.microsoft.com/office/drawing/2014/main" id="{0668FA34-176E-4C0A-8878-391D136FA130}"/>
                </a:ext>
              </a:extLst>
            </p:cNvPr>
            <p:cNvSpPr/>
            <p:nvPr/>
          </p:nvSpPr>
          <p:spPr>
            <a:xfrm>
              <a:off x="-1588" y="6629402"/>
              <a:ext cx="458788" cy="228599"/>
            </a:xfrm>
            <a:custGeom>
              <a:avLst/>
              <a:gdLst>
                <a:gd name="connsiteX0" fmla="*/ 0 w 458788"/>
                <a:gd name="connsiteY0" fmla="*/ 0 h 228599"/>
                <a:gd name="connsiteX1" fmla="*/ 458788 w 458788"/>
                <a:gd name="connsiteY1" fmla="*/ 0 h 228599"/>
                <a:gd name="connsiteX2" fmla="*/ 375500 w 458788"/>
                <a:gd name="connsiteY2" fmla="*/ 228599 h 228599"/>
                <a:gd name="connsiteX3" fmla="*/ 0 w 458788"/>
                <a:gd name="connsiteY3" fmla="*/ 228599 h 228599"/>
                <a:gd name="connsiteX4" fmla="*/ 0 w 458788"/>
                <a:gd name="connsiteY4" fmla="*/ 0 h 2285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8788" h="228599">
                  <a:moveTo>
                    <a:pt x="0" y="0"/>
                  </a:moveTo>
                  <a:lnTo>
                    <a:pt x="458788" y="0"/>
                  </a:lnTo>
                  <a:lnTo>
                    <a:pt x="375500" y="228599"/>
                  </a:lnTo>
                  <a:lnTo>
                    <a:pt x="0" y="228599"/>
                  </a:lnTo>
                  <a:lnTo>
                    <a:pt x="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a:p>
          </p:txBody>
        </p:sp>
        <p:grpSp>
          <p:nvGrpSpPr>
            <p:cNvPr id="23" name="Group 22">
              <a:extLst>
                <a:ext uri="{FF2B5EF4-FFF2-40B4-BE49-F238E27FC236}">
                  <a16:creationId xmlns:a16="http://schemas.microsoft.com/office/drawing/2014/main" id="{C983A029-D5BE-4C5E-8B1B-E265A362764F}"/>
                </a:ext>
              </a:extLst>
            </p:cNvPr>
            <p:cNvGrpSpPr/>
            <p:nvPr/>
          </p:nvGrpSpPr>
          <p:grpSpPr>
            <a:xfrm>
              <a:off x="521037" y="6675438"/>
              <a:ext cx="629606" cy="136522"/>
              <a:chOff x="973138" y="5000626"/>
              <a:chExt cx="3506788" cy="760412"/>
            </a:xfrm>
            <a:solidFill>
              <a:schemeClr val="accent1"/>
            </a:solidFill>
          </p:grpSpPr>
          <p:sp>
            <p:nvSpPr>
              <p:cNvPr id="24" name="Freeform 6">
                <a:extLst>
                  <a:ext uri="{FF2B5EF4-FFF2-40B4-BE49-F238E27FC236}">
                    <a16:creationId xmlns:a16="http://schemas.microsoft.com/office/drawing/2014/main" id="{F9777C50-0973-4E32-87C2-CD7CDFF0DFA3}"/>
                  </a:ext>
                </a:extLst>
              </p:cNvPr>
              <p:cNvSpPr>
                <a:spLocks/>
              </p:cNvSpPr>
              <p:nvPr/>
            </p:nvSpPr>
            <p:spPr bwMode="auto">
              <a:xfrm>
                <a:off x="973138" y="5000626"/>
                <a:ext cx="357188" cy="612775"/>
              </a:xfrm>
              <a:custGeom>
                <a:avLst/>
                <a:gdLst>
                  <a:gd name="T0" fmla="*/ 276 w 451"/>
                  <a:gd name="T1" fmla="*/ 1 h 771"/>
                  <a:gd name="T2" fmla="*/ 354 w 451"/>
                  <a:gd name="T3" fmla="*/ 12 h 771"/>
                  <a:gd name="T4" fmla="*/ 407 w 451"/>
                  <a:gd name="T5" fmla="*/ 33 h 771"/>
                  <a:gd name="T6" fmla="*/ 437 w 451"/>
                  <a:gd name="T7" fmla="*/ 65 h 771"/>
                  <a:gd name="T8" fmla="*/ 447 w 451"/>
                  <a:gd name="T9" fmla="*/ 107 h 771"/>
                  <a:gd name="T10" fmla="*/ 307 w 451"/>
                  <a:gd name="T11" fmla="*/ 203 h 771"/>
                  <a:gd name="T12" fmla="*/ 307 w 451"/>
                  <a:gd name="T13" fmla="*/ 99 h 771"/>
                  <a:gd name="T14" fmla="*/ 297 w 451"/>
                  <a:gd name="T15" fmla="*/ 77 h 771"/>
                  <a:gd name="T16" fmla="*/ 272 w 451"/>
                  <a:gd name="T17" fmla="*/ 64 h 771"/>
                  <a:gd name="T18" fmla="*/ 228 w 451"/>
                  <a:gd name="T19" fmla="*/ 59 h 771"/>
                  <a:gd name="T20" fmla="*/ 182 w 451"/>
                  <a:gd name="T21" fmla="*/ 64 h 771"/>
                  <a:gd name="T22" fmla="*/ 158 w 451"/>
                  <a:gd name="T23" fmla="*/ 77 h 771"/>
                  <a:gd name="T24" fmla="*/ 149 w 451"/>
                  <a:gd name="T25" fmla="*/ 99 h 771"/>
                  <a:gd name="T26" fmla="*/ 148 w 451"/>
                  <a:gd name="T27" fmla="*/ 190 h 771"/>
                  <a:gd name="T28" fmla="*/ 154 w 451"/>
                  <a:gd name="T29" fmla="*/ 226 h 771"/>
                  <a:gd name="T30" fmla="*/ 178 w 451"/>
                  <a:gd name="T31" fmla="*/ 258 h 771"/>
                  <a:gd name="T32" fmla="*/ 421 w 451"/>
                  <a:gd name="T33" fmla="*/ 468 h 771"/>
                  <a:gd name="T34" fmla="*/ 447 w 451"/>
                  <a:gd name="T35" fmla="*/ 515 h 771"/>
                  <a:gd name="T36" fmla="*/ 451 w 451"/>
                  <a:gd name="T37" fmla="*/ 660 h 771"/>
                  <a:gd name="T38" fmla="*/ 439 w 451"/>
                  <a:gd name="T39" fmla="*/ 703 h 771"/>
                  <a:gd name="T40" fmla="*/ 404 w 451"/>
                  <a:gd name="T41" fmla="*/ 736 h 771"/>
                  <a:gd name="T42" fmla="*/ 348 w 451"/>
                  <a:gd name="T43" fmla="*/ 759 h 771"/>
                  <a:gd name="T44" fmla="*/ 272 w 451"/>
                  <a:gd name="T45" fmla="*/ 770 h 771"/>
                  <a:gd name="T46" fmla="*/ 180 w 451"/>
                  <a:gd name="T47" fmla="*/ 770 h 771"/>
                  <a:gd name="T48" fmla="*/ 101 w 451"/>
                  <a:gd name="T49" fmla="*/ 760 h 771"/>
                  <a:gd name="T50" fmla="*/ 44 w 451"/>
                  <a:gd name="T51" fmla="*/ 739 h 771"/>
                  <a:gd name="T52" fmla="*/ 11 w 451"/>
                  <a:gd name="T53" fmla="*/ 705 h 771"/>
                  <a:gd name="T54" fmla="*/ 0 w 451"/>
                  <a:gd name="T55" fmla="*/ 660 h 771"/>
                  <a:gd name="T56" fmla="*/ 140 w 451"/>
                  <a:gd name="T57" fmla="*/ 557 h 771"/>
                  <a:gd name="T58" fmla="*/ 141 w 451"/>
                  <a:gd name="T59" fmla="*/ 673 h 771"/>
                  <a:gd name="T60" fmla="*/ 161 w 451"/>
                  <a:gd name="T61" fmla="*/ 697 h 771"/>
                  <a:gd name="T62" fmla="*/ 200 w 451"/>
                  <a:gd name="T63" fmla="*/ 711 h 771"/>
                  <a:gd name="T64" fmla="*/ 254 w 451"/>
                  <a:gd name="T65" fmla="*/ 711 h 771"/>
                  <a:gd name="T66" fmla="*/ 291 w 451"/>
                  <a:gd name="T67" fmla="*/ 697 h 771"/>
                  <a:gd name="T68" fmla="*/ 310 w 451"/>
                  <a:gd name="T69" fmla="*/ 673 h 771"/>
                  <a:gd name="T70" fmla="*/ 311 w 451"/>
                  <a:gd name="T71" fmla="*/ 550 h 771"/>
                  <a:gd name="T72" fmla="*/ 303 w 451"/>
                  <a:gd name="T73" fmla="*/ 514 h 771"/>
                  <a:gd name="T74" fmla="*/ 272 w 451"/>
                  <a:gd name="T75" fmla="*/ 478 h 771"/>
                  <a:gd name="T76" fmla="*/ 47 w 451"/>
                  <a:gd name="T77" fmla="*/ 281 h 771"/>
                  <a:gd name="T78" fmla="*/ 19 w 451"/>
                  <a:gd name="T79" fmla="*/ 245 h 771"/>
                  <a:gd name="T80" fmla="*/ 8 w 451"/>
                  <a:gd name="T81" fmla="*/ 203 h 771"/>
                  <a:gd name="T82" fmla="*/ 11 w 451"/>
                  <a:gd name="T83" fmla="*/ 88 h 771"/>
                  <a:gd name="T84" fmla="*/ 34 w 451"/>
                  <a:gd name="T85" fmla="*/ 49 h 771"/>
                  <a:gd name="T86" fmla="*/ 78 w 451"/>
                  <a:gd name="T87" fmla="*/ 22 h 771"/>
                  <a:gd name="T88" fmla="*/ 144 w 451"/>
                  <a:gd name="T89" fmla="*/ 5 h 771"/>
                  <a:gd name="T90" fmla="*/ 228 w 451"/>
                  <a:gd name="T91" fmla="*/ 0 h 7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451" h="771">
                    <a:moveTo>
                      <a:pt x="228" y="0"/>
                    </a:moveTo>
                    <a:lnTo>
                      <a:pt x="276" y="1"/>
                    </a:lnTo>
                    <a:lnTo>
                      <a:pt x="318" y="5"/>
                    </a:lnTo>
                    <a:lnTo>
                      <a:pt x="354" y="12"/>
                    </a:lnTo>
                    <a:lnTo>
                      <a:pt x="382" y="21"/>
                    </a:lnTo>
                    <a:lnTo>
                      <a:pt x="407" y="33"/>
                    </a:lnTo>
                    <a:lnTo>
                      <a:pt x="424" y="48"/>
                    </a:lnTo>
                    <a:lnTo>
                      <a:pt x="437" y="65"/>
                    </a:lnTo>
                    <a:lnTo>
                      <a:pt x="444" y="84"/>
                    </a:lnTo>
                    <a:lnTo>
                      <a:pt x="447" y="107"/>
                    </a:lnTo>
                    <a:lnTo>
                      <a:pt x="447" y="203"/>
                    </a:lnTo>
                    <a:lnTo>
                      <a:pt x="307" y="203"/>
                    </a:lnTo>
                    <a:lnTo>
                      <a:pt x="307" y="111"/>
                    </a:lnTo>
                    <a:lnTo>
                      <a:pt x="307" y="99"/>
                    </a:lnTo>
                    <a:lnTo>
                      <a:pt x="303" y="87"/>
                    </a:lnTo>
                    <a:lnTo>
                      <a:pt x="297" y="77"/>
                    </a:lnTo>
                    <a:lnTo>
                      <a:pt x="287" y="69"/>
                    </a:lnTo>
                    <a:lnTo>
                      <a:pt x="272" y="64"/>
                    </a:lnTo>
                    <a:lnTo>
                      <a:pt x="252" y="60"/>
                    </a:lnTo>
                    <a:lnTo>
                      <a:pt x="228" y="59"/>
                    </a:lnTo>
                    <a:lnTo>
                      <a:pt x="203" y="60"/>
                    </a:lnTo>
                    <a:lnTo>
                      <a:pt x="182" y="64"/>
                    </a:lnTo>
                    <a:lnTo>
                      <a:pt x="169" y="69"/>
                    </a:lnTo>
                    <a:lnTo>
                      <a:pt x="158" y="77"/>
                    </a:lnTo>
                    <a:lnTo>
                      <a:pt x="152" y="87"/>
                    </a:lnTo>
                    <a:lnTo>
                      <a:pt x="149" y="99"/>
                    </a:lnTo>
                    <a:lnTo>
                      <a:pt x="148" y="111"/>
                    </a:lnTo>
                    <a:lnTo>
                      <a:pt x="148" y="190"/>
                    </a:lnTo>
                    <a:lnTo>
                      <a:pt x="149" y="209"/>
                    </a:lnTo>
                    <a:lnTo>
                      <a:pt x="154" y="226"/>
                    </a:lnTo>
                    <a:lnTo>
                      <a:pt x="165" y="243"/>
                    </a:lnTo>
                    <a:lnTo>
                      <a:pt x="178" y="258"/>
                    </a:lnTo>
                    <a:lnTo>
                      <a:pt x="400" y="448"/>
                    </a:lnTo>
                    <a:lnTo>
                      <a:pt x="421" y="468"/>
                    </a:lnTo>
                    <a:lnTo>
                      <a:pt x="437" y="491"/>
                    </a:lnTo>
                    <a:lnTo>
                      <a:pt x="447" y="515"/>
                    </a:lnTo>
                    <a:lnTo>
                      <a:pt x="451" y="541"/>
                    </a:lnTo>
                    <a:lnTo>
                      <a:pt x="451" y="660"/>
                    </a:lnTo>
                    <a:lnTo>
                      <a:pt x="448" y="683"/>
                    </a:lnTo>
                    <a:lnTo>
                      <a:pt x="439" y="703"/>
                    </a:lnTo>
                    <a:lnTo>
                      <a:pt x="424" y="721"/>
                    </a:lnTo>
                    <a:lnTo>
                      <a:pt x="404" y="736"/>
                    </a:lnTo>
                    <a:lnTo>
                      <a:pt x="378" y="748"/>
                    </a:lnTo>
                    <a:lnTo>
                      <a:pt x="348" y="759"/>
                    </a:lnTo>
                    <a:lnTo>
                      <a:pt x="311" y="766"/>
                    </a:lnTo>
                    <a:lnTo>
                      <a:pt x="272" y="770"/>
                    </a:lnTo>
                    <a:lnTo>
                      <a:pt x="228" y="771"/>
                    </a:lnTo>
                    <a:lnTo>
                      <a:pt x="180" y="770"/>
                    </a:lnTo>
                    <a:lnTo>
                      <a:pt x="137" y="767"/>
                    </a:lnTo>
                    <a:lnTo>
                      <a:pt x="101" y="760"/>
                    </a:lnTo>
                    <a:lnTo>
                      <a:pt x="70" y="751"/>
                    </a:lnTo>
                    <a:lnTo>
                      <a:pt x="44" y="739"/>
                    </a:lnTo>
                    <a:lnTo>
                      <a:pt x="24" y="723"/>
                    </a:lnTo>
                    <a:lnTo>
                      <a:pt x="11" y="705"/>
                    </a:lnTo>
                    <a:lnTo>
                      <a:pt x="3" y="684"/>
                    </a:lnTo>
                    <a:lnTo>
                      <a:pt x="0" y="660"/>
                    </a:lnTo>
                    <a:lnTo>
                      <a:pt x="0" y="557"/>
                    </a:lnTo>
                    <a:lnTo>
                      <a:pt x="140" y="557"/>
                    </a:lnTo>
                    <a:lnTo>
                      <a:pt x="140" y="656"/>
                    </a:lnTo>
                    <a:lnTo>
                      <a:pt x="141" y="673"/>
                    </a:lnTo>
                    <a:lnTo>
                      <a:pt x="149" y="687"/>
                    </a:lnTo>
                    <a:lnTo>
                      <a:pt x="161" y="697"/>
                    </a:lnTo>
                    <a:lnTo>
                      <a:pt x="177" y="705"/>
                    </a:lnTo>
                    <a:lnTo>
                      <a:pt x="200" y="711"/>
                    </a:lnTo>
                    <a:lnTo>
                      <a:pt x="228" y="712"/>
                    </a:lnTo>
                    <a:lnTo>
                      <a:pt x="254" y="711"/>
                    </a:lnTo>
                    <a:lnTo>
                      <a:pt x="275" y="705"/>
                    </a:lnTo>
                    <a:lnTo>
                      <a:pt x="291" y="697"/>
                    </a:lnTo>
                    <a:lnTo>
                      <a:pt x="303" y="687"/>
                    </a:lnTo>
                    <a:lnTo>
                      <a:pt x="310" y="673"/>
                    </a:lnTo>
                    <a:lnTo>
                      <a:pt x="311" y="656"/>
                    </a:lnTo>
                    <a:lnTo>
                      <a:pt x="311" y="550"/>
                    </a:lnTo>
                    <a:lnTo>
                      <a:pt x="310" y="531"/>
                    </a:lnTo>
                    <a:lnTo>
                      <a:pt x="303" y="514"/>
                    </a:lnTo>
                    <a:lnTo>
                      <a:pt x="290" y="496"/>
                    </a:lnTo>
                    <a:lnTo>
                      <a:pt x="272" y="478"/>
                    </a:lnTo>
                    <a:lnTo>
                      <a:pt x="67" y="300"/>
                    </a:lnTo>
                    <a:lnTo>
                      <a:pt x="47" y="281"/>
                    </a:lnTo>
                    <a:lnTo>
                      <a:pt x="31" y="262"/>
                    </a:lnTo>
                    <a:lnTo>
                      <a:pt x="19" y="245"/>
                    </a:lnTo>
                    <a:lnTo>
                      <a:pt x="11" y="225"/>
                    </a:lnTo>
                    <a:lnTo>
                      <a:pt x="8" y="203"/>
                    </a:lnTo>
                    <a:lnTo>
                      <a:pt x="8" y="111"/>
                    </a:lnTo>
                    <a:lnTo>
                      <a:pt x="11" y="88"/>
                    </a:lnTo>
                    <a:lnTo>
                      <a:pt x="20" y="67"/>
                    </a:lnTo>
                    <a:lnTo>
                      <a:pt x="34" y="49"/>
                    </a:lnTo>
                    <a:lnTo>
                      <a:pt x="54" y="35"/>
                    </a:lnTo>
                    <a:lnTo>
                      <a:pt x="78" y="22"/>
                    </a:lnTo>
                    <a:lnTo>
                      <a:pt x="109" y="12"/>
                    </a:lnTo>
                    <a:lnTo>
                      <a:pt x="144" y="5"/>
                    </a:lnTo>
                    <a:lnTo>
                      <a:pt x="182" y="1"/>
                    </a:lnTo>
                    <a:lnTo>
                      <a:pt x="228"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5" name="Freeform 7">
                <a:extLst>
                  <a:ext uri="{FF2B5EF4-FFF2-40B4-BE49-F238E27FC236}">
                    <a16:creationId xmlns:a16="http://schemas.microsoft.com/office/drawing/2014/main" id="{BDE6EBEF-C061-4AAF-BFCE-8B08D8214DE6}"/>
                  </a:ext>
                </a:extLst>
              </p:cNvPr>
              <p:cNvSpPr>
                <a:spLocks noEditPoints="1"/>
              </p:cNvSpPr>
              <p:nvPr/>
            </p:nvSpPr>
            <p:spPr bwMode="auto">
              <a:xfrm>
                <a:off x="2282826" y="5000626"/>
                <a:ext cx="387350" cy="611188"/>
              </a:xfrm>
              <a:custGeom>
                <a:avLst/>
                <a:gdLst>
                  <a:gd name="T0" fmla="*/ 213 w 489"/>
                  <a:gd name="T1" fmla="*/ 61 h 772"/>
                  <a:gd name="T2" fmla="*/ 172 w 489"/>
                  <a:gd name="T3" fmla="*/ 71 h 772"/>
                  <a:gd name="T4" fmla="*/ 149 w 489"/>
                  <a:gd name="T5" fmla="*/ 90 h 772"/>
                  <a:gd name="T6" fmla="*/ 140 w 489"/>
                  <a:gd name="T7" fmla="*/ 116 h 772"/>
                  <a:gd name="T8" fmla="*/ 138 w 489"/>
                  <a:gd name="T9" fmla="*/ 642 h 772"/>
                  <a:gd name="T10" fmla="*/ 142 w 489"/>
                  <a:gd name="T11" fmla="*/ 670 h 772"/>
                  <a:gd name="T12" fmla="*/ 158 w 489"/>
                  <a:gd name="T13" fmla="*/ 693 h 772"/>
                  <a:gd name="T14" fmla="*/ 191 w 489"/>
                  <a:gd name="T15" fmla="*/ 707 h 772"/>
                  <a:gd name="T16" fmla="*/ 244 w 489"/>
                  <a:gd name="T17" fmla="*/ 713 h 772"/>
                  <a:gd name="T18" fmla="*/ 298 w 489"/>
                  <a:gd name="T19" fmla="*/ 707 h 772"/>
                  <a:gd name="T20" fmla="*/ 330 w 489"/>
                  <a:gd name="T21" fmla="*/ 693 h 772"/>
                  <a:gd name="T22" fmla="*/ 345 w 489"/>
                  <a:gd name="T23" fmla="*/ 670 h 772"/>
                  <a:gd name="T24" fmla="*/ 349 w 489"/>
                  <a:gd name="T25" fmla="*/ 642 h 772"/>
                  <a:gd name="T26" fmla="*/ 349 w 489"/>
                  <a:gd name="T27" fmla="*/ 116 h 772"/>
                  <a:gd name="T28" fmla="*/ 340 w 489"/>
                  <a:gd name="T29" fmla="*/ 90 h 772"/>
                  <a:gd name="T30" fmla="*/ 317 w 489"/>
                  <a:gd name="T31" fmla="*/ 71 h 772"/>
                  <a:gd name="T32" fmla="*/ 274 w 489"/>
                  <a:gd name="T33" fmla="*/ 61 h 772"/>
                  <a:gd name="T34" fmla="*/ 244 w 489"/>
                  <a:gd name="T35" fmla="*/ 0 h 772"/>
                  <a:gd name="T36" fmla="*/ 334 w 489"/>
                  <a:gd name="T37" fmla="*/ 6 h 772"/>
                  <a:gd name="T38" fmla="*/ 400 w 489"/>
                  <a:gd name="T39" fmla="*/ 20 h 772"/>
                  <a:gd name="T40" fmla="*/ 446 w 489"/>
                  <a:gd name="T41" fmla="*/ 43 h 772"/>
                  <a:gd name="T42" fmla="*/ 474 w 489"/>
                  <a:gd name="T43" fmla="*/ 73 h 772"/>
                  <a:gd name="T44" fmla="*/ 487 w 489"/>
                  <a:gd name="T45" fmla="*/ 109 h 772"/>
                  <a:gd name="T46" fmla="*/ 489 w 489"/>
                  <a:gd name="T47" fmla="*/ 643 h 772"/>
                  <a:gd name="T48" fmla="*/ 482 w 489"/>
                  <a:gd name="T49" fmla="*/ 682 h 772"/>
                  <a:gd name="T50" fmla="*/ 462 w 489"/>
                  <a:gd name="T51" fmla="*/ 715 h 772"/>
                  <a:gd name="T52" fmla="*/ 425 w 489"/>
                  <a:gd name="T53" fmla="*/ 742 h 772"/>
                  <a:gd name="T54" fmla="*/ 369 w 489"/>
                  <a:gd name="T55" fmla="*/ 761 h 772"/>
                  <a:gd name="T56" fmla="*/ 291 w 489"/>
                  <a:gd name="T57" fmla="*/ 770 h 772"/>
                  <a:gd name="T58" fmla="*/ 196 w 489"/>
                  <a:gd name="T59" fmla="*/ 770 h 772"/>
                  <a:gd name="T60" fmla="*/ 118 w 489"/>
                  <a:gd name="T61" fmla="*/ 761 h 772"/>
                  <a:gd name="T62" fmla="*/ 62 w 489"/>
                  <a:gd name="T63" fmla="*/ 742 h 772"/>
                  <a:gd name="T64" fmla="*/ 26 w 489"/>
                  <a:gd name="T65" fmla="*/ 715 h 772"/>
                  <a:gd name="T66" fmla="*/ 5 w 489"/>
                  <a:gd name="T67" fmla="*/ 682 h 772"/>
                  <a:gd name="T68" fmla="*/ 0 w 489"/>
                  <a:gd name="T69" fmla="*/ 643 h 772"/>
                  <a:gd name="T70" fmla="*/ 1 w 489"/>
                  <a:gd name="T71" fmla="*/ 109 h 772"/>
                  <a:gd name="T72" fmla="*/ 14 w 489"/>
                  <a:gd name="T73" fmla="*/ 73 h 772"/>
                  <a:gd name="T74" fmla="*/ 42 w 489"/>
                  <a:gd name="T75" fmla="*/ 43 h 772"/>
                  <a:gd name="T76" fmla="*/ 87 w 489"/>
                  <a:gd name="T77" fmla="*/ 20 h 772"/>
                  <a:gd name="T78" fmla="*/ 154 w 489"/>
                  <a:gd name="T79" fmla="*/ 6 h 772"/>
                  <a:gd name="T80" fmla="*/ 244 w 489"/>
                  <a:gd name="T81" fmla="*/ 0 h 7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489" h="772">
                    <a:moveTo>
                      <a:pt x="244" y="59"/>
                    </a:moveTo>
                    <a:lnTo>
                      <a:pt x="213" y="61"/>
                    </a:lnTo>
                    <a:lnTo>
                      <a:pt x="191" y="65"/>
                    </a:lnTo>
                    <a:lnTo>
                      <a:pt x="172" y="71"/>
                    </a:lnTo>
                    <a:lnTo>
                      <a:pt x="158" y="79"/>
                    </a:lnTo>
                    <a:lnTo>
                      <a:pt x="149" y="90"/>
                    </a:lnTo>
                    <a:lnTo>
                      <a:pt x="142" y="102"/>
                    </a:lnTo>
                    <a:lnTo>
                      <a:pt x="140" y="116"/>
                    </a:lnTo>
                    <a:lnTo>
                      <a:pt x="138" y="130"/>
                    </a:lnTo>
                    <a:lnTo>
                      <a:pt x="138" y="642"/>
                    </a:lnTo>
                    <a:lnTo>
                      <a:pt x="140" y="656"/>
                    </a:lnTo>
                    <a:lnTo>
                      <a:pt x="142" y="670"/>
                    </a:lnTo>
                    <a:lnTo>
                      <a:pt x="149" y="683"/>
                    </a:lnTo>
                    <a:lnTo>
                      <a:pt x="158" y="693"/>
                    </a:lnTo>
                    <a:lnTo>
                      <a:pt x="172" y="702"/>
                    </a:lnTo>
                    <a:lnTo>
                      <a:pt x="191" y="707"/>
                    </a:lnTo>
                    <a:lnTo>
                      <a:pt x="213" y="711"/>
                    </a:lnTo>
                    <a:lnTo>
                      <a:pt x="244" y="713"/>
                    </a:lnTo>
                    <a:lnTo>
                      <a:pt x="274" y="711"/>
                    </a:lnTo>
                    <a:lnTo>
                      <a:pt x="298" y="707"/>
                    </a:lnTo>
                    <a:lnTo>
                      <a:pt x="317" y="702"/>
                    </a:lnTo>
                    <a:lnTo>
                      <a:pt x="330" y="693"/>
                    </a:lnTo>
                    <a:lnTo>
                      <a:pt x="340" y="683"/>
                    </a:lnTo>
                    <a:lnTo>
                      <a:pt x="345" y="670"/>
                    </a:lnTo>
                    <a:lnTo>
                      <a:pt x="349" y="656"/>
                    </a:lnTo>
                    <a:lnTo>
                      <a:pt x="349" y="642"/>
                    </a:lnTo>
                    <a:lnTo>
                      <a:pt x="349" y="130"/>
                    </a:lnTo>
                    <a:lnTo>
                      <a:pt x="349" y="116"/>
                    </a:lnTo>
                    <a:lnTo>
                      <a:pt x="345" y="102"/>
                    </a:lnTo>
                    <a:lnTo>
                      <a:pt x="340" y="90"/>
                    </a:lnTo>
                    <a:lnTo>
                      <a:pt x="330" y="79"/>
                    </a:lnTo>
                    <a:lnTo>
                      <a:pt x="317" y="71"/>
                    </a:lnTo>
                    <a:lnTo>
                      <a:pt x="298" y="65"/>
                    </a:lnTo>
                    <a:lnTo>
                      <a:pt x="274" y="61"/>
                    </a:lnTo>
                    <a:lnTo>
                      <a:pt x="244" y="59"/>
                    </a:lnTo>
                    <a:close/>
                    <a:moveTo>
                      <a:pt x="244" y="0"/>
                    </a:moveTo>
                    <a:lnTo>
                      <a:pt x="291" y="2"/>
                    </a:lnTo>
                    <a:lnTo>
                      <a:pt x="334" y="6"/>
                    </a:lnTo>
                    <a:lnTo>
                      <a:pt x="369" y="11"/>
                    </a:lnTo>
                    <a:lnTo>
                      <a:pt x="400" y="20"/>
                    </a:lnTo>
                    <a:lnTo>
                      <a:pt x="425" y="31"/>
                    </a:lnTo>
                    <a:lnTo>
                      <a:pt x="446" y="43"/>
                    </a:lnTo>
                    <a:lnTo>
                      <a:pt x="462" y="57"/>
                    </a:lnTo>
                    <a:lnTo>
                      <a:pt x="474" y="73"/>
                    </a:lnTo>
                    <a:lnTo>
                      <a:pt x="482" y="90"/>
                    </a:lnTo>
                    <a:lnTo>
                      <a:pt x="487" y="109"/>
                    </a:lnTo>
                    <a:lnTo>
                      <a:pt x="489" y="129"/>
                    </a:lnTo>
                    <a:lnTo>
                      <a:pt x="489" y="643"/>
                    </a:lnTo>
                    <a:lnTo>
                      <a:pt x="487" y="663"/>
                    </a:lnTo>
                    <a:lnTo>
                      <a:pt x="482" y="682"/>
                    </a:lnTo>
                    <a:lnTo>
                      <a:pt x="474" y="699"/>
                    </a:lnTo>
                    <a:lnTo>
                      <a:pt x="462" y="715"/>
                    </a:lnTo>
                    <a:lnTo>
                      <a:pt x="446" y="729"/>
                    </a:lnTo>
                    <a:lnTo>
                      <a:pt x="425" y="742"/>
                    </a:lnTo>
                    <a:lnTo>
                      <a:pt x="400" y="753"/>
                    </a:lnTo>
                    <a:lnTo>
                      <a:pt x="369" y="761"/>
                    </a:lnTo>
                    <a:lnTo>
                      <a:pt x="334" y="766"/>
                    </a:lnTo>
                    <a:lnTo>
                      <a:pt x="291" y="770"/>
                    </a:lnTo>
                    <a:lnTo>
                      <a:pt x="244" y="772"/>
                    </a:lnTo>
                    <a:lnTo>
                      <a:pt x="196" y="770"/>
                    </a:lnTo>
                    <a:lnTo>
                      <a:pt x="154" y="766"/>
                    </a:lnTo>
                    <a:lnTo>
                      <a:pt x="118" y="761"/>
                    </a:lnTo>
                    <a:lnTo>
                      <a:pt x="87" y="753"/>
                    </a:lnTo>
                    <a:lnTo>
                      <a:pt x="62" y="742"/>
                    </a:lnTo>
                    <a:lnTo>
                      <a:pt x="42" y="729"/>
                    </a:lnTo>
                    <a:lnTo>
                      <a:pt x="26" y="715"/>
                    </a:lnTo>
                    <a:lnTo>
                      <a:pt x="14" y="699"/>
                    </a:lnTo>
                    <a:lnTo>
                      <a:pt x="5" y="682"/>
                    </a:lnTo>
                    <a:lnTo>
                      <a:pt x="1" y="663"/>
                    </a:lnTo>
                    <a:lnTo>
                      <a:pt x="0" y="643"/>
                    </a:lnTo>
                    <a:lnTo>
                      <a:pt x="0" y="129"/>
                    </a:lnTo>
                    <a:lnTo>
                      <a:pt x="1" y="109"/>
                    </a:lnTo>
                    <a:lnTo>
                      <a:pt x="5" y="90"/>
                    </a:lnTo>
                    <a:lnTo>
                      <a:pt x="14" y="73"/>
                    </a:lnTo>
                    <a:lnTo>
                      <a:pt x="26" y="57"/>
                    </a:lnTo>
                    <a:lnTo>
                      <a:pt x="42" y="43"/>
                    </a:lnTo>
                    <a:lnTo>
                      <a:pt x="62" y="31"/>
                    </a:lnTo>
                    <a:lnTo>
                      <a:pt x="87" y="20"/>
                    </a:lnTo>
                    <a:lnTo>
                      <a:pt x="118" y="11"/>
                    </a:lnTo>
                    <a:lnTo>
                      <a:pt x="154" y="6"/>
                    </a:lnTo>
                    <a:lnTo>
                      <a:pt x="196" y="2"/>
                    </a:lnTo>
                    <a:lnTo>
                      <a:pt x="244"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6" name="Freeform 8">
                <a:extLst>
                  <a:ext uri="{FF2B5EF4-FFF2-40B4-BE49-F238E27FC236}">
                    <a16:creationId xmlns:a16="http://schemas.microsoft.com/office/drawing/2014/main" id="{89D18DE9-FB38-44E3-9753-8DBB95A05D2A}"/>
                  </a:ext>
                </a:extLst>
              </p:cNvPr>
              <p:cNvSpPr>
                <a:spLocks noEditPoints="1"/>
              </p:cNvSpPr>
              <p:nvPr/>
            </p:nvSpPr>
            <p:spPr bwMode="auto">
              <a:xfrm>
                <a:off x="2730501" y="5005388"/>
                <a:ext cx="360363" cy="603250"/>
              </a:xfrm>
              <a:custGeom>
                <a:avLst/>
                <a:gdLst>
                  <a:gd name="T0" fmla="*/ 140 w 454"/>
                  <a:gd name="T1" fmla="*/ 59 h 759"/>
                  <a:gd name="T2" fmla="*/ 140 w 454"/>
                  <a:gd name="T3" fmla="*/ 358 h 759"/>
                  <a:gd name="T4" fmla="*/ 207 w 454"/>
                  <a:gd name="T5" fmla="*/ 358 h 759"/>
                  <a:gd name="T6" fmla="*/ 232 w 454"/>
                  <a:gd name="T7" fmla="*/ 358 h 759"/>
                  <a:gd name="T8" fmla="*/ 255 w 454"/>
                  <a:gd name="T9" fmla="*/ 355 h 759"/>
                  <a:gd name="T10" fmla="*/ 275 w 454"/>
                  <a:gd name="T11" fmla="*/ 352 h 759"/>
                  <a:gd name="T12" fmla="*/ 291 w 454"/>
                  <a:gd name="T13" fmla="*/ 346 h 759"/>
                  <a:gd name="T14" fmla="*/ 303 w 454"/>
                  <a:gd name="T15" fmla="*/ 337 h 759"/>
                  <a:gd name="T16" fmla="*/ 311 w 454"/>
                  <a:gd name="T17" fmla="*/ 325 h 759"/>
                  <a:gd name="T18" fmla="*/ 314 w 454"/>
                  <a:gd name="T19" fmla="*/ 311 h 759"/>
                  <a:gd name="T20" fmla="*/ 314 w 454"/>
                  <a:gd name="T21" fmla="*/ 106 h 759"/>
                  <a:gd name="T22" fmla="*/ 311 w 454"/>
                  <a:gd name="T23" fmla="*/ 91 h 759"/>
                  <a:gd name="T24" fmla="*/ 303 w 454"/>
                  <a:gd name="T25" fmla="*/ 79 h 759"/>
                  <a:gd name="T26" fmla="*/ 291 w 454"/>
                  <a:gd name="T27" fmla="*/ 71 h 759"/>
                  <a:gd name="T28" fmla="*/ 275 w 454"/>
                  <a:gd name="T29" fmla="*/ 64 h 759"/>
                  <a:gd name="T30" fmla="*/ 255 w 454"/>
                  <a:gd name="T31" fmla="*/ 62 h 759"/>
                  <a:gd name="T32" fmla="*/ 232 w 454"/>
                  <a:gd name="T33" fmla="*/ 59 h 759"/>
                  <a:gd name="T34" fmla="*/ 207 w 454"/>
                  <a:gd name="T35" fmla="*/ 59 h 759"/>
                  <a:gd name="T36" fmla="*/ 140 w 454"/>
                  <a:gd name="T37" fmla="*/ 59 h 759"/>
                  <a:gd name="T38" fmla="*/ 0 w 454"/>
                  <a:gd name="T39" fmla="*/ 0 h 759"/>
                  <a:gd name="T40" fmla="*/ 221 w 454"/>
                  <a:gd name="T41" fmla="*/ 0 h 759"/>
                  <a:gd name="T42" fmla="*/ 271 w 454"/>
                  <a:gd name="T43" fmla="*/ 0 h 759"/>
                  <a:gd name="T44" fmla="*/ 314 w 454"/>
                  <a:gd name="T45" fmla="*/ 4 h 759"/>
                  <a:gd name="T46" fmla="*/ 350 w 454"/>
                  <a:gd name="T47" fmla="*/ 8 h 759"/>
                  <a:gd name="T48" fmla="*/ 380 w 454"/>
                  <a:gd name="T49" fmla="*/ 16 h 759"/>
                  <a:gd name="T50" fmla="*/ 404 w 454"/>
                  <a:gd name="T51" fmla="*/ 26 h 759"/>
                  <a:gd name="T52" fmla="*/ 423 w 454"/>
                  <a:gd name="T53" fmla="*/ 38 h 759"/>
                  <a:gd name="T54" fmla="*/ 437 w 454"/>
                  <a:gd name="T55" fmla="*/ 52 h 759"/>
                  <a:gd name="T56" fmla="*/ 447 w 454"/>
                  <a:gd name="T57" fmla="*/ 70 h 759"/>
                  <a:gd name="T58" fmla="*/ 452 w 454"/>
                  <a:gd name="T59" fmla="*/ 91 h 759"/>
                  <a:gd name="T60" fmla="*/ 454 w 454"/>
                  <a:gd name="T61" fmla="*/ 115 h 759"/>
                  <a:gd name="T62" fmla="*/ 454 w 454"/>
                  <a:gd name="T63" fmla="*/ 301 h 759"/>
                  <a:gd name="T64" fmla="*/ 451 w 454"/>
                  <a:gd name="T65" fmla="*/ 325 h 759"/>
                  <a:gd name="T66" fmla="*/ 447 w 454"/>
                  <a:gd name="T67" fmla="*/ 347 h 759"/>
                  <a:gd name="T68" fmla="*/ 437 w 454"/>
                  <a:gd name="T69" fmla="*/ 364 h 759"/>
                  <a:gd name="T70" fmla="*/ 423 w 454"/>
                  <a:gd name="T71" fmla="*/ 379 h 759"/>
                  <a:gd name="T72" fmla="*/ 404 w 454"/>
                  <a:gd name="T73" fmla="*/ 391 h 759"/>
                  <a:gd name="T74" fmla="*/ 380 w 454"/>
                  <a:gd name="T75" fmla="*/ 402 h 759"/>
                  <a:gd name="T76" fmla="*/ 350 w 454"/>
                  <a:gd name="T77" fmla="*/ 408 h 759"/>
                  <a:gd name="T78" fmla="*/ 314 w 454"/>
                  <a:gd name="T79" fmla="*/ 414 h 759"/>
                  <a:gd name="T80" fmla="*/ 271 w 454"/>
                  <a:gd name="T81" fmla="*/ 416 h 759"/>
                  <a:gd name="T82" fmla="*/ 221 w 454"/>
                  <a:gd name="T83" fmla="*/ 416 h 759"/>
                  <a:gd name="T84" fmla="*/ 140 w 454"/>
                  <a:gd name="T85" fmla="*/ 416 h 759"/>
                  <a:gd name="T86" fmla="*/ 140 w 454"/>
                  <a:gd name="T87" fmla="*/ 759 h 759"/>
                  <a:gd name="T88" fmla="*/ 0 w 454"/>
                  <a:gd name="T89" fmla="*/ 759 h 759"/>
                  <a:gd name="T90" fmla="*/ 0 w 454"/>
                  <a:gd name="T91" fmla="*/ 0 h 7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454" h="759">
                    <a:moveTo>
                      <a:pt x="140" y="59"/>
                    </a:moveTo>
                    <a:lnTo>
                      <a:pt x="140" y="358"/>
                    </a:lnTo>
                    <a:lnTo>
                      <a:pt x="207" y="358"/>
                    </a:lnTo>
                    <a:lnTo>
                      <a:pt x="232" y="358"/>
                    </a:lnTo>
                    <a:lnTo>
                      <a:pt x="255" y="355"/>
                    </a:lnTo>
                    <a:lnTo>
                      <a:pt x="275" y="352"/>
                    </a:lnTo>
                    <a:lnTo>
                      <a:pt x="291" y="346"/>
                    </a:lnTo>
                    <a:lnTo>
                      <a:pt x="303" y="337"/>
                    </a:lnTo>
                    <a:lnTo>
                      <a:pt x="311" y="325"/>
                    </a:lnTo>
                    <a:lnTo>
                      <a:pt x="314" y="311"/>
                    </a:lnTo>
                    <a:lnTo>
                      <a:pt x="314" y="106"/>
                    </a:lnTo>
                    <a:lnTo>
                      <a:pt x="311" y="91"/>
                    </a:lnTo>
                    <a:lnTo>
                      <a:pt x="303" y="79"/>
                    </a:lnTo>
                    <a:lnTo>
                      <a:pt x="291" y="71"/>
                    </a:lnTo>
                    <a:lnTo>
                      <a:pt x="275" y="64"/>
                    </a:lnTo>
                    <a:lnTo>
                      <a:pt x="255" y="62"/>
                    </a:lnTo>
                    <a:lnTo>
                      <a:pt x="232" y="59"/>
                    </a:lnTo>
                    <a:lnTo>
                      <a:pt x="207" y="59"/>
                    </a:lnTo>
                    <a:lnTo>
                      <a:pt x="140" y="59"/>
                    </a:lnTo>
                    <a:close/>
                    <a:moveTo>
                      <a:pt x="0" y="0"/>
                    </a:moveTo>
                    <a:lnTo>
                      <a:pt x="221" y="0"/>
                    </a:lnTo>
                    <a:lnTo>
                      <a:pt x="271" y="0"/>
                    </a:lnTo>
                    <a:lnTo>
                      <a:pt x="314" y="4"/>
                    </a:lnTo>
                    <a:lnTo>
                      <a:pt x="350" y="8"/>
                    </a:lnTo>
                    <a:lnTo>
                      <a:pt x="380" y="16"/>
                    </a:lnTo>
                    <a:lnTo>
                      <a:pt x="404" y="26"/>
                    </a:lnTo>
                    <a:lnTo>
                      <a:pt x="423" y="38"/>
                    </a:lnTo>
                    <a:lnTo>
                      <a:pt x="437" y="52"/>
                    </a:lnTo>
                    <a:lnTo>
                      <a:pt x="447" y="70"/>
                    </a:lnTo>
                    <a:lnTo>
                      <a:pt x="452" y="91"/>
                    </a:lnTo>
                    <a:lnTo>
                      <a:pt x="454" y="115"/>
                    </a:lnTo>
                    <a:lnTo>
                      <a:pt x="454" y="301"/>
                    </a:lnTo>
                    <a:lnTo>
                      <a:pt x="451" y="325"/>
                    </a:lnTo>
                    <a:lnTo>
                      <a:pt x="447" y="347"/>
                    </a:lnTo>
                    <a:lnTo>
                      <a:pt x="437" y="364"/>
                    </a:lnTo>
                    <a:lnTo>
                      <a:pt x="423" y="379"/>
                    </a:lnTo>
                    <a:lnTo>
                      <a:pt x="404" y="391"/>
                    </a:lnTo>
                    <a:lnTo>
                      <a:pt x="380" y="402"/>
                    </a:lnTo>
                    <a:lnTo>
                      <a:pt x="350" y="408"/>
                    </a:lnTo>
                    <a:lnTo>
                      <a:pt x="314" y="414"/>
                    </a:lnTo>
                    <a:lnTo>
                      <a:pt x="271" y="416"/>
                    </a:lnTo>
                    <a:lnTo>
                      <a:pt x="221" y="416"/>
                    </a:lnTo>
                    <a:lnTo>
                      <a:pt x="140" y="416"/>
                    </a:lnTo>
                    <a:lnTo>
                      <a:pt x="140" y="759"/>
                    </a:lnTo>
                    <a:lnTo>
                      <a:pt x="0" y="759"/>
                    </a:ln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7" name="Freeform 9">
                <a:extLst>
                  <a:ext uri="{FF2B5EF4-FFF2-40B4-BE49-F238E27FC236}">
                    <a16:creationId xmlns:a16="http://schemas.microsoft.com/office/drawing/2014/main" id="{8D961941-D9DC-44B7-B4B1-7160F7B31104}"/>
                  </a:ext>
                </a:extLst>
              </p:cNvPr>
              <p:cNvSpPr>
                <a:spLocks/>
              </p:cNvSpPr>
              <p:nvPr/>
            </p:nvSpPr>
            <p:spPr bwMode="auto">
              <a:xfrm>
                <a:off x="3121026" y="5000626"/>
                <a:ext cx="358775" cy="611188"/>
              </a:xfrm>
              <a:custGeom>
                <a:avLst/>
                <a:gdLst>
                  <a:gd name="T0" fmla="*/ 277 w 451"/>
                  <a:gd name="T1" fmla="*/ 2 h 772"/>
                  <a:gd name="T2" fmla="*/ 355 w 451"/>
                  <a:gd name="T3" fmla="*/ 12 h 772"/>
                  <a:gd name="T4" fmla="*/ 407 w 451"/>
                  <a:gd name="T5" fmla="*/ 34 h 772"/>
                  <a:gd name="T6" fmla="*/ 438 w 451"/>
                  <a:gd name="T7" fmla="*/ 65 h 772"/>
                  <a:gd name="T8" fmla="*/ 447 w 451"/>
                  <a:gd name="T9" fmla="*/ 106 h 772"/>
                  <a:gd name="T10" fmla="*/ 309 w 451"/>
                  <a:gd name="T11" fmla="*/ 204 h 772"/>
                  <a:gd name="T12" fmla="*/ 308 w 451"/>
                  <a:gd name="T13" fmla="*/ 98 h 772"/>
                  <a:gd name="T14" fmla="*/ 297 w 451"/>
                  <a:gd name="T15" fmla="*/ 78 h 772"/>
                  <a:gd name="T16" fmla="*/ 273 w 451"/>
                  <a:gd name="T17" fmla="*/ 65 h 772"/>
                  <a:gd name="T18" fmla="*/ 229 w 451"/>
                  <a:gd name="T19" fmla="*/ 59 h 772"/>
                  <a:gd name="T20" fmla="*/ 184 w 451"/>
                  <a:gd name="T21" fmla="*/ 65 h 772"/>
                  <a:gd name="T22" fmla="*/ 159 w 451"/>
                  <a:gd name="T23" fmla="*/ 78 h 772"/>
                  <a:gd name="T24" fmla="*/ 149 w 451"/>
                  <a:gd name="T25" fmla="*/ 98 h 772"/>
                  <a:gd name="T26" fmla="*/ 148 w 451"/>
                  <a:gd name="T27" fmla="*/ 191 h 772"/>
                  <a:gd name="T28" fmla="*/ 155 w 451"/>
                  <a:gd name="T29" fmla="*/ 227 h 772"/>
                  <a:gd name="T30" fmla="*/ 180 w 451"/>
                  <a:gd name="T31" fmla="*/ 259 h 772"/>
                  <a:gd name="T32" fmla="*/ 422 w 451"/>
                  <a:gd name="T33" fmla="*/ 469 h 772"/>
                  <a:gd name="T34" fmla="*/ 449 w 451"/>
                  <a:gd name="T35" fmla="*/ 516 h 772"/>
                  <a:gd name="T36" fmla="*/ 451 w 451"/>
                  <a:gd name="T37" fmla="*/ 660 h 772"/>
                  <a:gd name="T38" fmla="*/ 439 w 451"/>
                  <a:gd name="T39" fmla="*/ 703 h 772"/>
                  <a:gd name="T40" fmla="*/ 404 w 451"/>
                  <a:gd name="T41" fmla="*/ 737 h 772"/>
                  <a:gd name="T42" fmla="*/ 348 w 451"/>
                  <a:gd name="T43" fmla="*/ 760 h 772"/>
                  <a:gd name="T44" fmla="*/ 273 w 451"/>
                  <a:gd name="T45" fmla="*/ 770 h 772"/>
                  <a:gd name="T46" fmla="*/ 180 w 451"/>
                  <a:gd name="T47" fmla="*/ 770 h 772"/>
                  <a:gd name="T48" fmla="*/ 101 w 451"/>
                  <a:gd name="T49" fmla="*/ 760 h 772"/>
                  <a:gd name="T50" fmla="*/ 45 w 451"/>
                  <a:gd name="T51" fmla="*/ 738 h 772"/>
                  <a:gd name="T52" fmla="*/ 11 w 451"/>
                  <a:gd name="T53" fmla="*/ 706 h 772"/>
                  <a:gd name="T54" fmla="*/ 0 w 451"/>
                  <a:gd name="T55" fmla="*/ 660 h 772"/>
                  <a:gd name="T56" fmla="*/ 140 w 451"/>
                  <a:gd name="T57" fmla="*/ 556 h 772"/>
                  <a:gd name="T58" fmla="*/ 143 w 451"/>
                  <a:gd name="T59" fmla="*/ 672 h 772"/>
                  <a:gd name="T60" fmla="*/ 161 w 451"/>
                  <a:gd name="T61" fmla="*/ 698 h 772"/>
                  <a:gd name="T62" fmla="*/ 200 w 451"/>
                  <a:gd name="T63" fmla="*/ 711 h 772"/>
                  <a:gd name="T64" fmla="*/ 254 w 451"/>
                  <a:gd name="T65" fmla="*/ 711 h 772"/>
                  <a:gd name="T66" fmla="*/ 292 w 451"/>
                  <a:gd name="T67" fmla="*/ 698 h 772"/>
                  <a:gd name="T68" fmla="*/ 310 w 451"/>
                  <a:gd name="T69" fmla="*/ 672 h 772"/>
                  <a:gd name="T70" fmla="*/ 313 w 451"/>
                  <a:gd name="T71" fmla="*/ 551 h 772"/>
                  <a:gd name="T72" fmla="*/ 304 w 451"/>
                  <a:gd name="T73" fmla="*/ 513 h 772"/>
                  <a:gd name="T74" fmla="*/ 273 w 451"/>
                  <a:gd name="T75" fmla="*/ 477 h 772"/>
                  <a:gd name="T76" fmla="*/ 47 w 451"/>
                  <a:gd name="T77" fmla="*/ 282 h 772"/>
                  <a:gd name="T78" fmla="*/ 19 w 451"/>
                  <a:gd name="T79" fmla="*/ 244 h 772"/>
                  <a:gd name="T80" fmla="*/ 10 w 451"/>
                  <a:gd name="T81" fmla="*/ 204 h 772"/>
                  <a:gd name="T82" fmla="*/ 13 w 451"/>
                  <a:gd name="T83" fmla="*/ 89 h 772"/>
                  <a:gd name="T84" fmla="*/ 35 w 451"/>
                  <a:gd name="T85" fmla="*/ 50 h 772"/>
                  <a:gd name="T86" fmla="*/ 78 w 451"/>
                  <a:gd name="T87" fmla="*/ 22 h 772"/>
                  <a:gd name="T88" fmla="*/ 144 w 451"/>
                  <a:gd name="T89" fmla="*/ 6 h 772"/>
                  <a:gd name="T90" fmla="*/ 229 w 451"/>
                  <a:gd name="T91" fmla="*/ 0 h 7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451" h="772">
                    <a:moveTo>
                      <a:pt x="229" y="0"/>
                    </a:moveTo>
                    <a:lnTo>
                      <a:pt x="277" y="2"/>
                    </a:lnTo>
                    <a:lnTo>
                      <a:pt x="318" y="6"/>
                    </a:lnTo>
                    <a:lnTo>
                      <a:pt x="355" y="12"/>
                    </a:lnTo>
                    <a:lnTo>
                      <a:pt x="384" y="22"/>
                    </a:lnTo>
                    <a:lnTo>
                      <a:pt x="407" y="34"/>
                    </a:lnTo>
                    <a:lnTo>
                      <a:pt x="426" y="49"/>
                    </a:lnTo>
                    <a:lnTo>
                      <a:pt x="438" y="65"/>
                    </a:lnTo>
                    <a:lnTo>
                      <a:pt x="445" y="85"/>
                    </a:lnTo>
                    <a:lnTo>
                      <a:pt x="447" y="106"/>
                    </a:lnTo>
                    <a:lnTo>
                      <a:pt x="447" y="204"/>
                    </a:lnTo>
                    <a:lnTo>
                      <a:pt x="309" y="204"/>
                    </a:lnTo>
                    <a:lnTo>
                      <a:pt x="309" y="110"/>
                    </a:lnTo>
                    <a:lnTo>
                      <a:pt x="308" y="98"/>
                    </a:lnTo>
                    <a:lnTo>
                      <a:pt x="304" y="87"/>
                    </a:lnTo>
                    <a:lnTo>
                      <a:pt x="297" y="78"/>
                    </a:lnTo>
                    <a:lnTo>
                      <a:pt x="288" y="70"/>
                    </a:lnTo>
                    <a:lnTo>
                      <a:pt x="273" y="65"/>
                    </a:lnTo>
                    <a:lnTo>
                      <a:pt x="254" y="61"/>
                    </a:lnTo>
                    <a:lnTo>
                      <a:pt x="229" y="59"/>
                    </a:lnTo>
                    <a:lnTo>
                      <a:pt x="203" y="61"/>
                    </a:lnTo>
                    <a:lnTo>
                      <a:pt x="184" y="65"/>
                    </a:lnTo>
                    <a:lnTo>
                      <a:pt x="170" y="70"/>
                    </a:lnTo>
                    <a:lnTo>
                      <a:pt x="159" y="78"/>
                    </a:lnTo>
                    <a:lnTo>
                      <a:pt x="152" y="87"/>
                    </a:lnTo>
                    <a:lnTo>
                      <a:pt x="149" y="98"/>
                    </a:lnTo>
                    <a:lnTo>
                      <a:pt x="148" y="110"/>
                    </a:lnTo>
                    <a:lnTo>
                      <a:pt x="148" y="191"/>
                    </a:lnTo>
                    <a:lnTo>
                      <a:pt x="149" y="209"/>
                    </a:lnTo>
                    <a:lnTo>
                      <a:pt x="155" y="227"/>
                    </a:lnTo>
                    <a:lnTo>
                      <a:pt x="165" y="243"/>
                    </a:lnTo>
                    <a:lnTo>
                      <a:pt x="180" y="259"/>
                    </a:lnTo>
                    <a:lnTo>
                      <a:pt x="402" y="448"/>
                    </a:lnTo>
                    <a:lnTo>
                      <a:pt x="422" y="469"/>
                    </a:lnTo>
                    <a:lnTo>
                      <a:pt x="438" y="492"/>
                    </a:lnTo>
                    <a:lnTo>
                      <a:pt x="449" y="516"/>
                    </a:lnTo>
                    <a:lnTo>
                      <a:pt x="451" y="541"/>
                    </a:lnTo>
                    <a:lnTo>
                      <a:pt x="451" y="660"/>
                    </a:lnTo>
                    <a:lnTo>
                      <a:pt x="449" y="683"/>
                    </a:lnTo>
                    <a:lnTo>
                      <a:pt x="439" y="703"/>
                    </a:lnTo>
                    <a:lnTo>
                      <a:pt x="424" y="721"/>
                    </a:lnTo>
                    <a:lnTo>
                      <a:pt x="404" y="737"/>
                    </a:lnTo>
                    <a:lnTo>
                      <a:pt x="379" y="749"/>
                    </a:lnTo>
                    <a:lnTo>
                      <a:pt x="348" y="760"/>
                    </a:lnTo>
                    <a:lnTo>
                      <a:pt x="313" y="766"/>
                    </a:lnTo>
                    <a:lnTo>
                      <a:pt x="273" y="770"/>
                    </a:lnTo>
                    <a:lnTo>
                      <a:pt x="229" y="772"/>
                    </a:lnTo>
                    <a:lnTo>
                      <a:pt x="180" y="770"/>
                    </a:lnTo>
                    <a:lnTo>
                      <a:pt x="137" y="766"/>
                    </a:lnTo>
                    <a:lnTo>
                      <a:pt x="101" y="760"/>
                    </a:lnTo>
                    <a:lnTo>
                      <a:pt x="70" y="750"/>
                    </a:lnTo>
                    <a:lnTo>
                      <a:pt x="45" y="738"/>
                    </a:lnTo>
                    <a:lnTo>
                      <a:pt x="26" y="723"/>
                    </a:lnTo>
                    <a:lnTo>
                      <a:pt x="11" y="706"/>
                    </a:lnTo>
                    <a:lnTo>
                      <a:pt x="3" y="685"/>
                    </a:lnTo>
                    <a:lnTo>
                      <a:pt x="0" y="660"/>
                    </a:lnTo>
                    <a:lnTo>
                      <a:pt x="0" y="556"/>
                    </a:lnTo>
                    <a:lnTo>
                      <a:pt x="140" y="556"/>
                    </a:lnTo>
                    <a:lnTo>
                      <a:pt x="140" y="656"/>
                    </a:lnTo>
                    <a:lnTo>
                      <a:pt x="143" y="672"/>
                    </a:lnTo>
                    <a:lnTo>
                      <a:pt x="149" y="687"/>
                    </a:lnTo>
                    <a:lnTo>
                      <a:pt x="161" y="698"/>
                    </a:lnTo>
                    <a:lnTo>
                      <a:pt x="179" y="706"/>
                    </a:lnTo>
                    <a:lnTo>
                      <a:pt x="200" y="711"/>
                    </a:lnTo>
                    <a:lnTo>
                      <a:pt x="229" y="713"/>
                    </a:lnTo>
                    <a:lnTo>
                      <a:pt x="254" y="711"/>
                    </a:lnTo>
                    <a:lnTo>
                      <a:pt x="276" y="706"/>
                    </a:lnTo>
                    <a:lnTo>
                      <a:pt x="292" y="698"/>
                    </a:lnTo>
                    <a:lnTo>
                      <a:pt x="304" y="687"/>
                    </a:lnTo>
                    <a:lnTo>
                      <a:pt x="310" y="672"/>
                    </a:lnTo>
                    <a:lnTo>
                      <a:pt x="313" y="656"/>
                    </a:lnTo>
                    <a:lnTo>
                      <a:pt x="313" y="551"/>
                    </a:lnTo>
                    <a:lnTo>
                      <a:pt x="310" y="532"/>
                    </a:lnTo>
                    <a:lnTo>
                      <a:pt x="304" y="513"/>
                    </a:lnTo>
                    <a:lnTo>
                      <a:pt x="292" y="496"/>
                    </a:lnTo>
                    <a:lnTo>
                      <a:pt x="273" y="477"/>
                    </a:lnTo>
                    <a:lnTo>
                      <a:pt x="69" y="300"/>
                    </a:lnTo>
                    <a:lnTo>
                      <a:pt x="47" y="282"/>
                    </a:lnTo>
                    <a:lnTo>
                      <a:pt x="31" y="263"/>
                    </a:lnTo>
                    <a:lnTo>
                      <a:pt x="19" y="244"/>
                    </a:lnTo>
                    <a:lnTo>
                      <a:pt x="11" y="225"/>
                    </a:lnTo>
                    <a:lnTo>
                      <a:pt x="10" y="204"/>
                    </a:lnTo>
                    <a:lnTo>
                      <a:pt x="10" y="112"/>
                    </a:lnTo>
                    <a:lnTo>
                      <a:pt x="13" y="89"/>
                    </a:lnTo>
                    <a:lnTo>
                      <a:pt x="21" y="67"/>
                    </a:lnTo>
                    <a:lnTo>
                      <a:pt x="35" y="50"/>
                    </a:lnTo>
                    <a:lnTo>
                      <a:pt x="54" y="35"/>
                    </a:lnTo>
                    <a:lnTo>
                      <a:pt x="78" y="22"/>
                    </a:lnTo>
                    <a:lnTo>
                      <a:pt x="109" y="12"/>
                    </a:lnTo>
                    <a:lnTo>
                      <a:pt x="144" y="6"/>
                    </a:lnTo>
                    <a:lnTo>
                      <a:pt x="184" y="2"/>
                    </a:lnTo>
                    <a:lnTo>
                      <a:pt x="229"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8" name="Freeform 10">
                <a:extLst>
                  <a:ext uri="{FF2B5EF4-FFF2-40B4-BE49-F238E27FC236}">
                    <a16:creationId xmlns:a16="http://schemas.microsoft.com/office/drawing/2014/main" id="{B9363D07-27BC-4F61-90A5-DF8C3FB43323}"/>
                  </a:ext>
                </a:extLst>
              </p:cNvPr>
              <p:cNvSpPr>
                <a:spLocks/>
              </p:cNvSpPr>
              <p:nvPr/>
            </p:nvSpPr>
            <p:spPr bwMode="auto">
              <a:xfrm>
                <a:off x="3935413" y="5000626"/>
                <a:ext cx="358775" cy="611188"/>
              </a:xfrm>
              <a:custGeom>
                <a:avLst/>
                <a:gdLst>
                  <a:gd name="T0" fmla="*/ 276 w 451"/>
                  <a:gd name="T1" fmla="*/ 2 h 772"/>
                  <a:gd name="T2" fmla="*/ 354 w 451"/>
                  <a:gd name="T3" fmla="*/ 12 h 772"/>
                  <a:gd name="T4" fmla="*/ 407 w 451"/>
                  <a:gd name="T5" fmla="*/ 34 h 772"/>
                  <a:gd name="T6" fmla="*/ 437 w 451"/>
                  <a:gd name="T7" fmla="*/ 65 h 772"/>
                  <a:gd name="T8" fmla="*/ 447 w 451"/>
                  <a:gd name="T9" fmla="*/ 106 h 772"/>
                  <a:gd name="T10" fmla="*/ 307 w 451"/>
                  <a:gd name="T11" fmla="*/ 204 h 772"/>
                  <a:gd name="T12" fmla="*/ 307 w 451"/>
                  <a:gd name="T13" fmla="*/ 98 h 772"/>
                  <a:gd name="T14" fmla="*/ 296 w 451"/>
                  <a:gd name="T15" fmla="*/ 78 h 772"/>
                  <a:gd name="T16" fmla="*/ 272 w 451"/>
                  <a:gd name="T17" fmla="*/ 65 h 772"/>
                  <a:gd name="T18" fmla="*/ 228 w 451"/>
                  <a:gd name="T19" fmla="*/ 59 h 772"/>
                  <a:gd name="T20" fmla="*/ 182 w 451"/>
                  <a:gd name="T21" fmla="*/ 65 h 772"/>
                  <a:gd name="T22" fmla="*/ 158 w 451"/>
                  <a:gd name="T23" fmla="*/ 78 h 772"/>
                  <a:gd name="T24" fmla="*/ 149 w 451"/>
                  <a:gd name="T25" fmla="*/ 98 h 772"/>
                  <a:gd name="T26" fmla="*/ 148 w 451"/>
                  <a:gd name="T27" fmla="*/ 191 h 772"/>
                  <a:gd name="T28" fmla="*/ 154 w 451"/>
                  <a:gd name="T29" fmla="*/ 227 h 772"/>
                  <a:gd name="T30" fmla="*/ 178 w 451"/>
                  <a:gd name="T31" fmla="*/ 259 h 772"/>
                  <a:gd name="T32" fmla="*/ 421 w 451"/>
                  <a:gd name="T33" fmla="*/ 469 h 772"/>
                  <a:gd name="T34" fmla="*/ 447 w 451"/>
                  <a:gd name="T35" fmla="*/ 516 h 772"/>
                  <a:gd name="T36" fmla="*/ 451 w 451"/>
                  <a:gd name="T37" fmla="*/ 660 h 772"/>
                  <a:gd name="T38" fmla="*/ 439 w 451"/>
                  <a:gd name="T39" fmla="*/ 703 h 772"/>
                  <a:gd name="T40" fmla="*/ 404 w 451"/>
                  <a:gd name="T41" fmla="*/ 737 h 772"/>
                  <a:gd name="T42" fmla="*/ 347 w 451"/>
                  <a:gd name="T43" fmla="*/ 760 h 772"/>
                  <a:gd name="T44" fmla="*/ 272 w 451"/>
                  <a:gd name="T45" fmla="*/ 770 h 772"/>
                  <a:gd name="T46" fmla="*/ 180 w 451"/>
                  <a:gd name="T47" fmla="*/ 770 h 772"/>
                  <a:gd name="T48" fmla="*/ 101 w 451"/>
                  <a:gd name="T49" fmla="*/ 760 h 772"/>
                  <a:gd name="T50" fmla="*/ 44 w 451"/>
                  <a:gd name="T51" fmla="*/ 738 h 772"/>
                  <a:gd name="T52" fmla="*/ 11 w 451"/>
                  <a:gd name="T53" fmla="*/ 706 h 772"/>
                  <a:gd name="T54" fmla="*/ 0 w 451"/>
                  <a:gd name="T55" fmla="*/ 660 h 772"/>
                  <a:gd name="T56" fmla="*/ 139 w 451"/>
                  <a:gd name="T57" fmla="*/ 556 h 772"/>
                  <a:gd name="T58" fmla="*/ 141 w 451"/>
                  <a:gd name="T59" fmla="*/ 672 h 772"/>
                  <a:gd name="T60" fmla="*/ 160 w 451"/>
                  <a:gd name="T61" fmla="*/ 698 h 772"/>
                  <a:gd name="T62" fmla="*/ 200 w 451"/>
                  <a:gd name="T63" fmla="*/ 711 h 772"/>
                  <a:gd name="T64" fmla="*/ 254 w 451"/>
                  <a:gd name="T65" fmla="*/ 711 h 772"/>
                  <a:gd name="T66" fmla="*/ 291 w 451"/>
                  <a:gd name="T67" fmla="*/ 698 h 772"/>
                  <a:gd name="T68" fmla="*/ 310 w 451"/>
                  <a:gd name="T69" fmla="*/ 672 h 772"/>
                  <a:gd name="T70" fmla="*/ 311 w 451"/>
                  <a:gd name="T71" fmla="*/ 551 h 772"/>
                  <a:gd name="T72" fmla="*/ 303 w 451"/>
                  <a:gd name="T73" fmla="*/ 515 h 772"/>
                  <a:gd name="T74" fmla="*/ 271 w 451"/>
                  <a:gd name="T75" fmla="*/ 477 h 772"/>
                  <a:gd name="T76" fmla="*/ 47 w 451"/>
                  <a:gd name="T77" fmla="*/ 282 h 772"/>
                  <a:gd name="T78" fmla="*/ 19 w 451"/>
                  <a:gd name="T79" fmla="*/ 244 h 772"/>
                  <a:gd name="T80" fmla="*/ 8 w 451"/>
                  <a:gd name="T81" fmla="*/ 204 h 772"/>
                  <a:gd name="T82" fmla="*/ 11 w 451"/>
                  <a:gd name="T83" fmla="*/ 89 h 772"/>
                  <a:gd name="T84" fmla="*/ 33 w 451"/>
                  <a:gd name="T85" fmla="*/ 50 h 772"/>
                  <a:gd name="T86" fmla="*/ 78 w 451"/>
                  <a:gd name="T87" fmla="*/ 22 h 772"/>
                  <a:gd name="T88" fmla="*/ 144 w 451"/>
                  <a:gd name="T89" fmla="*/ 6 h 772"/>
                  <a:gd name="T90" fmla="*/ 228 w 451"/>
                  <a:gd name="T91" fmla="*/ 0 h 7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451" h="772">
                    <a:moveTo>
                      <a:pt x="228" y="0"/>
                    </a:moveTo>
                    <a:lnTo>
                      <a:pt x="276" y="2"/>
                    </a:lnTo>
                    <a:lnTo>
                      <a:pt x="318" y="6"/>
                    </a:lnTo>
                    <a:lnTo>
                      <a:pt x="354" y="12"/>
                    </a:lnTo>
                    <a:lnTo>
                      <a:pt x="382" y="22"/>
                    </a:lnTo>
                    <a:lnTo>
                      <a:pt x="407" y="34"/>
                    </a:lnTo>
                    <a:lnTo>
                      <a:pt x="424" y="49"/>
                    </a:lnTo>
                    <a:lnTo>
                      <a:pt x="437" y="65"/>
                    </a:lnTo>
                    <a:lnTo>
                      <a:pt x="444" y="85"/>
                    </a:lnTo>
                    <a:lnTo>
                      <a:pt x="447" y="106"/>
                    </a:lnTo>
                    <a:lnTo>
                      <a:pt x="447" y="204"/>
                    </a:lnTo>
                    <a:lnTo>
                      <a:pt x="307" y="204"/>
                    </a:lnTo>
                    <a:lnTo>
                      <a:pt x="307" y="110"/>
                    </a:lnTo>
                    <a:lnTo>
                      <a:pt x="307" y="98"/>
                    </a:lnTo>
                    <a:lnTo>
                      <a:pt x="303" y="87"/>
                    </a:lnTo>
                    <a:lnTo>
                      <a:pt x="296" y="78"/>
                    </a:lnTo>
                    <a:lnTo>
                      <a:pt x="286" y="70"/>
                    </a:lnTo>
                    <a:lnTo>
                      <a:pt x="272" y="65"/>
                    </a:lnTo>
                    <a:lnTo>
                      <a:pt x="252" y="61"/>
                    </a:lnTo>
                    <a:lnTo>
                      <a:pt x="228" y="59"/>
                    </a:lnTo>
                    <a:lnTo>
                      <a:pt x="203" y="61"/>
                    </a:lnTo>
                    <a:lnTo>
                      <a:pt x="182" y="65"/>
                    </a:lnTo>
                    <a:lnTo>
                      <a:pt x="169" y="70"/>
                    </a:lnTo>
                    <a:lnTo>
                      <a:pt x="158" y="78"/>
                    </a:lnTo>
                    <a:lnTo>
                      <a:pt x="152" y="87"/>
                    </a:lnTo>
                    <a:lnTo>
                      <a:pt x="149" y="98"/>
                    </a:lnTo>
                    <a:lnTo>
                      <a:pt x="148" y="110"/>
                    </a:lnTo>
                    <a:lnTo>
                      <a:pt x="148" y="191"/>
                    </a:lnTo>
                    <a:lnTo>
                      <a:pt x="149" y="209"/>
                    </a:lnTo>
                    <a:lnTo>
                      <a:pt x="154" y="227"/>
                    </a:lnTo>
                    <a:lnTo>
                      <a:pt x="164" y="243"/>
                    </a:lnTo>
                    <a:lnTo>
                      <a:pt x="178" y="259"/>
                    </a:lnTo>
                    <a:lnTo>
                      <a:pt x="400" y="448"/>
                    </a:lnTo>
                    <a:lnTo>
                      <a:pt x="421" y="469"/>
                    </a:lnTo>
                    <a:lnTo>
                      <a:pt x="437" y="492"/>
                    </a:lnTo>
                    <a:lnTo>
                      <a:pt x="447" y="516"/>
                    </a:lnTo>
                    <a:lnTo>
                      <a:pt x="451" y="541"/>
                    </a:lnTo>
                    <a:lnTo>
                      <a:pt x="451" y="660"/>
                    </a:lnTo>
                    <a:lnTo>
                      <a:pt x="448" y="683"/>
                    </a:lnTo>
                    <a:lnTo>
                      <a:pt x="439" y="703"/>
                    </a:lnTo>
                    <a:lnTo>
                      <a:pt x="424" y="721"/>
                    </a:lnTo>
                    <a:lnTo>
                      <a:pt x="404" y="737"/>
                    </a:lnTo>
                    <a:lnTo>
                      <a:pt x="378" y="749"/>
                    </a:lnTo>
                    <a:lnTo>
                      <a:pt x="347" y="760"/>
                    </a:lnTo>
                    <a:lnTo>
                      <a:pt x="311" y="766"/>
                    </a:lnTo>
                    <a:lnTo>
                      <a:pt x="272" y="770"/>
                    </a:lnTo>
                    <a:lnTo>
                      <a:pt x="228" y="772"/>
                    </a:lnTo>
                    <a:lnTo>
                      <a:pt x="180" y="770"/>
                    </a:lnTo>
                    <a:lnTo>
                      <a:pt x="137" y="766"/>
                    </a:lnTo>
                    <a:lnTo>
                      <a:pt x="101" y="760"/>
                    </a:lnTo>
                    <a:lnTo>
                      <a:pt x="70" y="750"/>
                    </a:lnTo>
                    <a:lnTo>
                      <a:pt x="44" y="738"/>
                    </a:lnTo>
                    <a:lnTo>
                      <a:pt x="24" y="723"/>
                    </a:lnTo>
                    <a:lnTo>
                      <a:pt x="11" y="706"/>
                    </a:lnTo>
                    <a:lnTo>
                      <a:pt x="3" y="685"/>
                    </a:lnTo>
                    <a:lnTo>
                      <a:pt x="0" y="660"/>
                    </a:lnTo>
                    <a:lnTo>
                      <a:pt x="0" y="556"/>
                    </a:lnTo>
                    <a:lnTo>
                      <a:pt x="139" y="556"/>
                    </a:lnTo>
                    <a:lnTo>
                      <a:pt x="139" y="656"/>
                    </a:lnTo>
                    <a:lnTo>
                      <a:pt x="141" y="672"/>
                    </a:lnTo>
                    <a:lnTo>
                      <a:pt x="149" y="687"/>
                    </a:lnTo>
                    <a:lnTo>
                      <a:pt x="160" y="698"/>
                    </a:lnTo>
                    <a:lnTo>
                      <a:pt x="177" y="706"/>
                    </a:lnTo>
                    <a:lnTo>
                      <a:pt x="200" y="711"/>
                    </a:lnTo>
                    <a:lnTo>
                      <a:pt x="228" y="713"/>
                    </a:lnTo>
                    <a:lnTo>
                      <a:pt x="254" y="711"/>
                    </a:lnTo>
                    <a:lnTo>
                      <a:pt x="275" y="706"/>
                    </a:lnTo>
                    <a:lnTo>
                      <a:pt x="291" y="698"/>
                    </a:lnTo>
                    <a:lnTo>
                      <a:pt x="302" y="687"/>
                    </a:lnTo>
                    <a:lnTo>
                      <a:pt x="310" y="672"/>
                    </a:lnTo>
                    <a:lnTo>
                      <a:pt x="311" y="656"/>
                    </a:lnTo>
                    <a:lnTo>
                      <a:pt x="311" y="551"/>
                    </a:lnTo>
                    <a:lnTo>
                      <a:pt x="310" y="532"/>
                    </a:lnTo>
                    <a:lnTo>
                      <a:pt x="303" y="515"/>
                    </a:lnTo>
                    <a:lnTo>
                      <a:pt x="290" y="496"/>
                    </a:lnTo>
                    <a:lnTo>
                      <a:pt x="271" y="477"/>
                    </a:lnTo>
                    <a:lnTo>
                      <a:pt x="67" y="300"/>
                    </a:lnTo>
                    <a:lnTo>
                      <a:pt x="47" y="282"/>
                    </a:lnTo>
                    <a:lnTo>
                      <a:pt x="31" y="263"/>
                    </a:lnTo>
                    <a:lnTo>
                      <a:pt x="19" y="244"/>
                    </a:lnTo>
                    <a:lnTo>
                      <a:pt x="11" y="225"/>
                    </a:lnTo>
                    <a:lnTo>
                      <a:pt x="8" y="204"/>
                    </a:lnTo>
                    <a:lnTo>
                      <a:pt x="8" y="112"/>
                    </a:lnTo>
                    <a:lnTo>
                      <a:pt x="11" y="89"/>
                    </a:lnTo>
                    <a:lnTo>
                      <a:pt x="20" y="67"/>
                    </a:lnTo>
                    <a:lnTo>
                      <a:pt x="33" y="50"/>
                    </a:lnTo>
                    <a:lnTo>
                      <a:pt x="54" y="35"/>
                    </a:lnTo>
                    <a:lnTo>
                      <a:pt x="78" y="22"/>
                    </a:lnTo>
                    <a:lnTo>
                      <a:pt x="107" y="12"/>
                    </a:lnTo>
                    <a:lnTo>
                      <a:pt x="144" y="6"/>
                    </a:lnTo>
                    <a:lnTo>
                      <a:pt x="182" y="2"/>
                    </a:lnTo>
                    <a:lnTo>
                      <a:pt x="228"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9" name="Freeform 11">
                <a:extLst>
                  <a:ext uri="{FF2B5EF4-FFF2-40B4-BE49-F238E27FC236}">
                    <a16:creationId xmlns:a16="http://schemas.microsoft.com/office/drawing/2014/main" id="{EE9DFF42-AE36-4CB3-AA29-2528A741DA5F}"/>
                  </a:ext>
                </a:extLst>
              </p:cNvPr>
              <p:cNvSpPr>
                <a:spLocks/>
              </p:cNvSpPr>
              <p:nvPr/>
            </p:nvSpPr>
            <p:spPr bwMode="auto">
              <a:xfrm>
                <a:off x="1430338" y="5005388"/>
                <a:ext cx="352425" cy="755650"/>
              </a:xfrm>
              <a:custGeom>
                <a:avLst/>
                <a:gdLst>
                  <a:gd name="T0" fmla="*/ 305 w 443"/>
                  <a:gd name="T1" fmla="*/ 0 h 952"/>
                  <a:gd name="T2" fmla="*/ 443 w 443"/>
                  <a:gd name="T3" fmla="*/ 0 h 952"/>
                  <a:gd name="T4" fmla="*/ 138 w 443"/>
                  <a:gd name="T5" fmla="*/ 952 h 952"/>
                  <a:gd name="T6" fmla="*/ 0 w 443"/>
                  <a:gd name="T7" fmla="*/ 952 h 952"/>
                  <a:gd name="T8" fmla="*/ 305 w 443"/>
                  <a:gd name="T9" fmla="*/ 0 h 952"/>
                </a:gdLst>
                <a:ahLst/>
                <a:cxnLst>
                  <a:cxn ang="0">
                    <a:pos x="T0" y="T1"/>
                  </a:cxn>
                  <a:cxn ang="0">
                    <a:pos x="T2" y="T3"/>
                  </a:cxn>
                  <a:cxn ang="0">
                    <a:pos x="T4" y="T5"/>
                  </a:cxn>
                  <a:cxn ang="0">
                    <a:pos x="T6" y="T7"/>
                  </a:cxn>
                  <a:cxn ang="0">
                    <a:pos x="T8" y="T9"/>
                  </a:cxn>
                </a:cxnLst>
                <a:rect l="0" t="0" r="r" b="b"/>
                <a:pathLst>
                  <a:path w="443" h="952">
                    <a:moveTo>
                      <a:pt x="305" y="0"/>
                    </a:moveTo>
                    <a:lnTo>
                      <a:pt x="443" y="0"/>
                    </a:lnTo>
                    <a:lnTo>
                      <a:pt x="138" y="952"/>
                    </a:lnTo>
                    <a:lnTo>
                      <a:pt x="0" y="952"/>
                    </a:lnTo>
                    <a:lnTo>
                      <a:pt x="305"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0" name="Freeform 12">
                <a:extLst>
                  <a:ext uri="{FF2B5EF4-FFF2-40B4-BE49-F238E27FC236}">
                    <a16:creationId xmlns:a16="http://schemas.microsoft.com/office/drawing/2014/main" id="{2DDF7598-C167-4733-90F9-E44E3AEF9F71}"/>
                  </a:ext>
                </a:extLst>
              </p:cNvPr>
              <p:cNvSpPr>
                <a:spLocks/>
              </p:cNvSpPr>
              <p:nvPr/>
            </p:nvSpPr>
            <p:spPr bwMode="auto">
              <a:xfrm>
                <a:off x="1349376" y="5006976"/>
                <a:ext cx="204788" cy="468313"/>
              </a:xfrm>
              <a:custGeom>
                <a:avLst/>
                <a:gdLst>
                  <a:gd name="T0" fmla="*/ 0 w 257"/>
                  <a:gd name="T1" fmla="*/ 0 h 591"/>
                  <a:gd name="T2" fmla="*/ 138 w 257"/>
                  <a:gd name="T3" fmla="*/ 0 h 591"/>
                  <a:gd name="T4" fmla="*/ 257 w 257"/>
                  <a:gd name="T5" fmla="*/ 373 h 591"/>
                  <a:gd name="T6" fmla="*/ 188 w 257"/>
                  <a:gd name="T7" fmla="*/ 591 h 591"/>
                  <a:gd name="T8" fmla="*/ 0 w 257"/>
                  <a:gd name="T9" fmla="*/ 0 h 591"/>
                </a:gdLst>
                <a:ahLst/>
                <a:cxnLst>
                  <a:cxn ang="0">
                    <a:pos x="T0" y="T1"/>
                  </a:cxn>
                  <a:cxn ang="0">
                    <a:pos x="T2" y="T3"/>
                  </a:cxn>
                  <a:cxn ang="0">
                    <a:pos x="T4" y="T5"/>
                  </a:cxn>
                  <a:cxn ang="0">
                    <a:pos x="T6" y="T7"/>
                  </a:cxn>
                  <a:cxn ang="0">
                    <a:pos x="T8" y="T9"/>
                  </a:cxn>
                </a:cxnLst>
                <a:rect l="0" t="0" r="r" b="b"/>
                <a:pathLst>
                  <a:path w="257" h="591">
                    <a:moveTo>
                      <a:pt x="0" y="0"/>
                    </a:moveTo>
                    <a:lnTo>
                      <a:pt x="138" y="0"/>
                    </a:lnTo>
                    <a:lnTo>
                      <a:pt x="257" y="373"/>
                    </a:lnTo>
                    <a:lnTo>
                      <a:pt x="188" y="591"/>
                    </a:ln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1" name="Freeform 13">
                <a:extLst>
                  <a:ext uri="{FF2B5EF4-FFF2-40B4-BE49-F238E27FC236}">
                    <a16:creationId xmlns:a16="http://schemas.microsoft.com/office/drawing/2014/main" id="{17250C49-24A3-4E87-8762-0B40D1B72FB9}"/>
                  </a:ext>
                </a:extLst>
              </p:cNvPr>
              <p:cNvSpPr>
                <a:spLocks/>
              </p:cNvSpPr>
              <p:nvPr/>
            </p:nvSpPr>
            <p:spPr bwMode="auto">
              <a:xfrm>
                <a:off x="3578226" y="5005388"/>
                <a:ext cx="352425" cy="755650"/>
              </a:xfrm>
              <a:custGeom>
                <a:avLst/>
                <a:gdLst>
                  <a:gd name="T0" fmla="*/ 305 w 444"/>
                  <a:gd name="T1" fmla="*/ 0 h 952"/>
                  <a:gd name="T2" fmla="*/ 444 w 444"/>
                  <a:gd name="T3" fmla="*/ 0 h 952"/>
                  <a:gd name="T4" fmla="*/ 138 w 444"/>
                  <a:gd name="T5" fmla="*/ 952 h 952"/>
                  <a:gd name="T6" fmla="*/ 0 w 444"/>
                  <a:gd name="T7" fmla="*/ 952 h 952"/>
                  <a:gd name="T8" fmla="*/ 305 w 444"/>
                  <a:gd name="T9" fmla="*/ 0 h 952"/>
                </a:gdLst>
                <a:ahLst/>
                <a:cxnLst>
                  <a:cxn ang="0">
                    <a:pos x="T0" y="T1"/>
                  </a:cxn>
                  <a:cxn ang="0">
                    <a:pos x="T2" y="T3"/>
                  </a:cxn>
                  <a:cxn ang="0">
                    <a:pos x="T4" y="T5"/>
                  </a:cxn>
                  <a:cxn ang="0">
                    <a:pos x="T6" y="T7"/>
                  </a:cxn>
                  <a:cxn ang="0">
                    <a:pos x="T8" y="T9"/>
                  </a:cxn>
                </a:cxnLst>
                <a:rect l="0" t="0" r="r" b="b"/>
                <a:pathLst>
                  <a:path w="444" h="952">
                    <a:moveTo>
                      <a:pt x="305" y="0"/>
                    </a:moveTo>
                    <a:lnTo>
                      <a:pt x="444" y="0"/>
                    </a:lnTo>
                    <a:lnTo>
                      <a:pt x="138" y="952"/>
                    </a:lnTo>
                    <a:lnTo>
                      <a:pt x="0" y="952"/>
                    </a:lnTo>
                    <a:lnTo>
                      <a:pt x="305"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2" name="Freeform 14">
                <a:extLst>
                  <a:ext uri="{FF2B5EF4-FFF2-40B4-BE49-F238E27FC236}">
                    <a16:creationId xmlns:a16="http://schemas.microsoft.com/office/drawing/2014/main" id="{11BB33A0-C3E9-4248-B1C8-1F04CA0972AA}"/>
                  </a:ext>
                </a:extLst>
              </p:cNvPr>
              <p:cNvSpPr>
                <a:spLocks/>
              </p:cNvSpPr>
              <p:nvPr/>
            </p:nvSpPr>
            <p:spPr bwMode="auto">
              <a:xfrm>
                <a:off x="3495676" y="5005388"/>
                <a:ext cx="206375" cy="468313"/>
              </a:xfrm>
              <a:custGeom>
                <a:avLst/>
                <a:gdLst>
                  <a:gd name="T0" fmla="*/ 0 w 259"/>
                  <a:gd name="T1" fmla="*/ 0 h 589"/>
                  <a:gd name="T2" fmla="*/ 139 w 259"/>
                  <a:gd name="T3" fmla="*/ 0 h 589"/>
                  <a:gd name="T4" fmla="*/ 259 w 259"/>
                  <a:gd name="T5" fmla="*/ 372 h 589"/>
                  <a:gd name="T6" fmla="*/ 189 w 259"/>
                  <a:gd name="T7" fmla="*/ 589 h 589"/>
                  <a:gd name="T8" fmla="*/ 0 w 259"/>
                  <a:gd name="T9" fmla="*/ 0 h 589"/>
                </a:gdLst>
                <a:ahLst/>
                <a:cxnLst>
                  <a:cxn ang="0">
                    <a:pos x="T0" y="T1"/>
                  </a:cxn>
                  <a:cxn ang="0">
                    <a:pos x="T2" y="T3"/>
                  </a:cxn>
                  <a:cxn ang="0">
                    <a:pos x="T4" y="T5"/>
                  </a:cxn>
                  <a:cxn ang="0">
                    <a:pos x="T6" y="T7"/>
                  </a:cxn>
                  <a:cxn ang="0">
                    <a:pos x="T8" y="T9"/>
                  </a:cxn>
                </a:cxnLst>
                <a:rect l="0" t="0" r="r" b="b"/>
                <a:pathLst>
                  <a:path w="259" h="589">
                    <a:moveTo>
                      <a:pt x="0" y="0"/>
                    </a:moveTo>
                    <a:lnTo>
                      <a:pt x="139" y="0"/>
                    </a:lnTo>
                    <a:lnTo>
                      <a:pt x="259" y="372"/>
                    </a:lnTo>
                    <a:lnTo>
                      <a:pt x="189" y="589"/>
                    </a:ln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3" name="Freeform 15">
                <a:extLst>
                  <a:ext uri="{FF2B5EF4-FFF2-40B4-BE49-F238E27FC236}">
                    <a16:creationId xmlns:a16="http://schemas.microsoft.com/office/drawing/2014/main" id="{6F224309-A90E-4600-8714-4FF47A6FC856}"/>
                  </a:ext>
                </a:extLst>
              </p:cNvPr>
              <p:cNvSpPr>
                <a:spLocks/>
              </p:cNvSpPr>
              <p:nvPr/>
            </p:nvSpPr>
            <p:spPr bwMode="auto">
              <a:xfrm>
                <a:off x="1817688" y="5005388"/>
                <a:ext cx="396875" cy="603250"/>
              </a:xfrm>
              <a:custGeom>
                <a:avLst/>
                <a:gdLst>
                  <a:gd name="T0" fmla="*/ 0 w 499"/>
                  <a:gd name="T1" fmla="*/ 0 h 759"/>
                  <a:gd name="T2" fmla="*/ 268 w 499"/>
                  <a:gd name="T3" fmla="*/ 0 h 759"/>
                  <a:gd name="T4" fmla="*/ 318 w 499"/>
                  <a:gd name="T5" fmla="*/ 0 h 759"/>
                  <a:gd name="T6" fmla="*/ 361 w 499"/>
                  <a:gd name="T7" fmla="*/ 4 h 759"/>
                  <a:gd name="T8" fmla="*/ 397 w 499"/>
                  <a:gd name="T9" fmla="*/ 8 h 759"/>
                  <a:gd name="T10" fmla="*/ 427 w 499"/>
                  <a:gd name="T11" fmla="*/ 16 h 759"/>
                  <a:gd name="T12" fmla="*/ 451 w 499"/>
                  <a:gd name="T13" fmla="*/ 26 h 759"/>
                  <a:gd name="T14" fmla="*/ 470 w 499"/>
                  <a:gd name="T15" fmla="*/ 38 h 759"/>
                  <a:gd name="T16" fmla="*/ 483 w 499"/>
                  <a:gd name="T17" fmla="*/ 52 h 759"/>
                  <a:gd name="T18" fmla="*/ 493 w 499"/>
                  <a:gd name="T19" fmla="*/ 70 h 759"/>
                  <a:gd name="T20" fmla="*/ 498 w 499"/>
                  <a:gd name="T21" fmla="*/ 91 h 759"/>
                  <a:gd name="T22" fmla="*/ 499 w 499"/>
                  <a:gd name="T23" fmla="*/ 115 h 759"/>
                  <a:gd name="T24" fmla="*/ 499 w 499"/>
                  <a:gd name="T25" fmla="*/ 759 h 759"/>
                  <a:gd name="T26" fmla="*/ 361 w 499"/>
                  <a:gd name="T27" fmla="*/ 759 h 759"/>
                  <a:gd name="T28" fmla="*/ 361 w 499"/>
                  <a:gd name="T29" fmla="*/ 106 h 759"/>
                  <a:gd name="T30" fmla="*/ 358 w 499"/>
                  <a:gd name="T31" fmla="*/ 91 h 759"/>
                  <a:gd name="T32" fmla="*/ 350 w 499"/>
                  <a:gd name="T33" fmla="*/ 79 h 759"/>
                  <a:gd name="T34" fmla="*/ 338 w 499"/>
                  <a:gd name="T35" fmla="*/ 71 h 759"/>
                  <a:gd name="T36" fmla="*/ 322 w 499"/>
                  <a:gd name="T37" fmla="*/ 66 h 759"/>
                  <a:gd name="T38" fmla="*/ 302 w 499"/>
                  <a:gd name="T39" fmla="*/ 62 h 759"/>
                  <a:gd name="T40" fmla="*/ 279 w 499"/>
                  <a:gd name="T41" fmla="*/ 59 h 759"/>
                  <a:gd name="T42" fmla="*/ 254 w 499"/>
                  <a:gd name="T43" fmla="*/ 59 h 759"/>
                  <a:gd name="T44" fmla="*/ 138 w 499"/>
                  <a:gd name="T45" fmla="*/ 59 h 759"/>
                  <a:gd name="T46" fmla="*/ 138 w 499"/>
                  <a:gd name="T47" fmla="*/ 759 h 759"/>
                  <a:gd name="T48" fmla="*/ 138 w 499"/>
                  <a:gd name="T49" fmla="*/ 759 h 759"/>
                  <a:gd name="T50" fmla="*/ 0 w 499"/>
                  <a:gd name="T51" fmla="*/ 759 h 759"/>
                  <a:gd name="T52" fmla="*/ 0 w 499"/>
                  <a:gd name="T53" fmla="*/ 0 h 7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499" h="759">
                    <a:moveTo>
                      <a:pt x="0" y="0"/>
                    </a:moveTo>
                    <a:lnTo>
                      <a:pt x="268" y="0"/>
                    </a:lnTo>
                    <a:lnTo>
                      <a:pt x="318" y="0"/>
                    </a:lnTo>
                    <a:lnTo>
                      <a:pt x="361" y="4"/>
                    </a:lnTo>
                    <a:lnTo>
                      <a:pt x="397" y="8"/>
                    </a:lnTo>
                    <a:lnTo>
                      <a:pt x="427" y="16"/>
                    </a:lnTo>
                    <a:lnTo>
                      <a:pt x="451" y="26"/>
                    </a:lnTo>
                    <a:lnTo>
                      <a:pt x="470" y="38"/>
                    </a:lnTo>
                    <a:lnTo>
                      <a:pt x="483" y="52"/>
                    </a:lnTo>
                    <a:lnTo>
                      <a:pt x="493" y="70"/>
                    </a:lnTo>
                    <a:lnTo>
                      <a:pt x="498" y="91"/>
                    </a:lnTo>
                    <a:lnTo>
                      <a:pt x="499" y="115"/>
                    </a:lnTo>
                    <a:lnTo>
                      <a:pt x="499" y="759"/>
                    </a:lnTo>
                    <a:lnTo>
                      <a:pt x="361" y="759"/>
                    </a:lnTo>
                    <a:lnTo>
                      <a:pt x="361" y="106"/>
                    </a:lnTo>
                    <a:lnTo>
                      <a:pt x="358" y="91"/>
                    </a:lnTo>
                    <a:lnTo>
                      <a:pt x="350" y="79"/>
                    </a:lnTo>
                    <a:lnTo>
                      <a:pt x="338" y="71"/>
                    </a:lnTo>
                    <a:lnTo>
                      <a:pt x="322" y="66"/>
                    </a:lnTo>
                    <a:lnTo>
                      <a:pt x="302" y="62"/>
                    </a:lnTo>
                    <a:lnTo>
                      <a:pt x="279" y="59"/>
                    </a:lnTo>
                    <a:lnTo>
                      <a:pt x="254" y="59"/>
                    </a:lnTo>
                    <a:lnTo>
                      <a:pt x="138" y="59"/>
                    </a:lnTo>
                    <a:lnTo>
                      <a:pt x="138" y="759"/>
                    </a:lnTo>
                    <a:lnTo>
                      <a:pt x="138" y="759"/>
                    </a:lnTo>
                    <a:lnTo>
                      <a:pt x="0" y="759"/>
                    </a:ln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4" name="Freeform 16">
                <a:extLst>
                  <a:ext uri="{FF2B5EF4-FFF2-40B4-BE49-F238E27FC236}">
                    <a16:creationId xmlns:a16="http://schemas.microsoft.com/office/drawing/2014/main" id="{538F60B4-8611-4079-A797-E62E8B431E6B}"/>
                  </a:ext>
                </a:extLst>
              </p:cNvPr>
              <p:cNvSpPr>
                <a:spLocks noEditPoints="1"/>
              </p:cNvSpPr>
              <p:nvPr/>
            </p:nvSpPr>
            <p:spPr bwMode="auto">
              <a:xfrm>
                <a:off x="4337051" y="5010151"/>
                <a:ext cx="142875" cy="139700"/>
              </a:xfrm>
              <a:custGeom>
                <a:avLst/>
                <a:gdLst>
                  <a:gd name="T0" fmla="*/ 72 w 180"/>
                  <a:gd name="T1" fmla="*/ 82 h 177"/>
                  <a:gd name="T2" fmla="*/ 100 w 180"/>
                  <a:gd name="T3" fmla="*/ 82 h 177"/>
                  <a:gd name="T4" fmla="*/ 113 w 180"/>
                  <a:gd name="T5" fmla="*/ 75 h 177"/>
                  <a:gd name="T6" fmla="*/ 113 w 180"/>
                  <a:gd name="T7" fmla="*/ 58 h 177"/>
                  <a:gd name="T8" fmla="*/ 101 w 180"/>
                  <a:gd name="T9" fmla="*/ 51 h 177"/>
                  <a:gd name="T10" fmla="*/ 72 w 180"/>
                  <a:gd name="T11" fmla="*/ 51 h 177"/>
                  <a:gd name="T12" fmla="*/ 96 w 180"/>
                  <a:gd name="T13" fmla="*/ 38 h 177"/>
                  <a:gd name="T14" fmla="*/ 123 w 180"/>
                  <a:gd name="T15" fmla="*/ 45 h 177"/>
                  <a:gd name="T16" fmla="*/ 132 w 180"/>
                  <a:gd name="T17" fmla="*/ 66 h 177"/>
                  <a:gd name="T18" fmla="*/ 124 w 180"/>
                  <a:gd name="T19" fmla="*/ 87 h 177"/>
                  <a:gd name="T20" fmla="*/ 105 w 180"/>
                  <a:gd name="T21" fmla="*/ 94 h 177"/>
                  <a:gd name="T22" fmla="*/ 117 w 180"/>
                  <a:gd name="T23" fmla="*/ 140 h 177"/>
                  <a:gd name="T24" fmla="*/ 72 w 180"/>
                  <a:gd name="T25" fmla="*/ 95 h 177"/>
                  <a:gd name="T26" fmla="*/ 57 w 180"/>
                  <a:gd name="T27" fmla="*/ 140 h 177"/>
                  <a:gd name="T28" fmla="*/ 90 w 180"/>
                  <a:gd name="T29" fmla="*/ 15 h 177"/>
                  <a:gd name="T30" fmla="*/ 47 w 180"/>
                  <a:gd name="T31" fmla="*/ 29 h 177"/>
                  <a:gd name="T32" fmla="*/ 22 w 180"/>
                  <a:gd name="T33" fmla="*/ 65 h 177"/>
                  <a:gd name="T34" fmla="*/ 22 w 180"/>
                  <a:gd name="T35" fmla="*/ 113 h 177"/>
                  <a:gd name="T36" fmla="*/ 47 w 180"/>
                  <a:gd name="T37" fmla="*/ 149 h 177"/>
                  <a:gd name="T38" fmla="*/ 90 w 180"/>
                  <a:gd name="T39" fmla="*/ 162 h 177"/>
                  <a:gd name="T40" fmla="*/ 133 w 180"/>
                  <a:gd name="T41" fmla="*/ 149 h 177"/>
                  <a:gd name="T42" fmla="*/ 159 w 180"/>
                  <a:gd name="T43" fmla="*/ 113 h 177"/>
                  <a:gd name="T44" fmla="*/ 159 w 180"/>
                  <a:gd name="T45" fmla="*/ 65 h 177"/>
                  <a:gd name="T46" fmla="*/ 133 w 180"/>
                  <a:gd name="T47" fmla="*/ 29 h 177"/>
                  <a:gd name="T48" fmla="*/ 90 w 180"/>
                  <a:gd name="T49" fmla="*/ 15 h 177"/>
                  <a:gd name="T50" fmla="*/ 115 w 180"/>
                  <a:gd name="T51" fmla="*/ 3 h 177"/>
                  <a:gd name="T52" fmla="*/ 153 w 180"/>
                  <a:gd name="T53" fmla="*/ 26 h 177"/>
                  <a:gd name="T54" fmla="*/ 176 w 180"/>
                  <a:gd name="T55" fmla="*/ 65 h 177"/>
                  <a:gd name="T56" fmla="*/ 176 w 180"/>
                  <a:gd name="T57" fmla="*/ 113 h 177"/>
                  <a:gd name="T58" fmla="*/ 153 w 180"/>
                  <a:gd name="T59" fmla="*/ 152 h 177"/>
                  <a:gd name="T60" fmla="*/ 115 w 180"/>
                  <a:gd name="T61" fmla="*/ 174 h 177"/>
                  <a:gd name="T62" fmla="*/ 68 w 180"/>
                  <a:gd name="T63" fmla="*/ 174 h 177"/>
                  <a:gd name="T64" fmla="*/ 27 w 180"/>
                  <a:gd name="T65" fmla="*/ 152 h 177"/>
                  <a:gd name="T66" fmla="*/ 4 w 180"/>
                  <a:gd name="T67" fmla="*/ 113 h 177"/>
                  <a:gd name="T68" fmla="*/ 4 w 180"/>
                  <a:gd name="T69" fmla="*/ 65 h 177"/>
                  <a:gd name="T70" fmla="*/ 27 w 180"/>
                  <a:gd name="T71" fmla="*/ 26 h 177"/>
                  <a:gd name="T72" fmla="*/ 68 w 180"/>
                  <a:gd name="T73" fmla="*/ 3 h 1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80" h="177">
                    <a:moveTo>
                      <a:pt x="72" y="51"/>
                    </a:moveTo>
                    <a:lnTo>
                      <a:pt x="72" y="82"/>
                    </a:lnTo>
                    <a:lnTo>
                      <a:pt x="90" y="82"/>
                    </a:lnTo>
                    <a:lnTo>
                      <a:pt x="100" y="82"/>
                    </a:lnTo>
                    <a:lnTo>
                      <a:pt x="108" y="79"/>
                    </a:lnTo>
                    <a:lnTo>
                      <a:pt x="113" y="75"/>
                    </a:lnTo>
                    <a:lnTo>
                      <a:pt x="116" y="66"/>
                    </a:lnTo>
                    <a:lnTo>
                      <a:pt x="113" y="58"/>
                    </a:lnTo>
                    <a:lnTo>
                      <a:pt x="108" y="54"/>
                    </a:lnTo>
                    <a:lnTo>
                      <a:pt x="101" y="51"/>
                    </a:lnTo>
                    <a:lnTo>
                      <a:pt x="93" y="51"/>
                    </a:lnTo>
                    <a:lnTo>
                      <a:pt x="72" y="51"/>
                    </a:lnTo>
                    <a:close/>
                    <a:moveTo>
                      <a:pt x="57" y="38"/>
                    </a:moveTo>
                    <a:lnTo>
                      <a:pt x="96" y="38"/>
                    </a:lnTo>
                    <a:lnTo>
                      <a:pt x="112" y="39"/>
                    </a:lnTo>
                    <a:lnTo>
                      <a:pt x="123" y="45"/>
                    </a:lnTo>
                    <a:lnTo>
                      <a:pt x="129" y="54"/>
                    </a:lnTo>
                    <a:lnTo>
                      <a:pt x="132" y="66"/>
                    </a:lnTo>
                    <a:lnTo>
                      <a:pt x="129" y="78"/>
                    </a:lnTo>
                    <a:lnTo>
                      <a:pt x="124" y="87"/>
                    </a:lnTo>
                    <a:lnTo>
                      <a:pt x="116" y="91"/>
                    </a:lnTo>
                    <a:lnTo>
                      <a:pt x="105" y="94"/>
                    </a:lnTo>
                    <a:lnTo>
                      <a:pt x="135" y="140"/>
                    </a:lnTo>
                    <a:lnTo>
                      <a:pt x="117" y="140"/>
                    </a:lnTo>
                    <a:lnTo>
                      <a:pt x="90" y="95"/>
                    </a:lnTo>
                    <a:lnTo>
                      <a:pt x="72" y="95"/>
                    </a:lnTo>
                    <a:lnTo>
                      <a:pt x="72" y="140"/>
                    </a:lnTo>
                    <a:lnTo>
                      <a:pt x="57" y="140"/>
                    </a:lnTo>
                    <a:lnTo>
                      <a:pt x="57" y="38"/>
                    </a:lnTo>
                    <a:close/>
                    <a:moveTo>
                      <a:pt x="90" y="15"/>
                    </a:moveTo>
                    <a:lnTo>
                      <a:pt x="68" y="19"/>
                    </a:lnTo>
                    <a:lnTo>
                      <a:pt x="47" y="29"/>
                    </a:lnTo>
                    <a:lnTo>
                      <a:pt x="33" y="45"/>
                    </a:lnTo>
                    <a:lnTo>
                      <a:pt x="22" y="65"/>
                    </a:lnTo>
                    <a:lnTo>
                      <a:pt x="18" y="89"/>
                    </a:lnTo>
                    <a:lnTo>
                      <a:pt x="22" y="113"/>
                    </a:lnTo>
                    <a:lnTo>
                      <a:pt x="33" y="133"/>
                    </a:lnTo>
                    <a:lnTo>
                      <a:pt x="47" y="149"/>
                    </a:lnTo>
                    <a:lnTo>
                      <a:pt x="68" y="158"/>
                    </a:lnTo>
                    <a:lnTo>
                      <a:pt x="90" y="162"/>
                    </a:lnTo>
                    <a:lnTo>
                      <a:pt x="113" y="158"/>
                    </a:lnTo>
                    <a:lnTo>
                      <a:pt x="133" y="149"/>
                    </a:lnTo>
                    <a:lnTo>
                      <a:pt x="148" y="133"/>
                    </a:lnTo>
                    <a:lnTo>
                      <a:pt x="159" y="113"/>
                    </a:lnTo>
                    <a:lnTo>
                      <a:pt x="163" y="89"/>
                    </a:lnTo>
                    <a:lnTo>
                      <a:pt x="159" y="65"/>
                    </a:lnTo>
                    <a:lnTo>
                      <a:pt x="148" y="45"/>
                    </a:lnTo>
                    <a:lnTo>
                      <a:pt x="133" y="29"/>
                    </a:lnTo>
                    <a:lnTo>
                      <a:pt x="113" y="19"/>
                    </a:lnTo>
                    <a:lnTo>
                      <a:pt x="90" y="15"/>
                    </a:lnTo>
                    <a:close/>
                    <a:moveTo>
                      <a:pt x="90" y="0"/>
                    </a:moveTo>
                    <a:lnTo>
                      <a:pt x="115" y="3"/>
                    </a:lnTo>
                    <a:lnTo>
                      <a:pt x="136" y="12"/>
                    </a:lnTo>
                    <a:lnTo>
                      <a:pt x="153" y="26"/>
                    </a:lnTo>
                    <a:lnTo>
                      <a:pt x="168" y="43"/>
                    </a:lnTo>
                    <a:lnTo>
                      <a:pt x="176" y="65"/>
                    </a:lnTo>
                    <a:lnTo>
                      <a:pt x="180" y="89"/>
                    </a:lnTo>
                    <a:lnTo>
                      <a:pt x="176" y="113"/>
                    </a:lnTo>
                    <a:lnTo>
                      <a:pt x="168" y="134"/>
                    </a:lnTo>
                    <a:lnTo>
                      <a:pt x="153" y="152"/>
                    </a:lnTo>
                    <a:lnTo>
                      <a:pt x="136" y="165"/>
                    </a:lnTo>
                    <a:lnTo>
                      <a:pt x="115" y="174"/>
                    </a:lnTo>
                    <a:lnTo>
                      <a:pt x="90" y="177"/>
                    </a:lnTo>
                    <a:lnTo>
                      <a:pt x="68" y="174"/>
                    </a:lnTo>
                    <a:lnTo>
                      <a:pt x="46" y="165"/>
                    </a:lnTo>
                    <a:lnTo>
                      <a:pt x="27" y="152"/>
                    </a:lnTo>
                    <a:lnTo>
                      <a:pt x="14" y="134"/>
                    </a:lnTo>
                    <a:lnTo>
                      <a:pt x="4" y="113"/>
                    </a:lnTo>
                    <a:lnTo>
                      <a:pt x="0" y="89"/>
                    </a:lnTo>
                    <a:lnTo>
                      <a:pt x="4" y="65"/>
                    </a:lnTo>
                    <a:lnTo>
                      <a:pt x="14" y="43"/>
                    </a:lnTo>
                    <a:lnTo>
                      <a:pt x="27" y="26"/>
                    </a:lnTo>
                    <a:lnTo>
                      <a:pt x="46" y="12"/>
                    </a:lnTo>
                    <a:lnTo>
                      <a:pt x="68" y="3"/>
                    </a:lnTo>
                    <a:lnTo>
                      <a:pt x="9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grpSp>
      </p:grpSp>
      <p:sp>
        <p:nvSpPr>
          <p:cNvPr id="20" name="ConStatement"/>
          <p:cNvSpPr txBox="1"/>
          <p:nvPr userDrawn="1">
            <p:custDataLst>
              <p:tags r:id="rId6"/>
            </p:custDataLst>
          </p:nvPr>
        </p:nvSpPr>
        <p:spPr>
          <a:xfrm>
            <a:off x="126373" y="0"/>
            <a:ext cx="254000" cy="6858000"/>
          </a:xfrm>
          <a:prstGeom prst="rect">
            <a:avLst/>
          </a:prstGeom>
          <a:noFill/>
        </p:spPr>
        <p:txBody>
          <a:bodyPr vert="mongolianVert" wrap="none" lIns="91440" tIns="45720" rIns="91440" bIns="45720" rtlCol="0" anchor="ctr">
            <a:noAutofit/>
          </a:bodyPr>
          <a:lstStyle/>
          <a:p>
            <a:pPr algn="ctr"/>
            <a:r>
              <a:rPr lang="en-US" sz="900">
                <a:solidFill>
                  <a:srgbClr val="7F7F7F"/>
                </a:solidFill>
                <a:latin typeface="Arial"/>
              </a:rPr>
              <a:t>Synopsys Confidential Information</a:t>
            </a:r>
          </a:p>
        </p:txBody>
      </p:sp>
    </p:spTree>
    <p:extLst>
      <p:ext uri="{BB962C8B-B14F-4D97-AF65-F5344CB8AC3E}">
        <p14:creationId xmlns:p14="http://schemas.microsoft.com/office/powerpoint/2010/main" val="2269970331"/>
      </p:ext>
    </p:extLst>
  </p:cSld>
  <p:clrMapOvr>
    <a:masterClrMapping/>
  </p:clrMapOvr>
  <p:extLst>
    <p:ext uri="{DCECCB84-F9BA-43D5-87BE-67443E8EF086}">
      <p15:sldGuideLst xmlns:p15="http://schemas.microsoft.com/office/powerpoint/2012/main">
        <p15:guide id="1" pos="288">
          <p15:clr>
            <a:srgbClr val="5ACBF0"/>
          </p15:clr>
        </p15:guide>
        <p15:guide id="2" pos="6192">
          <p15:clr>
            <a:srgbClr val="5ACBF0"/>
          </p15:clr>
        </p15:guide>
        <p15:guide id="3" pos="6312">
          <p15:clr>
            <a:srgbClr val="5ACBF0"/>
          </p15:clr>
        </p15:guide>
        <p15:guide id="4" orient="horz" pos="288">
          <p15:clr>
            <a:srgbClr val="5ACBF0"/>
          </p15:clr>
        </p15:guide>
        <p15:guide id="5" orient="horz" pos="4032">
          <p15:clr>
            <a:srgbClr val="5ACBF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Alternate Title Slide">
    <p:spTree>
      <p:nvGrpSpPr>
        <p:cNvPr id="1" name=""/>
        <p:cNvGrpSpPr/>
        <p:nvPr/>
      </p:nvGrpSpPr>
      <p:grpSpPr>
        <a:xfrm>
          <a:off x="0" y="0"/>
          <a:ext cx="0" cy="0"/>
          <a:chOff x="0" y="0"/>
          <a:chExt cx="0" cy="0"/>
        </a:xfrm>
      </p:grpSpPr>
      <p:pic>
        <p:nvPicPr>
          <p:cNvPr id="12" name="Picture 11">
            <a:extLst>
              <a:ext uri="{FF2B5EF4-FFF2-40B4-BE49-F238E27FC236}">
                <a16:creationId xmlns:a16="http://schemas.microsoft.com/office/drawing/2014/main" id="{D4E8F61E-8F8D-404F-9D1D-7C47EA2E81A2}"/>
              </a:ext>
            </a:extLst>
          </p:cNvPr>
          <p:cNvPicPr>
            <a:picLocks noChangeAspect="1"/>
          </p:cNvPicPr>
          <p:nvPr>
            <p:custDataLst>
              <p:tags r:id="rId1"/>
            </p:custDataLst>
          </p:nvPr>
        </p:nvPicPr>
        <p:blipFill>
          <a:blip r:embed="rId8" cstate="screen">
            <a:extLst>
              <a:ext uri="{28A0092B-C50C-407E-A947-70E740481C1C}">
                <a14:useLocalDpi xmlns:a14="http://schemas.microsoft.com/office/drawing/2010/main"/>
              </a:ext>
            </a:extLst>
          </a:blip>
          <a:stretch>
            <a:fillRect/>
          </a:stretch>
        </p:blipFill>
        <p:spPr>
          <a:xfrm>
            <a:off x="0" y="3909847"/>
            <a:ext cx="12192000" cy="2948153"/>
          </a:xfrm>
          <a:prstGeom prst="rect">
            <a:avLst/>
          </a:prstGeom>
        </p:spPr>
      </p:pic>
      <p:sp>
        <p:nvSpPr>
          <p:cNvPr id="8" name="Text Placeholder 15"/>
          <p:cNvSpPr>
            <a:spLocks noGrp="1"/>
          </p:cNvSpPr>
          <p:nvPr>
            <p:ph type="body" sz="quarter" idx="10" hasCustomPrompt="1"/>
            <p:custDataLst>
              <p:tags r:id="rId2"/>
            </p:custDataLst>
          </p:nvPr>
        </p:nvSpPr>
        <p:spPr>
          <a:xfrm>
            <a:off x="456698" y="3970142"/>
            <a:ext cx="5524972" cy="731520"/>
          </a:xfrm>
        </p:spPr>
        <p:txBody>
          <a:bodyPr anchor="b">
            <a:normAutofit/>
          </a:bodyPr>
          <a:lstStyle>
            <a:lvl1pPr marL="0" indent="0" algn="l">
              <a:buNone/>
              <a:defRPr sz="2400" baseline="0">
                <a:solidFill>
                  <a:schemeClr val="tx1"/>
                </a:solidFill>
                <a:effectLst/>
              </a:defRPr>
            </a:lvl1pPr>
            <a:lvl2pPr marL="0" indent="0" algn="ctr">
              <a:buNone/>
              <a:defRPr>
                <a:solidFill>
                  <a:schemeClr val="tx1">
                    <a:lumMod val="65000"/>
                    <a:lumOff val="35000"/>
                  </a:schemeClr>
                </a:solidFill>
              </a:defRPr>
            </a:lvl2pPr>
            <a:lvl3pPr algn="ctr">
              <a:defRPr>
                <a:solidFill>
                  <a:schemeClr val="tx1">
                    <a:lumMod val="65000"/>
                    <a:lumOff val="35000"/>
                  </a:schemeClr>
                </a:solidFill>
              </a:defRPr>
            </a:lvl3pPr>
            <a:lvl4pPr algn="ctr">
              <a:defRPr>
                <a:solidFill>
                  <a:schemeClr val="tx1">
                    <a:lumMod val="65000"/>
                    <a:lumOff val="35000"/>
                  </a:schemeClr>
                </a:solidFill>
              </a:defRPr>
            </a:lvl4pPr>
            <a:lvl5pPr algn="ctr">
              <a:defRPr>
                <a:solidFill>
                  <a:schemeClr val="tx1">
                    <a:lumMod val="65000"/>
                    <a:lumOff val="35000"/>
                  </a:schemeClr>
                </a:solidFill>
              </a:defRPr>
            </a:lvl5pPr>
          </a:lstStyle>
          <a:p>
            <a:pPr lvl="0"/>
            <a:r>
              <a:t>Click to Add Name and Title</a:t>
            </a:r>
          </a:p>
        </p:txBody>
      </p:sp>
      <p:sp>
        <p:nvSpPr>
          <p:cNvPr id="9" name="Text Placeholder 18"/>
          <p:cNvSpPr>
            <a:spLocks noGrp="1"/>
          </p:cNvSpPr>
          <p:nvPr>
            <p:ph type="body" sz="quarter" idx="11" hasCustomPrompt="1"/>
            <p:custDataLst>
              <p:tags r:id="rId3"/>
            </p:custDataLst>
          </p:nvPr>
        </p:nvSpPr>
        <p:spPr>
          <a:xfrm>
            <a:off x="456555" y="4701662"/>
            <a:ext cx="5525117" cy="396815"/>
          </a:xfrm>
        </p:spPr>
        <p:txBody>
          <a:bodyPr anchor="b">
            <a:normAutofit/>
          </a:bodyPr>
          <a:lstStyle>
            <a:lvl1pPr algn="l">
              <a:buNone/>
              <a:defRPr sz="2000">
                <a:solidFill>
                  <a:schemeClr val="tx1"/>
                </a:solidFill>
                <a:effectLst/>
              </a:defRPr>
            </a:lvl1pPr>
          </a:lstStyle>
          <a:p>
            <a:pPr lvl="0"/>
            <a:r>
              <a:t>Click to Add Date</a:t>
            </a:r>
          </a:p>
        </p:txBody>
      </p:sp>
      <p:sp>
        <p:nvSpPr>
          <p:cNvPr id="21" name="Subtitle 2"/>
          <p:cNvSpPr>
            <a:spLocks noGrp="1"/>
          </p:cNvSpPr>
          <p:nvPr>
            <p:ph type="subTitle" idx="1" hasCustomPrompt="1"/>
            <p:custDataLst>
              <p:tags r:id="rId4"/>
            </p:custDataLst>
          </p:nvPr>
        </p:nvSpPr>
        <p:spPr>
          <a:xfrm>
            <a:off x="456556" y="2982484"/>
            <a:ext cx="11278565" cy="990600"/>
          </a:xfrm>
        </p:spPr>
        <p:txBody>
          <a:bodyPr/>
          <a:lstStyle>
            <a:lvl1pPr marL="0" indent="0" algn="l">
              <a:buNone/>
              <a:defRPr sz="2800" b="0">
                <a:solidFill>
                  <a:schemeClr val="tx1"/>
                </a:solidFill>
                <a:effectLst/>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t>Click to Add a Subtitle</a:t>
            </a:r>
          </a:p>
        </p:txBody>
      </p:sp>
      <p:sp>
        <p:nvSpPr>
          <p:cNvPr id="22" name="Title 1"/>
          <p:cNvSpPr>
            <a:spLocks noGrp="1"/>
          </p:cNvSpPr>
          <p:nvPr>
            <p:ph type="ctrTitle" hasCustomPrompt="1"/>
            <p:custDataLst>
              <p:tags r:id="rId5"/>
            </p:custDataLst>
          </p:nvPr>
        </p:nvSpPr>
        <p:spPr>
          <a:xfrm>
            <a:off x="456555" y="1147394"/>
            <a:ext cx="11278567" cy="1828800"/>
          </a:xfrm>
        </p:spPr>
        <p:txBody>
          <a:bodyPr anchor="b">
            <a:noAutofit/>
          </a:bodyPr>
          <a:lstStyle>
            <a:lvl1pPr algn="l">
              <a:defRPr sz="3600">
                <a:solidFill>
                  <a:schemeClr val="accent1"/>
                </a:solidFill>
                <a:effectLst/>
              </a:defRPr>
            </a:lvl1pPr>
          </a:lstStyle>
          <a:p>
            <a:r>
              <a:t>Click to Add a Title</a:t>
            </a:r>
          </a:p>
        </p:txBody>
      </p:sp>
      <p:pic>
        <p:nvPicPr>
          <p:cNvPr id="10" name="Graphic 9">
            <a:extLst>
              <a:ext uri="{FF2B5EF4-FFF2-40B4-BE49-F238E27FC236}">
                <a16:creationId xmlns:a16="http://schemas.microsoft.com/office/drawing/2014/main" id="{9889C713-0D9F-4617-8B3E-E5631E10483A}"/>
              </a:ext>
            </a:extLst>
          </p:cNvPr>
          <p:cNvPicPr>
            <a:picLocks noChangeAspect="1"/>
          </p:cNvPicPr>
          <p:nvPr>
            <p:custDataLst>
              <p:tags r:id="rId6"/>
            </p:custDataLst>
          </p:nvPr>
        </p:nvPicPr>
        <p:blipFill>
          <a:blip r:embed="rId9">
            <a:extLst>
              <a:ext uri="{96DAC541-7B7A-43D3-8B79-37D633B846F1}">
                <asvg:svgBlip xmlns:asvg="http://schemas.microsoft.com/office/drawing/2016/SVG/main" r:embed="rId10"/>
              </a:ext>
            </a:extLst>
          </a:blip>
          <a:stretch>
            <a:fillRect/>
          </a:stretch>
        </p:blipFill>
        <p:spPr>
          <a:xfrm>
            <a:off x="9905927" y="453166"/>
            <a:ext cx="1829195" cy="584326"/>
          </a:xfrm>
          <a:prstGeom prst="rect">
            <a:avLst/>
          </a:prstGeom>
        </p:spPr>
      </p:pic>
    </p:spTree>
    <p:extLst>
      <p:ext uri="{BB962C8B-B14F-4D97-AF65-F5344CB8AC3E}">
        <p14:creationId xmlns:p14="http://schemas.microsoft.com/office/powerpoint/2010/main" val="1459426145"/>
      </p:ext>
    </p:extLst>
  </p:cSld>
  <p:clrMapOvr>
    <a:masterClrMapping/>
  </p:clrMapOvr>
  <p:extLst>
    <p:ext uri="{DCECCB84-F9BA-43D5-87BE-67443E8EF086}">
      <p15:sldGuideLst xmlns:p15="http://schemas.microsoft.com/office/powerpoint/2012/main"/>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type="obj" preserve="1">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15865618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1_Title Slide">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5A7D297B-DE10-A84D-B636-3028F48863F8}"/>
              </a:ext>
            </a:extLst>
          </p:cNvPr>
          <p:cNvGrpSpPr/>
          <p:nvPr userDrawn="1"/>
        </p:nvGrpSpPr>
        <p:grpSpPr>
          <a:xfrm>
            <a:off x="1" y="1246636"/>
            <a:ext cx="11735122" cy="4754113"/>
            <a:chOff x="-3182145" y="-5169663"/>
            <a:chExt cx="11799257" cy="4780095"/>
          </a:xfrm>
        </p:grpSpPr>
        <p:sp>
          <p:nvSpPr>
            <p:cNvPr id="2" name="Rectangle 1">
              <a:extLst>
                <a:ext uri="{FF2B5EF4-FFF2-40B4-BE49-F238E27FC236}">
                  <a16:creationId xmlns:a16="http://schemas.microsoft.com/office/drawing/2014/main" id="{5BA3680E-48F9-C94E-8BA7-80D6E42CF04F}"/>
                </a:ext>
              </a:extLst>
            </p:cNvPr>
            <p:cNvSpPr/>
            <p:nvPr userDrawn="1"/>
          </p:nvSpPr>
          <p:spPr>
            <a:xfrm>
              <a:off x="-3182145" y="-5169662"/>
              <a:ext cx="11780199" cy="4780094"/>
            </a:xfrm>
            <a:custGeom>
              <a:avLst/>
              <a:gdLst>
                <a:gd name="connsiteX0" fmla="*/ 0 w 10554495"/>
                <a:gd name="connsiteY0" fmla="*/ 0 h 3897360"/>
                <a:gd name="connsiteX1" fmla="*/ 10554495 w 10554495"/>
                <a:gd name="connsiteY1" fmla="*/ 0 h 3897360"/>
                <a:gd name="connsiteX2" fmla="*/ 10554495 w 10554495"/>
                <a:gd name="connsiteY2" fmla="*/ 3897360 h 3897360"/>
                <a:gd name="connsiteX3" fmla="*/ 0 w 10554495"/>
                <a:gd name="connsiteY3" fmla="*/ 3897360 h 3897360"/>
                <a:gd name="connsiteX4" fmla="*/ 0 w 10554495"/>
                <a:gd name="connsiteY4" fmla="*/ 0 h 3897360"/>
                <a:gd name="connsiteX0" fmla="*/ 0 w 11735595"/>
                <a:gd name="connsiteY0" fmla="*/ 0 h 3897360"/>
                <a:gd name="connsiteX1" fmla="*/ 11735595 w 11735595"/>
                <a:gd name="connsiteY1" fmla="*/ 38100 h 3897360"/>
                <a:gd name="connsiteX2" fmla="*/ 10554495 w 11735595"/>
                <a:gd name="connsiteY2" fmla="*/ 3897360 h 3897360"/>
                <a:gd name="connsiteX3" fmla="*/ 0 w 11735595"/>
                <a:gd name="connsiteY3" fmla="*/ 3897360 h 3897360"/>
                <a:gd name="connsiteX4" fmla="*/ 0 w 11735595"/>
                <a:gd name="connsiteY4" fmla="*/ 0 h 3897360"/>
                <a:gd name="connsiteX0" fmla="*/ 0 w 11735595"/>
                <a:gd name="connsiteY0" fmla="*/ 0 h 3897360"/>
                <a:gd name="connsiteX1" fmla="*/ 11735595 w 11735595"/>
                <a:gd name="connsiteY1" fmla="*/ 19050 h 3897360"/>
                <a:gd name="connsiteX2" fmla="*/ 10554495 w 11735595"/>
                <a:gd name="connsiteY2" fmla="*/ 3897360 h 3897360"/>
                <a:gd name="connsiteX3" fmla="*/ 0 w 11735595"/>
                <a:gd name="connsiteY3" fmla="*/ 3897360 h 3897360"/>
                <a:gd name="connsiteX4" fmla="*/ 0 w 11735595"/>
                <a:gd name="connsiteY4" fmla="*/ 0 h 3897360"/>
                <a:gd name="connsiteX0" fmla="*/ 0 w 11735595"/>
                <a:gd name="connsiteY0" fmla="*/ 0 h 3897360"/>
                <a:gd name="connsiteX1" fmla="*/ 11735595 w 11735595"/>
                <a:gd name="connsiteY1" fmla="*/ 19050 h 3897360"/>
                <a:gd name="connsiteX2" fmla="*/ 10376075 w 11735595"/>
                <a:gd name="connsiteY2" fmla="*/ 3860992 h 3897360"/>
                <a:gd name="connsiteX3" fmla="*/ 0 w 11735595"/>
                <a:gd name="connsiteY3" fmla="*/ 3897360 h 3897360"/>
                <a:gd name="connsiteX4" fmla="*/ 0 w 11735595"/>
                <a:gd name="connsiteY4" fmla="*/ 0 h 3897360"/>
                <a:gd name="connsiteX0" fmla="*/ 0 w 11735595"/>
                <a:gd name="connsiteY0" fmla="*/ 0 h 3924636"/>
                <a:gd name="connsiteX1" fmla="*/ 11735595 w 11735595"/>
                <a:gd name="connsiteY1" fmla="*/ 19050 h 3924636"/>
                <a:gd name="connsiteX2" fmla="*/ 10208807 w 11735595"/>
                <a:gd name="connsiteY2" fmla="*/ 3924636 h 3924636"/>
                <a:gd name="connsiteX3" fmla="*/ 0 w 11735595"/>
                <a:gd name="connsiteY3" fmla="*/ 3897360 h 3924636"/>
                <a:gd name="connsiteX4" fmla="*/ 0 w 11735595"/>
                <a:gd name="connsiteY4" fmla="*/ 0 h 3924636"/>
                <a:gd name="connsiteX0" fmla="*/ 0 w 11735595"/>
                <a:gd name="connsiteY0" fmla="*/ 0 h 3897360"/>
                <a:gd name="connsiteX1" fmla="*/ 11735595 w 11735595"/>
                <a:gd name="connsiteY1" fmla="*/ 19050 h 3897360"/>
                <a:gd name="connsiteX2" fmla="*/ 10041539 w 11735595"/>
                <a:gd name="connsiteY2" fmla="*/ 3697338 h 3897360"/>
                <a:gd name="connsiteX3" fmla="*/ 0 w 11735595"/>
                <a:gd name="connsiteY3" fmla="*/ 3897360 h 3897360"/>
                <a:gd name="connsiteX4" fmla="*/ 0 w 11735595"/>
                <a:gd name="connsiteY4" fmla="*/ 0 h 3897360"/>
                <a:gd name="connsiteX0" fmla="*/ 0 w 11735595"/>
                <a:gd name="connsiteY0" fmla="*/ 0 h 3897360"/>
                <a:gd name="connsiteX1" fmla="*/ 11735595 w 11735595"/>
                <a:gd name="connsiteY1" fmla="*/ 19050 h 3897360"/>
                <a:gd name="connsiteX2" fmla="*/ 10264563 w 11735595"/>
                <a:gd name="connsiteY2" fmla="*/ 3888268 h 3897360"/>
                <a:gd name="connsiteX3" fmla="*/ 0 w 11735595"/>
                <a:gd name="connsiteY3" fmla="*/ 3897360 h 3897360"/>
                <a:gd name="connsiteX4" fmla="*/ 0 w 11735595"/>
                <a:gd name="connsiteY4" fmla="*/ 0 h 3897360"/>
                <a:gd name="connsiteX0" fmla="*/ 0 w 11200336"/>
                <a:gd name="connsiteY0" fmla="*/ 0 h 3897360"/>
                <a:gd name="connsiteX1" fmla="*/ 11200336 w 11200336"/>
                <a:gd name="connsiteY1" fmla="*/ 82694 h 3897360"/>
                <a:gd name="connsiteX2" fmla="*/ 10264563 w 11200336"/>
                <a:gd name="connsiteY2" fmla="*/ 3888268 h 3897360"/>
                <a:gd name="connsiteX3" fmla="*/ 0 w 11200336"/>
                <a:gd name="connsiteY3" fmla="*/ 3897360 h 3897360"/>
                <a:gd name="connsiteX4" fmla="*/ 0 w 11200336"/>
                <a:gd name="connsiteY4" fmla="*/ 0 h 3897360"/>
                <a:gd name="connsiteX0" fmla="*/ 0 w 11780199"/>
                <a:gd name="connsiteY0" fmla="*/ 0 h 3897360"/>
                <a:gd name="connsiteX1" fmla="*/ 11780199 w 11780199"/>
                <a:gd name="connsiteY1" fmla="*/ 867 h 3897360"/>
                <a:gd name="connsiteX2" fmla="*/ 10264563 w 11780199"/>
                <a:gd name="connsiteY2" fmla="*/ 3888268 h 3897360"/>
                <a:gd name="connsiteX3" fmla="*/ 0 w 11780199"/>
                <a:gd name="connsiteY3" fmla="*/ 3897360 h 3897360"/>
                <a:gd name="connsiteX4" fmla="*/ 0 w 11780199"/>
                <a:gd name="connsiteY4" fmla="*/ 0 h 38973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780199" h="3897360">
                  <a:moveTo>
                    <a:pt x="0" y="0"/>
                  </a:moveTo>
                  <a:lnTo>
                    <a:pt x="11780199" y="867"/>
                  </a:lnTo>
                  <a:lnTo>
                    <a:pt x="10264563" y="3888268"/>
                  </a:lnTo>
                  <a:lnTo>
                    <a:pt x="0" y="3897360"/>
                  </a:lnTo>
                  <a:lnTo>
                    <a:pt x="0" y="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endParaRPr lang="en-US" sz="1800"/>
            </a:p>
          </p:txBody>
        </p:sp>
        <p:pic>
          <p:nvPicPr>
            <p:cNvPr id="29" name="Picture 28">
              <a:extLst>
                <a:ext uri="{FF2B5EF4-FFF2-40B4-BE49-F238E27FC236}">
                  <a16:creationId xmlns:a16="http://schemas.microsoft.com/office/drawing/2014/main" id="{AC59BDFE-3580-F349-8D96-F5979F88E547}"/>
                </a:ext>
              </a:extLst>
            </p:cNvPr>
            <p:cNvPicPr>
              <a:picLocks noChangeAspect="1"/>
            </p:cNvPicPr>
            <p:nvPr userDrawn="1"/>
          </p:nvPicPr>
          <p:blipFill rotWithShape="1">
            <a:blip r:embed="rId6" cstate="hqprint">
              <a:extLst>
                <a:ext uri="{28A0092B-C50C-407E-A947-70E740481C1C}">
                  <a14:useLocalDpi xmlns:a14="http://schemas.microsoft.com/office/drawing/2010/main"/>
                </a:ext>
              </a:extLst>
            </a:blip>
            <a:srcRect/>
            <a:stretch/>
          </p:blipFill>
          <p:spPr>
            <a:xfrm>
              <a:off x="-3182145" y="-5169663"/>
              <a:ext cx="11799257" cy="4780095"/>
            </a:xfrm>
            <a:prstGeom prst="rect">
              <a:avLst/>
            </a:prstGeom>
          </p:spPr>
        </p:pic>
      </p:grpSp>
      <p:sp>
        <p:nvSpPr>
          <p:cNvPr id="8" name="Text Placeholder 15"/>
          <p:cNvSpPr>
            <a:spLocks noGrp="1"/>
          </p:cNvSpPr>
          <p:nvPr>
            <p:ph type="body" sz="quarter" idx="10" hasCustomPrompt="1"/>
            <p:custDataLst>
              <p:tags r:id="rId1"/>
            </p:custDataLst>
          </p:nvPr>
        </p:nvSpPr>
        <p:spPr>
          <a:xfrm>
            <a:off x="456698" y="4526198"/>
            <a:ext cx="8141202" cy="731520"/>
          </a:xfrm>
        </p:spPr>
        <p:txBody>
          <a:bodyPr anchor="b">
            <a:normAutofit/>
          </a:bodyPr>
          <a:lstStyle>
            <a:lvl1pPr marL="0" indent="0" algn="l">
              <a:buNone/>
              <a:defRPr sz="2400" baseline="0">
                <a:solidFill>
                  <a:schemeClr val="bg1"/>
                </a:solidFill>
                <a:effectLst/>
              </a:defRPr>
            </a:lvl1pPr>
            <a:lvl2pPr marL="0" indent="0" algn="ctr">
              <a:buNone/>
              <a:defRPr>
                <a:solidFill>
                  <a:schemeClr val="tx1">
                    <a:lumMod val="65000"/>
                    <a:lumOff val="35000"/>
                  </a:schemeClr>
                </a:solidFill>
              </a:defRPr>
            </a:lvl2pPr>
            <a:lvl3pPr algn="ctr">
              <a:defRPr>
                <a:solidFill>
                  <a:schemeClr val="tx1">
                    <a:lumMod val="65000"/>
                    <a:lumOff val="35000"/>
                  </a:schemeClr>
                </a:solidFill>
              </a:defRPr>
            </a:lvl3pPr>
            <a:lvl4pPr algn="ctr">
              <a:defRPr>
                <a:solidFill>
                  <a:schemeClr val="tx1">
                    <a:lumMod val="65000"/>
                    <a:lumOff val="35000"/>
                  </a:schemeClr>
                </a:solidFill>
              </a:defRPr>
            </a:lvl4pPr>
            <a:lvl5pPr algn="ctr">
              <a:defRPr>
                <a:solidFill>
                  <a:schemeClr val="tx1">
                    <a:lumMod val="65000"/>
                    <a:lumOff val="35000"/>
                  </a:schemeClr>
                </a:solidFill>
              </a:defRPr>
            </a:lvl5pPr>
          </a:lstStyle>
          <a:p>
            <a:pPr lvl="0"/>
            <a:r>
              <a:rPr lang="en-US"/>
              <a:t>Synopsys Customer Education Services</a:t>
            </a:r>
            <a:endParaRPr/>
          </a:p>
        </p:txBody>
      </p:sp>
      <p:sp>
        <p:nvSpPr>
          <p:cNvPr id="21" name="Subtitle 2"/>
          <p:cNvSpPr>
            <a:spLocks noGrp="1"/>
          </p:cNvSpPr>
          <p:nvPr>
            <p:ph type="subTitle" idx="1" hasCustomPrompt="1"/>
            <p:custDataLst>
              <p:tags r:id="rId2"/>
            </p:custDataLst>
          </p:nvPr>
        </p:nvSpPr>
        <p:spPr>
          <a:xfrm>
            <a:off x="456557" y="3522681"/>
            <a:ext cx="10417770" cy="990600"/>
          </a:xfrm>
        </p:spPr>
        <p:txBody>
          <a:bodyPr>
            <a:normAutofit/>
          </a:bodyPr>
          <a:lstStyle>
            <a:lvl1pPr marL="0" indent="0" algn="l">
              <a:buNone/>
              <a:defRPr sz="3200" b="0">
                <a:solidFill>
                  <a:schemeClr val="bg1"/>
                </a:solidFill>
                <a:effectLst/>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t>Click to Add </a:t>
            </a:r>
            <a:r>
              <a:rPr lang="en-US"/>
              <a:t>Course Version</a:t>
            </a:r>
            <a:endParaRPr/>
          </a:p>
        </p:txBody>
      </p:sp>
      <p:sp>
        <p:nvSpPr>
          <p:cNvPr id="22" name="Title 1"/>
          <p:cNvSpPr>
            <a:spLocks noGrp="1"/>
          </p:cNvSpPr>
          <p:nvPr>
            <p:ph type="ctrTitle" hasCustomPrompt="1"/>
            <p:custDataLst>
              <p:tags r:id="rId3"/>
            </p:custDataLst>
          </p:nvPr>
        </p:nvSpPr>
        <p:spPr>
          <a:xfrm>
            <a:off x="456555" y="1687591"/>
            <a:ext cx="10763895" cy="1828800"/>
          </a:xfrm>
        </p:spPr>
        <p:txBody>
          <a:bodyPr anchor="b">
            <a:noAutofit/>
          </a:bodyPr>
          <a:lstStyle>
            <a:lvl1pPr algn="l">
              <a:defRPr sz="5000">
                <a:solidFill>
                  <a:schemeClr val="bg1"/>
                </a:solidFill>
                <a:effectLst/>
              </a:defRPr>
            </a:lvl1pPr>
          </a:lstStyle>
          <a:p>
            <a:r>
              <a:t>Click to Add </a:t>
            </a:r>
            <a:r>
              <a:rPr lang="en-US"/>
              <a:t>Course Name</a:t>
            </a:r>
            <a:endParaRPr/>
          </a:p>
        </p:txBody>
      </p:sp>
      <p:pic>
        <p:nvPicPr>
          <p:cNvPr id="10" name="Graphic 9">
            <a:extLst>
              <a:ext uri="{FF2B5EF4-FFF2-40B4-BE49-F238E27FC236}">
                <a16:creationId xmlns:a16="http://schemas.microsoft.com/office/drawing/2014/main" id="{9889C713-0D9F-4617-8B3E-E5631E10483A}"/>
              </a:ext>
            </a:extLst>
          </p:cNvPr>
          <p:cNvPicPr>
            <a:picLocks noChangeAspect="1"/>
          </p:cNvPicPr>
          <p:nvPr>
            <p:custDataLst>
              <p:tags r:id="rId4"/>
            </p:custDataLst>
          </p:nvPr>
        </p:nvPicPr>
        <p:blipFill>
          <a:blip r:embed="rId7">
            <a:extLst>
              <a:ext uri="{96DAC541-7B7A-43D3-8B79-37D633B846F1}">
                <asvg:svgBlip xmlns:asvg="http://schemas.microsoft.com/office/drawing/2016/SVG/main" r:embed="rId8"/>
              </a:ext>
            </a:extLst>
          </a:blip>
          <a:stretch>
            <a:fillRect/>
          </a:stretch>
        </p:blipFill>
        <p:spPr>
          <a:xfrm>
            <a:off x="9905927" y="453166"/>
            <a:ext cx="1829195" cy="584326"/>
          </a:xfrm>
          <a:prstGeom prst="rect">
            <a:avLst/>
          </a:prstGeom>
        </p:spPr>
      </p:pic>
    </p:spTree>
    <p:extLst>
      <p:ext uri="{BB962C8B-B14F-4D97-AF65-F5344CB8AC3E}">
        <p14:creationId xmlns:p14="http://schemas.microsoft.com/office/powerpoint/2010/main" val="1035110512"/>
      </p:ext>
    </p:extLst>
  </p:cSld>
  <p:clrMapOvr>
    <a:masterClrMapping/>
  </p:clrMapOvr>
  <p:extLst>
    <p:ext uri="{DCECCB84-F9BA-43D5-87BE-67443E8EF086}">
      <p15:sldGuideLst xmlns:p15="http://schemas.microsoft.com/office/powerpoint/2012/main"/>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1_Scope">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05B211E6-87BE-4EC7-8E86-4064596A0E69}"/>
              </a:ext>
            </a:extLst>
          </p:cNvPr>
          <p:cNvSpPr>
            <a:spLocks noGrp="1"/>
          </p:cNvSpPr>
          <p:nvPr userDrawn="1">
            <p:ph type="body" sz="quarter" idx="10"/>
          </p:nvPr>
        </p:nvSpPr>
        <p:spPr>
          <a:xfrm>
            <a:off x="457200" y="1737754"/>
            <a:ext cx="11277922" cy="4663045"/>
          </a:xfrm>
        </p:spPr>
        <p:txBody>
          <a:bodyPr/>
          <a:lstStyle>
            <a:lvl1pPr marL="365760" indent="-365760">
              <a:spcBef>
                <a:spcPts val="600"/>
              </a:spcBef>
              <a:spcAft>
                <a:spcPts val="600"/>
              </a:spcAft>
              <a:defRPr/>
            </a:lvl1pPr>
            <a:lvl2pPr marL="640080" indent="-274320">
              <a:defRPr/>
            </a:lvl2pPr>
            <a:lvl3pPr marL="914400" indent="-274320">
              <a:defRPr/>
            </a:lvl3pPr>
            <a:lvl4pPr marL="1188720" indent="-274320">
              <a:defRPr/>
            </a:lvl4pPr>
          </a:lstStyle>
          <a:p>
            <a:pPr lvl="0"/>
            <a:r>
              <a:rPr lang="en-US"/>
              <a:t>Edit Master text styles</a:t>
            </a:r>
          </a:p>
          <a:p>
            <a:pPr lvl="1"/>
            <a:r>
              <a:rPr lang="en-US"/>
              <a:t>Second level</a:t>
            </a:r>
          </a:p>
          <a:p>
            <a:pPr lvl="2"/>
            <a:r>
              <a:rPr lang="en-US"/>
              <a:t>Third level</a:t>
            </a:r>
          </a:p>
          <a:p>
            <a:pPr lvl="3"/>
            <a:r>
              <a:rPr lang="en-US"/>
              <a:t>Fourth level</a:t>
            </a:r>
          </a:p>
        </p:txBody>
      </p:sp>
      <p:pic>
        <p:nvPicPr>
          <p:cNvPr id="10" name="Picture 9">
            <a:extLst>
              <a:ext uri="{FF2B5EF4-FFF2-40B4-BE49-F238E27FC236}">
                <a16:creationId xmlns:a16="http://schemas.microsoft.com/office/drawing/2014/main" id="{377B05DB-A977-4DFB-8026-0C01E80D3A1C}"/>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bwMode="ltGray">
          <a:xfrm>
            <a:off x="0" y="178203"/>
            <a:ext cx="5258534" cy="1095528"/>
          </a:xfrm>
          <a:prstGeom prst="rect">
            <a:avLst/>
          </a:prstGeom>
        </p:spPr>
      </p:pic>
      <p:sp>
        <p:nvSpPr>
          <p:cNvPr id="11" name="Title 4">
            <a:extLst>
              <a:ext uri="{FF2B5EF4-FFF2-40B4-BE49-F238E27FC236}">
                <a16:creationId xmlns:a16="http://schemas.microsoft.com/office/drawing/2014/main" id="{AA3CB389-48A5-49BB-A30B-013A5B53EFCD}"/>
              </a:ext>
            </a:extLst>
          </p:cNvPr>
          <p:cNvSpPr>
            <a:spLocks noGrp="1"/>
          </p:cNvSpPr>
          <p:nvPr>
            <p:ph type="title" hasCustomPrompt="1"/>
            <p:custDataLst>
              <p:tags r:id="rId1"/>
            </p:custDataLst>
          </p:nvPr>
        </p:nvSpPr>
        <p:spPr bwMode="gray">
          <a:xfrm>
            <a:off x="1498175" y="172006"/>
            <a:ext cx="3279102" cy="1087755"/>
          </a:xfrm>
          <a:noFill/>
          <a:ln>
            <a:noFill/>
          </a:ln>
        </p:spPr>
        <p:style>
          <a:lnRef idx="2">
            <a:schemeClr val="accent1">
              <a:shade val="50000"/>
            </a:schemeClr>
          </a:lnRef>
          <a:fillRef idx="1">
            <a:schemeClr val="accent1"/>
          </a:fillRef>
          <a:effectRef idx="0">
            <a:schemeClr val="accent1"/>
          </a:effectRef>
          <a:fontRef idx="minor">
            <a:schemeClr val="lt1"/>
          </a:fontRef>
        </p:style>
        <p:txBody>
          <a:bodyPr lIns="182880" rtlCol="0" anchor="ctr">
            <a:normAutofit/>
          </a:bodyPr>
          <a:lstStyle>
            <a:lvl1pPr>
              <a:defRPr sz="3200" dirty="0">
                <a:solidFill>
                  <a:schemeClr val="lt1"/>
                </a:solidFill>
                <a:latin typeface="+mj-lt"/>
                <a:ea typeface="+mn-ea"/>
                <a:cs typeface="+mn-cs"/>
              </a:defRPr>
            </a:lvl1pPr>
          </a:lstStyle>
          <a:p>
            <a:pPr marL="0" lvl="0" defTabSz="457200"/>
            <a:r>
              <a:rPr lang="en-US"/>
              <a:t>Click to Add a Title</a:t>
            </a:r>
            <a:endParaRPr/>
          </a:p>
        </p:txBody>
      </p:sp>
    </p:spTree>
    <p:extLst>
      <p:ext uri="{BB962C8B-B14F-4D97-AF65-F5344CB8AC3E}">
        <p14:creationId xmlns:p14="http://schemas.microsoft.com/office/powerpoint/2010/main" val="1678356663"/>
      </p:ext>
    </p:extLst>
  </p:cSld>
  <p:clrMapOvr>
    <a:masterClrMapping/>
  </p:clrMapOvr>
  <p:extLst>
    <p:ext uri="{DCECCB84-F9BA-43D5-87BE-67443E8EF086}">
      <p15:sldGuideLst xmlns:p15="http://schemas.microsoft.com/office/powerpoint/2012/main">
        <p15:guide id="1" pos="288">
          <p15:clr>
            <a:srgbClr val="5ACBF0"/>
          </p15:clr>
        </p15:guide>
        <p15:guide id="2" pos="7392">
          <p15:clr>
            <a:srgbClr val="5ACBF0"/>
          </p15:clr>
        </p15:guide>
        <p15:guide id="3" orient="horz" pos="1152">
          <p15:clr>
            <a:srgbClr val="5ACBF0"/>
          </p15:clr>
        </p15:guide>
        <p15:guide id="4" orient="horz" pos="3888">
          <p15:clr>
            <a:srgbClr val="5ACBF0"/>
          </p15:clr>
        </p15:guide>
        <p15:guide id="5" orient="horz" pos="720">
          <p15:clr>
            <a:srgbClr val="5ACBF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1_Scope with background">
    <p:spTree>
      <p:nvGrpSpPr>
        <p:cNvPr id="1" name=""/>
        <p:cNvGrpSpPr/>
        <p:nvPr/>
      </p:nvGrpSpPr>
      <p:grpSpPr>
        <a:xfrm>
          <a:off x="0" y="0"/>
          <a:ext cx="0" cy="0"/>
          <a:chOff x="0" y="0"/>
          <a:chExt cx="0" cy="0"/>
        </a:xfrm>
      </p:grpSpPr>
      <p:pic>
        <p:nvPicPr>
          <p:cNvPr id="17" name="Picture 16">
            <a:extLst>
              <a:ext uri="{FF2B5EF4-FFF2-40B4-BE49-F238E27FC236}">
                <a16:creationId xmlns:a16="http://schemas.microsoft.com/office/drawing/2014/main" id="{1E873832-813A-459B-8A37-2E752C411F04}"/>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bwMode="ltGray">
          <a:xfrm>
            <a:off x="0" y="178203"/>
            <a:ext cx="5258534" cy="1095528"/>
          </a:xfrm>
          <a:prstGeom prst="rect">
            <a:avLst/>
          </a:prstGeom>
        </p:spPr>
      </p:pic>
      <p:pic>
        <p:nvPicPr>
          <p:cNvPr id="18" name="Picture 17">
            <a:extLst>
              <a:ext uri="{FF2B5EF4-FFF2-40B4-BE49-F238E27FC236}">
                <a16:creationId xmlns:a16="http://schemas.microsoft.com/office/drawing/2014/main" id="{F5F87E6C-9108-4445-AF14-EE92CFEB3452}"/>
              </a:ext>
            </a:extLst>
          </p:cNvPr>
          <p:cNvPicPr>
            <a:picLocks noChangeAspect="1"/>
          </p:cNvPicPr>
          <p:nvPr userDrawn="1"/>
        </p:nvPicPr>
        <p:blipFill rotWithShape="1">
          <a:blip r:embed="rId4" cstate="email">
            <a:extLst>
              <a:ext uri="{28A0092B-C50C-407E-A947-70E740481C1C}">
                <a14:useLocalDpi xmlns:a14="http://schemas.microsoft.com/office/drawing/2010/main"/>
              </a:ext>
            </a:extLst>
          </a:blip>
          <a:srcRect/>
          <a:stretch/>
        </p:blipFill>
        <p:spPr>
          <a:xfrm>
            <a:off x="0" y="1310092"/>
            <a:ext cx="12192000" cy="5217460"/>
          </a:xfrm>
          <a:prstGeom prst="rect">
            <a:avLst/>
          </a:prstGeom>
        </p:spPr>
      </p:pic>
      <p:sp>
        <p:nvSpPr>
          <p:cNvPr id="19" name="Text Placeholder 3">
            <a:extLst>
              <a:ext uri="{FF2B5EF4-FFF2-40B4-BE49-F238E27FC236}">
                <a16:creationId xmlns:a16="http://schemas.microsoft.com/office/drawing/2014/main" id="{F2E28495-B0B3-4070-BB83-3FB14AB729F0}"/>
              </a:ext>
            </a:extLst>
          </p:cNvPr>
          <p:cNvSpPr>
            <a:spLocks noGrp="1"/>
          </p:cNvSpPr>
          <p:nvPr>
            <p:ph type="body" sz="quarter" idx="10"/>
          </p:nvPr>
        </p:nvSpPr>
        <p:spPr>
          <a:xfrm>
            <a:off x="457200" y="1737755"/>
            <a:ext cx="11277922" cy="4430232"/>
          </a:xfrm>
          <a:solidFill>
            <a:schemeClr val="bg1">
              <a:alpha val="70000"/>
            </a:schemeClr>
          </a:solidFill>
        </p:spPr>
        <p:txBody>
          <a:bodyPr/>
          <a:lstStyle>
            <a:lvl1pPr marL="365760" indent="-365760">
              <a:spcBef>
                <a:spcPts val="600"/>
              </a:spcBef>
              <a:spcAft>
                <a:spcPts val="600"/>
              </a:spcAft>
              <a:defRPr/>
            </a:lvl1pPr>
            <a:lvl2pPr marL="640080" indent="-274320">
              <a:defRPr/>
            </a:lvl2pPr>
            <a:lvl3pPr marL="914400" indent="-274320">
              <a:defRPr/>
            </a:lvl3pPr>
            <a:lvl4pPr marL="1188720" indent="-274320">
              <a:defRPr/>
            </a:lvl4pPr>
          </a:lstStyle>
          <a:p>
            <a:pPr lvl="0"/>
            <a:r>
              <a:rPr lang="en-US"/>
              <a:t>Edit Master text styles</a:t>
            </a:r>
          </a:p>
          <a:p>
            <a:pPr lvl="1"/>
            <a:r>
              <a:rPr lang="en-US"/>
              <a:t>Second level</a:t>
            </a:r>
          </a:p>
          <a:p>
            <a:pPr lvl="2"/>
            <a:r>
              <a:rPr lang="en-US"/>
              <a:t>Third level</a:t>
            </a:r>
          </a:p>
          <a:p>
            <a:pPr lvl="3"/>
            <a:r>
              <a:rPr lang="en-US"/>
              <a:t>Fourth level</a:t>
            </a:r>
          </a:p>
        </p:txBody>
      </p:sp>
      <p:sp>
        <p:nvSpPr>
          <p:cNvPr id="20" name="Title 4">
            <a:extLst>
              <a:ext uri="{FF2B5EF4-FFF2-40B4-BE49-F238E27FC236}">
                <a16:creationId xmlns:a16="http://schemas.microsoft.com/office/drawing/2014/main" id="{BE7312B4-ABE7-4B7B-A96F-2CD31471F816}"/>
              </a:ext>
            </a:extLst>
          </p:cNvPr>
          <p:cNvSpPr>
            <a:spLocks noGrp="1"/>
          </p:cNvSpPr>
          <p:nvPr>
            <p:ph type="title" hasCustomPrompt="1"/>
            <p:custDataLst>
              <p:tags r:id="rId1"/>
            </p:custDataLst>
          </p:nvPr>
        </p:nvSpPr>
        <p:spPr bwMode="gray">
          <a:xfrm>
            <a:off x="1498175" y="178356"/>
            <a:ext cx="3279102" cy="1078992"/>
          </a:xfrm>
          <a:noFill/>
          <a:ln>
            <a:noFill/>
          </a:ln>
        </p:spPr>
        <p:style>
          <a:lnRef idx="2">
            <a:schemeClr val="accent1">
              <a:shade val="50000"/>
            </a:schemeClr>
          </a:lnRef>
          <a:fillRef idx="1">
            <a:schemeClr val="accent1"/>
          </a:fillRef>
          <a:effectRef idx="0">
            <a:schemeClr val="accent1"/>
          </a:effectRef>
          <a:fontRef idx="minor">
            <a:schemeClr val="lt1"/>
          </a:fontRef>
        </p:style>
        <p:txBody>
          <a:bodyPr lIns="182880" rtlCol="0" anchor="ctr">
            <a:normAutofit/>
          </a:bodyPr>
          <a:lstStyle>
            <a:lvl1pPr>
              <a:defRPr sz="3200" dirty="0">
                <a:solidFill>
                  <a:schemeClr val="lt1"/>
                </a:solidFill>
                <a:latin typeface="+mj-lt"/>
                <a:ea typeface="+mn-ea"/>
                <a:cs typeface="+mn-cs"/>
              </a:defRPr>
            </a:lvl1pPr>
          </a:lstStyle>
          <a:p>
            <a:pPr marL="0" lvl="0" defTabSz="457200"/>
            <a:r>
              <a:rPr lang="en-US"/>
              <a:t>Click to Add a Title</a:t>
            </a:r>
            <a:endParaRPr/>
          </a:p>
        </p:txBody>
      </p:sp>
    </p:spTree>
    <p:extLst>
      <p:ext uri="{BB962C8B-B14F-4D97-AF65-F5344CB8AC3E}">
        <p14:creationId xmlns:p14="http://schemas.microsoft.com/office/powerpoint/2010/main" val="3972575490"/>
      </p:ext>
    </p:extLst>
  </p:cSld>
  <p:clrMapOvr>
    <a:masterClrMapping/>
  </p:clrMapOvr>
  <p:extLst>
    <p:ext uri="{DCECCB84-F9BA-43D5-87BE-67443E8EF086}">
      <p15:sldGuideLst xmlns:p15="http://schemas.microsoft.com/office/powerpoint/2012/main">
        <p15:guide id="1" pos="288">
          <p15:clr>
            <a:srgbClr val="5ACBF0"/>
          </p15:clr>
        </p15:guide>
        <p15:guide id="2" pos="7392">
          <p15:clr>
            <a:srgbClr val="5ACBF0"/>
          </p15:clr>
        </p15:guide>
        <p15:guide id="3" orient="horz" pos="1152">
          <p15:clr>
            <a:srgbClr val="5ACBF0"/>
          </p15:clr>
        </p15:guide>
        <p15:guide id="4" orient="horz" pos="3888">
          <p15:clr>
            <a:srgbClr val="5ACBF0"/>
          </p15:clr>
        </p15:guide>
        <p15:guide id="5" orient="horz" pos="720">
          <p15:clr>
            <a:srgbClr val="5ACBF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1_Quiz">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709ACD3E-DBDC-4D0E-A88F-26A04005602E}"/>
              </a:ext>
            </a:extLst>
          </p:cNvPr>
          <p:cNvPicPr>
            <a:picLocks noChangeAspect="1"/>
          </p:cNvPicPr>
          <p:nvPr userDrawn="1"/>
        </p:nvPicPr>
        <p:blipFill>
          <a:blip r:embed="rId3"/>
          <a:stretch>
            <a:fillRect/>
          </a:stretch>
        </p:blipFill>
        <p:spPr>
          <a:xfrm>
            <a:off x="0" y="182880"/>
            <a:ext cx="3748443" cy="1097280"/>
          </a:xfrm>
          <a:prstGeom prst="rect">
            <a:avLst/>
          </a:prstGeom>
        </p:spPr>
      </p:pic>
      <p:sp>
        <p:nvSpPr>
          <p:cNvPr id="4" name="Text Placeholder 3">
            <a:extLst>
              <a:ext uri="{FF2B5EF4-FFF2-40B4-BE49-F238E27FC236}">
                <a16:creationId xmlns:a16="http://schemas.microsoft.com/office/drawing/2014/main" id="{05B211E6-87BE-4EC7-8E86-4064596A0E69}"/>
              </a:ext>
            </a:extLst>
          </p:cNvPr>
          <p:cNvSpPr>
            <a:spLocks noGrp="1"/>
          </p:cNvSpPr>
          <p:nvPr>
            <p:ph type="body" sz="quarter" idx="10"/>
          </p:nvPr>
        </p:nvSpPr>
        <p:spPr>
          <a:xfrm>
            <a:off x="457200" y="1737754"/>
            <a:ext cx="11277922" cy="4663045"/>
          </a:xfrm>
        </p:spPr>
        <p:txBody>
          <a:bodyPr/>
          <a:lstStyle>
            <a:lvl1pPr marL="365760" indent="-365760">
              <a:spcBef>
                <a:spcPts val="600"/>
              </a:spcBef>
              <a:spcAft>
                <a:spcPts val="600"/>
              </a:spcAft>
              <a:defRPr/>
            </a:lvl1pPr>
            <a:lvl2pPr marL="640080" indent="-274320">
              <a:defRPr/>
            </a:lvl2pPr>
            <a:lvl3pPr marL="914400" indent="-274320">
              <a:defRPr/>
            </a:lvl3pPr>
            <a:lvl4pPr marL="1188720" indent="-274320">
              <a:defRPr/>
            </a:lvl4pPr>
          </a:lstStyle>
          <a:p>
            <a:pPr lvl="0"/>
            <a:r>
              <a:rPr lang="en-US"/>
              <a:t>Edit Master text styles</a:t>
            </a:r>
          </a:p>
          <a:p>
            <a:pPr lvl="1"/>
            <a:r>
              <a:rPr lang="en-US"/>
              <a:t>Second level</a:t>
            </a:r>
          </a:p>
          <a:p>
            <a:pPr lvl="2"/>
            <a:r>
              <a:rPr lang="en-US"/>
              <a:t>Third level</a:t>
            </a:r>
          </a:p>
          <a:p>
            <a:pPr lvl="3"/>
            <a:r>
              <a:rPr lang="en-US"/>
              <a:t>Fourth level</a:t>
            </a:r>
          </a:p>
        </p:txBody>
      </p:sp>
      <p:sp>
        <p:nvSpPr>
          <p:cNvPr id="41" name="Title 4">
            <a:extLst>
              <a:ext uri="{FF2B5EF4-FFF2-40B4-BE49-F238E27FC236}">
                <a16:creationId xmlns:a16="http://schemas.microsoft.com/office/drawing/2014/main" id="{D1F73CD5-AFE0-49A0-80CB-BDF8A7D1A0DC}"/>
              </a:ext>
            </a:extLst>
          </p:cNvPr>
          <p:cNvSpPr txBox="1">
            <a:spLocks/>
          </p:cNvSpPr>
          <p:nvPr userDrawn="1">
            <p:custDataLst>
              <p:tags r:id="rId1"/>
            </p:custDataLst>
          </p:nvPr>
        </p:nvSpPr>
        <p:spPr>
          <a:xfrm>
            <a:off x="1655492" y="226637"/>
            <a:ext cx="1422825" cy="1005840"/>
          </a:xfrm>
          <a:prstGeom prst="rect">
            <a:avLst/>
          </a:prstGeom>
          <a:noFill/>
          <a:ln w="12700"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vert="horz" lIns="182880" tIns="45720" rIns="91440" bIns="45720" rtlCol="0" anchor="ctr">
            <a:normAutofit/>
          </a:bodyPr>
          <a:lstStyle>
            <a:lvl1pPr algn="l" defTabSz="914400" rtl="0" eaLnBrk="1" latinLnBrk="0" hangingPunct="1">
              <a:lnSpc>
                <a:spcPct val="100000"/>
              </a:lnSpc>
              <a:spcBef>
                <a:spcPct val="0"/>
              </a:spcBef>
              <a:buNone/>
              <a:defRPr sz="3200" b="0" kern="1200" dirty="0">
                <a:solidFill>
                  <a:schemeClr val="lt1"/>
                </a:solidFill>
                <a:latin typeface="+mj-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defTabSz="457200"/>
            <a:r>
              <a:rPr lang="en-US"/>
              <a:t>Quiz</a:t>
            </a:r>
          </a:p>
        </p:txBody>
      </p:sp>
      <p:pic>
        <p:nvPicPr>
          <p:cNvPr id="42" name="Picture 41" descr="Icon&#10;&#10;Description automatically generated">
            <a:extLst>
              <a:ext uri="{FF2B5EF4-FFF2-40B4-BE49-F238E27FC236}">
                <a16:creationId xmlns:a16="http://schemas.microsoft.com/office/drawing/2014/main" id="{DD38C84F-5193-4955-901F-6299B8236D9B}"/>
              </a:ext>
            </a:extLst>
          </p:cNvPr>
          <p:cNvPicPr>
            <a:picLocks noChangeAspect="1"/>
          </p:cNvPicPr>
          <p:nvPr userDrawn="1"/>
        </p:nvPicPr>
        <p:blipFill>
          <a:blip r:embed="rId4"/>
          <a:stretch>
            <a:fillRect/>
          </a:stretch>
        </p:blipFill>
        <p:spPr>
          <a:xfrm>
            <a:off x="553417" y="355597"/>
            <a:ext cx="896190" cy="816935"/>
          </a:xfrm>
          <a:prstGeom prst="rect">
            <a:avLst/>
          </a:prstGeom>
        </p:spPr>
      </p:pic>
    </p:spTree>
    <p:extLst>
      <p:ext uri="{BB962C8B-B14F-4D97-AF65-F5344CB8AC3E}">
        <p14:creationId xmlns:p14="http://schemas.microsoft.com/office/powerpoint/2010/main" val="1279930535"/>
      </p:ext>
    </p:extLst>
  </p:cSld>
  <p:clrMapOvr>
    <a:masterClrMapping/>
  </p:clrMapOvr>
  <p:extLst>
    <p:ext uri="{DCECCB84-F9BA-43D5-87BE-67443E8EF086}">
      <p15:sldGuideLst xmlns:p15="http://schemas.microsoft.com/office/powerpoint/2012/main">
        <p15:guide id="1" pos="288">
          <p15:clr>
            <a:srgbClr val="5ACBF0"/>
          </p15:clr>
        </p15:guide>
        <p15:guide id="2" pos="7392">
          <p15:clr>
            <a:srgbClr val="5ACBF0"/>
          </p15:clr>
        </p15:guide>
        <p15:guide id="3" orient="horz" pos="1152">
          <p15:clr>
            <a:srgbClr val="5ACBF0"/>
          </p15:clr>
        </p15:guide>
        <p15:guide id="4" orient="horz" pos="3888">
          <p15:clr>
            <a:srgbClr val="5ACBF0"/>
          </p15:clr>
        </p15:guide>
        <p15:guide id="5" orient="horz" pos="720">
          <p15:clr>
            <a:srgbClr val="5ACBF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1_Objectives end">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0144ACF8-D142-4EA6-904C-F3059944D168}"/>
              </a:ext>
              <a:ext uri="{C183D7F6-B498-43B3-948B-1728B52AA6E4}">
                <adec:decorative xmlns:adec="http://schemas.microsoft.com/office/drawing/2017/decorative" val="1"/>
              </a:ext>
            </a:extLst>
          </p:cNvPr>
          <p:cNvPicPr>
            <a:picLocks noChangeAspect="1"/>
          </p:cNvPicPr>
          <p:nvPr userDrawn="1"/>
        </p:nvPicPr>
        <p:blipFill>
          <a:blip r:embed="rId4"/>
          <a:stretch>
            <a:fillRect/>
          </a:stretch>
        </p:blipFill>
        <p:spPr bwMode="ltGray">
          <a:xfrm>
            <a:off x="0" y="178203"/>
            <a:ext cx="5258534" cy="1095528"/>
          </a:xfrm>
          <a:prstGeom prst="rect">
            <a:avLst/>
          </a:prstGeom>
        </p:spPr>
      </p:pic>
      <p:sp>
        <p:nvSpPr>
          <p:cNvPr id="4" name="Text Placeholder 3">
            <a:extLst>
              <a:ext uri="{FF2B5EF4-FFF2-40B4-BE49-F238E27FC236}">
                <a16:creationId xmlns:a16="http://schemas.microsoft.com/office/drawing/2014/main" id="{05B211E6-87BE-4EC7-8E86-4064596A0E69}"/>
              </a:ext>
            </a:extLst>
          </p:cNvPr>
          <p:cNvSpPr>
            <a:spLocks noGrp="1"/>
          </p:cNvSpPr>
          <p:nvPr userDrawn="1">
            <p:ph type="body" sz="quarter" idx="10"/>
          </p:nvPr>
        </p:nvSpPr>
        <p:spPr>
          <a:xfrm>
            <a:off x="457200" y="1737754"/>
            <a:ext cx="5638800" cy="4663045"/>
          </a:xfrm>
        </p:spPr>
        <p:txBody>
          <a:bodyPr/>
          <a:lstStyle>
            <a:lvl1pPr marL="365760" indent="-365760">
              <a:spcBef>
                <a:spcPts val="600"/>
              </a:spcBef>
              <a:spcAft>
                <a:spcPts val="600"/>
              </a:spcAft>
              <a:defRPr/>
            </a:lvl1pPr>
            <a:lvl2pPr marL="640080" indent="-274320">
              <a:defRPr/>
            </a:lvl2pPr>
            <a:lvl3pPr marL="914400" indent="-274320">
              <a:defRPr/>
            </a:lvl3pPr>
            <a:lvl4pPr marL="1188720" indent="-274320">
              <a:defRPr/>
            </a:lvl4pPr>
          </a:lstStyle>
          <a:p>
            <a:pPr lvl="0"/>
            <a:r>
              <a:rPr lang="en-US"/>
              <a:t>Edit Master text styles</a:t>
            </a:r>
          </a:p>
          <a:p>
            <a:pPr lvl="1"/>
            <a:r>
              <a:rPr lang="en-US"/>
              <a:t>Second level</a:t>
            </a:r>
          </a:p>
          <a:p>
            <a:pPr lvl="2"/>
            <a:r>
              <a:rPr lang="en-US"/>
              <a:t>Third level</a:t>
            </a:r>
          </a:p>
          <a:p>
            <a:pPr lvl="3"/>
            <a:r>
              <a:rPr lang="en-US"/>
              <a:t>Fourth level</a:t>
            </a:r>
          </a:p>
        </p:txBody>
      </p:sp>
      <p:pic>
        <p:nvPicPr>
          <p:cNvPr id="7" name="Picture 6">
            <a:extLst>
              <a:ext uri="{FF2B5EF4-FFF2-40B4-BE49-F238E27FC236}">
                <a16:creationId xmlns:a16="http://schemas.microsoft.com/office/drawing/2014/main" id="{20EB06D5-E8E9-40AF-A2B8-743D9359C9C2}"/>
              </a:ext>
            </a:extLst>
          </p:cNvPr>
          <p:cNvPicPr>
            <a:picLocks noChangeAspect="1"/>
          </p:cNvPicPr>
          <p:nvPr userDrawn="1"/>
        </p:nvPicPr>
        <p:blipFill>
          <a:blip r:embed="rId5"/>
          <a:stretch>
            <a:fillRect/>
          </a:stretch>
        </p:blipFill>
        <p:spPr>
          <a:xfrm>
            <a:off x="362164" y="259001"/>
            <a:ext cx="926672" cy="926672"/>
          </a:xfrm>
          <a:prstGeom prst="rect">
            <a:avLst/>
          </a:prstGeom>
        </p:spPr>
      </p:pic>
      <p:sp>
        <p:nvSpPr>
          <p:cNvPr id="9" name="Title 4">
            <a:extLst>
              <a:ext uri="{FF2B5EF4-FFF2-40B4-BE49-F238E27FC236}">
                <a16:creationId xmlns:a16="http://schemas.microsoft.com/office/drawing/2014/main" id="{7B3316A4-5E32-46E9-B90B-EE77B07D3533}"/>
              </a:ext>
            </a:extLst>
          </p:cNvPr>
          <p:cNvSpPr>
            <a:spLocks noGrp="1"/>
          </p:cNvSpPr>
          <p:nvPr userDrawn="1">
            <p:ph type="title" hasCustomPrompt="1"/>
            <p:custDataLst>
              <p:tags r:id="rId1"/>
            </p:custDataLst>
          </p:nvPr>
        </p:nvSpPr>
        <p:spPr bwMode="gray">
          <a:xfrm>
            <a:off x="1498175" y="182880"/>
            <a:ext cx="3279102" cy="1087755"/>
          </a:xfrm>
          <a:noFill/>
          <a:ln>
            <a:noFill/>
          </a:ln>
        </p:spPr>
        <p:style>
          <a:lnRef idx="2">
            <a:schemeClr val="accent1">
              <a:shade val="50000"/>
            </a:schemeClr>
          </a:lnRef>
          <a:fillRef idx="1">
            <a:schemeClr val="accent1"/>
          </a:fillRef>
          <a:effectRef idx="0">
            <a:schemeClr val="accent1"/>
          </a:effectRef>
          <a:fontRef idx="minor">
            <a:schemeClr val="lt1"/>
          </a:fontRef>
        </p:style>
        <p:txBody>
          <a:bodyPr lIns="182880" rtlCol="0" anchor="ctr">
            <a:normAutofit/>
          </a:bodyPr>
          <a:lstStyle>
            <a:lvl1pPr>
              <a:defRPr sz="3200" dirty="0">
                <a:solidFill>
                  <a:schemeClr val="lt1"/>
                </a:solidFill>
                <a:latin typeface="+mj-lt"/>
                <a:ea typeface="+mn-ea"/>
                <a:cs typeface="+mn-cs"/>
              </a:defRPr>
            </a:lvl1pPr>
          </a:lstStyle>
          <a:p>
            <a:pPr marL="0" lvl="0" defTabSz="457200"/>
            <a:r>
              <a:rPr lang="en-US"/>
              <a:t>Click to Add a Title</a:t>
            </a:r>
            <a:endParaRPr/>
          </a:p>
        </p:txBody>
      </p:sp>
      <p:sp>
        <p:nvSpPr>
          <p:cNvPr id="8" name="ConStatement">
            <a:extLst>
              <a:ext uri="{FF2B5EF4-FFF2-40B4-BE49-F238E27FC236}">
                <a16:creationId xmlns:a16="http://schemas.microsoft.com/office/drawing/2014/main" id="{DF604FF0-2DB9-449C-BFEA-2BBAB8E5CAFB}"/>
              </a:ext>
            </a:extLst>
          </p:cNvPr>
          <p:cNvSpPr txBox="1"/>
          <p:nvPr userDrawn="1">
            <p:custDataLst>
              <p:tags r:id="rId2"/>
            </p:custDataLst>
          </p:nvPr>
        </p:nvSpPr>
        <p:spPr>
          <a:xfrm>
            <a:off x="4200525" y="6605464"/>
            <a:ext cx="3790950" cy="245794"/>
          </a:xfrm>
          <a:prstGeom prst="rect">
            <a:avLst/>
          </a:prstGeom>
          <a:solidFill>
            <a:schemeClr val="bg1"/>
          </a:solidFill>
        </p:spPr>
        <p:txBody>
          <a:bodyPr vert="horz" wrap="none" lIns="91440" tIns="45720" rIns="91440" bIns="45720" rtlCol="0" anchor="ctr">
            <a:noAutofit/>
          </a:bodyPr>
          <a:lstStyle/>
          <a:p>
            <a:pPr algn="ctr"/>
            <a:endParaRPr sz="800">
              <a:solidFill>
                <a:srgbClr val="7F7F7F"/>
              </a:solidFill>
              <a:latin typeface="Arial"/>
            </a:endParaRPr>
          </a:p>
        </p:txBody>
      </p:sp>
    </p:spTree>
    <p:extLst>
      <p:ext uri="{BB962C8B-B14F-4D97-AF65-F5344CB8AC3E}">
        <p14:creationId xmlns:p14="http://schemas.microsoft.com/office/powerpoint/2010/main" val="1261447088"/>
      </p:ext>
    </p:extLst>
  </p:cSld>
  <p:clrMapOvr>
    <a:masterClrMapping/>
  </p:clrMapOvr>
  <p:extLst>
    <p:ext uri="{DCECCB84-F9BA-43D5-87BE-67443E8EF086}">
      <p15:sldGuideLst xmlns:p15="http://schemas.microsoft.com/office/powerpoint/2012/main">
        <p15:guide id="1" pos="288">
          <p15:clr>
            <a:srgbClr val="5ACBF0"/>
          </p15:clr>
        </p15:guide>
        <p15:guide id="2" pos="7392">
          <p15:clr>
            <a:srgbClr val="5ACBF0"/>
          </p15:clr>
        </p15:guide>
        <p15:guide id="3" orient="horz" pos="1152">
          <p15:clr>
            <a:srgbClr val="5ACBF0"/>
          </p15:clr>
        </p15:guide>
        <p15:guide id="4" orient="horz" pos="3888">
          <p15:clr>
            <a:srgbClr val="5ACBF0"/>
          </p15:clr>
        </p15:guide>
        <p15:guide id="5" orient="horz" pos="720">
          <p15:clr>
            <a:srgbClr val="5ACBF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2_Title and Content">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AC4FDD83-45EE-4570-BDB4-2BCC3000CD23}"/>
              </a:ext>
            </a:extLst>
          </p:cNvPr>
          <p:cNvPicPr>
            <a:picLocks noChangeAspect="1"/>
          </p:cNvPicPr>
          <p:nvPr userDrawn="1"/>
        </p:nvPicPr>
        <p:blipFill>
          <a:blip r:embed="rId3"/>
          <a:stretch>
            <a:fillRect/>
          </a:stretch>
        </p:blipFill>
        <p:spPr>
          <a:xfrm>
            <a:off x="1" y="183401"/>
            <a:ext cx="11995149" cy="713232"/>
          </a:xfrm>
          <a:prstGeom prst="rect">
            <a:avLst/>
          </a:prstGeom>
        </p:spPr>
      </p:pic>
      <p:sp>
        <p:nvSpPr>
          <p:cNvPr id="5" name="Title 4">
            <a:extLst>
              <a:ext uri="{FF2B5EF4-FFF2-40B4-BE49-F238E27FC236}">
                <a16:creationId xmlns:a16="http://schemas.microsoft.com/office/drawing/2014/main" id="{13AB35E0-AD47-4AD2-A594-DF7D8B2173E4}"/>
              </a:ext>
            </a:extLst>
          </p:cNvPr>
          <p:cNvSpPr>
            <a:spLocks noGrp="1"/>
          </p:cNvSpPr>
          <p:nvPr userDrawn="1">
            <p:ph type="title" hasCustomPrompt="1"/>
            <p:custDataLst>
              <p:tags r:id="rId1"/>
            </p:custDataLst>
          </p:nvPr>
        </p:nvSpPr>
        <p:spPr>
          <a:xfrm>
            <a:off x="-1" y="183402"/>
            <a:ext cx="11612880" cy="704088"/>
          </a:xfrm>
          <a:noFill/>
          <a:ln>
            <a:noFill/>
          </a:ln>
        </p:spPr>
        <p:style>
          <a:lnRef idx="2">
            <a:schemeClr val="accent1">
              <a:shade val="50000"/>
            </a:schemeClr>
          </a:lnRef>
          <a:fillRef idx="1">
            <a:schemeClr val="accent1"/>
          </a:fillRef>
          <a:effectRef idx="0">
            <a:schemeClr val="accent1"/>
          </a:effectRef>
          <a:fontRef idx="minor">
            <a:schemeClr val="lt1"/>
          </a:fontRef>
        </p:style>
        <p:txBody>
          <a:bodyPr lIns="457200" rtlCol="0" anchor="ctr">
            <a:normAutofit/>
          </a:bodyPr>
          <a:lstStyle>
            <a:lvl1pPr>
              <a:defRPr sz="3200" dirty="0">
                <a:solidFill>
                  <a:schemeClr val="lt1"/>
                </a:solidFill>
                <a:latin typeface="+mj-lt"/>
                <a:ea typeface="+mn-ea"/>
                <a:cs typeface="+mn-cs"/>
              </a:defRPr>
            </a:lvl1pPr>
          </a:lstStyle>
          <a:p>
            <a:pPr marL="0" lvl="0" defTabSz="457200"/>
            <a:r>
              <a:rPr lang="en-US"/>
              <a:t>Click to Add a Title</a:t>
            </a:r>
            <a:endParaRPr/>
          </a:p>
        </p:txBody>
      </p:sp>
      <p:sp>
        <p:nvSpPr>
          <p:cNvPr id="4" name="Text Placeholder 3">
            <a:extLst>
              <a:ext uri="{FF2B5EF4-FFF2-40B4-BE49-F238E27FC236}">
                <a16:creationId xmlns:a16="http://schemas.microsoft.com/office/drawing/2014/main" id="{05B211E6-87BE-4EC7-8E86-4064596A0E69}"/>
              </a:ext>
            </a:extLst>
          </p:cNvPr>
          <p:cNvSpPr>
            <a:spLocks noGrp="1"/>
          </p:cNvSpPr>
          <p:nvPr userDrawn="1">
            <p:ph type="body" sz="quarter" idx="10"/>
          </p:nvPr>
        </p:nvSpPr>
        <p:spPr>
          <a:xfrm>
            <a:off x="457200" y="1188720"/>
            <a:ext cx="11277922" cy="5185186"/>
          </a:xfrm>
        </p:spPr>
        <p:txBody>
          <a:bodyPr/>
          <a:lstStyle>
            <a:lvl1pPr marL="365760" indent="-365760">
              <a:spcBef>
                <a:spcPts val="600"/>
              </a:spcBef>
              <a:spcAft>
                <a:spcPts val="600"/>
              </a:spcAft>
              <a:defRPr/>
            </a:lvl1pPr>
            <a:lvl2pPr marL="640080" indent="-274320">
              <a:defRPr/>
            </a:lvl2pPr>
            <a:lvl3pPr marL="914400" indent="-274320">
              <a:defRPr/>
            </a:lvl3pPr>
            <a:lvl4pPr marL="1188720" indent="-274320">
              <a:defRPr/>
            </a:lvl4pPr>
          </a:lstStyle>
          <a:p>
            <a:pPr lvl="0"/>
            <a:r>
              <a:rPr lang="en-US"/>
              <a:t>Edit Master text styles</a:t>
            </a:r>
          </a:p>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1516746064"/>
      </p:ext>
    </p:extLst>
  </p:cSld>
  <p:clrMapOvr>
    <a:masterClrMapping/>
  </p:clrMapOvr>
  <p:extLst>
    <p:ext uri="{DCECCB84-F9BA-43D5-87BE-67443E8EF086}">
      <p15:sldGuideLst xmlns:p15="http://schemas.microsoft.com/office/powerpoint/2012/main">
        <p15:guide id="1" pos="288">
          <p15:clr>
            <a:srgbClr val="5ACBF0"/>
          </p15:clr>
        </p15:guide>
        <p15:guide id="2" pos="7392">
          <p15:clr>
            <a:srgbClr val="5ACBF0"/>
          </p15:clr>
        </p15:guide>
        <p15:guide id="3" orient="horz" pos="1152">
          <p15:clr>
            <a:srgbClr val="5ACBF0"/>
          </p15:clr>
        </p15:guide>
        <p15:guide id="4" orient="horz" pos="3888">
          <p15:clr>
            <a:srgbClr val="5ACBF0"/>
          </p15:clr>
        </p15:guide>
        <p15:guide id="5" orient="horz" pos="720">
          <p15:clr>
            <a:srgbClr val="5ACBF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1_Two Content">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D9F51924-A24A-489C-BBC3-DABEE7760686}"/>
              </a:ext>
            </a:extLst>
          </p:cNvPr>
          <p:cNvPicPr>
            <a:picLocks noChangeAspect="1"/>
          </p:cNvPicPr>
          <p:nvPr userDrawn="1"/>
        </p:nvPicPr>
        <p:blipFill>
          <a:blip r:embed="rId3"/>
          <a:stretch>
            <a:fillRect/>
          </a:stretch>
        </p:blipFill>
        <p:spPr>
          <a:xfrm>
            <a:off x="1" y="183401"/>
            <a:ext cx="11995149" cy="713232"/>
          </a:xfrm>
          <a:prstGeom prst="rect">
            <a:avLst/>
          </a:prstGeom>
        </p:spPr>
      </p:pic>
      <p:sp>
        <p:nvSpPr>
          <p:cNvPr id="2" name="Title 1"/>
          <p:cNvSpPr>
            <a:spLocks noGrp="1"/>
          </p:cNvSpPr>
          <p:nvPr>
            <p:ph type="title" hasCustomPrompt="1"/>
            <p:custDataLst>
              <p:tags r:id="rId1"/>
            </p:custDataLst>
          </p:nvPr>
        </p:nvSpPr>
        <p:spPr>
          <a:xfrm>
            <a:off x="0" y="183402"/>
            <a:ext cx="11615351" cy="704088"/>
          </a:xfrm>
          <a:noFill/>
          <a:ln>
            <a:noFill/>
          </a:ln>
        </p:spPr>
        <p:style>
          <a:lnRef idx="2">
            <a:schemeClr val="accent1">
              <a:shade val="50000"/>
            </a:schemeClr>
          </a:lnRef>
          <a:fillRef idx="1">
            <a:schemeClr val="accent1"/>
          </a:fillRef>
          <a:effectRef idx="0">
            <a:schemeClr val="accent1"/>
          </a:effectRef>
          <a:fontRef idx="minor">
            <a:schemeClr val="lt1"/>
          </a:fontRef>
        </p:style>
        <p:txBody>
          <a:bodyPr vert="horz" lIns="457200" tIns="45720" rIns="91440" bIns="45720" rtlCol="0" anchor="ctr">
            <a:normAutofit/>
          </a:bodyPr>
          <a:lstStyle>
            <a:lvl1pPr>
              <a:defRPr dirty="0">
                <a:solidFill>
                  <a:schemeClr val="lt1"/>
                </a:solidFill>
                <a:ea typeface="+mn-ea"/>
                <a:cs typeface="+mn-cs"/>
              </a:defRPr>
            </a:lvl1pPr>
          </a:lstStyle>
          <a:p>
            <a:pPr marL="0" lvl="0" defTabSz="457200"/>
            <a:r>
              <a:t>Click to Add a Title</a:t>
            </a:r>
          </a:p>
        </p:txBody>
      </p:sp>
      <p:sp>
        <p:nvSpPr>
          <p:cNvPr id="9" name="Text Placeholder 8">
            <a:extLst>
              <a:ext uri="{FF2B5EF4-FFF2-40B4-BE49-F238E27FC236}">
                <a16:creationId xmlns:a16="http://schemas.microsoft.com/office/drawing/2014/main" id="{E9214336-643F-45BB-8453-2539A84E7CFF}"/>
              </a:ext>
            </a:extLst>
          </p:cNvPr>
          <p:cNvSpPr>
            <a:spLocks noGrp="1"/>
          </p:cNvSpPr>
          <p:nvPr userDrawn="1">
            <p:ph type="body" sz="quarter" idx="13"/>
          </p:nvPr>
        </p:nvSpPr>
        <p:spPr>
          <a:xfrm>
            <a:off x="457200" y="1188720"/>
            <a:ext cx="5524500" cy="5238974"/>
          </a:xfrm>
        </p:spPr>
        <p:txBody>
          <a:bodyPr/>
          <a:lstStyle>
            <a:lvl1pPr>
              <a:spcBef>
                <a:spcPts val="600"/>
              </a:spcBef>
              <a:spcAft>
                <a:spcPts val="600"/>
              </a:spcAft>
              <a:defRPr/>
            </a:lvl1pPr>
          </a:lstStyle>
          <a:p>
            <a:pPr lvl="0"/>
            <a:r>
              <a:rPr lang="en-US"/>
              <a:t>Edit Master text styles</a:t>
            </a:r>
          </a:p>
          <a:p>
            <a:pPr lvl="1"/>
            <a:r>
              <a:rPr lang="en-US"/>
              <a:t>Second level</a:t>
            </a:r>
          </a:p>
          <a:p>
            <a:pPr lvl="2"/>
            <a:r>
              <a:rPr lang="en-US"/>
              <a:t>Third level</a:t>
            </a:r>
          </a:p>
          <a:p>
            <a:pPr lvl="3"/>
            <a:r>
              <a:rPr lang="en-US"/>
              <a:t>Fourth level</a:t>
            </a:r>
          </a:p>
        </p:txBody>
      </p:sp>
      <p:sp>
        <p:nvSpPr>
          <p:cNvPr id="11" name="Text Placeholder 10">
            <a:extLst>
              <a:ext uri="{FF2B5EF4-FFF2-40B4-BE49-F238E27FC236}">
                <a16:creationId xmlns:a16="http://schemas.microsoft.com/office/drawing/2014/main" id="{88639FF6-ED59-4B79-AD58-17FB714FC4D6}"/>
              </a:ext>
            </a:extLst>
          </p:cNvPr>
          <p:cNvSpPr>
            <a:spLocks noGrp="1"/>
          </p:cNvSpPr>
          <p:nvPr userDrawn="1">
            <p:ph type="body" sz="quarter" idx="14"/>
          </p:nvPr>
        </p:nvSpPr>
        <p:spPr>
          <a:xfrm>
            <a:off x="6210300" y="1188720"/>
            <a:ext cx="5524500" cy="5238974"/>
          </a:xfrm>
        </p:spPr>
        <p:txBody>
          <a:bodyPr/>
          <a:lstStyle>
            <a:lvl1pPr>
              <a:spcBef>
                <a:spcPts val="600"/>
              </a:spcBef>
              <a:spcAft>
                <a:spcPts val="600"/>
              </a:spcAft>
              <a:defRPr lang="en-US" sz="2400" kern="1200" baseline="0" smtClean="0">
                <a:solidFill>
                  <a:schemeClr val="tx1"/>
                </a:solidFill>
                <a:latin typeface="+mn-lt"/>
                <a:ea typeface="+mn-ea"/>
                <a:cs typeface="+mn-cs"/>
              </a:defRPr>
            </a:lvl1pPr>
          </a:lstStyle>
          <a:p>
            <a:pPr lvl="0"/>
            <a:r>
              <a:rPr lang="en-US"/>
              <a:t>Edit Master text styles</a:t>
            </a:r>
          </a:p>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284175187"/>
      </p:ext>
    </p:extLst>
  </p:cSld>
  <p:clrMapOvr>
    <a:masterClrMapping/>
  </p:clrMapOvr>
  <p:extLst>
    <p:ext uri="{DCECCB84-F9BA-43D5-87BE-67443E8EF086}">
      <p15:sldGuideLst xmlns:p15="http://schemas.microsoft.com/office/powerpoint/2012/main">
        <p15:guide id="3" orient="horz" pos="1152">
          <p15:clr>
            <a:srgbClr val="5ACBF0"/>
          </p15:clr>
        </p15:guide>
        <p15:guide id="4" orient="horz" pos="720">
          <p15:clr>
            <a:srgbClr val="5ACBF0"/>
          </p15:clr>
        </p15:guide>
        <p15:guide id="5" orient="horz" pos="3888">
          <p15:clr>
            <a:srgbClr val="5ACBF0"/>
          </p15:clr>
        </p15:guide>
        <p15:guide id="6" pos="7392">
          <p15:clr>
            <a:srgbClr val="5ACBF0"/>
          </p15:clr>
        </p15:guide>
        <p15:guide id="7" pos="288">
          <p15:clr>
            <a:srgbClr val="5ACBF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type="title">
  <p:cSld name="2_Title Slide">
    <p:spTree>
      <p:nvGrpSpPr>
        <p:cNvPr id="1" name=""/>
        <p:cNvGrpSpPr/>
        <p:nvPr/>
      </p:nvGrpSpPr>
      <p:grpSpPr>
        <a:xfrm>
          <a:off x="0" y="0"/>
          <a:ext cx="0" cy="0"/>
          <a:chOff x="0" y="0"/>
          <a:chExt cx="0" cy="0"/>
        </a:xfrm>
      </p:grpSpPr>
      <p:sp>
        <p:nvSpPr>
          <p:cNvPr id="4" name="Freeform 7">
            <a:extLst>
              <a:ext uri="{FF2B5EF4-FFF2-40B4-BE49-F238E27FC236}">
                <a16:creationId xmlns:a16="http://schemas.microsoft.com/office/drawing/2014/main" id="{384A1CC3-95D3-4FEB-A962-6508F5208D7C}"/>
              </a:ext>
            </a:extLst>
          </p:cNvPr>
          <p:cNvSpPr>
            <a:spLocks noChangeArrowheads="1"/>
          </p:cNvSpPr>
          <p:nvPr userDrawn="1"/>
        </p:nvSpPr>
        <p:spPr bwMode="auto">
          <a:xfrm>
            <a:off x="812800" y="1219200"/>
            <a:ext cx="10566400" cy="914400"/>
          </a:xfrm>
          <a:custGeom>
            <a:avLst/>
            <a:gdLst>
              <a:gd name="T0" fmla="*/ 0 w 1000"/>
              <a:gd name="T1" fmla="*/ 2147483646 h 1000"/>
              <a:gd name="T2" fmla="*/ 0 w 1000"/>
              <a:gd name="T3" fmla="*/ 0 h 1000"/>
              <a:gd name="T4" fmla="*/ 2147483646 w 1000"/>
              <a:gd name="T5" fmla="*/ 0 h 1000"/>
              <a:gd name="T6" fmla="*/ 0 60000 65536"/>
              <a:gd name="T7" fmla="*/ 0 60000 65536"/>
              <a:gd name="T8" fmla="*/ 0 60000 65536"/>
            </a:gdLst>
            <a:ahLst/>
            <a:cxnLst>
              <a:cxn ang="T6">
                <a:pos x="T0" y="T1"/>
              </a:cxn>
              <a:cxn ang="T7">
                <a:pos x="T2" y="T3"/>
              </a:cxn>
              <a:cxn ang="T8">
                <a:pos x="T4" y="T5"/>
              </a:cxn>
            </a:cxnLst>
            <a:rect l="0" t="0" r="r" b="b"/>
            <a:pathLst>
              <a:path w="1000" h="1000">
                <a:moveTo>
                  <a:pt x="0" y="1000"/>
                </a:moveTo>
                <a:lnTo>
                  <a:pt x="0" y="0"/>
                </a:lnTo>
                <a:lnTo>
                  <a:pt x="1000" y="0"/>
                </a:lnTo>
              </a:path>
            </a:pathLst>
          </a:custGeom>
          <a:noFill/>
          <a:ln w="25400" cap="flat" cmpd="sng">
            <a:solidFill>
              <a:srgbClr val="000099"/>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sz="1800"/>
          </a:p>
        </p:txBody>
      </p:sp>
      <p:sp>
        <p:nvSpPr>
          <p:cNvPr id="5" name="Line 8">
            <a:extLst>
              <a:ext uri="{FF2B5EF4-FFF2-40B4-BE49-F238E27FC236}">
                <a16:creationId xmlns:a16="http://schemas.microsoft.com/office/drawing/2014/main" id="{FAA244FE-70F8-4576-B76F-50AA3D69912D}"/>
              </a:ext>
            </a:extLst>
          </p:cNvPr>
          <p:cNvSpPr>
            <a:spLocks noChangeShapeType="1"/>
          </p:cNvSpPr>
          <p:nvPr userDrawn="1"/>
        </p:nvSpPr>
        <p:spPr bwMode="auto">
          <a:xfrm>
            <a:off x="2641601" y="3962400"/>
            <a:ext cx="8682567" cy="0"/>
          </a:xfrm>
          <a:prstGeom prst="line">
            <a:avLst/>
          </a:prstGeom>
          <a:noFill/>
          <a:ln w="19050">
            <a:solidFill>
              <a:srgbClr val="000099"/>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6" name="TextBox 5">
            <a:extLst>
              <a:ext uri="{FF2B5EF4-FFF2-40B4-BE49-F238E27FC236}">
                <a16:creationId xmlns:a16="http://schemas.microsoft.com/office/drawing/2014/main" id="{EE7587D9-0DE4-4C69-A80A-301C646195FC}"/>
              </a:ext>
            </a:extLst>
          </p:cNvPr>
          <p:cNvSpPr txBox="1">
            <a:spLocks noChangeArrowheads="1"/>
          </p:cNvSpPr>
          <p:nvPr userDrawn="1"/>
        </p:nvSpPr>
        <p:spPr bwMode="auto">
          <a:xfrm>
            <a:off x="3048000" y="6521451"/>
            <a:ext cx="508000" cy="244475"/>
          </a:xfrm>
          <a:prstGeom prst="rect">
            <a:avLst/>
          </a:prstGeom>
          <a:noFill/>
          <a:ln>
            <a:noFill/>
          </a:ln>
        </p:spPr>
        <p:txBody>
          <a:bodyPr>
            <a:spAutoFit/>
          </a:bodyPr>
          <a:lstStyle>
            <a:lvl1pPr>
              <a:defRPr sz="1400">
                <a:solidFill>
                  <a:schemeClr val="tx1"/>
                </a:solidFill>
                <a:latin typeface="Times New Roman" panose="02020603050405020304" pitchFamily="18" charset="0"/>
                <a:cs typeface="Arial" panose="020B0604020202020204" pitchFamily="34" charset="0"/>
              </a:defRPr>
            </a:lvl1pPr>
            <a:lvl2pPr marL="742950" indent="-285750">
              <a:defRPr sz="1400">
                <a:solidFill>
                  <a:schemeClr val="tx1"/>
                </a:solidFill>
                <a:latin typeface="Times New Roman" panose="02020603050405020304" pitchFamily="18" charset="0"/>
                <a:cs typeface="Arial" panose="020B0604020202020204" pitchFamily="34" charset="0"/>
              </a:defRPr>
            </a:lvl2pPr>
            <a:lvl3pPr marL="1143000" indent="-228600">
              <a:defRPr sz="1400">
                <a:solidFill>
                  <a:schemeClr val="tx1"/>
                </a:solidFill>
                <a:latin typeface="Times New Roman" panose="02020603050405020304" pitchFamily="18" charset="0"/>
                <a:cs typeface="Arial" panose="020B0604020202020204" pitchFamily="34" charset="0"/>
              </a:defRPr>
            </a:lvl3pPr>
            <a:lvl4pPr marL="1600200" indent="-228600">
              <a:defRPr sz="1400">
                <a:solidFill>
                  <a:schemeClr val="tx1"/>
                </a:solidFill>
                <a:latin typeface="Times New Roman" panose="02020603050405020304" pitchFamily="18" charset="0"/>
                <a:cs typeface="Arial" panose="020B0604020202020204" pitchFamily="34" charset="0"/>
              </a:defRPr>
            </a:lvl4pPr>
            <a:lvl5pPr marL="2057400" indent="-228600">
              <a:defRPr sz="1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1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1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1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1400">
                <a:solidFill>
                  <a:schemeClr val="tx1"/>
                </a:solidFill>
                <a:latin typeface="Times New Roman" panose="02020603050405020304" pitchFamily="18" charset="0"/>
                <a:cs typeface="Arial" panose="020B0604020202020204" pitchFamily="34" charset="0"/>
              </a:defRPr>
            </a:lvl9pPr>
          </a:lstStyle>
          <a:p>
            <a:pPr algn="ctr" eaLnBrk="1" hangingPunct="1"/>
            <a:fld id="{1FC11AB6-A325-4092-8B78-EFDCDE2E0C77}" type="slidenum">
              <a:rPr lang="en-US" altLang="en-US" sz="1000">
                <a:solidFill>
                  <a:srgbClr val="595959"/>
                </a:solidFill>
                <a:latin typeface="Arial" panose="020B0604020202020204" pitchFamily="34" charset="0"/>
              </a:rPr>
              <a:pPr algn="ctr" eaLnBrk="1" hangingPunct="1"/>
              <a:t>‹#›</a:t>
            </a:fld>
            <a:endParaRPr lang="en-US" altLang="en-US" sz="1000">
              <a:solidFill>
                <a:srgbClr val="595959"/>
              </a:solidFill>
              <a:latin typeface="Arial" panose="020B0604020202020204" pitchFamily="34" charset="0"/>
            </a:endParaRPr>
          </a:p>
        </p:txBody>
      </p:sp>
      <p:sp>
        <p:nvSpPr>
          <p:cNvPr id="7" name="Rectangle 6">
            <a:extLst>
              <a:ext uri="{FF2B5EF4-FFF2-40B4-BE49-F238E27FC236}">
                <a16:creationId xmlns:a16="http://schemas.microsoft.com/office/drawing/2014/main" id="{E68267EF-0567-454E-8850-53A7734CC145}"/>
              </a:ext>
            </a:extLst>
          </p:cNvPr>
          <p:cNvSpPr>
            <a:spLocks noChangeArrowheads="1"/>
          </p:cNvSpPr>
          <p:nvPr userDrawn="1"/>
        </p:nvSpPr>
        <p:spPr bwMode="auto">
          <a:xfrm>
            <a:off x="3009900" y="5897564"/>
            <a:ext cx="6096000" cy="784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eaLnBrk="0" hangingPunct="0">
              <a:defRPr sz="1400">
                <a:solidFill>
                  <a:schemeClr val="tx1"/>
                </a:solidFill>
                <a:latin typeface="Times New Roman" panose="02020603050405020304" pitchFamily="18" charset="0"/>
                <a:cs typeface="Arial" panose="020B0604020202020204" pitchFamily="34" charset="0"/>
              </a:defRPr>
            </a:lvl1pPr>
            <a:lvl2pPr marL="742950" indent="-285750" eaLnBrk="0" hangingPunct="0">
              <a:defRPr sz="1400">
                <a:solidFill>
                  <a:schemeClr val="tx1"/>
                </a:solidFill>
                <a:latin typeface="Times New Roman" panose="02020603050405020304" pitchFamily="18" charset="0"/>
                <a:cs typeface="Arial" panose="020B0604020202020204" pitchFamily="34" charset="0"/>
              </a:defRPr>
            </a:lvl2pPr>
            <a:lvl3pPr marL="1143000" indent="-228600" eaLnBrk="0" hangingPunct="0">
              <a:defRPr sz="1400">
                <a:solidFill>
                  <a:schemeClr val="tx1"/>
                </a:solidFill>
                <a:latin typeface="Times New Roman" panose="02020603050405020304" pitchFamily="18" charset="0"/>
                <a:cs typeface="Arial" panose="020B0604020202020204" pitchFamily="34" charset="0"/>
              </a:defRPr>
            </a:lvl3pPr>
            <a:lvl4pPr marL="1600200" indent="-228600" eaLnBrk="0" hangingPunct="0">
              <a:defRPr sz="1400">
                <a:solidFill>
                  <a:schemeClr val="tx1"/>
                </a:solidFill>
                <a:latin typeface="Times New Roman" panose="02020603050405020304" pitchFamily="18" charset="0"/>
                <a:cs typeface="Arial" panose="020B0604020202020204" pitchFamily="34" charset="0"/>
              </a:defRPr>
            </a:lvl4pPr>
            <a:lvl5pPr marL="2057400" indent="-228600" eaLnBrk="0" hangingPunct="0">
              <a:defRPr sz="1400">
                <a:solidFill>
                  <a:schemeClr val="tx1"/>
                </a:solidFill>
                <a:latin typeface="Times New Roman" panose="02020603050405020304" pitchFamily="18" charset="0"/>
                <a:cs typeface="Arial" panose="020B0604020202020204" pitchFamily="34" charset="0"/>
              </a:defRPr>
            </a:lvl5pPr>
            <a:lvl6pPr marL="2514600" indent="-228600" algn="ctr" eaLnBrk="0" fontAlgn="base" hangingPunct="0">
              <a:spcBef>
                <a:spcPct val="0"/>
              </a:spcBef>
              <a:spcAft>
                <a:spcPct val="0"/>
              </a:spcAft>
              <a:defRPr sz="1400">
                <a:solidFill>
                  <a:schemeClr val="tx1"/>
                </a:solidFill>
                <a:latin typeface="Times New Roman" panose="02020603050405020304" pitchFamily="18" charset="0"/>
                <a:cs typeface="Arial" panose="020B0604020202020204" pitchFamily="34" charset="0"/>
              </a:defRPr>
            </a:lvl6pPr>
            <a:lvl7pPr marL="2971800" indent="-228600" algn="ctr" eaLnBrk="0" fontAlgn="base" hangingPunct="0">
              <a:spcBef>
                <a:spcPct val="0"/>
              </a:spcBef>
              <a:spcAft>
                <a:spcPct val="0"/>
              </a:spcAft>
              <a:defRPr sz="1400">
                <a:solidFill>
                  <a:schemeClr val="tx1"/>
                </a:solidFill>
                <a:latin typeface="Times New Roman" panose="02020603050405020304" pitchFamily="18" charset="0"/>
                <a:cs typeface="Arial" panose="020B0604020202020204" pitchFamily="34" charset="0"/>
              </a:defRPr>
            </a:lvl7pPr>
            <a:lvl8pPr marL="3429000" indent="-228600" algn="ctr" eaLnBrk="0" fontAlgn="base" hangingPunct="0">
              <a:spcBef>
                <a:spcPct val="0"/>
              </a:spcBef>
              <a:spcAft>
                <a:spcPct val="0"/>
              </a:spcAft>
              <a:defRPr sz="1400">
                <a:solidFill>
                  <a:schemeClr val="tx1"/>
                </a:solidFill>
                <a:latin typeface="Times New Roman" panose="02020603050405020304" pitchFamily="18" charset="0"/>
                <a:cs typeface="Arial" panose="020B0604020202020204" pitchFamily="34" charset="0"/>
              </a:defRPr>
            </a:lvl8pPr>
            <a:lvl9pPr marL="3886200" indent="-228600" algn="ctr" eaLnBrk="0" fontAlgn="base" hangingPunct="0">
              <a:spcBef>
                <a:spcPct val="0"/>
              </a:spcBef>
              <a:spcAft>
                <a:spcPct val="0"/>
              </a:spcAft>
              <a:defRPr sz="1400">
                <a:solidFill>
                  <a:schemeClr val="tx1"/>
                </a:solidFill>
                <a:latin typeface="Times New Roman" panose="02020603050405020304" pitchFamily="18" charset="0"/>
                <a:cs typeface="Arial" panose="020B0604020202020204" pitchFamily="34" charset="0"/>
              </a:defRPr>
            </a:lvl9pPr>
          </a:lstStyle>
          <a:p>
            <a:pPr algn="ctr" eaLnBrk="1" hangingPunct="1">
              <a:defRPr/>
            </a:pPr>
            <a:r>
              <a:rPr lang="en-US" altLang="en-US" sz="900" dirty="0">
                <a:latin typeface="Arial" panose="020B0604020202020204" pitchFamily="34" charset="0"/>
              </a:rPr>
              <a:t>Synopsys University Courseware </a:t>
            </a:r>
          </a:p>
          <a:p>
            <a:pPr algn="ctr" eaLnBrk="1" hangingPunct="1">
              <a:defRPr/>
            </a:pPr>
            <a:r>
              <a:rPr lang="en-US" altLang="en-US" sz="900" dirty="0">
                <a:latin typeface="Arial" panose="020B0604020202020204" pitchFamily="34" charset="0"/>
              </a:rPr>
              <a:t>Copyright © 2017 Synopsys, Inc. All rights reserved.</a:t>
            </a:r>
          </a:p>
          <a:p>
            <a:pPr algn="ctr" eaLnBrk="1" hangingPunct="1">
              <a:defRPr/>
            </a:pPr>
            <a:r>
              <a:rPr lang="en-US" altLang="en-US" sz="900" dirty="0">
                <a:latin typeface="Arial" panose="020B0604020202020204" pitchFamily="34" charset="0"/>
              </a:rPr>
              <a:t>Object-Oriented Programming</a:t>
            </a:r>
          </a:p>
          <a:p>
            <a:pPr algn="ctr" eaLnBrk="1" hangingPunct="1">
              <a:defRPr/>
            </a:pPr>
            <a:r>
              <a:rPr lang="en-US" altLang="en-US" sz="900" dirty="0">
                <a:latin typeface="Arial" panose="020B0604020202020204" pitchFamily="34" charset="0"/>
              </a:rPr>
              <a:t>Lecture - 1</a:t>
            </a:r>
          </a:p>
          <a:p>
            <a:pPr algn="ctr" eaLnBrk="1" hangingPunct="1">
              <a:defRPr/>
            </a:pPr>
            <a:r>
              <a:rPr lang="en-US" altLang="en-US" sz="900" dirty="0">
                <a:latin typeface="Arial" panose="020B0604020202020204" pitchFamily="34" charset="0"/>
              </a:rPr>
              <a:t>Developed By: Vazgen Melikyan</a:t>
            </a:r>
          </a:p>
        </p:txBody>
      </p:sp>
      <p:pic>
        <p:nvPicPr>
          <p:cNvPr id="8" name="Picture 11" descr="Synopsys_color">
            <a:extLst>
              <a:ext uri="{FF2B5EF4-FFF2-40B4-BE49-F238E27FC236}">
                <a16:creationId xmlns:a16="http://schemas.microsoft.com/office/drawing/2014/main" id="{FA7C1882-0B01-4AFB-B264-DE81F0D4763F}"/>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567267" y="5932489"/>
            <a:ext cx="1856317" cy="4905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 name="Picture 16" descr="D:\Users\User\Desktop\My Documents\AcCouncil\Logo_NPUA\LogoPolytech_1.png">
            <a:extLst>
              <a:ext uri="{FF2B5EF4-FFF2-40B4-BE49-F238E27FC236}">
                <a16:creationId xmlns:a16="http://schemas.microsoft.com/office/drawing/2014/main" id="{4F0C6F6B-E20A-4231-B9BD-BA525FE1B174}"/>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9398001" y="5932488"/>
            <a:ext cx="2205567"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469890" name="Rectangle 2"/>
          <p:cNvSpPr>
            <a:spLocks noGrp="1" noChangeArrowheads="1"/>
          </p:cNvSpPr>
          <p:nvPr>
            <p:ph type="ctrTitle"/>
          </p:nvPr>
        </p:nvSpPr>
        <p:spPr>
          <a:xfrm>
            <a:off x="1219201" y="1524000"/>
            <a:ext cx="10164233" cy="1752600"/>
          </a:xfrm>
        </p:spPr>
        <p:txBody>
          <a:bodyPr/>
          <a:lstStyle>
            <a:lvl1pPr>
              <a:defRPr sz="4000"/>
            </a:lvl1pPr>
          </a:lstStyle>
          <a:p>
            <a:endParaRPr lang="en-US" altLang="en-US"/>
          </a:p>
        </p:txBody>
      </p:sp>
      <p:sp>
        <p:nvSpPr>
          <p:cNvPr id="2469891" name="Rectangle 3"/>
          <p:cNvSpPr>
            <a:spLocks noGrp="1" noChangeArrowheads="1"/>
          </p:cNvSpPr>
          <p:nvPr>
            <p:ph type="subTitle" idx="1"/>
          </p:nvPr>
        </p:nvSpPr>
        <p:spPr>
          <a:xfrm>
            <a:off x="2641600" y="3962400"/>
            <a:ext cx="8737600" cy="1752600"/>
          </a:xfrm>
        </p:spPr>
        <p:txBody>
          <a:bodyPr/>
          <a:lstStyle>
            <a:lvl1pPr marL="0" indent="0">
              <a:buFont typeface="Wingdings" pitchFamily="2" charset="2"/>
              <a:buNone/>
              <a:defRPr sz="2800"/>
            </a:lvl1pPr>
          </a:lstStyle>
          <a:p>
            <a:endParaRPr lang="en-US" altLang="en-US"/>
          </a:p>
        </p:txBody>
      </p:sp>
    </p:spTree>
    <p:extLst>
      <p:ext uri="{BB962C8B-B14F-4D97-AF65-F5344CB8AC3E}">
        <p14:creationId xmlns:p14="http://schemas.microsoft.com/office/powerpoint/2010/main" val="88647401"/>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bl">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609600" y="277814"/>
            <a:ext cx="10972800" cy="1139825"/>
          </a:xfrm>
        </p:spPr>
        <p:txBody>
          <a:bodyPr/>
          <a:lstStyle/>
          <a:p>
            <a:r>
              <a:rPr lang="en-US"/>
              <a:t>Click to edit Master title style</a:t>
            </a:r>
          </a:p>
        </p:txBody>
      </p:sp>
      <p:sp>
        <p:nvSpPr>
          <p:cNvPr id="3" name="Table Placeholder 2"/>
          <p:cNvSpPr>
            <a:spLocks noGrp="1"/>
          </p:cNvSpPr>
          <p:nvPr>
            <p:ph type="tbl" idx="1"/>
          </p:nvPr>
        </p:nvSpPr>
        <p:spPr>
          <a:xfrm>
            <a:off x="609600" y="1600200"/>
            <a:ext cx="10972800" cy="4211638"/>
          </a:xfrm>
        </p:spPr>
        <p:txBody>
          <a:bodyPr/>
          <a:lstStyle/>
          <a:p>
            <a:pPr lvl="0"/>
            <a:endParaRPr lang="en-US" noProof="0"/>
          </a:p>
        </p:txBody>
      </p:sp>
    </p:spTree>
    <p:extLst>
      <p:ext uri="{BB962C8B-B14F-4D97-AF65-F5344CB8AC3E}">
        <p14:creationId xmlns:p14="http://schemas.microsoft.com/office/powerpoint/2010/main" val="3068321991"/>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Obj">
  <p:cSld name="2_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0"/>
            <a:ext cx="5384800" cy="421163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0"/>
            <a:ext cx="5384800" cy="421163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54601290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34" Type="http://schemas.openxmlformats.org/officeDocument/2006/relationships/tags" Target="../tags/tag7.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tags" Target="../tags/tag6.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tags" Target="../tags/tag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tags" Target="../tags/tag5.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theme" Target="../theme/theme1.xml"/><Relationship Id="rId36" Type="http://schemas.openxmlformats.org/officeDocument/2006/relationships/image" Target="../media/image2.png"/><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tags" Target="../tags/tag4.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tags" Target="../tags/tag3.xml"/><Relationship Id="rId35"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custDataLst>
              <p:tags r:id="rId29"/>
            </p:custDataLst>
          </p:nvPr>
        </p:nvSpPr>
        <p:spPr>
          <a:xfrm>
            <a:off x="457200" y="0"/>
            <a:ext cx="11277922" cy="1005840"/>
          </a:xfrm>
          <a:prstGeom prst="rect">
            <a:avLst/>
          </a:prstGeom>
        </p:spPr>
        <p:txBody>
          <a:bodyPr vert="horz" lIns="91440" tIns="45720" rIns="91440" bIns="45720" rtlCol="0" anchor="b">
            <a:normAutofit/>
          </a:bodyPr>
          <a:lstStyle/>
          <a:p>
            <a:r>
              <a:rPr lang="en-US"/>
              <a:t>Click to edit Master title style</a:t>
            </a:r>
            <a:endParaRPr/>
          </a:p>
        </p:txBody>
      </p:sp>
      <p:sp>
        <p:nvSpPr>
          <p:cNvPr id="3" name="Text Placeholder 2"/>
          <p:cNvSpPr>
            <a:spLocks noGrp="1"/>
          </p:cNvSpPr>
          <p:nvPr>
            <p:ph type="body" idx="1"/>
            <p:custDataLst>
              <p:tags r:id="rId30"/>
            </p:custDataLst>
          </p:nvPr>
        </p:nvSpPr>
        <p:spPr>
          <a:xfrm>
            <a:off x="456555" y="1554480"/>
            <a:ext cx="11278244" cy="4846320"/>
          </a:xfrm>
          <a:prstGeom prst="rect">
            <a:avLst/>
          </a:prstGeom>
        </p:spPr>
        <p:txBody>
          <a:bodyPr vert="horz" lIns="91440" tIns="45720" rIns="91440" bIns="45720" rtlCol="0">
            <a:noAutofit/>
          </a:bodyPr>
          <a:lstStyle/>
          <a:p>
            <a:pPr marL="288925" lvl="0" indent="-288925">
              <a:spcBef>
                <a:spcPts val="0"/>
              </a:spcBef>
              <a:spcAft>
                <a:spcPts val="600"/>
              </a:spcAft>
              <a:tabLst/>
            </a:pPr>
            <a:r>
              <a:rPr dirty="0"/>
              <a:t>Edit Master text styles</a:t>
            </a:r>
            <a:endParaRPr lang="en-US" dirty="0"/>
          </a:p>
          <a:p>
            <a:pPr marL="690563" lvl="1" indent="-327025">
              <a:tabLst/>
            </a:pPr>
            <a:r>
              <a:rPr lang="en-US" dirty="0"/>
              <a:t>Second level</a:t>
            </a:r>
          </a:p>
          <a:p>
            <a:pPr marL="914400" lvl="2" indent="-223838">
              <a:tabLst>
                <a:tab pos="736600" algn="l"/>
              </a:tabLst>
            </a:pPr>
            <a:r>
              <a:rPr dirty="0"/>
              <a:t>Third level</a:t>
            </a:r>
          </a:p>
          <a:p>
            <a:pPr lvl="3"/>
            <a:r>
              <a:rPr dirty="0"/>
              <a:t>Fourth level</a:t>
            </a:r>
          </a:p>
        </p:txBody>
      </p:sp>
      <p:sp>
        <p:nvSpPr>
          <p:cNvPr id="26" name="TaggedShape" hidden="1"/>
          <p:cNvSpPr/>
          <p:nvPr>
            <p:custDataLst>
              <p:tags r:id="rId31"/>
            </p:custDataLst>
          </p:nvPr>
        </p:nvSpPr>
        <p:spPr>
          <a:xfrm>
            <a:off x="0" y="0"/>
            <a:ext cx="12700" cy="127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a:p>
        </p:txBody>
      </p:sp>
      <p:sp>
        <p:nvSpPr>
          <p:cNvPr id="24" name="Freeform: Shape 23">
            <a:extLst>
              <a:ext uri="{FF2B5EF4-FFF2-40B4-BE49-F238E27FC236}">
                <a16:creationId xmlns:a16="http://schemas.microsoft.com/office/drawing/2014/main" id="{82E1CD3D-0785-471B-BAE5-08555AEDFFE1}"/>
              </a:ext>
            </a:extLst>
          </p:cNvPr>
          <p:cNvSpPr/>
          <p:nvPr>
            <p:custDataLst>
              <p:tags r:id="rId32"/>
            </p:custDataLst>
          </p:nvPr>
        </p:nvSpPr>
        <p:spPr>
          <a:xfrm>
            <a:off x="-1588" y="6629402"/>
            <a:ext cx="458788" cy="228599"/>
          </a:xfrm>
          <a:custGeom>
            <a:avLst/>
            <a:gdLst>
              <a:gd name="connsiteX0" fmla="*/ 0 w 458788"/>
              <a:gd name="connsiteY0" fmla="*/ 0 h 228599"/>
              <a:gd name="connsiteX1" fmla="*/ 458788 w 458788"/>
              <a:gd name="connsiteY1" fmla="*/ 0 h 228599"/>
              <a:gd name="connsiteX2" fmla="*/ 375500 w 458788"/>
              <a:gd name="connsiteY2" fmla="*/ 228599 h 228599"/>
              <a:gd name="connsiteX3" fmla="*/ 0 w 458788"/>
              <a:gd name="connsiteY3" fmla="*/ 228599 h 228599"/>
              <a:gd name="connsiteX4" fmla="*/ 0 w 458788"/>
              <a:gd name="connsiteY4" fmla="*/ 0 h 2285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8788" h="228599">
                <a:moveTo>
                  <a:pt x="0" y="0"/>
                </a:moveTo>
                <a:lnTo>
                  <a:pt x="458788" y="0"/>
                </a:lnTo>
                <a:lnTo>
                  <a:pt x="375500" y="228599"/>
                </a:lnTo>
                <a:lnTo>
                  <a:pt x="0" y="228599"/>
                </a:lnTo>
                <a:lnTo>
                  <a:pt x="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a:p>
        </p:txBody>
      </p:sp>
      <p:sp>
        <p:nvSpPr>
          <p:cNvPr id="25" name="TextBox 24">
            <a:extLst>
              <a:ext uri="{FF2B5EF4-FFF2-40B4-BE49-F238E27FC236}">
                <a16:creationId xmlns:a16="http://schemas.microsoft.com/office/drawing/2014/main" id="{B3A2F83E-0A95-4F8C-83F7-96DB28AE052D}"/>
              </a:ext>
            </a:extLst>
          </p:cNvPr>
          <p:cNvSpPr txBox="1"/>
          <p:nvPr userDrawn="1"/>
        </p:nvSpPr>
        <p:spPr>
          <a:xfrm>
            <a:off x="11734800" y="6546025"/>
            <a:ext cx="414739" cy="252862"/>
          </a:xfrm>
          <a:prstGeom prst="rect">
            <a:avLst/>
          </a:prstGeom>
          <a:noFill/>
        </p:spPr>
        <p:txBody>
          <a:bodyPr wrap="square" lIns="0" bIns="0" rtlCol="0" anchor="b" anchorCtr="0">
            <a:noAutofit/>
          </a:bodyPr>
          <a:lstStyle/>
          <a:p>
            <a:pPr marL="0" marR="0" lvl="0" indent="0" defTabSz="914400" eaLnBrk="1" fontAlgn="auto" latinLnBrk="0" hangingPunct="1">
              <a:lnSpc>
                <a:spcPct val="100000"/>
              </a:lnSpc>
              <a:spcBef>
                <a:spcPts val="0"/>
              </a:spcBef>
              <a:spcAft>
                <a:spcPts val="0"/>
              </a:spcAft>
              <a:buClrTx/>
              <a:buSzTx/>
              <a:buFontTx/>
              <a:buNone/>
              <a:tabLst/>
              <a:defRPr/>
            </a:pPr>
            <a:fld id="{E25CA445-514E-4DFF-A2F5-DA1F4FE7C8A4}" type="slidenum">
              <a:rPr kumimoji="0" lang="en-US" sz="1600" b="1" i="0" u="none" strike="noStrike" kern="0" cap="none" spc="0" normalizeH="0" baseline="0" noProof="0" smtClean="0">
                <a:ln>
                  <a:noFill/>
                </a:ln>
                <a:solidFill>
                  <a:schemeClr val="tx1">
                    <a:lumMod val="50000"/>
                    <a:lumOff val="50000"/>
                  </a:schemeClr>
                </a:solidFill>
                <a:effectLst/>
                <a:uLnTx/>
                <a:uFillTx/>
              </a:rPr>
              <a:pPr marL="0" marR="0" lvl="0" indent="0" defTabSz="914400" eaLnBrk="1" fontAlgn="auto" latinLnBrk="0" hangingPunct="1">
                <a:lnSpc>
                  <a:spcPct val="100000"/>
                </a:lnSpc>
                <a:spcBef>
                  <a:spcPts val="0"/>
                </a:spcBef>
                <a:spcAft>
                  <a:spcPts val="0"/>
                </a:spcAft>
                <a:buClrTx/>
                <a:buSzTx/>
                <a:buFontTx/>
                <a:buNone/>
                <a:tabLst/>
                <a:defRPr/>
              </a:pPr>
              <a:t>‹#›</a:t>
            </a:fld>
            <a:endParaRPr kumimoji="0" lang="en-US" sz="1600" b="1" i="0" u="none" strike="noStrike" kern="0" cap="none" spc="0" normalizeH="0" baseline="0" noProof="0">
              <a:ln>
                <a:noFill/>
              </a:ln>
              <a:solidFill>
                <a:schemeClr val="tx1">
                  <a:lumMod val="50000"/>
                  <a:lumOff val="50000"/>
                </a:schemeClr>
              </a:solidFill>
              <a:effectLst/>
              <a:uLnTx/>
              <a:uFillTx/>
            </a:endParaRPr>
          </a:p>
        </p:txBody>
      </p:sp>
      <p:sp>
        <p:nvSpPr>
          <p:cNvPr id="27" name="unit_number">
            <a:extLst>
              <a:ext uri="{FF2B5EF4-FFF2-40B4-BE49-F238E27FC236}">
                <a16:creationId xmlns:a16="http://schemas.microsoft.com/office/drawing/2014/main" id="{8B6FE5BD-1FF4-4341-83E6-71D5015C748C}"/>
              </a:ext>
            </a:extLst>
          </p:cNvPr>
          <p:cNvSpPr txBox="1"/>
          <p:nvPr userDrawn="1"/>
        </p:nvSpPr>
        <p:spPr>
          <a:xfrm>
            <a:off x="11320060" y="6546025"/>
            <a:ext cx="414739" cy="252862"/>
          </a:xfrm>
          <a:prstGeom prst="rect">
            <a:avLst/>
          </a:prstGeom>
          <a:noFill/>
        </p:spPr>
        <p:txBody>
          <a:bodyPr wrap="square" rIns="45720" bIns="0" rtlCol="0" anchor="b" anchorCtr="0">
            <a:noAutofit/>
          </a:bodyPr>
          <a:lstStyle/>
          <a:p>
            <a:pPr marL="0" marR="0" lvl="0" indent="0" algn="r" defTabSz="914400" eaLnBrk="1" fontAlgn="auto" latinLnBrk="0" hangingPunct="1">
              <a:lnSpc>
                <a:spcPct val="100000"/>
              </a:lnSpc>
              <a:spcBef>
                <a:spcPts val="0"/>
              </a:spcBef>
              <a:spcAft>
                <a:spcPts val="0"/>
              </a:spcAft>
              <a:buClrTx/>
              <a:buSzTx/>
              <a:buFontTx/>
              <a:buNone/>
              <a:tabLst/>
              <a:defRPr/>
            </a:pPr>
            <a:r>
              <a:rPr kumimoji="0" lang="en-US" sz="1600" b="1" i="0" u="none" strike="noStrike" kern="0" cap="none" spc="0" normalizeH="0" baseline="0" noProof="0">
                <a:ln>
                  <a:noFill/>
                </a:ln>
                <a:solidFill>
                  <a:schemeClr val="tx1">
                    <a:lumMod val="50000"/>
                    <a:lumOff val="50000"/>
                  </a:schemeClr>
                </a:solidFill>
                <a:effectLst/>
                <a:uLnTx/>
                <a:uFillTx/>
              </a:rPr>
              <a:t>1-</a:t>
            </a:r>
          </a:p>
        </p:txBody>
      </p:sp>
      <p:pic>
        <p:nvPicPr>
          <p:cNvPr id="5" name="Picture 4">
            <a:extLst>
              <a:ext uri="{FF2B5EF4-FFF2-40B4-BE49-F238E27FC236}">
                <a16:creationId xmlns:a16="http://schemas.microsoft.com/office/drawing/2014/main" id="{0E06A84C-8E1E-43BB-9946-7D7858A92078}"/>
              </a:ext>
            </a:extLst>
          </p:cNvPr>
          <p:cNvPicPr>
            <a:picLocks noChangeAspect="1"/>
          </p:cNvPicPr>
          <p:nvPr userDrawn="1"/>
        </p:nvPicPr>
        <p:blipFill>
          <a:blip r:embed="rId35"/>
          <a:stretch>
            <a:fillRect/>
          </a:stretch>
        </p:blipFill>
        <p:spPr>
          <a:xfrm>
            <a:off x="521037" y="6689589"/>
            <a:ext cx="634039" cy="134124"/>
          </a:xfrm>
          <a:prstGeom prst="rect">
            <a:avLst/>
          </a:prstGeom>
        </p:spPr>
      </p:pic>
      <p:sp>
        <p:nvSpPr>
          <p:cNvPr id="9" name="ConStatement">
            <a:extLst>
              <a:ext uri="{FF2B5EF4-FFF2-40B4-BE49-F238E27FC236}">
                <a16:creationId xmlns:a16="http://schemas.microsoft.com/office/drawing/2014/main" id="{B9E42BCE-96A2-4259-9F28-FB818DA0D285}"/>
              </a:ext>
            </a:extLst>
          </p:cNvPr>
          <p:cNvSpPr txBox="1"/>
          <p:nvPr userDrawn="1">
            <p:custDataLst>
              <p:tags r:id="rId33"/>
            </p:custDataLst>
          </p:nvPr>
        </p:nvSpPr>
        <p:spPr>
          <a:xfrm>
            <a:off x="5086350" y="6605464"/>
            <a:ext cx="2019300" cy="245794"/>
          </a:xfrm>
          <a:prstGeom prst="rect">
            <a:avLst/>
          </a:prstGeom>
          <a:noFill/>
        </p:spPr>
        <p:txBody>
          <a:bodyPr vert="horz" wrap="none" lIns="91440" tIns="45720" rIns="91440" bIns="45720" rtlCol="0" anchor="ctr">
            <a:noAutofit/>
          </a:bodyPr>
          <a:lstStyle/>
          <a:p>
            <a:pPr algn="ctr"/>
            <a:r>
              <a:rPr sz="800" dirty="0">
                <a:solidFill>
                  <a:schemeClr val="bg1">
                    <a:lumMod val="65000"/>
                  </a:schemeClr>
                </a:solidFill>
                <a:latin typeface="Arial"/>
              </a:rPr>
              <a:t>Synopsys </a:t>
            </a:r>
            <a:r>
              <a:rPr lang="en-US" sz="800" dirty="0">
                <a:solidFill>
                  <a:schemeClr val="bg1">
                    <a:lumMod val="65000"/>
                  </a:schemeClr>
                </a:solidFill>
                <a:latin typeface="Arial"/>
              </a:rPr>
              <a:t>University Courseware</a:t>
            </a:r>
            <a:br>
              <a:rPr lang="en-US" sz="800" dirty="0">
                <a:solidFill>
                  <a:schemeClr val="bg1">
                    <a:lumMod val="65000"/>
                  </a:schemeClr>
                </a:solidFill>
                <a:latin typeface="Arial"/>
              </a:rPr>
            </a:br>
            <a:r>
              <a:rPr lang="en-US" sz="800" dirty="0">
                <a:solidFill>
                  <a:schemeClr val="bg1">
                    <a:lumMod val="65000"/>
                  </a:schemeClr>
                </a:solidFill>
                <a:latin typeface="Arial"/>
              </a:rPr>
              <a:t>Developed by: </a:t>
            </a:r>
            <a:r>
              <a:rPr lang="en-US" sz="800" dirty="0" err="1">
                <a:solidFill>
                  <a:schemeClr val="bg1">
                    <a:lumMod val="65000"/>
                  </a:schemeClr>
                </a:solidFill>
                <a:latin typeface="Arial"/>
              </a:rPr>
              <a:t>Vazgen</a:t>
            </a:r>
            <a:r>
              <a:rPr lang="en-US" sz="800" dirty="0">
                <a:solidFill>
                  <a:schemeClr val="bg1">
                    <a:lumMod val="65000"/>
                  </a:schemeClr>
                </a:solidFill>
                <a:latin typeface="Arial"/>
              </a:rPr>
              <a:t> </a:t>
            </a:r>
            <a:r>
              <a:rPr lang="en-US" sz="800" dirty="0" err="1">
                <a:solidFill>
                  <a:schemeClr val="bg1">
                    <a:lumMod val="65000"/>
                  </a:schemeClr>
                </a:solidFill>
                <a:latin typeface="Arial"/>
              </a:rPr>
              <a:t>Melikyan</a:t>
            </a:r>
            <a:endParaRPr sz="800" dirty="0">
              <a:solidFill>
                <a:schemeClr val="bg1">
                  <a:lumMod val="65000"/>
                </a:schemeClr>
              </a:solidFill>
              <a:latin typeface="Arial"/>
            </a:endParaRPr>
          </a:p>
        </p:txBody>
      </p:sp>
      <p:sp>
        <p:nvSpPr>
          <p:cNvPr id="10" name="ConStatement">
            <a:extLst>
              <a:ext uri="{FF2B5EF4-FFF2-40B4-BE49-F238E27FC236}">
                <a16:creationId xmlns:a16="http://schemas.microsoft.com/office/drawing/2014/main" id="{0E3FE523-B587-4715-8B86-1BEC0FA2C878}"/>
              </a:ext>
            </a:extLst>
          </p:cNvPr>
          <p:cNvSpPr txBox="1"/>
          <p:nvPr userDrawn="1">
            <p:custDataLst>
              <p:tags r:id="rId34"/>
            </p:custDataLst>
          </p:nvPr>
        </p:nvSpPr>
        <p:spPr>
          <a:xfrm>
            <a:off x="9852658" y="6605463"/>
            <a:ext cx="1386842" cy="245794"/>
          </a:xfrm>
          <a:prstGeom prst="rect">
            <a:avLst/>
          </a:prstGeom>
          <a:noFill/>
        </p:spPr>
        <p:txBody>
          <a:bodyPr vert="horz" wrap="none" lIns="91440" tIns="45720" rIns="91440" bIns="45720" rtlCol="0" anchor="ctr">
            <a:noAutofit/>
          </a:bodyPr>
          <a:lstStyle/>
          <a:p>
            <a:pPr algn="ctr"/>
            <a:r>
              <a:rPr lang="en-US" sz="800" dirty="0">
                <a:solidFill>
                  <a:schemeClr val="bg1">
                    <a:lumMod val="65000"/>
                  </a:schemeClr>
                </a:solidFill>
              </a:rPr>
              <a:t>© 2025 All rights reserved..</a:t>
            </a:r>
          </a:p>
        </p:txBody>
      </p:sp>
      <p:pic>
        <p:nvPicPr>
          <p:cNvPr id="11" name="Picture 10">
            <a:extLst>
              <a:ext uri="{FF2B5EF4-FFF2-40B4-BE49-F238E27FC236}">
                <a16:creationId xmlns:a16="http://schemas.microsoft.com/office/drawing/2014/main" id="{AB9DE700-3DB5-446B-B590-7D6007F7DD5B}"/>
              </a:ext>
            </a:extLst>
          </p:cNvPr>
          <p:cNvPicPr/>
          <p:nvPr userDrawn="1"/>
        </p:nvPicPr>
        <p:blipFill>
          <a:blip r:embed="rId36">
            <a:extLst>
              <a:ext uri="{28A0092B-C50C-407E-A947-70E740481C1C}">
                <a14:useLocalDpi xmlns:a14="http://schemas.microsoft.com/office/drawing/2010/main" val="0"/>
              </a:ext>
            </a:extLst>
          </a:blip>
          <a:srcRect/>
          <a:stretch>
            <a:fillRect/>
          </a:stretch>
        </p:blipFill>
        <p:spPr bwMode="auto">
          <a:xfrm>
            <a:off x="1322704" y="6605463"/>
            <a:ext cx="508000" cy="197485"/>
          </a:xfrm>
          <a:prstGeom prst="rect">
            <a:avLst/>
          </a:prstGeom>
          <a:noFill/>
          <a:ln>
            <a:noFill/>
          </a:ln>
        </p:spPr>
      </p:pic>
      <p:cxnSp>
        <p:nvCxnSpPr>
          <p:cNvPr id="6" name="Straight Connector 5">
            <a:extLst>
              <a:ext uri="{FF2B5EF4-FFF2-40B4-BE49-F238E27FC236}">
                <a16:creationId xmlns:a16="http://schemas.microsoft.com/office/drawing/2014/main" id="{FFD62681-087E-4747-9D5B-1C2EE9038396}"/>
              </a:ext>
            </a:extLst>
          </p:cNvPr>
          <p:cNvCxnSpPr>
            <a:cxnSpLocks/>
          </p:cNvCxnSpPr>
          <p:nvPr userDrawn="1"/>
        </p:nvCxnSpPr>
        <p:spPr>
          <a:xfrm>
            <a:off x="1245327" y="6546025"/>
            <a:ext cx="0" cy="252862"/>
          </a:xfrm>
          <a:prstGeom prst="line">
            <a:avLst/>
          </a:prstGeom>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99936984"/>
      </p:ext>
    </p:extLst>
  </p:cSld>
  <p:clrMap bg1="lt1" tx1="dk1" bg2="lt2" tx2="dk2" accent1="accent1" accent2="accent2" accent3="accent3" accent4="accent4" accent5="accent5" accent6="accent6" hlink="hlink" folHlink="folHlink"/>
  <p:sldLayoutIdLst>
    <p:sldLayoutId id="2147483729" r:id="rId1"/>
    <p:sldLayoutId id="2147483730" r:id="rId2"/>
    <p:sldLayoutId id="2147483731" r:id="rId3"/>
    <p:sldLayoutId id="2147483732" r:id="rId4"/>
    <p:sldLayoutId id="2147483733" r:id="rId5"/>
    <p:sldLayoutId id="2147483734" r:id="rId6"/>
    <p:sldLayoutId id="2147483735" r:id="rId7"/>
    <p:sldLayoutId id="2147483736" r:id="rId8"/>
    <p:sldLayoutId id="2147483737" r:id="rId9"/>
    <p:sldLayoutId id="2147483738" r:id="rId10"/>
    <p:sldLayoutId id="2147483739" r:id="rId11"/>
    <p:sldLayoutId id="2147483740" r:id="rId12"/>
    <p:sldLayoutId id="2147483741" r:id="rId13"/>
    <p:sldLayoutId id="2147483742" r:id="rId14"/>
    <p:sldLayoutId id="2147483743" r:id="rId15"/>
    <p:sldLayoutId id="2147483744" r:id="rId16"/>
    <p:sldLayoutId id="2147483745" r:id="rId17"/>
    <p:sldLayoutId id="2147483746" r:id="rId18"/>
    <p:sldLayoutId id="2147483747" r:id="rId19"/>
    <p:sldLayoutId id="2147483748" r:id="rId20"/>
    <p:sldLayoutId id="2147483749" r:id="rId21"/>
    <p:sldLayoutId id="2147483750" r:id="rId22"/>
    <p:sldLayoutId id="2147483751" r:id="rId23"/>
    <p:sldLayoutId id="2147483752" r:id="rId24"/>
    <p:sldLayoutId id="2147483753" r:id="rId25"/>
    <p:sldLayoutId id="2147483754" r:id="rId26"/>
    <p:sldLayoutId id="2147483755" r:id="rId27"/>
  </p:sldLayoutIdLst>
  <p:txStyles>
    <p:titleStyle>
      <a:lvl1pPr algn="l" defTabSz="914400" rtl="0" eaLnBrk="1" latinLnBrk="0" hangingPunct="1">
        <a:lnSpc>
          <a:spcPct val="100000"/>
        </a:lnSpc>
        <a:spcBef>
          <a:spcPct val="0"/>
        </a:spcBef>
        <a:buNone/>
        <a:defRPr sz="3200" b="0" kern="1200">
          <a:solidFill>
            <a:schemeClr val="tx1"/>
          </a:solidFill>
          <a:latin typeface="+mj-lt"/>
          <a:ea typeface="+mj-ea"/>
          <a:cs typeface="+mj-cs"/>
        </a:defRPr>
      </a:lvl1pPr>
    </p:titleStyle>
    <p:bodyStyle>
      <a:lvl1pPr marL="365760" indent="-365760" algn="l" defTabSz="914400" rtl="0" eaLnBrk="1" latinLnBrk="0" hangingPunct="1">
        <a:lnSpc>
          <a:spcPct val="100000"/>
        </a:lnSpc>
        <a:spcBef>
          <a:spcPts val="600"/>
        </a:spcBef>
        <a:spcAft>
          <a:spcPts val="1200"/>
        </a:spcAft>
        <a:buClr>
          <a:schemeClr val="accent6"/>
        </a:buClr>
        <a:buSzPct val="75000"/>
        <a:buFont typeface="Wingdings" panose="05000000000000000000" pitchFamily="2" charset="2"/>
        <a:buChar char=""/>
        <a:defRPr sz="2400" kern="1200" baseline="0" dirty="0">
          <a:solidFill>
            <a:schemeClr val="tx1"/>
          </a:solidFill>
          <a:latin typeface="+mn-lt"/>
          <a:ea typeface="+mn-ea"/>
          <a:cs typeface="+mn-cs"/>
        </a:defRPr>
      </a:lvl1pPr>
      <a:lvl2pPr marL="706438" indent="-342900" algn="l" defTabSz="914400" rtl="0" eaLnBrk="1" latinLnBrk="0" hangingPunct="1">
        <a:lnSpc>
          <a:spcPct val="100000"/>
        </a:lnSpc>
        <a:spcBef>
          <a:spcPts val="0"/>
        </a:spcBef>
        <a:spcAft>
          <a:spcPts val="600"/>
        </a:spcAft>
        <a:buClr>
          <a:schemeClr val="tx1"/>
        </a:buClr>
        <a:buSzPct val="70000"/>
        <a:buFont typeface="Wingdings" panose="05000000000000000000" pitchFamily="2" charset="2"/>
        <a:buChar char=""/>
        <a:defRPr sz="2000" kern="1200" dirty="0">
          <a:solidFill>
            <a:schemeClr val="tx1"/>
          </a:solidFill>
          <a:latin typeface="+mn-lt"/>
          <a:ea typeface="+mn-ea"/>
          <a:cs typeface="+mn-cs"/>
        </a:defRPr>
      </a:lvl2pPr>
      <a:lvl3pPr marL="914400" indent="-274320" algn="l" defTabSz="914400" rtl="0" eaLnBrk="1" latinLnBrk="0" hangingPunct="1">
        <a:lnSpc>
          <a:spcPct val="100000"/>
        </a:lnSpc>
        <a:spcBef>
          <a:spcPts val="0"/>
        </a:spcBef>
        <a:spcAft>
          <a:spcPts val="600"/>
        </a:spcAft>
        <a:buClr>
          <a:schemeClr val="tx1"/>
        </a:buClr>
        <a:buSzPct val="60000"/>
        <a:buFont typeface="Wingdings" panose="05000000000000000000" pitchFamily="2" charset="2"/>
        <a:buChar char=""/>
        <a:defRPr sz="1800" kern="1200" dirty="0">
          <a:solidFill>
            <a:schemeClr val="tx1"/>
          </a:solidFill>
          <a:latin typeface="+mn-lt"/>
          <a:ea typeface="+mn-ea"/>
          <a:cs typeface="+mn-cs"/>
        </a:defRPr>
      </a:lvl3pPr>
      <a:lvl4pPr marL="1097280" indent="-274320" algn="l" defTabSz="914400" rtl="0" eaLnBrk="1" latinLnBrk="0" hangingPunct="1">
        <a:lnSpc>
          <a:spcPct val="100000"/>
        </a:lnSpc>
        <a:spcBef>
          <a:spcPts val="0"/>
        </a:spcBef>
        <a:spcAft>
          <a:spcPts val="600"/>
        </a:spcAft>
        <a:buClr>
          <a:schemeClr val="tx1"/>
        </a:buClr>
        <a:buFont typeface="Arial" panose="020B0604020202020204" pitchFamily="34" charset="0"/>
        <a:buChar char="–"/>
        <a:tabLst/>
        <a:defRPr sz="1600" kern="1200" dirty="0">
          <a:solidFill>
            <a:schemeClr val="tx1"/>
          </a:solidFill>
          <a:latin typeface="+mn-lt"/>
          <a:ea typeface="+mn-ea"/>
          <a:cs typeface="+mn-cs"/>
        </a:defRPr>
      </a:lvl4pPr>
      <a:lvl5pPr marL="1088136" indent="-219456" algn="l" defTabSz="914400" rtl="0" eaLnBrk="1" latinLnBrk="0" hangingPunct="1">
        <a:lnSpc>
          <a:spcPct val="100000"/>
        </a:lnSpc>
        <a:spcBef>
          <a:spcPts val="336"/>
        </a:spcBef>
        <a:spcAft>
          <a:spcPts val="1200"/>
        </a:spcAft>
        <a:buClr>
          <a:schemeClr val="tx1"/>
        </a:buClr>
        <a:buFont typeface="Arial" panose="020B0604020202020204" pitchFamily="34" charset="0"/>
        <a:buChar char="–"/>
        <a:defRPr sz="1600" kern="1200" dirty="0">
          <a:solidFill>
            <a:schemeClr val="tx1"/>
          </a:solidFill>
          <a:latin typeface="+mn-lt"/>
          <a:ea typeface="+mn-ea"/>
          <a:cs typeface="+mn-cs"/>
        </a:defRPr>
      </a:lvl5pPr>
      <a:lvl6pPr marL="1088136" indent="-219456" algn="l" defTabSz="914400" rtl="0" eaLnBrk="1" latinLnBrk="0" hangingPunct="1">
        <a:lnSpc>
          <a:spcPct val="100000"/>
        </a:lnSpc>
        <a:spcBef>
          <a:spcPts val="336"/>
        </a:spcBef>
        <a:spcAft>
          <a:spcPts val="1200"/>
        </a:spcAft>
        <a:buClr>
          <a:schemeClr val="tx1"/>
        </a:buClr>
        <a:buFont typeface="Arial" panose="020B0604020202020204" pitchFamily="34" charset="0"/>
        <a:buChar char="–"/>
        <a:defRPr sz="1400" kern="1200" dirty="0">
          <a:solidFill>
            <a:schemeClr val="tx1"/>
          </a:solidFill>
          <a:latin typeface="+mn-lt"/>
          <a:ea typeface="+mn-ea"/>
          <a:cs typeface="+mn-cs"/>
        </a:defRPr>
      </a:lvl6pPr>
      <a:lvl7pPr marL="1088136" indent="-219456" algn="l" defTabSz="914400" rtl="0" eaLnBrk="1" latinLnBrk="0" hangingPunct="1">
        <a:lnSpc>
          <a:spcPct val="100000"/>
        </a:lnSpc>
        <a:spcBef>
          <a:spcPts val="336"/>
        </a:spcBef>
        <a:spcAft>
          <a:spcPts val="1200"/>
        </a:spcAft>
        <a:buClr>
          <a:schemeClr val="tx1"/>
        </a:buClr>
        <a:buFont typeface="Arial" panose="020B0604020202020204" pitchFamily="34" charset="0"/>
        <a:buChar char="–"/>
        <a:defRPr sz="1400" kern="1200" dirty="0">
          <a:solidFill>
            <a:schemeClr val="tx1"/>
          </a:solidFill>
          <a:latin typeface="+mn-lt"/>
          <a:ea typeface="+mn-ea"/>
          <a:cs typeface="+mn-cs"/>
        </a:defRPr>
      </a:lvl7pPr>
      <a:lvl8pPr marL="1088136" indent="-219456" algn="l" defTabSz="914400" rtl="0" eaLnBrk="1" latinLnBrk="0" hangingPunct="1">
        <a:lnSpc>
          <a:spcPct val="100000"/>
        </a:lnSpc>
        <a:spcBef>
          <a:spcPts val="336"/>
        </a:spcBef>
        <a:spcAft>
          <a:spcPts val="1200"/>
        </a:spcAft>
        <a:buClr>
          <a:schemeClr val="tx1"/>
        </a:buClr>
        <a:buFont typeface="Arial" panose="020B0604020202020204" pitchFamily="34" charset="0"/>
        <a:buChar char="–"/>
        <a:defRPr sz="1400" kern="1200" dirty="0">
          <a:solidFill>
            <a:schemeClr val="tx1"/>
          </a:solidFill>
          <a:latin typeface="+mn-lt"/>
          <a:ea typeface="+mn-ea"/>
          <a:cs typeface="+mn-cs"/>
        </a:defRPr>
      </a:lvl8pPr>
      <a:lvl9pPr marL="1088136" indent="-219456" algn="l" defTabSz="914400" rtl="0" eaLnBrk="1" latinLnBrk="0" hangingPunct="1">
        <a:lnSpc>
          <a:spcPct val="100000"/>
        </a:lnSpc>
        <a:spcBef>
          <a:spcPts val="336"/>
        </a:spcBef>
        <a:spcAft>
          <a:spcPts val="1200"/>
        </a:spcAft>
        <a:buClr>
          <a:schemeClr val="tx1"/>
        </a:buClr>
        <a:buFont typeface="Arial" panose="020B0604020202020204" pitchFamily="34" charset="0"/>
        <a:buChar char="–"/>
        <a:defRPr sz="1400" kern="1200" dirty="0">
          <a:solidFill>
            <a:schemeClr val="tx1"/>
          </a:solidFill>
          <a:latin typeface="+mn-lt"/>
          <a:ea typeface="+mn-ea"/>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A4A3A4"/>
          </p15:clr>
        </p15:guide>
        <p15:guide id="3" pos="3840">
          <p15:clr>
            <a:srgbClr val="A4A3A4"/>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id="{E57029A5-06D2-3C49-B4AC-21E19BD240D1}"/>
              </a:ext>
            </a:extLst>
          </p:cNvPr>
          <p:cNvSpPr>
            <a:spLocks noGrp="1"/>
          </p:cNvSpPr>
          <p:nvPr>
            <p:ph type="body" sz="quarter" idx="10"/>
          </p:nvPr>
        </p:nvSpPr>
        <p:spPr>
          <a:xfrm>
            <a:off x="456698" y="4526198"/>
            <a:ext cx="8141202" cy="731520"/>
          </a:xfrm>
        </p:spPr>
        <p:txBody>
          <a:bodyPr>
            <a:normAutofit/>
          </a:bodyPr>
          <a:lstStyle/>
          <a:p>
            <a:r>
              <a:rPr lang="en-US"/>
              <a:t>Synopsys Armenia Educational Department</a:t>
            </a:r>
          </a:p>
        </p:txBody>
      </p:sp>
      <p:sp>
        <p:nvSpPr>
          <p:cNvPr id="5" name="Subtitle 4">
            <a:extLst>
              <a:ext uri="{FF2B5EF4-FFF2-40B4-BE49-F238E27FC236}">
                <a16:creationId xmlns:a16="http://schemas.microsoft.com/office/drawing/2014/main" id="{488BA55B-F5DA-D946-B7EA-D63B6269A4F9}"/>
              </a:ext>
            </a:extLst>
          </p:cNvPr>
          <p:cNvSpPr>
            <a:spLocks noGrp="1"/>
          </p:cNvSpPr>
          <p:nvPr>
            <p:ph type="subTitle" idx="1"/>
          </p:nvPr>
        </p:nvSpPr>
        <p:spPr>
          <a:xfrm>
            <a:off x="456557" y="3522681"/>
            <a:ext cx="10417770" cy="990600"/>
          </a:xfrm>
        </p:spPr>
        <p:txBody>
          <a:bodyPr>
            <a:normAutofit/>
          </a:bodyPr>
          <a:lstStyle/>
          <a:p>
            <a:r>
              <a:rPr lang="en-US" altLang="en-US" err="1"/>
              <a:t>Sci.D.Professor</a:t>
            </a:r>
            <a:r>
              <a:rPr lang="en-US" altLang="en-US"/>
              <a:t> Vazgen Melikyan</a:t>
            </a:r>
            <a:endParaRPr lang="ru-RU" altLang="en-US"/>
          </a:p>
        </p:txBody>
      </p:sp>
      <p:sp>
        <p:nvSpPr>
          <p:cNvPr id="4" name="Title 3">
            <a:extLst>
              <a:ext uri="{FF2B5EF4-FFF2-40B4-BE49-F238E27FC236}">
                <a16:creationId xmlns:a16="http://schemas.microsoft.com/office/drawing/2014/main" id="{E4708717-478B-BB4E-8370-FD75D01999A2}"/>
              </a:ext>
            </a:extLst>
          </p:cNvPr>
          <p:cNvSpPr>
            <a:spLocks noGrp="1"/>
          </p:cNvSpPr>
          <p:nvPr>
            <p:ph type="ctrTitle"/>
          </p:nvPr>
        </p:nvSpPr>
        <p:spPr>
          <a:xfrm>
            <a:off x="456555" y="1687591"/>
            <a:ext cx="10763895" cy="1828800"/>
          </a:xfrm>
        </p:spPr>
        <p:txBody>
          <a:bodyPr/>
          <a:lstStyle/>
          <a:p>
            <a:r>
              <a:rPr lang="en-US" altLang="en-US" dirty="0"/>
              <a:t>Static Timing Analysis</a:t>
            </a:r>
            <a:endParaRPr lang="en-US" dirty="0"/>
          </a:p>
        </p:txBody>
      </p:sp>
    </p:spTree>
    <p:extLst>
      <p:ext uri="{BB962C8B-B14F-4D97-AF65-F5344CB8AC3E}">
        <p14:creationId xmlns:p14="http://schemas.microsoft.com/office/powerpoint/2010/main" val="414530190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2581221D-E48E-4913-A5BD-72DF685EE9EA}"/>
              </a:ext>
            </a:extLst>
          </p:cNvPr>
          <p:cNvSpPr>
            <a:spLocks noGrp="1"/>
          </p:cNvSpPr>
          <p:nvPr>
            <p:ph sz="quarter" idx="4294967295"/>
          </p:nvPr>
        </p:nvSpPr>
        <p:spPr>
          <a:xfrm>
            <a:off x="660400" y="661988"/>
            <a:ext cx="11531600" cy="5534025"/>
          </a:xfrm>
        </p:spPr>
        <p:txBody>
          <a:bodyPr/>
          <a:lstStyle/>
          <a:p>
            <a:pPr marL="0" indent="0">
              <a:spcAft>
                <a:spcPts val="0"/>
              </a:spcAft>
              <a:buNone/>
            </a:pPr>
            <a:r>
              <a:rPr lang="en-US" sz="3200" b="1"/>
              <a:t>CONFIDENTIAL INFORMATION</a:t>
            </a:r>
          </a:p>
          <a:p>
            <a:pPr marL="0" indent="0">
              <a:buNone/>
            </a:pPr>
            <a:r>
              <a:rPr lang="en-US"/>
              <a:t>The information contained in this presentation is the confidential and proprietary information of Synopsys. You are not permitted to disseminate or use any of </a:t>
            </a:r>
            <a:br>
              <a:rPr lang="en-US"/>
            </a:br>
            <a:r>
              <a:rPr lang="en-US"/>
              <a:t>the information provided to you in this presentation outside of Synopsys without prior written authorization. </a:t>
            </a:r>
          </a:p>
          <a:p>
            <a:pPr marL="0" indent="0">
              <a:spcAft>
                <a:spcPts val="600"/>
              </a:spcAft>
              <a:buNone/>
            </a:pPr>
            <a:endParaRPr lang="en-US" sz="100"/>
          </a:p>
          <a:p>
            <a:pPr marL="0" indent="0">
              <a:spcAft>
                <a:spcPts val="0"/>
              </a:spcAft>
              <a:buNone/>
            </a:pPr>
            <a:r>
              <a:rPr lang="en-US" sz="3200" b="1"/>
              <a:t>IMPORTANT NOTICE</a:t>
            </a:r>
          </a:p>
          <a:p>
            <a:pPr marL="0" indent="0">
              <a:buNone/>
            </a:pPr>
            <a:r>
              <a:rPr lang="en-US"/>
              <a:t>In the event information in this presentation reflects Synopsys’ future plans, such plans are as of the date of this presentation and are subject to change. Synopsys is not obligated to update this presentation or develop the products with the features and functionality discussed in this presentation. Additionally, Synopsys’ services and products may only be offered and purchased pursuant to an authorized quote and purchase order or a mutually agreed upon written contract with Synopsys.</a:t>
            </a:r>
          </a:p>
        </p:txBody>
      </p:sp>
    </p:spTree>
    <p:extLst>
      <p:ext uri="{BB962C8B-B14F-4D97-AF65-F5344CB8AC3E}">
        <p14:creationId xmlns:p14="http://schemas.microsoft.com/office/powerpoint/2010/main" val="108605207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itle 1">
            <a:extLst>
              <a:ext uri="{FF2B5EF4-FFF2-40B4-BE49-F238E27FC236}">
                <a16:creationId xmlns:a16="http://schemas.microsoft.com/office/drawing/2014/main" id="{1A8E0690-54E5-4A62-8634-342A1A5EFB9E}"/>
              </a:ext>
            </a:extLst>
          </p:cNvPr>
          <p:cNvSpPr>
            <a:spLocks noGrp="1"/>
          </p:cNvSpPr>
          <p:nvPr>
            <p:ph type="title"/>
          </p:nvPr>
        </p:nvSpPr>
        <p:spPr/>
        <p:txBody>
          <a:bodyPr/>
          <a:lstStyle/>
          <a:p>
            <a:r>
              <a:rPr lang="en-US" altLang="en-US"/>
              <a:t>Course Overview</a:t>
            </a:r>
          </a:p>
        </p:txBody>
      </p:sp>
      <p:sp>
        <p:nvSpPr>
          <p:cNvPr id="8195" name="Content Placeholder 2">
            <a:extLst>
              <a:ext uri="{FF2B5EF4-FFF2-40B4-BE49-F238E27FC236}">
                <a16:creationId xmlns:a16="http://schemas.microsoft.com/office/drawing/2014/main" id="{08806911-1530-4927-8C9F-D113779462AF}"/>
              </a:ext>
            </a:extLst>
          </p:cNvPr>
          <p:cNvSpPr>
            <a:spLocks noGrp="1"/>
          </p:cNvSpPr>
          <p:nvPr>
            <p:ph type="body" sz="quarter" idx="10"/>
          </p:nvPr>
        </p:nvSpPr>
        <p:spPr/>
        <p:txBody>
          <a:bodyPr/>
          <a:lstStyle/>
          <a:p>
            <a:r>
              <a:rPr lang="en-US" altLang="en-US" sz="1600" dirty="0"/>
              <a:t>STA Concepts </a:t>
            </a:r>
          </a:p>
          <a:p>
            <a:pPr lvl="1"/>
            <a:r>
              <a:rPr lang="en-US" altLang="en-US" sz="1200" dirty="0"/>
              <a:t>1 lecture</a:t>
            </a:r>
          </a:p>
          <a:p>
            <a:r>
              <a:rPr lang="en-US" altLang="en-US" sz="1600" dirty="0"/>
              <a:t>Delay Modeling</a:t>
            </a:r>
          </a:p>
          <a:p>
            <a:pPr lvl="1"/>
            <a:r>
              <a:rPr lang="en-US" altLang="en-US" sz="1200" dirty="0"/>
              <a:t>1 lecture</a:t>
            </a:r>
          </a:p>
          <a:p>
            <a:r>
              <a:rPr lang="en-US" altLang="en-US" sz="1600" dirty="0"/>
              <a:t>Interconnect </a:t>
            </a:r>
            <a:r>
              <a:rPr lang="en-US" altLang="en-US" sz="1600" dirty="0" err="1"/>
              <a:t>Parasitics</a:t>
            </a:r>
            <a:endParaRPr lang="en-US" altLang="en-US" sz="1600" dirty="0"/>
          </a:p>
          <a:p>
            <a:pPr lvl="1"/>
            <a:r>
              <a:rPr lang="en-US" altLang="en-US" sz="1200" dirty="0"/>
              <a:t>1 lecture</a:t>
            </a:r>
          </a:p>
          <a:p>
            <a:r>
              <a:rPr lang="en-US" altLang="en-US" sz="1600" dirty="0"/>
              <a:t>Delay Calculation</a:t>
            </a:r>
          </a:p>
          <a:p>
            <a:pPr lvl="1"/>
            <a:r>
              <a:rPr lang="en-US" altLang="en-US" sz="1200" dirty="0"/>
              <a:t>1 lecture</a:t>
            </a:r>
          </a:p>
          <a:p>
            <a:r>
              <a:rPr lang="en-US" altLang="en-US" sz="1600" dirty="0"/>
              <a:t>Configuring the STA Environment</a:t>
            </a:r>
          </a:p>
          <a:p>
            <a:pPr lvl="1"/>
            <a:r>
              <a:rPr lang="en-US" altLang="en-US" sz="1200" dirty="0"/>
              <a:t>1 lecture</a:t>
            </a:r>
          </a:p>
          <a:p>
            <a:r>
              <a:rPr lang="en-US" altLang="en-US" sz="1600" dirty="0">
                <a:solidFill>
                  <a:srgbClr val="0000FF"/>
                </a:solidFill>
              </a:rPr>
              <a:t>Timing Checks</a:t>
            </a:r>
          </a:p>
          <a:p>
            <a:pPr lvl="1"/>
            <a:r>
              <a:rPr lang="en-US" altLang="en-US" sz="1200" dirty="0">
                <a:solidFill>
                  <a:srgbClr val="0000FF"/>
                </a:solidFill>
              </a:rPr>
              <a:t>1 lecture</a:t>
            </a:r>
          </a:p>
          <a:p>
            <a:r>
              <a:rPr lang="en-US" altLang="en-US" sz="1600" dirty="0"/>
              <a:t>Crosstalk and Noise</a:t>
            </a:r>
          </a:p>
          <a:p>
            <a:pPr lvl="1"/>
            <a:r>
              <a:rPr lang="en-US" altLang="en-US" sz="1200" dirty="0"/>
              <a:t>1 lecture</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2">
            <a:extLst>
              <a:ext uri="{FF2B5EF4-FFF2-40B4-BE49-F238E27FC236}">
                <a16:creationId xmlns:a16="http://schemas.microsoft.com/office/drawing/2014/main" id="{9F08B4F0-2DEA-4602-BD6C-0C99DE271923}"/>
              </a:ext>
            </a:extLst>
          </p:cNvPr>
          <p:cNvSpPr>
            <a:spLocks noGrp="1"/>
          </p:cNvSpPr>
          <p:nvPr>
            <p:ph type="title"/>
          </p:nvPr>
        </p:nvSpPr>
        <p:spPr/>
        <p:txBody>
          <a:bodyPr/>
          <a:lstStyle/>
          <a:p>
            <a:endParaRPr lang="en-US" altLang="en-US" dirty="0"/>
          </a:p>
        </p:txBody>
      </p:sp>
      <p:sp>
        <p:nvSpPr>
          <p:cNvPr id="3" name="Text Placeholder 2">
            <a:extLst>
              <a:ext uri="{FF2B5EF4-FFF2-40B4-BE49-F238E27FC236}">
                <a16:creationId xmlns:a16="http://schemas.microsoft.com/office/drawing/2014/main" id="{D2027367-A80F-48C1-88A4-9CAD4D227475}"/>
              </a:ext>
            </a:extLst>
          </p:cNvPr>
          <p:cNvSpPr>
            <a:spLocks noGrp="1"/>
          </p:cNvSpPr>
          <p:nvPr>
            <p:ph type="body" sz="quarter" idx="10"/>
          </p:nvPr>
        </p:nvSpPr>
        <p:spPr/>
        <p:txBody>
          <a:bodyPr/>
          <a:lstStyle/>
          <a:p>
            <a:pPr>
              <a:buFont typeface="+mj-lt"/>
              <a:buAutoNum type="arabicPeriod" startAt="6"/>
            </a:pPr>
            <a:r>
              <a:rPr lang="en-US" altLang="en-US" dirty="0"/>
              <a:t>Timing Checks</a:t>
            </a:r>
            <a:endParaRPr lang="en-US" dirty="0"/>
          </a:p>
        </p:txBody>
      </p:sp>
    </p:spTree>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itle 1">
            <a:extLst>
              <a:ext uri="{FF2B5EF4-FFF2-40B4-BE49-F238E27FC236}">
                <a16:creationId xmlns:a16="http://schemas.microsoft.com/office/drawing/2014/main" id="{0A983AFB-C766-47F2-91B9-CD7A958A3670}"/>
              </a:ext>
            </a:extLst>
          </p:cNvPr>
          <p:cNvSpPr>
            <a:spLocks noGrp="1"/>
          </p:cNvSpPr>
          <p:nvPr>
            <p:ph type="title"/>
          </p:nvPr>
        </p:nvSpPr>
        <p:spPr/>
        <p:txBody>
          <a:bodyPr/>
          <a:lstStyle/>
          <a:p>
            <a:r>
              <a:rPr lang="en-US" altLang="en-US"/>
              <a:t>Timing Checks</a:t>
            </a:r>
          </a:p>
        </p:txBody>
      </p:sp>
      <p:sp>
        <p:nvSpPr>
          <p:cNvPr id="11267" name="Content Placeholder 2">
            <a:extLst>
              <a:ext uri="{FF2B5EF4-FFF2-40B4-BE49-F238E27FC236}">
                <a16:creationId xmlns:a16="http://schemas.microsoft.com/office/drawing/2014/main" id="{D38ADD03-904C-4682-8771-5A9A42523551}"/>
              </a:ext>
            </a:extLst>
          </p:cNvPr>
          <p:cNvSpPr>
            <a:spLocks noGrp="1"/>
          </p:cNvSpPr>
          <p:nvPr>
            <p:ph type="body" sz="quarter" idx="10"/>
          </p:nvPr>
        </p:nvSpPr>
        <p:spPr/>
        <p:txBody>
          <a:bodyPr/>
          <a:lstStyle/>
          <a:p>
            <a:r>
              <a:rPr lang="en-US" altLang="en-US"/>
              <a:t>Constraints set by sequential circuits:</a:t>
            </a:r>
          </a:p>
          <a:p>
            <a:pPr lvl="1"/>
            <a:r>
              <a:rPr lang="en-US" altLang="en-US"/>
              <a:t>Setup</a:t>
            </a:r>
          </a:p>
          <a:p>
            <a:pPr lvl="1"/>
            <a:r>
              <a:rPr lang="en-US" altLang="en-US"/>
              <a:t>Hold</a:t>
            </a:r>
          </a:p>
          <a:p>
            <a:r>
              <a:rPr lang="en-US" altLang="en-US"/>
              <a:t>Possible conditions:</a:t>
            </a:r>
          </a:p>
          <a:p>
            <a:pPr lvl="1"/>
            <a:r>
              <a:rPr lang="en-US" altLang="en-US"/>
              <a:t>Best-case (Hold)</a:t>
            </a:r>
          </a:p>
          <a:p>
            <a:pPr lvl="1"/>
            <a:r>
              <a:rPr lang="en-US" altLang="en-US"/>
              <a:t>Worst-case (Setup)</a:t>
            </a:r>
          </a:p>
          <a:p>
            <a:endParaRPr lang="en-US" alt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27214C02-2074-4515-AD5A-C2C4C3F35332}"/>
              </a:ext>
            </a:extLst>
          </p:cNvPr>
          <p:cNvSpPr/>
          <p:nvPr/>
        </p:nvSpPr>
        <p:spPr bwMode="auto">
          <a:xfrm>
            <a:off x="5567363" y="3575050"/>
            <a:ext cx="927100" cy="1936750"/>
          </a:xfrm>
          <a:prstGeom prst="rect">
            <a:avLst/>
          </a:prstGeom>
          <a:pattFill prst="ltUpDiag">
            <a:fgClr>
              <a:schemeClr val="accent6">
                <a:lumMod val="75000"/>
              </a:schemeClr>
            </a:fgClr>
            <a:bgClr>
              <a:schemeClr val="bg1"/>
            </a:bgClr>
          </a:pattFill>
          <a:ln w="9525" cap="flat" cmpd="sng" algn="ctr">
            <a:noFill/>
            <a:prstDash val="solid"/>
            <a:round/>
            <a:headEnd type="none" w="med" len="med"/>
            <a:tailEnd type="none" w="med" len="med"/>
          </a:ln>
          <a:effectLst/>
        </p:spPr>
        <p:txBody>
          <a:bodyPr anchor="ctr"/>
          <a:lstStyle/>
          <a:p>
            <a:pPr eaLnBrk="1" hangingPunct="1">
              <a:defRPr/>
            </a:pPr>
            <a:endParaRPr lang="en-US">
              <a:latin typeface="Arial" charset="0"/>
              <a:cs typeface="Arial" charset="0"/>
            </a:endParaRPr>
          </a:p>
        </p:txBody>
      </p:sp>
      <p:sp>
        <p:nvSpPr>
          <p:cNvPr id="12291" name="Title 1">
            <a:extLst>
              <a:ext uri="{FF2B5EF4-FFF2-40B4-BE49-F238E27FC236}">
                <a16:creationId xmlns:a16="http://schemas.microsoft.com/office/drawing/2014/main" id="{C19162F5-025F-4E80-820C-9AD012C7222B}"/>
              </a:ext>
            </a:extLst>
          </p:cNvPr>
          <p:cNvSpPr>
            <a:spLocks noGrp="1"/>
          </p:cNvSpPr>
          <p:nvPr>
            <p:ph type="title"/>
          </p:nvPr>
        </p:nvSpPr>
        <p:spPr/>
        <p:txBody>
          <a:bodyPr/>
          <a:lstStyle/>
          <a:p>
            <a:r>
              <a:rPr lang="en-US" altLang="en-US"/>
              <a:t>Setup Timing Check</a:t>
            </a:r>
          </a:p>
        </p:txBody>
      </p:sp>
      <p:sp>
        <p:nvSpPr>
          <p:cNvPr id="12292" name="Content Placeholder 2">
            <a:extLst>
              <a:ext uri="{FF2B5EF4-FFF2-40B4-BE49-F238E27FC236}">
                <a16:creationId xmlns:a16="http://schemas.microsoft.com/office/drawing/2014/main" id="{01B1AEEF-0534-4BB6-85BA-C24572182385}"/>
              </a:ext>
            </a:extLst>
          </p:cNvPr>
          <p:cNvSpPr>
            <a:spLocks noGrp="1"/>
          </p:cNvSpPr>
          <p:nvPr>
            <p:ph type="body" sz="quarter" idx="10"/>
          </p:nvPr>
        </p:nvSpPr>
        <p:spPr/>
        <p:txBody>
          <a:bodyPr/>
          <a:lstStyle/>
          <a:p>
            <a:r>
              <a:rPr lang="en-US" altLang="en-US"/>
              <a:t>Data must be stable before the active edge of the clock</a:t>
            </a:r>
          </a:p>
        </p:txBody>
      </p:sp>
      <p:cxnSp>
        <p:nvCxnSpPr>
          <p:cNvPr id="6" name="Elbow Connector 5">
            <a:extLst>
              <a:ext uri="{FF2B5EF4-FFF2-40B4-BE49-F238E27FC236}">
                <a16:creationId xmlns:a16="http://schemas.microsoft.com/office/drawing/2014/main" id="{3E98DE5D-7743-42D3-BA64-689A913FF9FE}"/>
              </a:ext>
            </a:extLst>
          </p:cNvPr>
          <p:cNvCxnSpPr/>
          <p:nvPr/>
        </p:nvCxnSpPr>
        <p:spPr bwMode="auto">
          <a:xfrm>
            <a:off x="3941764" y="3575051"/>
            <a:ext cx="2555875" cy="511175"/>
          </a:xfrm>
          <a:prstGeom prst="bentConnector3">
            <a:avLst>
              <a:gd name="adj1" fmla="val 19292"/>
            </a:avLst>
          </a:prstGeom>
          <a:ln>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7" name="Elbow Connector 6">
            <a:extLst>
              <a:ext uri="{FF2B5EF4-FFF2-40B4-BE49-F238E27FC236}">
                <a16:creationId xmlns:a16="http://schemas.microsoft.com/office/drawing/2014/main" id="{70F8B5EC-DD11-4931-B334-B0EFD5D8859D}"/>
              </a:ext>
            </a:extLst>
          </p:cNvPr>
          <p:cNvCxnSpPr/>
          <p:nvPr/>
        </p:nvCxnSpPr>
        <p:spPr bwMode="auto">
          <a:xfrm flipV="1">
            <a:off x="6513513" y="3575051"/>
            <a:ext cx="2044700" cy="511175"/>
          </a:xfrm>
          <a:prstGeom prst="bentConnector3">
            <a:avLst>
              <a:gd name="adj1" fmla="val -1055"/>
            </a:avLst>
          </a:prstGeom>
          <a:ln>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8" name="Elbow Connector 7">
            <a:extLst>
              <a:ext uri="{FF2B5EF4-FFF2-40B4-BE49-F238E27FC236}">
                <a16:creationId xmlns:a16="http://schemas.microsoft.com/office/drawing/2014/main" id="{69BFADA3-1BCD-4EF6-8306-5285754B6620}"/>
              </a:ext>
            </a:extLst>
          </p:cNvPr>
          <p:cNvCxnSpPr/>
          <p:nvPr/>
        </p:nvCxnSpPr>
        <p:spPr bwMode="auto">
          <a:xfrm rot="16200000" flipH="1">
            <a:off x="8466932" y="3666332"/>
            <a:ext cx="511175" cy="328612"/>
          </a:xfrm>
          <a:prstGeom prst="bentConnector3">
            <a:avLst>
              <a:gd name="adj1" fmla="val 97701"/>
            </a:avLst>
          </a:prstGeom>
          <a:ln>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sp>
        <p:nvSpPr>
          <p:cNvPr id="12296" name="Rectangle 28">
            <a:extLst>
              <a:ext uri="{FF2B5EF4-FFF2-40B4-BE49-F238E27FC236}">
                <a16:creationId xmlns:a16="http://schemas.microsoft.com/office/drawing/2014/main" id="{D820848B-D268-4162-BEE3-1FFB37A1ED52}"/>
              </a:ext>
            </a:extLst>
          </p:cNvPr>
          <p:cNvSpPr>
            <a:spLocks noChangeArrowheads="1"/>
          </p:cNvSpPr>
          <p:nvPr/>
        </p:nvSpPr>
        <p:spPr bwMode="auto">
          <a:xfrm>
            <a:off x="5949951" y="2481264"/>
            <a:ext cx="384175" cy="649287"/>
          </a:xfrm>
          <a:prstGeom prst="rect">
            <a:avLst/>
          </a:prstGeom>
          <a:solidFill>
            <a:schemeClr val="accent1"/>
          </a:solidFill>
          <a:ln w="9525" algn="ctr">
            <a:solidFill>
              <a:schemeClr val="tx1"/>
            </a:solidFill>
            <a:round/>
            <a:headEnd/>
            <a:tailEnd/>
          </a:ln>
        </p:spPr>
        <p:txBody>
          <a:bodyPr anchor="ct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sz="1800"/>
          </a:p>
        </p:txBody>
      </p:sp>
      <p:sp>
        <p:nvSpPr>
          <p:cNvPr id="12297" name="Isosceles Triangle 29">
            <a:extLst>
              <a:ext uri="{FF2B5EF4-FFF2-40B4-BE49-F238E27FC236}">
                <a16:creationId xmlns:a16="http://schemas.microsoft.com/office/drawing/2014/main" id="{9A76A11F-AE51-46B8-B3B2-92E6D03631C4}"/>
              </a:ext>
            </a:extLst>
          </p:cNvPr>
          <p:cNvSpPr>
            <a:spLocks noChangeArrowheads="1"/>
          </p:cNvSpPr>
          <p:nvPr/>
        </p:nvSpPr>
        <p:spPr bwMode="auto">
          <a:xfrm rot="5400000">
            <a:off x="5962650" y="2984500"/>
            <a:ext cx="69850" cy="95250"/>
          </a:xfrm>
          <a:prstGeom prst="triangle">
            <a:avLst>
              <a:gd name="adj" fmla="val 50000"/>
            </a:avLst>
          </a:prstGeom>
          <a:solidFill>
            <a:schemeClr val="bg1"/>
          </a:solidFill>
          <a:ln w="9525" algn="ctr">
            <a:solidFill>
              <a:schemeClr val="tx1"/>
            </a:solidFill>
            <a:round/>
            <a:headEnd/>
            <a:tailEnd/>
          </a:ln>
        </p:spPr>
        <p:txBody>
          <a:bodyPr anchor="ct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sz="1800"/>
          </a:p>
        </p:txBody>
      </p:sp>
      <p:sp>
        <p:nvSpPr>
          <p:cNvPr id="12298" name="TextBox 30">
            <a:extLst>
              <a:ext uri="{FF2B5EF4-FFF2-40B4-BE49-F238E27FC236}">
                <a16:creationId xmlns:a16="http://schemas.microsoft.com/office/drawing/2014/main" id="{DD176997-8009-44C3-B3F5-8F84C2272FF9}"/>
              </a:ext>
            </a:extLst>
          </p:cNvPr>
          <p:cNvSpPr txBox="1">
            <a:spLocks noChangeArrowheads="1"/>
          </p:cNvSpPr>
          <p:nvPr/>
        </p:nvSpPr>
        <p:spPr bwMode="auto">
          <a:xfrm>
            <a:off x="5849939" y="2473326"/>
            <a:ext cx="549275" cy="231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dirty="0">
                <a:solidFill>
                  <a:schemeClr val="bg1"/>
                </a:solidFill>
              </a:rPr>
              <a:t> D     Q</a:t>
            </a:r>
            <a:endParaRPr lang="en-US" altLang="en-US" sz="1000" dirty="0">
              <a:solidFill>
                <a:schemeClr val="bg1"/>
              </a:solidFill>
            </a:endParaRPr>
          </a:p>
        </p:txBody>
      </p:sp>
      <p:sp>
        <p:nvSpPr>
          <p:cNvPr id="12299" name="TextBox 31">
            <a:extLst>
              <a:ext uri="{FF2B5EF4-FFF2-40B4-BE49-F238E27FC236}">
                <a16:creationId xmlns:a16="http://schemas.microsoft.com/office/drawing/2014/main" id="{52179F43-D3BC-4E19-BAAC-D5C0E0CA07B5}"/>
              </a:ext>
            </a:extLst>
          </p:cNvPr>
          <p:cNvSpPr txBox="1">
            <a:spLocks noChangeArrowheads="1"/>
          </p:cNvSpPr>
          <p:nvPr/>
        </p:nvSpPr>
        <p:spPr bwMode="auto">
          <a:xfrm>
            <a:off x="5916614" y="2889250"/>
            <a:ext cx="485775" cy="230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dirty="0"/>
              <a:t>  CLK</a:t>
            </a:r>
          </a:p>
        </p:txBody>
      </p:sp>
      <p:cxnSp>
        <p:nvCxnSpPr>
          <p:cNvPr id="12300" name="Straight Connector 32">
            <a:extLst>
              <a:ext uri="{FF2B5EF4-FFF2-40B4-BE49-F238E27FC236}">
                <a16:creationId xmlns:a16="http://schemas.microsoft.com/office/drawing/2014/main" id="{FF73B10C-4BF9-44A5-9A3F-6685423742F9}"/>
              </a:ext>
            </a:extLst>
          </p:cNvPr>
          <p:cNvCxnSpPr>
            <a:cxnSpLocks noChangeShapeType="1"/>
          </p:cNvCxnSpPr>
          <p:nvPr/>
        </p:nvCxnSpPr>
        <p:spPr bwMode="auto">
          <a:xfrm>
            <a:off x="6332539" y="2597150"/>
            <a:ext cx="192087" cy="0"/>
          </a:xfrm>
          <a:prstGeom prst="line">
            <a:avLst/>
          </a:prstGeom>
          <a:noFill/>
          <a:ln w="9525" algn="ctr">
            <a:solidFill>
              <a:schemeClr val="tx1"/>
            </a:solidFill>
            <a:round/>
            <a:headEnd/>
            <a:tailEnd/>
          </a:ln>
        </p:spPr>
      </p:cxnSp>
      <p:cxnSp>
        <p:nvCxnSpPr>
          <p:cNvPr id="12301" name="Straight Connector 33">
            <a:extLst>
              <a:ext uri="{FF2B5EF4-FFF2-40B4-BE49-F238E27FC236}">
                <a16:creationId xmlns:a16="http://schemas.microsoft.com/office/drawing/2014/main" id="{20D38681-3188-461E-90DF-93BE84FCB926}"/>
              </a:ext>
            </a:extLst>
          </p:cNvPr>
          <p:cNvCxnSpPr>
            <a:cxnSpLocks noChangeShapeType="1"/>
          </p:cNvCxnSpPr>
          <p:nvPr/>
        </p:nvCxnSpPr>
        <p:spPr bwMode="auto">
          <a:xfrm>
            <a:off x="5730875" y="2600325"/>
            <a:ext cx="215900" cy="0"/>
          </a:xfrm>
          <a:prstGeom prst="line">
            <a:avLst/>
          </a:prstGeom>
          <a:noFill/>
          <a:ln w="9525" algn="ctr">
            <a:solidFill>
              <a:schemeClr val="tx1"/>
            </a:solidFill>
            <a:round/>
            <a:headEnd/>
            <a:tailEnd/>
          </a:ln>
        </p:spPr>
      </p:cxnSp>
      <p:cxnSp>
        <p:nvCxnSpPr>
          <p:cNvPr id="12302" name="Straight Connector 34">
            <a:extLst>
              <a:ext uri="{FF2B5EF4-FFF2-40B4-BE49-F238E27FC236}">
                <a16:creationId xmlns:a16="http://schemas.microsoft.com/office/drawing/2014/main" id="{D35A20F4-FB7A-46E8-8E2A-734EB8EDB3F4}"/>
              </a:ext>
            </a:extLst>
          </p:cNvPr>
          <p:cNvCxnSpPr>
            <a:cxnSpLocks noChangeShapeType="1"/>
          </p:cNvCxnSpPr>
          <p:nvPr/>
        </p:nvCxnSpPr>
        <p:spPr bwMode="auto">
          <a:xfrm>
            <a:off x="5732464" y="3030538"/>
            <a:ext cx="219075" cy="0"/>
          </a:xfrm>
          <a:prstGeom prst="line">
            <a:avLst/>
          </a:prstGeom>
          <a:noFill/>
          <a:ln w="9525" algn="ctr">
            <a:solidFill>
              <a:schemeClr val="tx1"/>
            </a:solidFill>
            <a:round/>
            <a:headEnd/>
            <a:tailEnd/>
          </a:ln>
        </p:spPr>
      </p:cxnSp>
      <p:cxnSp>
        <p:nvCxnSpPr>
          <p:cNvPr id="11" name="Straight Connector 10">
            <a:extLst>
              <a:ext uri="{FF2B5EF4-FFF2-40B4-BE49-F238E27FC236}">
                <a16:creationId xmlns:a16="http://schemas.microsoft.com/office/drawing/2014/main" id="{7D8E1069-145F-441E-AFB0-E27689FA105C}"/>
              </a:ext>
            </a:extLst>
          </p:cNvPr>
          <p:cNvCxnSpPr/>
          <p:nvPr/>
        </p:nvCxnSpPr>
        <p:spPr bwMode="auto">
          <a:xfrm>
            <a:off x="3941764" y="4816475"/>
            <a:ext cx="4052887" cy="1588"/>
          </a:xfrm>
          <a:prstGeom prst="line">
            <a:avLst/>
          </a:prstGeom>
          <a:ln>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12" name="Straight Connector 11">
            <a:extLst>
              <a:ext uri="{FF2B5EF4-FFF2-40B4-BE49-F238E27FC236}">
                <a16:creationId xmlns:a16="http://schemas.microsoft.com/office/drawing/2014/main" id="{E4D11D75-DA82-46DB-8B81-0F252E978A81}"/>
              </a:ext>
            </a:extLst>
          </p:cNvPr>
          <p:cNvCxnSpPr/>
          <p:nvPr/>
        </p:nvCxnSpPr>
        <p:spPr bwMode="auto">
          <a:xfrm>
            <a:off x="3941764" y="5326064"/>
            <a:ext cx="4052887" cy="1587"/>
          </a:xfrm>
          <a:prstGeom prst="line">
            <a:avLst/>
          </a:prstGeom>
          <a:ln>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13" name="Straight Connector 12">
            <a:extLst>
              <a:ext uri="{FF2B5EF4-FFF2-40B4-BE49-F238E27FC236}">
                <a16:creationId xmlns:a16="http://schemas.microsoft.com/office/drawing/2014/main" id="{D5F668E0-C887-49B1-BCB2-059E7762E0CA}"/>
              </a:ext>
            </a:extLst>
          </p:cNvPr>
          <p:cNvCxnSpPr/>
          <p:nvPr/>
        </p:nvCxnSpPr>
        <p:spPr bwMode="auto">
          <a:xfrm rot="16200000" flipH="1">
            <a:off x="4000501" y="4962526"/>
            <a:ext cx="511175" cy="219075"/>
          </a:xfrm>
          <a:prstGeom prst="line">
            <a:avLst/>
          </a:prstGeom>
          <a:ln>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14" name="Straight Connector 13">
            <a:extLst>
              <a:ext uri="{FF2B5EF4-FFF2-40B4-BE49-F238E27FC236}">
                <a16:creationId xmlns:a16="http://schemas.microsoft.com/office/drawing/2014/main" id="{42342017-489A-4C48-B01D-2A01315CF801}"/>
              </a:ext>
            </a:extLst>
          </p:cNvPr>
          <p:cNvCxnSpPr/>
          <p:nvPr/>
        </p:nvCxnSpPr>
        <p:spPr bwMode="auto">
          <a:xfrm rot="16200000" flipH="1">
            <a:off x="4403726" y="4962526"/>
            <a:ext cx="511175" cy="219075"/>
          </a:xfrm>
          <a:prstGeom prst="line">
            <a:avLst/>
          </a:prstGeom>
          <a:ln>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15" name="Straight Connector 14">
            <a:extLst>
              <a:ext uri="{FF2B5EF4-FFF2-40B4-BE49-F238E27FC236}">
                <a16:creationId xmlns:a16="http://schemas.microsoft.com/office/drawing/2014/main" id="{13B32D85-0D21-4396-88FC-BF08D51F38AC}"/>
              </a:ext>
            </a:extLst>
          </p:cNvPr>
          <p:cNvCxnSpPr/>
          <p:nvPr/>
        </p:nvCxnSpPr>
        <p:spPr bwMode="auto">
          <a:xfrm rot="16200000" flipH="1">
            <a:off x="4795839" y="4962526"/>
            <a:ext cx="511175" cy="219075"/>
          </a:xfrm>
          <a:prstGeom prst="line">
            <a:avLst/>
          </a:prstGeom>
          <a:ln>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16" name="Straight Connector 15">
            <a:extLst>
              <a:ext uri="{FF2B5EF4-FFF2-40B4-BE49-F238E27FC236}">
                <a16:creationId xmlns:a16="http://schemas.microsoft.com/office/drawing/2014/main" id="{B8DD6C4F-36E8-4103-9F30-09449F532E57}"/>
              </a:ext>
            </a:extLst>
          </p:cNvPr>
          <p:cNvCxnSpPr/>
          <p:nvPr/>
        </p:nvCxnSpPr>
        <p:spPr bwMode="auto">
          <a:xfrm rot="16200000" flipH="1">
            <a:off x="5202239" y="4967289"/>
            <a:ext cx="511175" cy="219075"/>
          </a:xfrm>
          <a:prstGeom prst="line">
            <a:avLst/>
          </a:prstGeom>
          <a:ln>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17" name="Straight Connector 16">
            <a:extLst>
              <a:ext uri="{FF2B5EF4-FFF2-40B4-BE49-F238E27FC236}">
                <a16:creationId xmlns:a16="http://schemas.microsoft.com/office/drawing/2014/main" id="{F53883C8-91B6-4609-AE60-AE5B8369F318}"/>
              </a:ext>
            </a:extLst>
          </p:cNvPr>
          <p:cNvCxnSpPr/>
          <p:nvPr/>
        </p:nvCxnSpPr>
        <p:spPr bwMode="auto">
          <a:xfrm rot="5400000" flipH="1" flipV="1">
            <a:off x="3996532" y="4980782"/>
            <a:ext cx="511175" cy="182562"/>
          </a:xfrm>
          <a:prstGeom prst="line">
            <a:avLst/>
          </a:prstGeom>
          <a:ln>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18" name="Straight Connector 17">
            <a:extLst>
              <a:ext uri="{FF2B5EF4-FFF2-40B4-BE49-F238E27FC236}">
                <a16:creationId xmlns:a16="http://schemas.microsoft.com/office/drawing/2014/main" id="{B19FD4AE-5C26-48FB-A933-E94904508E7F}"/>
              </a:ext>
            </a:extLst>
          </p:cNvPr>
          <p:cNvCxnSpPr/>
          <p:nvPr/>
        </p:nvCxnSpPr>
        <p:spPr bwMode="auto">
          <a:xfrm rot="5400000" flipH="1" flipV="1">
            <a:off x="4393407" y="4980782"/>
            <a:ext cx="511175" cy="182562"/>
          </a:xfrm>
          <a:prstGeom prst="line">
            <a:avLst/>
          </a:prstGeom>
          <a:ln>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19" name="Straight Connector 18">
            <a:extLst>
              <a:ext uri="{FF2B5EF4-FFF2-40B4-BE49-F238E27FC236}">
                <a16:creationId xmlns:a16="http://schemas.microsoft.com/office/drawing/2014/main" id="{59548BDD-5C90-4E88-A413-534603CA6C13}"/>
              </a:ext>
            </a:extLst>
          </p:cNvPr>
          <p:cNvCxnSpPr/>
          <p:nvPr/>
        </p:nvCxnSpPr>
        <p:spPr bwMode="auto">
          <a:xfrm rot="5400000" flipH="1" flipV="1">
            <a:off x="4809332" y="4980782"/>
            <a:ext cx="511175" cy="182562"/>
          </a:xfrm>
          <a:prstGeom prst="line">
            <a:avLst/>
          </a:prstGeom>
          <a:ln>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20" name="Straight Connector 19">
            <a:extLst>
              <a:ext uri="{FF2B5EF4-FFF2-40B4-BE49-F238E27FC236}">
                <a16:creationId xmlns:a16="http://schemas.microsoft.com/office/drawing/2014/main" id="{2D80A164-3F90-4008-B547-15C7DCC13D6B}"/>
              </a:ext>
            </a:extLst>
          </p:cNvPr>
          <p:cNvCxnSpPr/>
          <p:nvPr/>
        </p:nvCxnSpPr>
        <p:spPr bwMode="auto">
          <a:xfrm rot="5400000" flipH="1" flipV="1">
            <a:off x="5206207" y="4980782"/>
            <a:ext cx="511175" cy="182562"/>
          </a:xfrm>
          <a:prstGeom prst="line">
            <a:avLst/>
          </a:prstGeom>
          <a:ln>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12313" name="Straight Connector 20">
            <a:extLst>
              <a:ext uri="{FF2B5EF4-FFF2-40B4-BE49-F238E27FC236}">
                <a16:creationId xmlns:a16="http://schemas.microsoft.com/office/drawing/2014/main" id="{93D5AF8B-A547-4AF3-8976-8E8E2F26E641}"/>
              </a:ext>
            </a:extLst>
          </p:cNvPr>
          <p:cNvCxnSpPr>
            <a:cxnSpLocks noChangeShapeType="1"/>
          </p:cNvCxnSpPr>
          <p:nvPr/>
        </p:nvCxnSpPr>
        <p:spPr bwMode="auto">
          <a:xfrm rot="5400000">
            <a:off x="4662488" y="4616450"/>
            <a:ext cx="1789112" cy="1588"/>
          </a:xfrm>
          <a:prstGeom prst="line">
            <a:avLst/>
          </a:prstGeom>
          <a:noFill/>
          <a:ln w="9525" algn="ctr">
            <a:solidFill>
              <a:srgbClr val="0000FF"/>
            </a:solidFill>
            <a:prstDash val="dash"/>
            <a:round/>
            <a:headEnd/>
            <a:tailEnd/>
          </a:ln>
          <a:extLst>
            <a:ext uri="{909E8E84-426E-40DD-AFC4-6F175D3DCCD1}">
              <a14:hiddenFill xmlns:a14="http://schemas.microsoft.com/office/drawing/2010/main">
                <a:noFill/>
              </a14:hiddenFill>
            </a:ext>
          </a:extLst>
        </p:spPr>
      </p:cxnSp>
      <p:cxnSp>
        <p:nvCxnSpPr>
          <p:cNvPr id="12314" name="Straight Arrow Connector 21">
            <a:extLst>
              <a:ext uri="{FF2B5EF4-FFF2-40B4-BE49-F238E27FC236}">
                <a16:creationId xmlns:a16="http://schemas.microsoft.com/office/drawing/2014/main" id="{25D7559D-02C4-4FE5-8F7F-E42262D6CE40}"/>
              </a:ext>
            </a:extLst>
          </p:cNvPr>
          <p:cNvCxnSpPr>
            <a:cxnSpLocks noChangeShapeType="1"/>
          </p:cNvCxnSpPr>
          <p:nvPr/>
        </p:nvCxnSpPr>
        <p:spPr bwMode="auto">
          <a:xfrm>
            <a:off x="5548314" y="4451350"/>
            <a:ext cx="949325" cy="0"/>
          </a:xfrm>
          <a:prstGeom prst="straightConnector1">
            <a:avLst/>
          </a:prstGeom>
          <a:noFill/>
          <a:ln w="9525" algn="ctr">
            <a:solidFill>
              <a:srgbClr val="0000FF"/>
            </a:solidFill>
            <a:round/>
            <a:headEnd type="triangle" w="med" len="med"/>
            <a:tailEnd type="triangle" w="med" len="med"/>
          </a:ln>
        </p:spPr>
      </p:cxnSp>
      <p:cxnSp>
        <p:nvCxnSpPr>
          <p:cNvPr id="12315" name="Straight Connector 22">
            <a:extLst>
              <a:ext uri="{FF2B5EF4-FFF2-40B4-BE49-F238E27FC236}">
                <a16:creationId xmlns:a16="http://schemas.microsoft.com/office/drawing/2014/main" id="{32936CD5-774D-4E5D-9D21-838BDA265E66}"/>
              </a:ext>
            </a:extLst>
          </p:cNvPr>
          <p:cNvCxnSpPr>
            <a:cxnSpLocks noChangeShapeType="1"/>
          </p:cNvCxnSpPr>
          <p:nvPr/>
        </p:nvCxnSpPr>
        <p:spPr bwMode="auto">
          <a:xfrm rot="5400000">
            <a:off x="6239670" y="4342608"/>
            <a:ext cx="511175" cy="1587"/>
          </a:xfrm>
          <a:prstGeom prst="line">
            <a:avLst/>
          </a:prstGeom>
          <a:noFill/>
          <a:ln w="9525" algn="ctr">
            <a:solidFill>
              <a:srgbClr val="0000FF"/>
            </a:solidFill>
            <a:prstDash val="dash"/>
            <a:round/>
            <a:headEnd/>
            <a:tailEnd/>
          </a:ln>
          <a:extLst>
            <a:ext uri="{909E8E84-426E-40DD-AFC4-6F175D3DCCD1}">
              <a14:hiddenFill xmlns:a14="http://schemas.microsoft.com/office/drawing/2010/main">
                <a:noFill/>
              </a14:hiddenFill>
            </a:ext>
          </a:extLst>
        </p:spPr>
      </p:cxnSp>
      <p:cxnSp>
        <p:nvCxnSpPr>
          <p:cNvPr id="12316" name="Straight Arrow Connector 23">
            <a:extLst>
              <a:ext uri="{FF2B5EF4-FFF2-40B4-BE49-F238E27FC236}">
                <a16:creationId xmlns:a16="http://schemas.microsoft.com/office/drawing/2014/main" id="{E0964CA0-6F44-4634-A4BF-AE90EF5779F6}"/>
              </a:ext>
            </a:extLst>
          </p:cNvPr>
          <p:cNvCxnSpPr>
            <a:cxnSpLocks noChangeShapeType="1"/>
          </p:cNvCxnSpPr>
          <p:nvPr/>
        </p:nvCxnSpPr>
        <p:spPr bwMode="auto">
          <a:xfrm rot="10800000">
            <a:off x="4781551" y="4694238"/>
            <a:ext cx="766763" cy="0"/>
          </a:xfrm>
          <a:prstGeom prst="straightConnector1">
            <a:avLst/>
          </a:prstGeom>
          <a:noFill/>
          <a:ln w="9525" algn="ctr">
            <a:solidFill>
              <a:srgbClr val="0000FF"/>
            </a:solidFill>
            <a:round/>
            <a:headEnd type="triangle" w="med" len="med"/>
            <a:tailEnd type="triangle" w="med" len="med"/>
          </a:ln>
        </p:spPr>
      </p:cxnSp>
      <p:sp>
        <p:nvSpPr>
          <p:cNvPr id="12317" name="TextBox 24">
            <a:extLst>
              <a:ext uri="{FF2B5EF4-FFF2-40B4-BE49-F238E27FC236}">
                <a16:creationId xmlns:a16="http://schemas.microsoft.com/office/drawing/2014/main" id="{70FFD6A3-06B0-4CE2-8AE1-CE3D9D1A0FB8}"/>
              </a:ext>
            </a:extLst>
          </p:cNvPr>
          <p:cNvSpPr txBox="1">
            <a:spLocks noChangeArrowheads="1"/>
          </p:cNvSpPr>
          <p:nvPr/>
        </p:nvSpPr>
        <p:spPr bwMode="auto">
          <a:xfrm>
            <a:off x="3481388" y="3611564"/>
            <a:ext cx="500062"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sz="1200"/>
              <a:t>CLK</a:t>
            </a:r>
            <a:endParaRPr lang="ru-RU" altLang="en-US"/>
          </a:p>
        </p:txBody>
      </p:sp>
      <p:sp>
        <p:nvSpPr>
          <p:cNvPr id="12318" name="TextBox 25">
            <a:extLst>
              <a:ext uri="{FF2B5EF4-FFF2-40B4-BE49-F238E27FC236}">
                <a16:creationId xmlns:a16="http://schemas.microsoft.com/office/drawing/2014/main" id="{E2B72BE4-A1D8-436C-A605-C8D82F10BC99}"/>
              </a:ext>
            </a:extLst>
          </p:cNvPr>
          <p:cNvSpPr txBox="1">
            <a:spLocks noChangeArrowheads="1"/>
          </p:cNvSpPr>
          <p:nvPr/>
        </p:nvSpPr>
        <p:spPr bwMode="auto">
          <a:xfrm>
            <a:off x="3498851" y="4926013"/>
            <a:ext cx="295275" cy="277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sz="1200"/>
              <a:t>D</a:t>
            </a:r>
            <a:endParaRPr lang="ru-RU" altLang="en-US"/>
          </a:p>
        </p:txBody>
      </p:sp>
      <p:sp>
        <p:nvSpPr>
          <p:cNvPr id="27" name="TextBox 26">
            <a:extLst>
              <a:ext uri="{FF2B5EF4-FFF2-40B4-BE49-F238E27FC236}">
                <a16:creationId xmlns:a16="http://schemas.microsoft.com/office/drawing/2014/main" id="{C7A57051-15FE-4C68-A46C-289107332075}"/>
              </a:ext>
            </a:extLst>
          </p:cNvPr>
          <p:cNvSpPr txBox="1"/>
          <p:nvPr/>
        </p:nvSpPr>
        <p:spPr>
          <a:xfrm>
            <a:off x="4676775" y="4276726"/>
            <a:ext cx="876300" cy="415925"/>
          </a:xfrm>
          <a:prstGeom prst="rect">
            <a:avLst/>
          </a:prstGeom>
          <a:noFill/>
        </p:spPr>
        <p:txBody>
          <a:bodyPr>
            <a:spAutoFit/>
          </a:bodyPr>
          <a:lstStyle/>
          <a:p>
            <a:pPr algn="ctr" eaLnBrk="1" hangingPunct="1">
              <a:defRPr/>
            </a:pPr>
            <a:r>
              <a:rPr lang="en-US" sz="1050" dirty="0">
                <a:latin typeface="Arial" charset="0"/>
                <a:cs typeface="Arial" charset="0"/>
              </a:rPr>
              <a:t>Unstable data</a:t>
            </a:r>
            <a:endParaRPr lang="ru-RU" sz="1050" dirty="0">
              <a:latin typeface="Arial" charset="0"/>
              <a:cs typeface="Arial" charset="0"/>
            </a:endParaRPr>
          </a:p>
        </p:txBody>
      </p:sp>
      <p:sp>
        <p:nvSpPr>
          <p:cNvPr id="28" name="TextBox 27">
            <a:extLst>
              <a:ext uri="{FF2B5EF4-FFF2-40B4-BE49-F238E27FC236}">
                <a16:creationId xmlns:a16="http://schemas.microsoft.com/office/drawing/2014/main" id="{191E3DD7-CEEF-43DE-970D-C12E92A1A006}"/>
              </a:ext>
            </a:extLst>
          </p:cNvPr>
          <p:cNvSpPr txBox="1"/>
          <p:nvPr/>
        </p:nvSpPr>
        <p:spPr>
          <a:xfrm>
            <a:off x="5522914" y="4194175"/>
            <a:ext cx="1036637" cy="254000"/>
          </a:xfrm>
          <a:prstGeom prst="rect">
            <a:avLst/>
          </a:prstGeom>
          <a:noFill/>
        </p:spPr>
        <p:txBody>
          <a:bodyPr>
            <a:spAutoFit/>
          </a:bodyPr>
          <a:lstStyle/>
          <a:p>
            <a:pPr algn="ctr" eaLnBrk="1" hangingPunct="1">
              <a:defRPr/>
            </a:pPr>
            <a:r>
              <a:rPr lang="en-US" sz="1050" dirty="0">
                <a:latin typeface="Arial" charset="0"/>
                <a:cs typeface="Arial" charset="0"/>
              </a:rPr>
              <a:t>Setup time </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a:extLst>
              <a:ext uri="{FF2B5EF4-FFF2-40B4-BE49-F238E27FC236}">
                <a16:creationId xmlns:a16="http://schemas.microsoft.com/office/drawing/2014/main" id="{ED85BAE9-0D23-4C4D-A5E4-F1BF26B11085}"/>
              </a:ext>
            </a:extLst>
          </p:cNvPr>
          <p:cNvSpPr>
            <a:spLocks noGrp="1"/>
          </p:cNvSpPr>
          <p:nvPr>
            <p:ph type="title"/>
          </p:nvPr>
        </p:nvSpPr>
        <p:spPr/>
        <p:txBody>
          <a:bodyPr/>
          <a:lstStyle/>
          <a:p>
            <a:r>
              <a:rPr lang="en-US" altLang="en-US"/>
              <a:t>Launch and Capture Flip-flops</a:t>
            </a:r>
          </a:p>
        </p:txBody>
      </p:sp>
      <p:sp>
        <p:nvSpPr>
          <p:cNvPr id="13315" name="Content Placeholder 2">
            <a:extLst>
              <a:ext uri="{FF2B5EF4-FFF2-40B4-BE49-F238E27FC236}">
                <a16:creationId xmlns:a16="http://schemas.microsoft.com/office/drawing/2014/main" id="{C0FCDE39-455B-4916-8522-0B6BF1A7EE4B}"/>
              </a:ext>
            </a:extLst>
          </p:cNvPr>
          <p:cNvSpPr>
            <a:spLocks noGrp="1"/>
          </p:cNvSpPr>
          <p:nvPr>
            <p:ph type="body" sz="quarter" idx="10"/>
          </p:nvPr>
        </p:nvSpPr>
        <p:spPr/>
        <p:txBody>
          <a:bodyPr/>
          <a:lstStyle/>
          <a:p>
            <a:r>
              <a:rPr lang="en-US" altLang="en-US" sz="2000" dirty="0"/>
              <a:t>Setup is checked from first active edge (clock) of launch flip-flop to closest active edge of capture flip-flop</a:t>
            </a:r>
          </a:p>
        </p:txBody>
      </p:sp>
      <p:grpSp>
        <p:nvGrpSpPr>
          <p:cNvPr id="13317" name="Group 22">
            <a:extLst>
              <a:ext uri="{FF2B5EF4-FFF2-40B4-BE49-F238E27FC236}">
                <a16:creationId xmlns:a16="http://schemas.microsoft.com/office/drawing/2014/main" id="{BBA8DC83-8225-487E-9694-1950DEC2C81B}"/>
              </a:ext>
            </a:extLst>
          </p:cNvPr>
          <p:cNvGrpSpPr>
            <a:grpSpLocks/>
          </p:cNvGrpSpPr>
          <p:nvPr/>
        </p:nvGrpSpPr>
        <p:grpSpPr bwMode="auto">
          <a:xfrm>
            <a:off x="3298383" y="3378201"/>
            <a:ext cx="4753417" cy="1308098"/>
            <a:chOff x="2683687" y="2084748"/>
            <a:chExt cx="2886018" cy="794223"/>
          </a:xfrm>
        </p:grpSpPr>
        <p:cxnSp>
          <p:nvCxnSpPr>
            <p:cNvPr id="13329" name="Straight Connector 3">
              <a:extLst>
                <a:ext uri="{FF2B5EF4-FFF2-40B4-BE49-F238E27FC236}">
                  <a16:creationId xmlns:a16="http://schemas.microsoft.com/office/drawing/2014/main" id="{04A0E056-02D6-492E-8C73-9E34302947F2}"/>
                </a:ext>
              </a:extLst>
            </p:cNvPr>
            <p:cNvCxnSpPr>
              <a:cxnSpLocks noChangeShapeType="1"/>
            </p:cNvCxnSpPr>
            <p:nvPr/>
          </p:nvCxnSpPr>
          <p:spPr bwMode="auto">
            <a:xfrm rot="180000" flipV="1">
              <a:off x="2683984" y="2412043"/>
              <a:ext cx="465240" cy="23529"/>
            </a:xfrm>
            <a:prstGeom prst="line">
              <a:avLst/>
            </a:prstGeom>
            <a:noFill/>
            <a:ln w="9525" algn="ctr">
              <a:solidFill>
                <a:schemeClr val="tx1"/>
              </a:solidFill>
              <a:round/>
              <a:headEnd/>
              <a:tailEnd/>
            </a:ln>
          </p:spPr>
        </p:cxnSp>
        <p:sp>
          <p:nvSpPr>
            <p:cNvPr id="5" name="Rectangle 4">
              <a:extLst>
                <a:ext uri="{FF2B5EF4-FFF2-40B4-BE49-F238E27FC236}">
                  <a16:creationId xmlns:a16="http://schemas.microsoft.com/office/drawing/2014/main" id="{BA59DA12-3E6E-403D-ABCB-1F09E6B70427}"/>
                </a:ext>
              </a:extLst>
            </p:cNvPr>
            <p:cNvSpPr/>
            <p:nvPr/>
          </p:nvSpPr>
          <p:spPr bwMode="auto">
            <a:xfrm>
              <a:off x="3148528" y="2116555"/>
              <a:ext cx="457826" cy="762416"/>
            </a:xfrm>
            <a:prstGeom prst="rect">
              <a:avLst/>
            </a:prstGeom>
            <a:solidFill>
              <a:schemeClr val="accent1"/>
            </a:solidFill>
            <a:ln w="9525" cap="flat" cmpd="sng" algn="ctr">
              <a:solidFill>
                <a:schemeClr val="tx1"/>
              </a:solidFill>
              <a:prstDash val="solid"/>
              <a:round/>
              <a:headEnd type="none" w="med" len="med"/>
              <a:tailEnd type="none" w="med" len="med"/>
            </a:ln>
            <a:effectLst/>
          </p:spPr>
          <p:txBody>
            <a:bodyPr anchor="ctr"/>
            <a:lstStyle/>
            <a:p>
              <a:pPr eaLnBrk="1" hangingPunct="1">
                <a:defRPr/>
              </a:pPr>
              <a:endParaRPr lang="en-US" dirty="0">
                <a:solidFill>
                  <a:schemeClr val="bg1"/>
                </a:solidFill>
                <a:latin typeface="+mj-lt"/>
                <a:cs typeface="Arial" charset="0"/>
              </a:endParaRPr>
            </a:p>
          </p:txBody>
        </p:sp>
        <p:sp>
          <p:nvSpPr>
            <p:cNvPr id="6" name="Isosceles Triangle 5">
              <a:extLst>
                <a:ext uri="{FF2B5EF4-FFF2-40B4-BE49-F238E27FC236}">
                  <a16:creationId xmlns:a16="http://schemas.microsoft.com/office/drawing/2014/main" id="{E9AE838D-7F18-4F3F-BB71-D71D82A38D78}"/>
                </a:ext>
              </a:extLst>
            </p:cNvPr>
            <p:cNvSpPr/>
            <p:nvPr/>
          </p:nvSpPr>
          <p:spPr bwMode="auto">
            <a:xfrm rot="5400000">
              <a:off x="3110455" y="2688609"/>
              <a:ext cx="152291" cy="76144"/>
            </a:xfrm>
            <a:prstGeom prst="triangle">
              <a:avLst/>
            </a:prstGeom>
            <a:solidFill>
              <a:schemeClr val="bg1"/>
            </a:solidFill>
            <a:ln w="9525" cap="flat" cmpd="sng" algn="ctr">
              <a:solidFill>
                <a:schemeClr val="tx1"/>
              </a:solidFill>
              <a:prstDash val="solid"/>
              <a:round/>
              <a:headEnd type="none" w="med" len="med"/>
              <a:tailEnd type="none" w="med" len="med"/>
            </a:ln>
            <a:effectLst/>
          </p:spPr>
          <p:txBody>
            <a:bodyPr anchor="ctr"/>
            <a:lstStyle/>
            <a:p>
              <a:pPr eaLnBrk="1" hangingPunct="1">
                <a:defRPr/>
              </a:pPr>
              <a:endParaRPr lang="en-US">
                <a:solidFill>
                  <a:schemeClr val="bg1"/>
                </a:solidFill>
                <a:latin typeface="+mj-lt"/>
                <a:cs typeface="Arial" charset="0"/>
              </a:endParaRPr>
            </a:p>
          </p:txBody>
        </p:sp>
        <p:sp>
          <p:nvSpPr>
            <p:cNvPr id="7" name="TextBox 6">
              <a:extLst>
                <a:ext uri="{FF2B5EF4-FFF2-40B4-BE49-F238E27FC236}">
                  <a16:creationId xmlns:a16="http://schemas.microsoft.com/office/drawing/2014/main" id="{0672D658-4132-43CF-A391-A484AD891488}"/>
                </a:ext>
              </a:extLst>
            </p:cNvPr>
            <p:cNvSpPr txBox="1"/>
            <p:nvPr/>
          </p:nvSpPr>
          <p:spPr>
            <a:xfrm>
              <a:off x="3179371" y="2339208"/>
              <a:ext cx="383610" cy="168677"/>
            </a:xfrm>
            <a:prstGeom prst="rect">
              <a:avLst/>
            </a:prstGeom>
            <a:noFill/>
            <a:ln w="9525">
              <a:noFill/>
            </a:ln>
          </p:spPr>
          <p:txBody>
            <a:bodyPr wrap="none">
              <a:spAutoFit/>
            </a:bodyPr>
            <a:lstStyle/>
            <a:p>
              <a:pPr eaLnBrk="1" hangingPunct="1">
                <a:defRPr/>
              </a:pPr>
              <a:r>
                <a:rPr lang="en-US" sz="1200" dirty="0">
                  <a:solidFill>
                    <a:schemeClr val="bg1"/>
                  </a:solidFill>
                  <a:latin typeface="+mj-lt"/>
                  <a:cs typeface="Arial" charset="0"/>
                </a:rPr>
                <a:t>D     Q</a:t>
              </a:r>
            </a:p>
          </p:txBody>
        </p:sp>
        <p:sp>
          <p:nvSpPr>
            <p:cNvPr id="8" name="TextBox 7">
              <a:extLst>
                <a:ext uri="{FF2B5EF4-FFF2-40B4-BE49-F238E27FC236}">
                  <a16:creationId xmlns:a16="http://schemas.microsoft.com/office/drawing/2014/main" id="{7F313930-EF69-40A3-B1AF-E4A560CDC80B}"/>
                </a:ext>
              </a:extLst>
            </p:cNvPr>
            <p:cNvSpPr txBox="1"/>
            <p:nvPr/>
          </p:nvSpPr>
          <p:spPr>
            <a:xfrm>
              <a:off x="3146601" y="2574391"/>
              <a:ext cx="293145" cy="168182"/>
            </a:xfrm>
            <a:prstGeom prst="rect">
              <a:avLst/>
            </a:prstGeom>
            <a:noFill/>
            <a:ln w="9525">
              <a:noFill/>
            </a:ln>
          </p:spPr>
          <p:txBody>
            <a:bodyPr wrap="none">
              <a:spAutoFit/>
            </a:bodyPr>
            <a:lstStyle/>
            <a:p>
              <a:pPr eaLnBrk="1" hangingPunct="1">
                <a:defRPr/>
              </a:pPr>
              <a:r>
                <a:rPr lang="en-US" sz="1200" dirty="0">
                  <a:solidFill>
                    <a:schemeClr val="bg1"/>
                  </a:solidFill>
                  <a:latin typeface="+mj-lt"/>
                  <a:cs typeface="Arial" charset="0"/>
                </a:rPr>
                <a:t>CLK</a:t>
              </a:r>
            </a:p>
          </p:txBody>
        </p:sp>
        <p:cxnSp>
          <p:nvCxnSpPr>
            <p:cNvPr id="13334" name="Straight Connector 8">
              <a:extLst>
                <a:ext uri="{FF2B5EF4-FFF2-40B4-BE49-F238E27FC236}">
                  <a16:creationId xmlns:a16="http://schemas.microsoft.com/office/drawing/2014/main" id="{F3F2ED15-5C49-4451-ADFE-A89EE7D4CBAC}"/>
                </a:ext>
              </a:extLst>
            </p:cNvPr>
            <p:cNvCxnSpPr>
              <a:cxnSpLocks noChangeShapeType="1"/>
            </p:cNvCxnSpPr>
            <p:nvPr/>
          </p:nvCxnSpPr>
          <p:spPr bwMode="auto">
            <a:xfrm flipV="1">
              <a:off x="2683687" y="2725908"/>
              <a:ext cx="465837" cy="2502"/>
            </a:xfrm>
            <a:prstGeom prst="line">
              <a:avLst/>
            </a:prstGeom>
            <a:noFill/>
            <a:ln w="9525" algn="ctr">
              <a:solidFill>
                <a:schemeClr val="tx1"/>
              </a:solidFill>
              <a:round/>
              <a:headEnd/>
              <a:tailEnd/>
            </a:ln>
          </p:spPr>
        </p:cxnSp>
        <p:cxnSp>
          <p:nvCxnSpPr>
            <p:cNvPr id="13335" name="Straight Connector 9">
              <a:extLst>
                <a:ext uri="{FF2B5EF4-FFF2-40B4-BE49-F238E27FC236}">
                  <a16:creationId xmlns:a16="http://schemas.microsoft.com/office/drawing/2014/main" id="{745B5D43-6718-4339-ADE6-4C62EC6D2849}"/>
                </a:ext>
              </a:extLst>
            </p:cNvPr>
            <p:cNvCxnSpPr>
              <a:cxnSpLocks noChangeShapeType="1"/>
            </p:cNvCxnSpPr>
            <p:nvPr/>
          </p:nvCxnSpPr>
          <p:spPr bwMode="auto">
            <a:xfrm>
              <a:off x="3618840" y="2411727"/>
              <a:ext cx="350635" cy="0"/>
            </a:xfrm>
            <a:prstGeom prst="line">
              <a:avLst/>
            </a:prstGeom>
            <a:noFill/>
            <a:ln w="9525" algn="ctr">
              <a:solidFill>
                <a:schemeClr val="tx1"/>
              </a:solidFill>
              <a:round/>
              <a:headEnd/>
              <a:tailEnd/>
            </a:ln>
          </p:spPr>
        </p:cxnSp>
        <p:sp>
          <p:nvSpPr>
            <p:cNvPr id="11" name="Cloud 10">
              <a:extLst>
                <a:ext uri="{FF2B5EF4-FFF2-40B4-BE49-F238E27FC236}">
                  <a16:creationId xmlns:a16="http://schemas.microsoft.com/office/drawing/2014/main" id="{BC5A07AB-7645-4E65-AEF6-979666656358}"/>
                </a:ext>
              </a:extLst>
            </p:cNvPr>
            <p:cNvSpPr/>
            <p:nvPr/>
          </p:nvSpPr>
          <p:spPr bwMode="auto">
            <a:xfrm>
              <a:off x="3967796" y="2153182"/>
              <a:ext cx="667944" cy="452052"/>
            </a:xfrm>
            <a:prstGeom prst="cloud">
              <a:avLst/>
            </a:prstGeom>
            <a:solidFill>
              <a:schemeClr val="accent1"/>
            </a:solidFill>
            <a:ln w="9525" cap="flat" cmpd="sng" algn="ctr">
              <a:solidFill>
                <a:schemeClr val="tx1"/>
              </a:solidFill>
              <a:prstDash val="solid"/>
              <a:round/>
              <a:headEnd type="none" w="med" len="med"/>
              <a:tailEnd type="none" w="med" len="med"/>
            </a:ln>
            <a:effectLst/>
          </p:spPr>
          <p:txBody>
            <a:bodyPr anchor="ctr"/>
            <a:lstStyle/>
            <a:p>
              <a:pPr algn="ctr" eaLnBrk="1" hangingPunct="1">
                <a:defRPr/>
              </a:pPr>
              <a:r>
                <a:rPr lang="en-US" sz="1100" dirty="0">
                  <a:solidFill>
                    <a:schemeClr val="bg1"/>
                  </a:solidFill>
                  <a:latin typeface="Arial" charset="0"/>
                  <a:cs typeface="Arial" charset="0"/>
                </a:rPr>
                <a:t>Logic</a:t>
              </a:r>
            </a:p>
          </p:txBody>
        </p:sp>
        <p:cxnSp>
          <p:nvCxnSpPr>
            <p:cNvPr id="13337" name="Straight Connector 11">
              <a:extLst>
                <a:ext uri="{FF2B5EF4-FFF2-40B4-BE49-F238E27FC236}">
                  <a16:creationId xmlns:a16="http://schemas.microsoft.com/office/drawing/2014/main" id="{96D225F9-7E87-4C90-805B-ECFE73C22192}"/>
                </a:ext>
              </a:extLst>
            </p:cNvPr>
            <p:cNvCxnSpPr>
              <a:cxnSpLocks noChangeShapeType="1"/>
            </p:cNvCxnSpPr>
            <p:nvPr/>
          </p:nvCxnSpPr>
          <p:spPr bwMode="auto">
            <a:xfrm rot="180000" flipV="1">
              <a:off x="4647536" y="2367731"/>
              <a:ext cx="465240" cy="23529"/>
            </a:xfrm>
            <a:prstGeom prst="line">
              <a:avLst/>
            </a:prstGeom>
            <a:noFill/>
            <a:ln w="9525" algn="ctr">
              <a:solidFill>
                <a:schemeClr val="tx1"/>
              </a:solidFill>
              <a:round/>
              <a:headEnd/>
              <a:tailEnd/>
            </a:ln>
          </p:spPr>
        </p:cxnSp>
        <p:sp>
          <p:nvSpPr>
            <p:cNvPr id="13" name="Rectangle 12">
              <a:extLst>
                <a:ext uri="{FF2B5EF4-FFF2-40B4-BE49-F238E27FC236}">
                  <a16:creationId xmlns:a16="http://schemas.microsoft.com/office/drawing/2014/main" id="{0DFBDCDB-A072-4B63-BD68-2ECFD9525F6D}"/>
                </a:ext>
              </a:extLst>
            </p:cNvPr>
            <p:cNvSpPr/>
            <p:nvPr/>
          </p:nvSpPr>
          <p:spPr bwMode="auto">
            <a:xfrm>
              <a:off x="5111879" y="2084748"/>
              <a:ext cx="457826" cy="762417"/>
            </a:xfrm>
            <a:prstGeom prst="rect">
              <a:avLst/>
            </a:prstGeom>
            <a:solidFill>
              <a:schemeClr val="accent1"/>
            </a:solidFill>
            <a:ln w="9525" cap="flat" cmpd="sng" algn="ctr">
              <a:solidFill>
                <a:schemeClr val="tx1"/>
              </a:solidFill>
              <a:prstDash val="solid"/>
              <a:round/>
              <a:headEnd type="none" w="med" len="med"/>
              <a:tailEnd type="none" w="med" len="med"/>
            </a:ln>
            <a:effectLst/>
          </p:spPr>
          <p:txBody>
            <a:bodyPr anchor="ctr"/>
            <a:lstStyle/>
            <a:p>
              <a:pPr eaLnBrk="1" hangingPunct="1">
                <a:defRPr/>
              </a:pPr>
              <a:endParaRPr lang="en-US" dirty="0">
                <a:solidFill>
                  <a:schemeClr val="bg1"/>
                </a:solidFill>
                <a:latin typeface="+mj-lt"/>
                <a:cs typeface="Arial" charset="0"/>
              </a:endParaRPr>
            </a:p>
          </p:txBody>
        </p:sp>
        <p:sp>
          <p:nvSpPr>
            <p:cNvPr id="14" name="Isosceles Triangle 13">
              <a:extLst>
                <a:ext uri="{FF2B5EF4-FFF2-40B4-BE49-F238E27FC236}">
                  <a16:creationId xmlns:a16="http://schemas.microsoft.com/office/drawing/2014/main" id="{052BC7F5-D7A2-420C-A9CD-71BCBEFCB920}"/>
                </a:ext>
              </a:extLst>
            </p:cNvPr>
            <p:cNvSpPr/>
            <p:nvPr/>
          </p:nvSpPr>
          <p:spPr bwMode="auto">
            <a:xfrm rot="5400000">
              <a:off x="5073324" y="2656320"/>
              <a:ext cx="153254" cy="76143"/>
            </a:xfrm>
            <a:prstGeom prst="triangle">
              <a:avLst/>
            </a:prstGeom>
            <a:solidFill>
              <a:schemeClr val="bg1"/>
            </a:solidFill>
            <a:ln w="9525" cap="flat" cmpd="sng" algn="ctr">
              <a:solidFill>
                <a:schemeClr val="tx1"/>
              </a:solidFill>
              <a:prstDash val="solid"/>
              <a:round/>
              <a:headEnd type="none" w="med" len="med"/>
              <a:tailEnd type="none" w="med" len="med"/>
            </a:ln>
            <a:effectLst/>
          </p:spPr>
          <p:txBody>
            <a:bodyPr anchor="ctr"/>
            <a:lstStyle/>
            <a:p>
              <a:pPr eaLnBrk="1" hangingPunct="1">
                <a:defRPr/>
              </a:pPr>
              <a:endParaRPr lang="en-US">
                <a:solidFill>
                  <a:schemeClr val="bg1"/>
                </a:solidFill>
                <a:latin typeface="+mj-lt"/>
                <a:cs typeface="Arial" charset="0"/>
              </a:endParaRPr>
            </a:p>
          </p:txBody>
        </p:sp>
        <p:sp>
          <p:nvSpPr>
            <p:cNvPr id="15" name="TextBox 14">
              <a:extLst>
                <a:ext uri="{FF2B5EF4-FFF2-40B4-BE49-F238E27FC236}">
                  <a16:creationId xmlns:a16="http://schemas.microsoft.com/office/drawing/2014/main" id="{4E69B310-28AF-4093-892D-E5A639545D59}"/>
                </a:ext>
              </a:extLst>
            </p:cNvPr>
            <p:cNvSpPr txBox="1"/>
            <p:nvPr/>
          </p:nvSpPr>
          <p:spPr>
            <a:xfrm>
              <a:off x="5150433" y="2316075"/>
              <a:ext cx="383610" cy="167712"/>
            </a:xfrm>
            <a:prstGeom prst="rect">
              <a:avLst/>
            </a:prstGeom>
            <a:noFill/>
            <a:ln w="9525">
              <a:noFill/>
            </a:ln>
          </p:spPr>
          <p:txBody>
            <a:bodyPr wrap="none">
              <a:spAutoFit/>
            </a:bodyPr>
            <a:lstStyle/>
            <a:p>
              <a:pPr eaLnBrk="1" hangingPunct="1">
                <a:defRPr/>
              </a:pPr>
              <a:r>
                <a:rPr lang="en-US" sz="1200" dirty="0">
                  <a:solidFill>
                    <a:schemeClr val="bg1"/>
                  </a:solidFill>
                  <a:latin typeface="+mj-lt"/>
                  <a:cs typeface="Arial" charset="0"/>
                </a:rPr>
                <a:t>D     Q</a:t>
              </a:r>
            </a:p>
          </p:txBody>
        </p:sp>
        <p:sp>
          <p:nvSpPr>
            <p:cNvPr id="16" name="TextBox 15">
              <a:extLst>
                <a:ext uri="{FF2B5EF4-FFF2-40B4-BE49-F238E27FC236}">
                  <a16:creationId xmlns:a16="http://schemas.microsoft.com/office/drawing/2014/main" id="{EEEF360F-A938-4E82-B106-FB5F916A9307}"/>
                </a:ext>
              </a:extLst>
            </p:cNvPr>
            <p:cNvSpPr txBox="1"/>
            <p:nvPr/>
          </p:nvSpPr>
          <p:spPr>
            <a:xfrm>
              <a:off x="5109951" y="2541619"/>
              <a:ext cx="293145" cy="168182"/>
            </a:xfrm>
            <a:prstGeom prst="rect">
              <a:avLst/>
            </a:prstGeom>
            <a:noFill/>
            <a:ln w="9525">
              <a:noFill/>
            </a:ln>
          </p:spPr>
          <p:txBody>
            <a:bodyPr wrap="none">
              <a:spAutoFit/>
            </a:bodyPr>
            <a:lstStyle/>
            <a:p>
              <a:pPr eaLnBrk="1" hangingPunct="1">
                <a:defRPr/>
              </a:pPr>
              <a:r>
                <a:rPr lang="en-US" sz="1200" dirty="0">
                  <a:solidFill>
                    <a:schemeClr val="bg1"/>
                  </a:solidFill>
                  <a:latin typeface="+mj-lt"/>
                  <a:cs typeface="Arial" charset="0"/>
                </a:rPr>
                <a:t>CLK</a:t>
              </a:r>
            </a:p>
          </p:txBody>
        </p:sp>
        <p:cxnSp>
          <p:nvCxnSpPr>
            <p:cNvPr id="13342" name="Straight Connector 16">
              <a:extLst>
                <a:ext uri="{FF2B5EF4-FFF2-40B4-BE49-F238E27FC236}">
                  <a16:creationId xmlns:a16="http://schemas.microsoft.com/office/drawing/2014/main" id="{0CC7850D-172E-42F8-8236-16F498E0C054}"/>
                </a:ext>
              </a:extLst>
            </p:cNvPr>
            <p:cNvCxnSpPr>
              <a:cxnSpLocks noChangeShapeType="1"/>
            </p:cNvCxnSpPr>
            <p:nvPr/>
          </p:nvCxnSpPr>
          <p:spPr bwMode="auto">
            <a:xfrm rot="180000" flipV="1">
              <a:off x="4647537" y="2681485"/>
              <a:ext cx="465240" cy="23529"/>
            </a:xfrm>
            <a:prstGeom prst="line">
              <a:avLst/>
            </a:prstGeom>
            <a:noFill/>
            <a:ln w="9525" algn="ctr">
              <a:solidFill>
                <a:schemeClr val="tx1"/>
              </a:solidFill>
              <a:round/>
              <a:headEnd/>
              <a:tailEnd/>
            </a:ln>
          </p:spPr>
        </p:cxnSp>
      </p:grpSp>
      <p:cxnSp>
        <p:nvCxnSpPr>
          <p:cNvPr id="13318" name="Straight Connector 24">
            <a:extLst>
              <a:ext uri="{FF2B5EF4-FFF2-40B4-BE49-F238E27FC236}">
                <a16:creationId xmlns:a16="http://schemas.microsoft.com/office/drawing/2014/main" id="{82D64F04-C357-4E3D-AFAE-0B97834C7320}"/>
              </a:ext>
            </a:extLst>
          </p:cNvPr>
          <p:cNvCxnSpPr>
            <a:cxnSpLocks noChangeShapeType="1"/>
          </p:cNvCxnSpPr>
          <p:nvPr/>
        </p:nvCxnSpPr>
        <p:spPr bwMode="auto">
          <a:xfrm>
            <a:off x="6523744" y="4385569"/>
            <a:ext cx="0" cy="610295"/>
          </a:xfrm>
          <a:prstGeom prst="line">
            <a:avLst/>
          </a:prstGeom>
          <a:noFill/>
          <a:ln w="9525" algn="ctr">
            <a:solidFill>
              <a:schemeClr val="tx1"/>
            </a:solidFill>
            <a:round/>
            <a:headEnd/>
            <a:tailEnd/>
          </a:ln>
        </p:spPr>
      </p:cxnSp>
      <p:cxnSp>
        <p:nvCxnSpPr>
          <p:cNvPr id="13319" name="Straight Connector 27">
            <a:extLst>
              <a:ext uri="{FF2B5EF4-FFF2-40B4-BE49-F238E27FC236}">
                <a16:creationId xmlns:a16="http://schemas.microsoft.com/office/drawing/2014/main" id="{AFC877A3-8107-4C89-BB2B-9E3293B46653}"/>
              </a:ext>
            </a:extLst>
          </p:cNvPr>
          <p:cNvCxnSpPr>
            <a:cxnSpLocks noChangeShapeType="1"/>
          </p:cNvCxnSpPr>
          <p:nvPr/>
        </p:nvCxnSpPr>
        <p:spPr bwMode="auto">
          <a:xfrm flipH="1">
            <a:off x="3298382" y="4995864"/>
            <a:ext cx="3225362" cy="0"/>
          </a:xfrm>
          <a:prstGeom prst="line">
            <a:avLst/>
          </a:prstGeom>
          <a:noFill/>
          <a:ln w="9525" algn="ctr">
            <a:solidFill>
              <a:schemeClr val="tx1"/>
            </a:solidFill>
            <a:round/>
            <a:headEnd/>
            <a:tailEnd/>
          </a:ln>
        </p:spPr>
      </p:cxnSp>
      <p:sp>
        <p:nvSpPr>
          <p:cNvPr id="30" name="TextBox 29">
            <a:extLst>
              <a:ext uri="{FF2B5EF4-FFF2-40B4-BE49-F238E27FC236}">
                <a16:creationId xmlns:a16="http://schemas.microsoft.com/office/drawing/2014/main" id="{F3306B6F-7F89-45AF-9E77-C49727FB40DD}"/>
              </a:ext>
            </a:extLst>
          </p:cNvPr>
          <p:cNvSpPr txBox="1"/>
          <p:nvPr/>
        </p:nvSpPr>
        <p:spPr bwMode="auto">
          <a:xfrm>
            <a:off x="2827338" y="4184651"/>
            <a:ext cx="604837" cy="254000"/>
          </a:xfrm>
          <a:prstGeom prst="rect">
            <a:avLst/>
          </a:prstGeom>
          <a:noFill/>
        </p:spPr>
        <p:txBody>
          <a:bodyPr wrap="none">
            <a:spAutoFit/>
          </a:bodyPr>
          <a:lstStyle/>
          <a:p>
            <a:pPr eaLnBrk="1" hangingPunct="1">
              <a:defRPr/>
            </a:pPr>
            <a:r>
              <a:rPr lang="en-US" sz="1050" dirty="0">
                <a:latin typeface="Arial" charset="0"/>
                <a:cs typeface="Arial" charset="0"/>
              </a:rPr>
              <a:t>clock 1</a:t>
            </a:r>
          </a:p>
        </p:txBody>
      </p:sp>
      <p:sp>
        <p:nvSpPr>
          <p:cNvPr id="31" name="TextBox 30">
            <a:extLst>
              <a:ext uri="{FF2B5EF4-FFF2-40B4-BE49-F238E27FC236}">
                <a16:creationId xmlns:a16="http://schemas.microsoft.com/office/drawing/2014/main" id="{87843899-25B5-4BC7-B976-D317F8676B02}"/>
              </a:ext>
            </a:extLst>
          </p:cNvPr>
          <p:cNvSpPr txBox="1"/>
          <p:nvPr/>
        </p:nvSpPr>
        <p:spPr bwMode="auto">
          <a:xfrm>
            <a:off x="2841625" y="4741864"/>
            <a:ext cx="604838" cy="254000"/>
          </a:xfrm>
          <a:prstGeom prst="rect">
            <a:avLst/>
          </a:prstGeom>
          <a:noFill/>
        </p:spPr>
        <p:txBody>
          <a:bodyPr wrap="none">
            <a:spAutoFit/>
          </a:bodyPr>
          <a:lstStyle/>
          <a:p>
            <a:pPr eaLnBrk="1" hangingPunct="1">
              <a:defRPr/>
            </a:pPr>
            <a:r>
              <a:rPr lang="en-US" sz="1050" dirty="0">
                <a:latin typeface="Arial" charset="0"/>
                <a:cs typeface="Arial" charset="0"/>
              </a:rPr>
              <a:t>clock 2</a:t>
            </a:r>
          </a:p>
        </p:txBody>
      </p:sp>
      <p:sp>
        <p:nvSpPr>
          <p:cNvPr id="32" name="TextBox 31">
            <a:extLst>
              <a:ext uri="{FF2B5EF4-FFF2-40B4-BE49-F238E27FC236}">
                <a16:creationId xmlns:a16="http://schemas.microsoft.com/office/drawing/2014/main" id="{078BAE05-4DB9-4AD0-9731-31322901B8DC}"/>
              </a:ext>
            </a:extLst>
          </p:cNvPr>
          <p:cNvSpPr txBox="1"/>
          <p:nvPr/>
        </p:nvSpPr>
        <p:spPr bwMode="auto">
          <a:xfrm>
            <a:off x="6732588" y="3609976"/>
            <a:ext cx="560387" cy="254000"/>
          </a:xfrm>
          <a:prstGeom prst="rect">
            <a:avLst/>
          </a:prstGeom>
          <a:noFill/>
        </p:spPr>
        <p:txBody>
          <a:bodyPr wrap="none">
            <a:spAutoFit/>
          </a:bodyPr>
          <a:lstStyle/>
          <a:p>
            <a:pPr eaLnBrk="1" hangingPunct="1">
              <a:defRPr/>
            </a:pPr>
            <a:r>
              <a:rPr lang="en-US" sz="1050" dirty="0">
                <a:latin typeface="Arial" charset="0"/>
                <a:cs typeface="Arial" charset="0"/>
              </a:rPr>
              <a:t>data 2</a:t>
            </a:r>
            <a:endParaRPr lang="en-US" dirty="0">
              <a:latin typeface="Arial" charset="0"/>
              <a:cs typeface="Arial" charset="0"/>
            </a:endParaRPr>
          </a:p>
        </p:txBody>
      </p:sp>
      <p:sp>
        <p:nvSpPr>
          <p:cNvPr id="13323" name="Left Brace 32">
            <a:extLst>
              <a:ext uri="{FF2B5EF4-FFF2-40B4-BE49-F238E27FC236}">
                <a16:creationId xmlns:a16="http://schemas.microsoft.com/office/drawing/2014/main" id="{B791663E-9FB4-4854-A57C-534A49F475BC}"/>
              </a:ext>
            </a:extLst>
          </p:cNvPr>
          <p:cNvSpPr>
            <a:spLocks/>
          </p:cNvSpPr>
          <p:nvPr/>
        </p:nvSpPr>
        <p:spPr bwMode="auto">
          <a:xfrm rot="5400000">
            <a:off x="4329454" y="2732204"/>
            <a:ext cx="202798" cy="913884"/>
          </a:xfrm>
          <a:prstGeom prst="leftBrace">
            <a:avLst>
              <a:gd name="adj1" fmla="val 49194"/>
              <a:gd name="adj2" fmla="val 50000"/>
            </a:avLst>
          </a:prstGeom>
          <a:noFill/>
          <a:ln w="9525" algn="ctr">
            <a:solidFill>
              <a:srgbClr val="0000FF"/>
            </a:solidFill>
            <a:round/>
            <a:headEnd/>
            <a:tailEnd/>
          </a:ln>
          <a:extLst>
            <a:ext uri="{909E8E84-426E-40DD-AFC4-6F175D3DCCD1}">
              <a14:hiddenFill xmlns:a14="http://schemas.microsoft.com/office/drawing/2010/main">
                <a:solidFill>
                  <a:srgbClr val="FFFFFF"/>
                </a:solidFill>
              </a14:hiddenFill>
            </a:ext>
          </a:extLst>
        </p:spPr>
        <p:txBody>
          <a:bodyPr anchor="ct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algn="ctr" eaLnBrk="1" hangingPunct="1"/>
            <a:endParaRPr lang="en-US" altLang="en-US"/>
          </a:p>
        </p:txBody>
      </p:sp>
      <p:sp>
        <p:nvSpPr>
          <p:cNvPr id="13324" name="Left Brace 33">
            <a:extLst>
              <a:ext uri="{FF2B5EF4-FFF2-40B4-BE49-F238E27FC236}">
                <a16:creationId xmlns:a16="http://schemas.microsoft.com/office/drawing/2014/main" id="{8A2C167F-3879-41E0-BCB6-CAC28EEF0FD2}"/>
              </a:ext>
            </a:extLst>
          </p:cNvPr>
          <p:cNvSpPr>
            <a:spLocks/>
          </p:cNvSpPr>
          <p:nvPr/>
        </p:nvSpPr>
        <p:spPr bwMode="auto">
          <a:xfrm rot="5400000">
            <a:off x="7575729" y="2732204"/>
            <a:ext cx="202798" cy="913884"/>
          </a:xfrm>
          <a:prstGeom prst="leftBrace">
            <a:avLst>
              <a:gd name="adj1" fmla="val 49194"/>
              <a:gd name="adj2" fmla="val 50000"/>
            </a:avLst>
          </a:prstGeom>
          <a:noFill/>
          <a:ln w="9525" algn="ctr">
            <a:solidFill>
              <a:srgbClr val="0000FF"/>
            </a:solidFill>
            <a:round/>
            <a:headEnd/>
            <a:tailEnd/>
          </a:ln>
          <a:extLst>
            <a:ext uri="{909E8E84-426E-40DD-AFC4-6F175D3DCCD1}">
              <a14:hiddenFill xmlns:a14="http://schemas.microsoft.com/office/drawing/2010/main">
                <a:solidFill>
                  <a:srgbClr val="FFFFFF"/>
                </a:solidFill>
              </a14:hiddenFill>
            </a:ext>
          </a:extLst>
        </p:spPr>
        <p:txBody>
          <a:bodyPr anchor="ct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algn="ctr" eaLnBrk="1" hangingPunct="1"/>
            <a:endParaRPr lang="en-US" altLang="en-US"/>
          </a:p>
        </p:txBody>
      </p:sp>
      <p:sp>
        <p:nvSpPr>
          <p:cNvPr id="13325" name="Rectangle 34">
            <a:extLst>
              <a:ext uri="{FF2B5EF4-FFF2-40B4-BE49-F238E27FC236}">
                <a16:creationId xmlns:a16="http://schemas.microsoft.com/office/drawing/2014/main" id="{46CA2F80-170C-4D1F-8B81-5A5315322517}"/>
              </a:ext>
            </a:extLst>
          </p:cNvPr>
          <p:cNvSpPr>
            <a:spLocks noChangeArrowheads="1"/>
          </p:cNvSpPr>
          <p:nvPr/>
        </p:nvSpPr>
        <p:spPr bwMode="auto">
          <a:xfrm>
            <a:off x="3840804" y="2744789"/>
            <a:ext cx="1133611" cy="2615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sz="1100"/>
              <a:t>launch flip-flop </a:t>
            </a:r>
          </a:p>
        </p:txBody>
      </p:sp>
      <p:sp>
        <p:nvSpPr>
          <p:cNvPr id="13326" name="Rectangle 35">
            <a:extLst>
              <a:ext uri="{FF2B5EF4-FFF2-40B4-BE49-F238E27FC236}">
                <a16:creationId xmlns:a16="http://schemas.microsoft.com/office/drawing/2014/main" id="{8C9B5E99-EC4A-485A-8F65-C62C754A9AE7}"/>
              </a:ext>
            </a:extLst>
          </p:cNvPr>
          <p:cNvSpPr>
            <a:spLocks noChangeArrowheads="1"/>
          </p:cNvSpPr>
          <p:nvPr/>
        </p:nvSpPr>
        <p:spPr bwMode="auto">
          <a:xfrm>
            <a:off x="7176441" y="2775565"/>
            <a:ext cx="1186509" cy="2615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sz="1100"/>
              <a:t>capture flip-flop </a:t>
            </a:r>
          </a:p>
        </p:txBody>
      </p:sp>
      <p:sp>
        <p:nvSpPr>
          <p:cNvPr id="13327" name="TextBox 36">
            <a:extLst>
              <a:ext uri="{FF2B5EF4-FFF2-40B4-BE49-F238E27FC236}">
                <a16:creationId xmlns:a16="http://schemas.microsoft.com/office/drawing/2014/main" id="{586D74CA-ED59-4D9C-9A5F-49FAAA247F1E}"/>
              </a:ext>
            </a:extLst>
          </p:cNvPr>
          <p:cNvSpPr txBox="1">
            <a:spLocks noChangeArrowheads="1"/>
          </p:cNvSpPr>
          <p:nvPr/>
        </p:nvSpPr>
        <p:spPr bwMode="auto">
          <a:xfrm>
            <a:off x="4243948" y="3515497"/>
            <a:ext cx="373809" cy="2769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sz="1200" dirty="0">
                <a:solidFill>
                  <a:schemeClr val="bg1"/>
                </a:solidFill>
              </a:rPr>
              <a:t>FF</a:t>
            </a:r>
          </a:p>
        </p:txBody>
      </p:sp>
      <p:sp>
        <p:nvSpPr>
          <p:cNvPr id="13328" name="TextBox 37">
            <a:extLst>
              <a:ext uri="{FF2B5EF4-FFF2-40B4-BE49-F238E27FC236}">
                <a16:creationId xmlns:a16="http://schemas.microsoft.com/office/drawing/2014/main" id="{F04F80BF-2F50-4C21-B2D1-7DDF74F0ABE3}"/>
              </a:ext>
            </a:extLst>
          </p:cNvPr>
          <p:cNvSpPr txBox="1">
            <a:spLocks noChangeArrowheads="1"/>
          </p:cNvSpPr>
          <p:nvPr/>
        </p:nvSpPr>
        <p:spPr bwMode="auto">
          <a:xfrm>
            <a:off x="7487647" y="3459531"/>
            <a:ext cx="373809" cy="2769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sz="1200" dirty="0">
                <a:solidFill>
                  <a:schemeClr val="bg1"/>
                </a:solidFill>
              </a:rPr>
              <a:t>FF</a:t>
            </a:r>
            <a:endParaRPr lang="en-US" altLang="en-US" dirty="0">
              <a:solidFill>
                <a:schemeClr val="bg1"/>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Title 1">
            <a:extLst>
              <a:ext uri="{FF2B5EF4-FFF2-40B4-BE49-F238E27FC236}">
                <a16:creationId xmlns:a16="http://schemas.microsoft.com/office/drawing/2014/main" id="{4349FB63-68E8-433A-AD6B-3A35B1A1F0E3}"/>
              </a:ext>
            </a:extLst>
          </p:cNvPr>
          <p:cNvSpPr>
            <a:spLocks noGrp="1"/>
          </p:cNvSpPr>
          <p:nvPr>
            <p:ph type="title"/>
          </p:nvPr>
        </p:nvSpPr>
        <p:spPr/>
        <p:txBody>
          <a:bodyPr/>
          <a:lstStyle/>
          <a:p>
            <a:r>
              <a:rPr lang="en-US" altLang="en-US"/>
              <a:t>Data and Clock Signals for Setup Timing Check</a:t>
            </a:r>
          </a:p>
        </p:txBody>
      </p:sp>
      <p:sp>
        <p:nvSpPr>
          <p:cNvPr id="14347" name="Content Placeholder 2">
            <a:extLst>
              <a:ext uri="{FF2B5EF4-FFF2-40B4-BE49-F238E27FC236}">
                <a16:creationId xmlns:a16="http://schemas.microsoft.com/office/drawing/2014/main" id="{DA57C371-8627-4E07-9C86-5199898B6A8F}"/>
              </a:ext>
            </a:extLst>
          </p:cNvPr>
          <p:cNvSpPr>
            <a:spLocks noGrp="1"/>
          </p:cNvSpPr>
          <p:nvPr>
            <p:ph type="body" sz="quarter" idx="10"/>
          </p:nvPr>
        </p:nvSpPr>
        <p:spPr/>
        <p:txBody>
          <a:bodyPr/>
          <a:lstStyle/>
          <a:p>
            <a:pPr marL="0" indent="0">
              <a:buNone/>
            </a:pPr>
            <a:r>
              <a:rPr lang="en-US" altLang="en-US" sz="2000" dirty="0"/>
              <a:t>Setup condition</a:t>
            </a:r>
          </a:p>
          <a:p>
            <a:pPr marL="0" indent="0" algn="ctr">
              <a:buNone/>
            </a:pPr>
            <a:r>
              <a:rPr lang="en-US" altLang="en-US" sz="2000" dirty="0" err="1"/>
              <a:t>T</a:t>
            </a:r>
            <a:r>
              <a:rPr lang="en-US" altLang="en-US" sz="1600" baseline="-25000" dirty="0" err="1"/>
              <a:t>launch</a:t>
            </a:r>
            <a:r>
              <a:rPr lang="en-US" altLang="en-US" sz="2000" dirty="0"/>
              <a:t> + T</a:t>
            </a:r>
            <a:r>
              <a:rPr lang="en-US" altLang="en-US" sz="1600" baseline="-25000" dirty="0"/>
              <a:t>LFF</a:t>
            </a:r>
            <a:r>
              <a:rPr lang="en-US" altLang="en-US" sz="2000" dirty="0"/>
              <a:t> + T</a:t>
            </a:r>
            <a:r>
              <a:rPr lang="en-US" altLang="en-US" sz="1600" baseline="-25000" dirty="0"/>
              <a:t>c</a:t>
            </a:r>
            <a:r>
              <a:rPr lang="en-US" altLang="en-US" sz="2000" dirty="0"/>
              <a:t> &lt; </a:t>
            </a:r>
            <a:r>
              <a:rPr lang="en-US" altLang="en-US" sz="2000" dirty="0" err="1"/>
              <a:t>T</a:t>
            </a:r>
            <a:r>
              <a:rPr lang="en-US" altLang="en-US" sz="1600" baseline="-25000" dirty="0" err="1"/>
              <a:t>capture</a:t>
            </a:r>
            <a:r>
              <a:rPr lang="en-US" altLang="en-US" sz="2000" dirty="0"/>
              <a:t> + </a:t>
            </a:r>
            <a:r>
              <a:rPr lang="en-US" altLang="en-US" sz="2000" dirty="0" err="1"/>
              <a:t>T</a:t>
            </a:r>
            <a:r>
              <a:rPr lang="en-US" altLang="en-US" sz="1600" baseline="-25000" dirty="0" err="1"/>
              <a:t>cycle</a:t>
            </a:r>
            <a:r>
              <a:rPr lang="en-US" altLang="en-US" sz="2000" dirty="0"/>
              <a:t> - </a:t>
            </a:r>
            <a:r>
              <a:rPr lang="en-US" altLang="en-US" sz="2000" dirty="0" err="1"/>
              <a:t>T</a:t>
            </a:r>
            <a:r>
              <a:rPr lang="en-US" altLang="en-US" sz="1600" baseline="-25000" dirty="0" err="1"/>
              <a:t>setup</a:t>
            </a:r>
            <a:endParaRPr lang="en-US" altLang="en-US" sz="1600" baseline="-25000" dirty="0"/>
          </a:p>
        </p:txBody>
      </p:sp>
      <p:grpSp>
        <p:nvGrpSpPr>
          <p:cNvPr id="14339" name="Group 39">
            <a:extLst>
              <a:ext uri="{FF2B5EF4-FFF2-40B4-BE49-F238E27FC236}">
                <a16:creationId xmlns:a16="http://schemas.microsoft.com/office/drawing/2014/main" id="{F84BE233-D800-46D7-BC2F-7D61C49F151F}"/>
              </a:ext>
            </a:extLst>
          </p:cNvPr>
          <p:cNvGrpSpPr>
            <a:grpSpLocks/>
          </p:cNvGrpSpPr>
          <p:nvPr/>
        </p:nvGrpSpPr>
        <p:grpSpPr bwMode="auto">
          <a:xfrm>
            <a:off x="3588343" y="2205131"/>
            <a:ext cx="4633912" cy="4168775"/>
            <a:chOff x="4385615" y="1203477"/>
            <a:chExt cx="4635380" cy="4169739"/>
          </a:xfrm>
        </p:grpSpPr>
        <p:sp>
          <p:nvSpPr>
            <p:cNvPr id="14348" name="Rectangle 38">
              <a:extLst>
                <a:ext uri="{FF2B5EF4-FFF2-40B4-BE49-F238E27FC236}">
                  <a16:creationId xmlns:a16="http://schemas.microsoft.com/office/drawing/2014/main" id="{DDEF0021-3E88-455A-95C4-236047992F02}"/>
                </a:ext>
              </a:extLst>
            </p:cNvPr>
            <p:cNvSpPr>
              <a:spLocks noChangeArrowheads="1"/>
            </p:cNvSpPr>
            <p:nvPr/>
          </p:nvSpPr>
          <p:spPr bwMode="auto">
            <a:xfrm>
              <a:off x="6715126" y="4194505"/>
              <a:ext cx="619782" cy="1178711"/>
            </a:xfrm>
            <a:prstGeom prst="rect">
              <a:avLst/>
            </a:prstGeom>
            <a:pattFill prst="ltDnDiag">
              <a:fgClr>
                <a:schemeClr val="tx2"/>
              </a:fgClr>
              <a:bgClr>
                <a:schemeClr val="bg1"/>
              </a:bgClr>
            </a:pattFill>
            <a:ln>
              <a:noFill/>
            </a:ln>
            <a:extLst>
              <a:ext uri="{91240B29-F687-4F45-9708-019B960494DF}">
                <a14:hiddenLine xmlns:a14="http://schemas.microsoft.com/office/drawing/2010/main" w="9525" algn="ctr">
                  <a:solidFill>
                    <a:srgbClr val="000000"/>
                  </a:solidFill>
                  <a:round/>
                  <a:headEnd/>
                  <a:tailEnd/>
                </a14:hiddenLine>
              </a:ext>
            </a:extLst>
          </p:spPr>
          <p:txBody>
            <a:bodyPr anchor="ct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sz="1800"/>
            </a:p>
          </p:txBody>
        </p:sp>
        <p:grpSp>
          <p:nvGrpSpPr>
            <p:cNvPr id="14349" name="Group 119">
              <a:extLst>
                <a:ext uri="{FF2B5EF4-FFF2-40B4-BE49-F238E27FC236}">
                  <a16:creationId xmlns:a16="http://schemas.microsoft.com/office/drawing/2014/main" id="{2BA592A2-AD77-40ED-91DB-8DBAD22D54A3}"/>
                </a:ext>
              </a:extLst>
            </p:cNvPr>
            <p:cNvGrpSpPr>
              <a:grpSpLocks/>
            </p:cNvGrpSpPr>
            <p:nvPr/>
          </p:nvGrpSpPr>
          <p:grpSpPr bwMode="auto">
            <a:xfrm>
              <a:off x="4588745" y="2950345"/>
              <a:ext cx="4357614" cy="2373740"/>
              <a:chOff x="4382526" y="2621744"/>
              <a:chExt cx="4243021" cy="3092450"/>
            </a:xfrm>
          </p:grpSpPr>
          <p:cxnSp>
            <p:nvCxnSpPr>
              <p:cNvPr id="6" name="Elbow Connector 5">
                <a:extLst>
                  <a:ext uri="{FF2B5EF4-FFF2-40B4-BE49-F238E27FC236}">
                    <a16:creationId xmlns:a16="http://schemas.microsoft.com/office/drawing/2014/main" id="{2CF19EB3-9463-4CDD-8D23-B85E507C10E1}"/>
                  </a:ext>
                </a:extLst>
              </p:cNvPr>
              <p:cNvCxnSpPr/>
              <p:nvPr/>
            </p:nvCxnSpPr>
            <p:spPr bwMode="auto">
              <a:xfrm flipV="1">
                <a:off x="4863538" y="2880044"/>
                <a:ext cx="804046" cy="403384"/>
              </a:xfrm>
              <a:prstGeom prst="bentConnector3">
                <a:avLst>
                  <a:gd name="adj1" fmla="val -592"/>
                </a:avLst>
              </a:prstGeom>
              <a:ln>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7" name="Elbow Connector 6">
                <a:extLst>
                  <a:ext uri="{FF2B5EF4-FFF2-40B4-BE49-F238E27FC236}">
                    <a16:creationId xmlns:a16="http://schemas.microsoft.com/office/drawing/2014/main" id="{84A9E6A9-F994-48E0-BF9F-EF2A8AA48430}"/>
                  </a:ext>
                </a:extLst>
              </p:cNvPr>
              <p:cNvCxnSpPr/>
              <p:nvPr/>
            </p:nvCxnSpPr>
            <p:spPr bwMode="auto">
              <a:xfrm>
                <a:off x="5667584" y="2880044"/>
                <a:ext cx="766936" cy="403384"/>
              </a:xfrm>
              <a:prstGeom prst="bentConnector3">
                <a:avLst>
                  <a:gd name="adj1" fmla="val -517"/>
                </a:avLst>
              </a:prstGeom>
              <a:ln>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8" name="Elbow Connector 7">
                <a:extLst>
                  <a:ext uri="{FF2B5EF4-FFF2-40B4-BE49-F238E27FC236}">
                    <a16:creationId xmlns:a16="http://schemas.microsoft.com/office/drawing/2014/main" id="{2A9B75B8-35D9-42FB-A9A1-C2956B7CE439}"/>
                  </a:ext>
                </a:extLst>
              </p:cNvPr>
              <p:cNvCxnSpPr/>
              <p:nvPr/>
            </p:nvCxnSpPr>
            <p:spPr bwMode="auto">
              <a:xfrm flipV="1">
                <a:off x="6434520" y="2880044"/>
                <a:ext cx="804046" cy="403384"/>
              </a:xfrm>
              <a:prstGeom prst="bentConnector3">
                <a:avLst>
                  <a:gd name="adj1" fmla="val 1779"/>
                </a:avLst>
              </a:prstGeom>
              <a:ln>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9" name="Elbow Connector 8">
                <a:extLst>
                  <a:ext uri="{FF2B5EF4-FFF2-40B4-BE49-F238E27FC236}">
                    <a16:creationId xmlns:a16="http://schemas.microsoft.com/office/drawing/2014/main" id="{1D0E7138-DE5D-4084-B36C-09AB0197DDB0}"/>
                  </a:ext>
                </a:extLst>
              </p:cNvPr>
              <p:cNvCxnSpPr/>
              <p:nvPr/>
            </p:nvCxnSpPr>
            <p:spPr bwMode="auto">
              <a:xfrm>
                <a:off x="7238567" y="2880044"/>
                <a:ext cx="802501" cy="403384"/>
              </a:xfrm>
              <a:prstGeom prst="bentConnector3">
                <a:avLst>
                  <a:gd name="adj1" fmla="val 989"/>
                </a:avLst>
              </a:prstGeom>
              <a:ln>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10" name="Elbow Connector 9">
                <a:extLst>
                  <a:ext uri="{FF2B5EF4-FFF2-40B4-BE49-F238E27FC236}">
                    <a16:creationId xmlns:a16="http://schemas.microsoft.com/office/drawing/2014/main" id="{90932314-5066-4618-A362-54041513A96B}"/>
                  </a:ext>
                </a:extLst>
              </p:cNvPr>
              <p:cNvCxnSpPr/>
              <p:nvPr/>
            </p:nvCxnSpPr>
            <p:spPr bwMode="auto">
              <a:xfrm flipV="1">
                <a:off x="5302671" y="3684743"/>
                <a:ext cx="766936" cy="401315"/>
              </a:xfrm>
              <a:prstGeom prst="bentConnector3">
                <a:avLst>
                  <a:gd name="adj1" fmla="val -517"/>
                </a:avLst>
              </a:prstGeom>
              <a:ln>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11" name="Elbow Connector 10">
                <a:extLst>
                  <a:ext uri="{FF2B5EF4-FFF2-40B4-BE49-F238E27FC236}">
                    <a16:creationId xmlns:a16="http://schemas.microsoft.com/office/drawing/2014/main" id="{EDFB522D-00F1-4AED-A69B-A198DFA99ABD}"/>
                  </a:ext>
                </a:extLst>
              </p:cNvPr>
              <p:cNvCxnSpPr/>
              <p:nvPr/>
            </p:nvCxnSpPr>
            <p:spPr bwMode="auto">
              <a:xfrm>
                <a:off x="6069607" y="3684743"/>
                <a:ext cx="802501" cy="401315"/>
              </a:xfrm>
              <a:prstGeom prst="bentConnector3">
                <a:avLst>
                  <a:gd name="adj1" fmla="val 198"/>
                </a:avLst>
              </a:prstGeom>
              <a:ln>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12" name="Elbow Connector 11">
                <a:extLst>
                  <a:ext uri="{FF2B5EF4-FFF2-40B4-BE49-F238E27FC236}">
                    <a16:creationId xmlns:a16="http://schemas.microsoft.com/office/drawing/2014/main" id="{AC1EE151-4877-40AF-8E96-6FC0B76C030B}"/>
                  </a:ext>
                </a:extLst>
              </p:cNvPr>
              <p:cNvCxnSpPr/>
              <p:nvPr/>
            </p:nvCxnSpPr>
            <p:spPr bwMode="auto">
              <a:xfrm flipV="1">
                <a:off x="6867468" y="3719909"/>
                <a:ext cx="804046" cy="353737"/>
              </a:xfrm>
              <a:prstGeom prst="bentConnector3">
                <a:avLst>
                  <a:gd name="adj1" fmla="val -395"/>
                </a:avLst>
              </a:prstGeom>
              <a:ln>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13" name="Elbow Connector 12">
                <a:extLst>
                  <a:ext uri="{FF2B5EF4-FFF2-40B4-BE49-F238E27FC236}">
                    <a16:creationId xmlns:a16="http://schemas.microsoft.com/office/drawing/2014/main" id="{C213C750-B813-4311-8136-3FE2F0978FD2}"/>
                  </a:ext>
                </a:extLst>
              </p:cNvPr>
              <p:cNvCxnSpPr/>
              <p:nvPr/>
            </p:nvCxnSpPr>
            <p:spPr bwMode="auto">
              <a:xfrm>
                <a:off x="7662237" y="3719909"/>
                <a:ext cx="779306" cy="384766"/>
              </a:xfrm>
              <a:prstGeom prst="bentConnector3">
                <a:avLst>
                  <a:gd name="adj1" fmla="val -101"/>
                </a:avLst>
              </a:prstGeom>
              <a:ln>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14" name="Straight Connector 13">
                <a:extLst>
                  <a:ext uri="{FF2B5EF4-FFF2-40B4-BE49-F238E27FC236}">
                    <a16:creationId xmlns:a16="http://schemas.microsoft.com/office/drawing/2014/main" id="{6DD67661-F6B6-4265-965B-21596147FB56}"/>
                  </a:ext>
                </a:extLst>
              </p:cNvPr>
              <p:cNvCxnSpPr/>
              <p:nvPr/>
            </p:nvCxnSpPr>
            <p:spPr bwMode="auto">
              <a:xfrm>
                <a:off x="4832613" y="4350843"/>
                <a:ext cx="2811069" cy="2068"/>
              </a:xfrm>
              <a:prstGeom prst="line">
                <a:avLst/>
              </a:prstGeom>
              <a:ln>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15" name="Straight Connector 14">
                <a:extLst>
                  <a:ext uri="{FF2B5EF4-FFF2-40B4-BE49-F238E27FC236}">
                    <a16:creationId xmlns:a16="http://schemas.microsoft.com/office/drawing/2014/main" id="{B77FAFEE-C754-481B-B3B7-F987A5D8C2B4}"/>
                  </a:ext>
                </a:extLst>
              </p:cNvPr>
              <p:cNvCxnSpPr/>
              <p:nvPr/>
            </p:nvCxnSpPr>
            <p:spPr bwMode="auto">
              <a:xfrm>
                <a:off x="4841890" y="4743884"/>
                <a:ext cx="2812616" cy="0"/>
              </a:xfrm>
              <a:prstGeom prst="line">
                <a:avLst/>
              </a:prstGeom>
              <a:ln>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14393" name="Straight Connector 15">
                <a:extLst>
                  <a:ext uri="{FF2B5EF4-FFF2-40B4-BE49-F238E27FC236}">
                    <a16:creationId xmlns:a16="http://schemas.microsoft.com/office/drawing/2014/main" id="{F6CB7C65-40E6-49EC-BA99-7F8518927BBE}"/>
                  </a:ext>
                </a:extLst>
              </p:cNvPr>
              <p:cNvCxnSpPr>
                <a:cxnSpLocks noChangeShapeType="1"/>
              </p:cNvCxnSpPr>
              <p:nvPr/>
            </p:nvCxnSpPr>
            <p:spPr bwMode="auto">
              <a:xfrm rot="5400000">
                <a:off x="4407692" y="3082126"/>
                <a:ext cx="912825" cy="1588"/>
              </a:xfrm>
              <a:prstGeom prst="line">
                <a:avLst/>
              </a:prstGeom>
              <a:noFill/>
              <a:ln w="9525" algn="ctr">
                <a:solidFill>
                  <a:srgbClr val="0000FF"/>
                </a:solidFill>
                <a:prstDash val="dash"/>
                <a:round/>
                <a:headEnd/>
                <a:tailEnd/>
              </a:ln>
              <a:extLst>
                <a:ext uri="{909E8E84-426E-40DD-AFC4-6F175D3DCCD1}">
                  <a14:hiddenFill xmlns:a14="http://schemas.microsoft.com/office/drawing/2010/main">
                    <a:noFill/>
                  </a14:hiddenFill>
                </a:ext>
              </a:extLst>
            </p:spPr>
          </p:cxnSp>
          <p:cxnSp>
            <p:nvCxnSpPr>
              <p:cNvPr id="14394" name="Straight Connector 16">
                <a:extLst>
                  <a:ext uri="{FF2B5EF4-FFF2-40B4-BE49-F238E27FC236}">
                    <a16:creationId xmlns:a16="http://schemas.microsoft.com/office/drawing/2014/main" id="{53F3CCAB-4637-4CB0-8EF4-4B1D540FE07B}"/>
                  </a:ext>
                </a:extLst>
              </p:cNvPr>
              <p:cNvCxnSpPr>
                <a:cxnSpLocks noChangeShapeType="1"/>
              </p:cNvCxnSpPr>
              <p:nvPr/>
            </p:nvCxnSpPr>
            <p:spPr bwMode="auto">
              <a:xfrm rot="5400000">
                <a:off x="5202247" y="3429000"/>
                <a:ext cx="219078" cy="1588"/>
              </a:xfrm>
              <a:prstGeom prst="line">
                <a:avLst/>
              </a:prstGeom>
              <a:noFill/>
              <a:ln w="9525" algn="ctr">
                <a:solidFill>
                  <a:srgbClr val="0000FF"/>
                </a:solidFill>
                <a:prstDash val="dash"/>
                <a:round/>
                <a:headEnd/>
                <a:tailEnd/>
              </a:ln>
              <a:extLst>
                <a:ext uri="{909E8E84-426E-40DD-AFC4-6F175D3DCCD1}">
                  <a14:hiddenFill xmlns:a14="http://schemas.microsoft.com/office/drawing/2010/main">
                    <a:noFill/>
                  </a14:hiddenFill>
                </a:ext>
              </a:extLst>
            </p:spPr>
          </p:cxnSp>
          <p:cxnSp>
            <p:nvCxnSpPr>
              <p:cNvPr id="14395" name="Straight Arrow Connector 17">
                <a:extLst>
                  <a:ext uri="{FF2B5EF4-FFF2-40B4-BE49-F238E27FC236}">
                    <a16:creationId xmlns:a16="http://schemas.microsoft.com/office/drawing/2014/main" id="{6BC3B51E-F630-4ACF-811C-7BFAE808580C}"/>
                  </a:ext>
                </a:extLst>
              </p:cNvPr>
              <p:cNvCxnSpPr>
                <a:cxnSpLocks noChangeShapeType="1"/>
              </p:cNvCxnSpPr>
              <p:nvPr/>
            </p:nvCxnSpPr>
            <p:spPr bwMode="auto">
              <a:xfrm>
                <a:off x="4864104" y="3429000"/>
                <a:ext cx="438156" cy="1588"/>
              </a:xfrm>
              <a:prstGeom prst="straightConnector1">
                <a:avLst/>
              </a:prstGeom>
              <a:noFill/>
              <a:ln w="9525" algn="ctr">
                <a:solidFill>
                  <a:srgbClr val="0000FF"/>
                </a:solidFill>
                <a:round/>
                <a:headEnd type="triangle" w="med" len="med"/>
                <a:tailEnd type="triangle" w="med" len="med"/>
              </a:ln>
            </p:spPr>
          </p:cxnSp>
          <p:cxnSp>
            <p:nvCxnSpPr>
              <p:cNvPr id="14396" name="Straight Arrow Connector 18">
                <a:extLst>
                  <a:ext uri="{FF2B5EF4-FFF2-40B4-BE49-F238E27FC236}">
                    <a16:creationId xmlns:a16="http://schemas.microsoft.com/office/drawing/2014/main" id="{C7AEEE8E-DFC2-4946-A235-1320F84D38EA}"/>
                  </a:ext>
                </a:extLst>
              </p:cNvPr>
              <p:cNvCxnSpPr>
                <a:cxnSpLocks noChangeShapeType="1"/>
              </p:cNvCxnSpPr>
              <p:nvPr/>
            </p:nvCxnSpPr>
            <p:spPr bwMode="auto">
              <a:xfrm>
                <a:off x="4868867" y="2754305"/>
                <a:ext cx="1570059" cy="0"/>
              </a:xfrm>
              <a:prstGeom prst="straightConnector1">
                <a:avLst/>
              </a:prstGeom>
              <a:noFill/>
              <a:ln w="9525" algn="ctr">
                <a:solidFill>
                  <a:srgbClr val="0000FF"/>
                </a:solidFill>
                <a:round/>
                <a:headEnd type="triangle" w="med" len="med"/>
                <a:tailEnd type="triangle" w="med" len="med"/>
              </a:ln>
            </p:spPr>
          </p:cxnSp>
          <p:cxnSp>
            <p:nvCxnSpPr>
              <p:cNvPr id="14397" name="Straight Connector 19">
                <a:extLst>
                  <a:ext uri="{FF2B5EF4-FFF2-40B4-BE49-F238E27FC236}">
                    <a16:creationId xmlns:a16="http://schemas.microsoft.com/office/drawing/2014/main" id="{19814918-27ED-468A-9F99-D68C58443BD6}"/>
                  </a:ext>
                </a:extLst>
              </p:cNvPr>
              <p:cNvCxnSpPr>
                <a:cxnSpLocks noChangeShapeType="1"/>
              </p:cNvCxnSpPr>
              <p:nvPr/>
            </p:nvCxnSpPr>
            <p:spPr bwMode="auto">
              <a:xfrm rot="5400000">
                <a:off x="6049981" y="4643455"/>
                <a:ext cx="803286" cy="1588"/>
              </a:xfrm>
              <a:prstGeom prst="line">
                <a:avLst/>
              </a:prstGeom>
              <a:noFill/>
              <a:ln w="9525" algn="ctr">
                <a:solidFill>
                  <a:srgbClr val="0000FF"/>
                </a:solidFill>
                <a:prstDash val="dash"/>
                <a:round/>
                <a:headEnd/>
                <a:tailEnd/>
              </a:ln>
              <a:extLst>
                <a:ext uri="{909E8E84-426E-40DD-AFC4-6F175D3DCCD1}">
                  <a14:hiddenFill xmlns:a14="http://schemas.microsoft.com/office/drawing/2010/main">
                    <a:noFill/>
                  </a14:hiddenFill>
                </a:ext>
              </a:extLst>
            </p:spPr>
          </p:cxnSp>
          <p:cxnSp>
            <p:nvCxnSpPr>
              <p:cNvPr id="14398" name="Straight Connector 20">
                <a:extLst>
                  <a:ext uri="{FF2B5EF4-FFF2-40B4-BE49-F238E27FC236}">
                    <a16:creationId xmlns:a16="http://schemas.microsoft.com/office/drawing/2014/main" id="{F143297B-963B-456D-BFED-FD4DCCDB2924}"/>
                  </a:ext>
                </a:extLst>
              </p:cNvPr>
              <p:cNvCxnSpPr>
                <a:cxnSpLocks noChangeShapeType="1"/>
              </p:cNvCxnSpPr>
              <p:nvPr/>
            </p:nvCxnSpPr>
            <p:spPr bwMode="auto">
              <a:xfrm rot="5400000">
                <a:off x="6895337" y="4912539"/>
                <a:ext cx="328617" cy="1588"/>
              </a:xfrm>
              <a:prstGeom prst="line">
                <a:avLst/>
              </a:prstGeom>
              <a:noFill/>
              <a:ln w="9525" algn="ctr">
                <a:solidFill>
                  <a:srgbClr val="0000FF"/>
                </a:solidFill>
                <a:prstDash val="dash"/>
                <a:round/>
                <a:headEnd/>
                <a:tailEnd/>
              </a:ln>
              <a:extLst>
                <a:ext uri="{909E8E84-426E-40DD-AFC4-6F175D3DCCD1}">
                  <a14:hiddenFill xmlns:a14="http://schemas.microsoft.com/office/drawing/2010/main">
                    <a:noFill/>
                  </a14:hiddenFill>
                </a:ext>
              </a:extLst>
            </p:spPr>
          </p:cxnSp>
          <p:cxnSp>
            <p:nvCxnSpPr>
              <p:cNvPr id="14399" name="Straight Connector 21">
                <a:extLst>
                  <a:ext uri="{FF2B5EF4-FFF2-40B4-BE49-F238E27FC236}">
                    <a16:creationId xmlns:a16="http://schemas.microsoft.com/office/drawing/2014/main" id="{1A01565E-93E5-4C35-8393-E98267FBFB5D}"/>
                  </a:ext>
                </a:extLst>
              </p:cNvPr>
              <p:cNvCxnSpPr>
                <a:cxnSpLocks noChangeShapeType="1"/>
              </p:cNvCxnSpPr>
              <p:nvPr/>
            </p:nvCxnSpPr>
            <p:spPr bwMode="auto">
              <a:xfrm rot="5400000">
                <a:off x="4687098" y="4907776"/>
                <a:ext cx="328617" cy="1588"/>
              </a:xfrm>
              <a:prstGeom prst="line">
                <a:avLst/>
              </a:prstGeom>
              <a:noFill/>
              <a:ln w="9525" algn="ctr">
                <a:solidFill>
                  <a:srgbClr val="0000FF"/>
                </a:solidFill>
                <a:prstDash val="dash"/>
                <a:round/>
                <a:headEnd/>
                <a:tailEnd/>
              </a:ln>
              <a:extLst>
                <a:ext uri="{909E8E84-426E-40DD-AFC4-6F175D3DCCD1}">
                  <a14:hiddenFill xmlns:a14="http://schemas.microsoft.com/office/drawing/2010/main">
                    <a:noFill/>
                  </a14:hiddenFill>
                </a:ext>
              </a:extLst>
            </p:spPr>
          </p:cxnSp>
          <p:cxnSp>
            <p:nvCxnSpPr>
              <p:cNvPr id="23" name="Elbow Connector 22">
                <a:extLst>
                  <a:ext uri="{FF2B5EF4-FFF2-40B4-BE49-F238E27FC236}">
                    <a16:creationId xmlns:a16="http://schemas.microsoft.com/office/drawing/2014/main" id="{4CDA08FF-92F7-4130-8148-A604B6183CD3}"/>
                  </a:ext>
                </a:extLst>
              </p:cNvPr>
              <p:cNvCxnSpPr/>
              <p:nvPr/>
            </p:nvCxnSpPr>
            <p:spPr bwMode="auto">
              <a:xfrm flipV="1">
                <a:off x="5448017" y="5054179"/>
                <a:ext cx="804046" cy="401315"/>
              </a:xfrm>
              <a:prstGeom prst="bentConnector3">
                <a:avLst>
                  <a:gd name="adj1" fmla="val 198"/>
                </a:avLst>
              </a:prstGeom>
              <a:ln>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24" name="Elbow Connector 23">
                <a:extLst>
                  <a:ext uri="{FF2B5EF4-FFF2-40B4-BE49-F238E27FC236}">
                    <a16:creationId xmlns:a16="http://schemas.microsoft.com/office/drawing/2014/main" id="{AAB408CF-BBD3-4DEA-A263-9C1237CF0C54}"/>
                  </a:ext>
                </a:extLst>
              </p:cNvPr>
              <p:cNvCxnSpPr/>
              <p:nvPr/>
            </p:nvCxnSpPr>
            <p:spPr bwMode="auto">
              <a:xfrm>
                <a:off x="6252064" y="5054179"/>
                <a:ext cx="802501" cy="401315"/>
              </a:xfrm>
              <a:prstGeom prst="bentConnector3">
                <a:avLst>
                  <a:gd name="adj1" fmla="val -987"/>
                </a:avLst>
              </a:prstGeom>
              <a:ln>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25" name="Elbow Connector 24">
                <a:extLst>
                  <a:ext uri="{FF2B5EF4-FFF2-40B4-BE49-F238E27FC236}">
                    <a16:creationId xmlns:a16="http://schemas.microsoft.com/office/drawing/2014/main" id="{443BE618-C3C2-49EF-884C-FDA242BE6B77}"/>
                  </a:ext>
                </a:extLst>
              </p:cNvPr>
              <p:cNvCxnSpPr/>
              <p:nvPr/>
            </p:nvCxnSpPr>
            <p:spPr bwMode="auto">
              <a:xfrm flipV="1">
                <a:off x="7054564" y="5054179"/>
                <a:ext cx="766936" cy="401315"/>
              </a:xfrm>
              <a:prstGeom prst="bentConnector3">
                <a:avLst>
                  <a:gd name="adj1" fmla="val 311"/>
                </a:avLst>
              </a:prstGeom>
              <a:ln>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26" name="Elbow Connector 25">
                <a:extLst>
                  <a:ext uri="{FF2B5EF4-FFF2-40B4-BE49-F238E27FC236}">
                    <a16:creationId xmlns:a16="http://schemas.microsoft.com/office/drawing/2014/main" id="{4AEA7728-AB44-4C45-A409-394BFE8AE2BD}"/>
                  </a:ext>
                </a:extLst>
              </p:cNvPr>
              <p:cNvCxnSpPr/>
              <p:nvPr/>
            </p:nvCxnSpPr>
            <p:spPr bwMode="auto">
              <a:xfrm>
                <a:off x="7821501" y="5054179"/>
                <a:ext cx="804046" cy="401315"/>
              </a:xfrm>
              <a:prstGeom prst="bentConnector3">
                <a:avLst>
                  <a:gd name="adj1" fmla="val 198"/>
                </a:avLst>
              </a:prstGeom>
              <a:ln>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14404" name="Straight Connector 26">
                <a:extLst>
                  <a:ext uri="{FF2B5EF4-FFF2-40B4-BE49-F238E27FC236}">
                    <a16:creationId xmlns:a16="http://schemas.microsoft.com/office/drawing/2014/main" id="{F6696FCE-5C66-4B79-A430-E0570BADC6EF}"/>
                  </a:ext>
                </a:extLst>
              </p:cNvPr>
              <p:cNvCxnSpPr>
                <a:cxnSpLocks noChangeShapeType="1"/>
              </p:cNvCxnSpPr>
              <p:nvPr/>
            </p:nvCxnSpPr>
            <p:spPr bwMode="auto">
              <a:xfrm rot="5400000">
                <a:off x="5345123" y="4962546"/>
                <a:ext cx="219078" cy="1588"/>
              </a:xfrm>
              <a:prstGeom prst="line">
                <a:avLst/>
              </a:prstGeom>
              <a:noFill/>
              <a:ln w="9525" algn="ctr">
                <a:solidFill>
                  <a:srgbClr val="0000FF"/>
                </a:solidFill>
                <a:prstDash val="dash"/>
                <a:round/>
                <a:headEnd/>
                <a:tailEnd/>
              </a:ln>
              <a:extLst>
                <a:ext uri="{909E8E84-426E-40DD-AFC4-6F175D3DCCD1}">
                  <a14:hiddenFill xmlns:a14="http://schemas.microsoft.com/office/drawing/2010/main">
                    <a:noFill/>
                  </a14:hiddenFill>
                </a:ext>
              </a:extLst>
            </p:spPr>
          </p:cxnSp>
          <p:cxnSp>
            <p:nvCxnSpPr>
              <p:cNvPr id="14405" name="Straight Arrow Connector 27">
                <a:extLst>
                  <a:ext uri="{FF2B5EF4-FFF2-40B4-BE49-F238E27FC236}">
                    <a16:creationId xmlns:a16="http://schemas.microsoft.com/office/drawing/2014/main" id="{A11D7E23-A5A5-449E-8D9A-9E8D50087473}"/>
                  </a:ext>
                </a:extLst>
              </p:cNvPr>
              <p:cNvCxnSpPr>
                <a:cxnSpLocks noChangeShapeType="1"/>
              </p:cNvCxnSpPr>
              <p:nvPr/>
            </p:nvCxnSpPr>
            <p:spPr bwMode="auto">
              <a:xfrm>
                <a:off x="4857754" y="4962546"/>
                <a:ext cx="584208" cy="1588"/>
              </a:xfrm>
              <a:prstGeom prst="straightConnector1">
                <a:avLst/>
              </a:prstGeom>
              <a:noFill/>
              <a:ln w="9525" algn="ctr">
                <a:solidFill>
                  <a:srgbClr val="0000FF"/>
                </a:solidFill>
                <a:round/>
                <a:headEnd type="triangle" w="med" len="med"/>
                <a:tailEnd type="triangle" w="med" len="med"/>
              </a:ln>
            </p:spPr>
          </p:cxnSp>
          <p:cxnSp>
            <p:nvCxnSpPr>
              <p:cNvPr id="14406" name="Straight Arrow Connector 28">
                <a:extLst>
                  <a:ext uri="{FF2B5EF4-FFF2-40B4-BE49-F238E27FC236}">
                    <a16:creationId xmlns:a16="http://schemas.microsoft.com/office/drawing/2014/main" id="{0DBDF1A1-4D6F-4F1F-8F6D-35B42F8B4BBA}"/>
                  </a:ext>
                </a:extLst>
              </p:cNvPr>
              <p:cNvCxnSpPr>
                <a:cxnSpLocks noChangeShapeType="1"/>
              </p:cNvCxnSpPr>
              <p:nvPr/>
            </p:nvCxnSpPr>
            <p:spPr bwMode="auto">
              <a:xfrm>
                <a:off x="6465912" y="4857770"/>
                <a:ext cx="584208" cy="1588"/>
              </a:xfrm>
              <a:prstGeom prst="straightConnector1">
                <a:avLst/>
              </a:prstGeom>
              <a:noFill/>
              <a:ln w="9525" algn="ctr">
                <a:solidFill>
                  <a:srgbClr val="0000FF"/>
                </a:solidFill>
                <a:round/>
                <a:headEnd type="triangle" w="med" len="med"/>
                <a:tailEnd type="triangle" w="med" len="med"/>
              </a:ln>
            </p:spPr>
          </p:cxnSp>
          <p:cxnSp>
            <p:nvCxnSpPr>
              <p:cNvPr id="14407" name="Straight Arrow Connector 29">
                <a:extLst>
                  <a:ext uri="{FF2B5EF4-FFF2-40B4-BE49-F238E27FC236}">
                    <a16:creationId xmlns:a16="http://schemas.microsoft.com/office/drawing/2014/main" id="{62E4A371-5D56-46C8-ACD0-27F595520DDB}"/>
                  </a:ext>
                </a:extLst>
              </p:cNvPr>
              <p:cNvCxnSpPr>
                <a:cxnSpLocks noChangeShapeType="1"/>
              </p:cNvCxnSpPr>
              <p:nvPr/>
            </p:nvCxnSpPr>
            <p:spPr bwMode="auto">
              <a:xfrm rot="5400000" flipH="1" flipV="1">
                <a:off x="6946139" y="5290369"/>
                <a:ext cx="219078" cy="1588"/>
              </a:xfrm>
              <a:prstGeom prst="straightConnector1">
                <a:avLst/>
              </a:prstGeom>
              <a:noFill/>
              <a:ln w="9525" algn="ctr">
                <a:solidFill>
                  <a:srgbClr val="0000FF"/>
                </a:solidFill>
                <a:round/>
                <a:headEnd/>
                <a:tailEnd type="triangle" w="med" len="med"/>
              </a:ln>
            </p:spPr>
          </p:cxnSp>
          <p:cxnSp>
            <p:nvCxnSpPr>
              <p:cNvPr id="31" name="Straight Connector 30">
                <a:extLst>
                  <a:ext uri="{FF2B5EF4-FFF2-40B4-BE49-F238E27FC236}">
                    <a16:creationId xmlns:a16="http://schemas.microsoft.com/office/drawing/2014/main" id="{7A252091-18A4-4B6C-AC1D-46820F5ADE4B}"/>
                  </a:ext>
                </a:extLst>
              </p:cNvPr>
              <p:cNvCxnSpPr/>
              <p:nvPr/>
            </p:nvCxnSpPr>
            <p:spPr bwMode="auto">
              <a:xfrm rot="16200000" flipH="1">
                <a:off x="5360748" y="4432408"/>
                <a:ext cx="403384" cy="219566"/>
              </a:xfrm>
              <a:prstGeom prst="line">
                <a:avLst/>
              </a:prstGeom>
              <a:ln>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32" name="Straight Connector 31">
                <a:extLst>
                  <a:ext uri="{FF2B5EF4-FFF2-40B4-BE49-F238E27FC236}">
                    <a16:creationId xmlns:a16="http://schemas.microsoft.com/office/drawing/2014/main" id="{75386BFF-3AB6-438E-9FDA-CF17DF6F6B41}"/>
                  </a:ext>
                </a:extLst>
              </p:cNvPr>
              <p:cNvCxnSpPr/>
              <p:nvPr/>
            </p:nvCxnSpPr>
            <p:spPr bwMode="auto">
              <a:xfrm rot="5400000" flipH="1" flipV="1">
                <a:off x="5352505" y="4437580"/>
                <a:ext cx="401315" cy="219566"/>
              </a:xfrm>
              <a:prstGeom prst="line">
                <a:avLst/>
              </a:prstGeom>
              <a:ln>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33" name="Straight Connector 32">
                <a:extLst>
                  <a:ext uri="{FF2B5EF4-FFF2-40B4-BE49-F238E27FC236}">
                    <a16:creationId xmlns:a16="http://schemas.microsoft.com/office/drawing/2014/main" id="{7D7B838E-F5A2-43B8-B5D1-063BA35722FC}"/>
                  </a:ext>
                </a:extLst>
              </p:cNvPr>
              <p:cNvCxnSpPr/>
              <p:nvPr/>
            </p:nvCxnSpPr>
            <p:spPr bwMode="auto">
              <a:xfrm rot="16200000" flipH="1">
                <a:off x="5754528" y="4458203"/>
                <a:ext cx="401315" cy="182457"/>
              </a:xfrm>
              <a:prstGeom prst="line">
                <a:avLst/>
              </a:prstGeom>
              <a:ln>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34" name="Straight Connector 33">
                <a:extLst>
                  <a:ext uri="{FF2B5EF4-FFF2-40B4-BE49-F238E27FC236}">
                    <a16:creationId xmlns:a16="http://schemas.microsoft.com/office/drawing/2014/main" id="{2CE8DB52-3109-4D53-A6DE-7601C14772D8}"/>
                  </a:ext>
                </a:extLst>
              </p:cNvPr>
              <p:cNvCxnSpPr/>
              <p:nvPr/>
            </p:nvCxnSpPr>
            <p:spPr bwMode="auto">
              <a:xfrm rot="5400000" flipH="1" flipV="1">
                <a:off x="5759940" y="4455362"/>
                <a:ext cx="401315" cy="184003"/>
              </a:xfrm>
              <a:prstGeom prst="line">
                <a:avLst/>
              </a:prstGeom>
              <a:ln>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35" name="Straight Connector 34">
                <a:extLst>
                  <a:ext uri="{FF2B5EF4-FFF2-40B4-BE49-F238E27FC236}">
                    <a16:creationId xmlns:a16="http://schemas.microsoft.com/office/drawing/2014/main" id="{4BADB662-8025-4FEF-927D-2EFCEFD52EE5}"/>
                  </a:ext>
                </a:extLst>
              </p:cNvPr>
              <p:cNvCxnSpPr/>
              <p:nvPr/>
            </p:nvCxnSpPr>
            <p:spPr bwMode="auto">
              <a:xfrm rot="16200000" flipH="1">
                <a:off x="6158609" y="4450963"/>
                <a:ext cx="403384" cy="182457"/>
              </a:xfrm>
              <a:prstGeom prst="line">
                <a:avLst/>
              </a:prstGeom>
              <a:ln>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36" name="Straight Connector 35">
                <a:extLst>
                  <a:ext uri="{FF2B5EF4-FFF2-40B4-BE49-F238E27FC236}">
                    <a16:creationId xmlns:a16="http://schemas.microsoft.com/office/drawing/2014/main" id="{7F1BE8F0-0758-4C68-B9E2-93192C5013B3}"/>
                  </a:ext>
                </a:extLst>
              </p:cNvPr>
              <p:cNvCxnSpPr/>
              <p:nvPr/>
            </p:nvCxnSpPr>
            <p:spPr bwMode="auto">
              <a:xfrm rot="5400000">
                <a:off x="6158609" y="4450963"/>
                <a:ext cx="403384" cy="182457"/>
              </a:xfrm>
              <a:prstGeom prst="line">
                <a:avLst/>
              </a:prstGeom>
              <a:ln>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14414" name="Straight Arrow Connector 36">
                <a:extLst>
                  <a:ext uri="{FF2B5EF4-FFF2-40B4-BE49-F238E27FC236}">
                    <a16:creationId xmlns:a16="http://schemas.microsoft.com/office/drawing/2014/main" id="{ABEC6787-8D17-46DB-A5C1-3104017A88AA}"/>
                  </a:ext>
                </a:extLst>
              </p:cNvPr>
              <p:cNvCxnSpPr>
                <a:cxnSpLocks noChangeShapeType="1"/>
              </p:cNvCxnSpPr>
              <p:nvPr/>
            </p:nvCxnSpPr>
            <p:spPr bwMode="auto">
              <a:xfrm rot="5400000" flipH="1" flipV="1">
                <a:off x="5187161" y="3975901"/>
                <a:ext cx="219078" cy="1588"/>
              </a:xfrm>
              <a:prstGeom prst="straightConnector1">
                <a:avLst/>
              </a:prstGeom>
              <a:noFill/>
              <a:ln w="9525" algn="ctr">
                <a:solidFill>
                  <a:srgbClr val="0000FF"/>
                </a:solidFill>
                <a:round/>
                <a:headEnd/>
                <a:tailEnd type="triangle" w="med" len="med"/>
              </a:ln>
            </p:spPr>
          </p:cxnSp>
          <p:cxnSp>
            <p:nvCxnSpPr>
              <p:cNvPr id="14415" name="Straight Connector 37">
                <a:extLst>
                  <a:ext uri="{FF2B5EF4-FFF2-40B4-BE49-F238E27FC236}">
                    <a16:creationId xmlns:a16="http://schemas.microsoft.com/office/drawing/2014/main" id="{92D27FE5-0B72-45F3-BCAC-7AFB46569B90}"/>
                  </a:ext>
                </a:extLst>
              </p:cNvPr>
              <p:cNvCxnSpPr>
                <a:cxnSpLocks noChangeShapeType="1"/>
              </p:cNvCxnSpPr>
              <p:nvPr/>
            </p:nvCxnSpPr>
            <p:spPr bwMode="auto">
              <a:xfrm rot="5400000">
                <a:off x="6320657" y="2748746"/>
                <a:ext cx="255591" cy="1588"/>
              </a:xfrm>
              <a:prstGeom prst="line">
                <a:avLst/>
              </a:prstGeom>
              <a:noFill/>
              <a:ln w="9525" algn="ctr">
                <a:solidFill>
                  <a:srgbClr val="0000FF"/>
                </a:solidFill>
                <a:prstDash val="dash"/>
                <a:round/>
                <a:headEnd/>
                <a:tailEnd/>
              </a:ln>
              <a:extLst>
                <a:ext uri="{909E8E84-426E-40DD-AFC4-6F175D3DCCD1}">
                  <a14:hiddenFill xmlns:a14="http://schemas.microsoft.com/office/drawing/2010/main">
                    <a:noFill/>
                  </a14:hiddenFill>
                </a:ext>
              </a:extLst>
            </p:spPr>
          </p:cxnSp>
          <p:sp>
            <p:nvSpPr>
              <p:cNvPr id="14416" name="TextBox 70">
                <a:extLst>
                  <a:ext uri="{FF2B5EF4-FFF2-40B4-BE49-F238E27FC236}">
                    <a16:creationId xmlns:a16="http://schemas.microsoft.com/office/drawing/2014/main" id="{9FD38E35-3E39-4746-AC38-FCF6E89D1384}"/>
                  </a:ext>
                </a:extLst>
              </p:cNvPr>
              <p:cNvSpPr txBox="1">
                <a:spLocks noChangeArrowheads="1"/>
              </p:cNvSpPr>
              <p:nvPr/>
            </p:nvSpPr>
            <p:spPr bwMode="auto">
              <a:xfrm>
                <a:off x="5667390" y="2711440"/>
                <a:ext cx="446857" cy="3007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a:t>T</a:t>
                </a:r>
                <a:r>
                  <a:rPr lang="en-US" altLang="en-US" sz="700"/>
                  <a:t>cycle</a:t>
                </a:r>
                <a:endParaRPr lang="ru-RU" altLang="en-US"/>
              </a:p>
            </p:txBody>
          </p:sp>
          <p:sp>
            <p:nvSpPr>
              <p:cNvPr id="14417" name="TextBox 71">
                <a:extLst>
                  <a:ext uri="{FF2B5EF4-FFF2-40B4-BE49-F238E27FC236}">
                    <a16:creationId xmlns:a16="http://schemas.microsoft.com/office/drawing/2014/main" id="{D62369BA-1DD1-465A-841A-349DC4EF5A7B}"/>
                  </a:ext>
                </a:extLst>
              </p:cNvPr>
              <p:cNvSpPr txBox="1">
                <a:spLocks noChangeArrowheads="1"/>
              </p:cNvSpPr>
              <p:nvPr/>
            </p:nvSpPr>
            <p:spPr bwMode="auto">
              <a:xfrm>
                <a:off x="4788024" y="3212976"/>
                <a:ext cx="504626" cy="3007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a:t>T</a:t>
                </a:r>
                <a:r>
                  <a:rPr lang="en-US" altLang="en-US" sz="700"/>
                  <a:t>launch</a:t>
                </a:r>
                <a:endParaRPr lang="ru-RU" altLang="en-US"/>
              </a:p>
            </p:txBody>
          </p:sp>
          <p:sp>
            <p:nvSpPr>
              <p:cNvPr id="14418" name="TextBox 72">
                <a:extLst>
                  <a:ext uri="{FF2B5EF4-FFF2-40B4-BE49-F238E27FC236}">
                    <a16:creationId xmlns:a16="http://schemas.microsoft.com/office/drawing/2014/main" id="{D0B49774-2B6D-44D8-84E7-D46D412AECEA}"/>
                  </a:ext>
                </a:extLst>
              </p:cNvPr>
              <p:cNvSpPr txBox="1">
                <a:spLocks noChangeArrowheads="1"/>
              </p:cNvSpPr>
              <p:nvPr/>
            </p:nvSpPr>
            <p:spPr bwMode="auto">
              <a:xfrm>
                <a:off x="4382526" y="2954331"/>
                <a:ext cx="398328" cy="3007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a:t>CLK</a:t>
                </a:r>
                <a:endParaRPr lang="ru-RU" altLang="en-US"/>
              </a:p>
            </p:txBody>
          </p:sp>
          <p:sp>
            <p:nvSpPr>
              <p:cNvPr id="14419" name="TextBox 73">
                <a:extLst>
                  <a:ext uri="{FF2B5EF4-FFF2-40B4-BE49-F238E27FC236}">
                    <a16:creationId xmlns:a16="http://schemas.microsoft.com/office/drawing/2014/main" id="{61A2F8A4-A005-4B84-A13E-0542429F4E14}"/>
                  </a:ext>
                </a:extLst>
              </p:cNvPr>
              <p:cNvSpPr txBox="1">
                <a:spLocks noChangeArrowheads="1"/>
              </p:cNvSpPr>
              <p:nvPr/>
            </p:nvSpPr>
            <p:spPr bwMode="auto">
              <a:xfrm>
                <a:off x="4962854" y="3423917"/>
                <a:ext cx="829385" cy="3007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a:t>Launch edge</a:t>
                </a:r>
                <a:endParaRPr lang="ru-RU" altLang="en-US"/>
              </a:p>
            </p:txBody>
          </p:sp>
          <p:sp>
            <p:nvSpPr>
              <p:cNvPr id="14420" name="TextBox 74">
                <a:extLst>
                  <a:ext uri="{FF2B5EF4-FFF2-40B4-BE49-F238E27FC236}">
                    <a16:creationId xmlns:a16="http://schemas.microsoft.com/office/drawing/2014/main" id="{55F36AEC-C97A-4BAC-AB9F-8BAF0512C3BD}"/>
                  </a:ext>
                </a:extLst>
              </p:cNvPr>
              <p:cNvSpPr txBox="1">
                <a:spLocks noChangeArrowheads="1"/>
              </p:cNvSpPr>
              <p:nvPr/>
            </p:nvSpPr>
            <p:spPr bwMode="auto">
              <a:xfrm>
                <a:off x="4535487" y="3757617"/>
                <a:ext cx="566900" cy="3007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a:t>LFF/CK</a:t>
                </a:r>
                <a:endParaRPr lang="ru-RU" altLang="en-US"/>
              </a:p>
            </p:txBody>
          </p:sp>
          <p:sp>
            <p:nvSpPr>
              <p:cNvPr id="14421" name="TextBox 75">
                <a:extLst>
                  <a:ext uri="{FF2B5EF4-FFF2-40B4-BE49-F238E27FC236}">
                    <a16:creationId xmlns:a16="http://schemas.microsoft.com/office/drawing/2014/main" id="{4BF4BB77-957A-46EF-81E3-F5FAB123BF49}"/>
                  </a:ext>
                </a:extLst>
              </p:cNvPr>
              <p:cNvSpPr txBox="1">
                <a:spLocks noChangeArrowheads="1"/>
              </p:cNvSpPr>
              <p:nvPr/>
            </p:nvSpPr>
            <p:spPr bwMode="auto">
              <a:xfrm>
                <a:off x="4389435" y="4414852"/>
                <a:ext cx="510710" cy="3007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a:t>CFF/D</a:t>
                </a:r>
                <a:endParaRPr lang="ru-RU" altLang="en-US"/>
              </a:p>
            </p:txBody>
          </p:sp>
          <p:sp>
            <p:nvSpPr>
              <p:cNvPr id="14422" name="TextBox 76">
                <a:extLst>
                  <a:ext uri="{FF2B5EF4-FFF2-40B4-BE49-F238E27FC236}">
                    <a16:creationId xmlns:a16="http://schemas.microsoft.com/office/drawing/2014/main" id="{2B7148C3-7601-4844-A936-D56C7B36E284}"/>
                  </a:ext>
                </a:extLst>
              </p:cNvPr>
              <p:cNvSpPr txBox="1">
                <a:spLocks noChangeArrowheads="1"/>
              </p:cNvSpPr>
              <p:nvPr/>
            </p:nvSpPr>
            <p:spPr bwMode="auto">
              <a:xfrm>
                <a:off x="4389435" y="5108598"/>
                <a:ext cx="616848" cy="3007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a:t> CFF/CK</a:t>
                </a:r>
                <a:endParaRPr lang="ru-RU" altLang="en-US"/>
              </a:p>
            </p:txBody>
          </p:sp>
          <p:sp>
            <p:nvSpPr>
              <p:cNvPr id="14423" name="TextBox 77">
                <a:extLst>
                  <a:ext uri="{FF2B5EF4-FFF2-40B4-BE49-F238E27FC236}">
                    <a16:creationId xmlns:a16="http://schemas.microsoft.com/office/drawing/2014/main" id="{F3253051-BD83-4A05-97E3-2573D89ECDDE}"/>
                  </a:ext>
                </a:extLst>
              </p:cNvPr>
              <p:cNvSpPr txBox="1">
                <a:spLocks noChangeArrowheads="1"/>
              </p:cNvSpPr>
              <p:nvPr/>
            </p:nvSpPr>
            <p:spPr bwMode="auto">
              <a:xfrm>
                <a:off x="4865691" y="4926360"/>
                <a:ext cx="540537" cy="3007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a:t>T</a:t>
                </a:r>
                <a:r>
                  <a:rPr lang="en-US" altLang="en-US" sz="700"/>
                  <a:t>capture</a:t>
                </a:r>
                <a:endParaRPr lang="ru-RU" altLang="en-US"/>
              </a:p>
            </p:txBody>
          </p:sp>
          <p:sp>
            <p:nvSpPr>
              <p:cNvPr id="14424" name="TextBox 78">
                <a:extLst>
                  <a:ext uri="{FF2B5EF4-FFF2-40B4-BE49-F238E27FC236}">
                    <a16:creationId xmlns:a16="http://schemas.microsoft.com/office/drawing/2014/main" id="{0477B0CE-69C7-46B2-A893-EEF8C89C558B}"/>
                  </a:ext>
                </a:extLst>
              </p:cNvPr>
              <p:cNvSpPr txBox="1">
                <a:spLocks noChangeArrowheads="1"/>
              </p:cNvSpPr>
              <p:nvPr/>
            </p:nvSpPr>
            <p:spPr bwMode="auto">
              <a:xfrm>
                <a:off x="6541406" y="4856641"/>
                <a:ext cx="473249" cy="3007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algn="ctr" eaLnBrk="1" hangingPunct="1"/>
                <a:r>
                  <a:rPr lang="en-US" altLang="en-US"/>
                  <a:t>Setup</a:t>
                </a:r>
                <a:endParaRPr lang="ru-RU" altLang="en-US"/>
              </a:p>
            </p:txBody>
          </p:sp>
          <p:sp>
            <p:nvSpPr>
              <p:cNvPr id="14425" name="TextBox 80">
                <a:extLst>
                  <a:ext uri="{FF2B5EF4-FFF2-40B4-BE49-F238E27FC236}">
                    <a16:creationId xmlns:a16="http://schemas.microsoft.com/office/drawing/2014/main" id="{8CF0E955-969B-423C-9367-65AB4F8F09EE}"/>
                  </a:ext>
                </a:extLst>
              </p:cNvPr>
              <p:cNvSpPr txBox="1">
                <a:spLocks noChangeArrowheads="1"/>
              </p:cNvSpPr>
              <p:nvPr/>
            </p:nvSpPr>
            <p:spPr bwMode="auto">
              <a:xfrm>
                <a:off x="6608791" y="5413402"/>
                <a:ext cx="860612" cy="3007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a:t>Capture edge</a:t>
                </a:r>
                <a:endParaRPr lang="ru-RU" altLang="en-US"/>
              </a:p>
            </p:txBody>
          </p:sp>
          <p:sp>
            <p:nvSpPr>
              <p:cNvPr id="14426" name="Freeform 81">
                <a:extLst>
                  <a:ext uri="{FF2B5EF4-FFF2-40B4-BE49-F238E27FC236}">
                    <a16:creationId xmlns:a16="http://schemas.microsoft.com/office/drawing/2014/main" id="{6F5E2166-57B6-4C60-8360-5D8C79D2F2FE}"/>
                  </a:ext>
                </a:extLst>
              </p:cNvPr>
              <p:cNvSpPr>
                <a:spLocks/>
              </p:cNvSpPr>
              <p:nvPr/>
            </p:nvSpPr>
            <p:spPr bwMode="auto">
              <a:xfrm>
                <a:off x="5338773" y="3903669"/>
                <a:ext cx="1625600" cy="1435100"/>
              </a:xfrm>
              <a:custGeom>
                <a:avLst/>
                <a:gdLst>
                  <a:gd name="T0" fmla="*/ 0 w 1625600"/>
                  <a:gd name="T1" fmla="*/ 0 h 1435100"/>
                  <a:gd name="T2" fmla="*/ 120650 w 1625600"/>
                  <a:gd name="T3" fmla="*/ 31750 h 1435100"/>
                  <a:gd name="T4" fmla="*/ 254000 w 1625600"/>
                  <a:gd name="T5" fmla="*/ 107950 h 1435100"/>
                  <a:gd name="T6" fmla="*/ 387350 w 1625600"/>
                  <a:gd name="T7" fmla="*/ 292100 h 1435100"/>
                  <a:gd name="T8" fmla="*/ 539750 w 1625600"/>
                  <a:gd name="T9" fmla="*/ 571500 h 1435100"/>
                  <a:gd name="T10" fmla="*/ 736600 w 1625600"/>
                  <a:gd name="T11" fmla="*/ 895350 h 1435100"/>
                  <a:gd name="T12" fmla="*/ 958850 w 1625600"/>
                  <a:gd name="T13" fmla="*/ 1168400 h 1435100"/>
                  <a:gd name="T14" fmla="*/ 1231900 w 1625600"/>
                  <a:gd name="T15" fmla="*/ 1371600 h 1435100"/>
                  <a:gd name="T16" fmla="*/ 1460500 w 1625600"/>
                  <a:gd name="T17" fmla="*/ 1428750 h 1435100"/>
                  <a:gd name="T18" fmla="*/ 1625600 w 1625600"/>
                  <a:gd name="T19" fmla="*/ 1409700 h 143510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625600" h="1435100">
                    <a:moveTo>
                      <a:pt x="0" y="0"/>
                    </a:moveTo>
                    <a:cubicBezTo>
                      <a:pt x="39158" y="6879"/>
                      <a:pt x="78317" y="13758"/>
                      <a:pt x="120650" y="31750"/>
                    </a:cubicBezTo>
                    <a:cubicBezTo>
                      <a:pt x="162983" y="49742"/>
                      <a:pt x="209550" y="64558"/>
                      <a:pt x="254000" y="107950"/>
                    </a:cubicBezTo>
                    <a:cubicBezTo>
                      <a:pt x="298450" y="151342"/>
                      <a:pt x="339725" y="214842"/>
                      <a:pt x="387350" y="292100"/>
                    </a:cubicBezTo>
                    <a:cubicBezTo>
                      <a:pt x="434975" y="369358"/>
                      <a:pt x="481542" y="470958"/>
                      <a:pt x="539750" y="571500"/>
                    </a:cubicBezTo>
                    <a:cubicBezTo>
                      <a:pt x="597958" y="672042"/>
                      <a:pt x="666750" y="795867"/>
                      <a:pt x="736600" y="895350"/>
                    </a:cubicBezTo>
                    <a:cubicBezTo>
                      <a:pt x="806450" y="994833"/>
                      <a:pt x="876300" y="1089025"/>
                      <a:pt x="958850" y="1168400"/>
                    </a:cubicBezTo>
                    <a:cubicBezTo>
                      <a:pt x="1041400" y="1247775"/>
                      <a:pt x="1148292" y="1328208"/>
                      <a:pt x="1231900" y="1371600"/>
                    </a:cubicBezTo>
                    <a:cubicBezTo>
                      <a:pt x="1315508" y="1414992"/>
                      <a:pt x="1394883" y="1422400"/>
                      <a:pt x="1460500" y="1428750"/>
                    </a:cubicBezTo>
                    <a:cubicBezTo>
                      <a:pt x="1526117" y="1435100"/>
                      <a:pt x="1575858" y="1422400"/>
                      <a:pt x="1625600" y="1409700"/>
                    </a:cubicBezTo>
                  </a:path>
                </a:pathLst>
              </a:custGeom>
              <a:noFill/>
              <a:ln w="9525" cap="flat" cmpd="sng" algn="ctr">
                <a:solidFill>
                  <a:srgbClr val="0000FF"/>
                </a:solidFill>
                <a:prstDash val="solid"/>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nchor="ctr"/>
              <a:lstStyle/>
              <a:p>
                <a:endParaRPr lang="en-US"/>
              </a:p>
            </p:txBody>
          </p:sp>
        </p:grpSp>
        <p:grpSp>
          <p:nvGrpSpPr>
            <p:cNvPr id="14350" name="Group 83">
              <a:extLst>
                <a:ext uri="{FF2B5EF4-FFF2-40B4-BE49-F238E27FC236}">
                  <a16:creationId xmlns:a16="http://schemas.microsoft.com/office/drawing/2014/main" id="{8308BED2-5D5F-4662-9CC4-803AC00B0349}"/>
                </a:ext>
              </a:extLst>
            </p:cNvPr>
            <p:cNvGrpSpPr>
              <a:grpSpLocks/>
            </p:cNvGrpSpPr>
            <p:nvPr/>
          </p:nvGrpSpPr>
          <p:grpSpPr bwMode="auto">
            <a:xfrm>
              <a:off x="4385615" y="1203477"/>
              <a:ext cx="4635380" cy="1354346"/>
              <a:chOff x="582773" y="1285825"/>
              <a:chExt cx="7704905" cy="2251187"/>
            </a:xfrm>
          </p:grpSpPr>
          <p:grpSp>
            <p:nvGrpSpPr>
              <p:cNvPr id="14357" name="Group 84">
                <a:extLst>
                  <a:ext uri="{FF2B5EF4-FFF2-40B4-BE49-F238E27FC236}">
                    <a16:creationId xmlns:a16="http://schemas.microsoft.com/office/drawing/2014/main" id="{BE80E5B7-BA02-4978-B587-8E714FC3736A}"/>
                  </a:ext>
                </a:extLst>
              </p:cNvPr>
              <p:cNvGrpSpPr>
                <a:grpSpLocks/>
              </p:cNvGrpSpPr>
              <p:nvPr/>
            </p:nvGrpSpPr>
            <p:grpSpPr bwMode="auto">
              <a:xfrm>
                <a:off x="1320671" y="1919270"/>
                <a:ext cx="5352531" cy="1319345"/>
                <a:chOff x="2377855" y="2084746"/>
                <a:chExt cx="3249674" cy="801011"/>
              </a:xfrm>
            </p:grpSpPr>
            <p:cxnSp>
              <p:nvCxnSpPr>
                <p:cNvPr id="14368" name="Straight Connector 96">
                  <a:extLst>
                    <a:ext uri="{FF2B5EF4-FFF2-40B4-BE49-F238E27FC236}">
                      <a16:creationId xmlns:a16="http://schemas.microsoft.com/office/drawing/2014/main" id="{65BCD1DE-027E-4C1C-946C-B9888E4BBFAA}"/>
                    </a:ext>
                  </a:extLst>
                </p:cNvPr>
                <p:cNvCxnSpPr>
                  <a:cxnSpLocks noChangeShapeType="1"/>
                </p:cNvCxnSpPr>
                <p:nvPr/>
              </p:nvCxnSpPr>
              <p:spPr bwMode="auto">
                <a:xfrm rot="180000" flipV="1">
                  <a:off x="2683984" y="2412043"/>
                  <a:ext cx="465240" cy="23529"/>
                </a:xfrm>
                <a:prstGeom prst="line">
                  <a:avLst/>
                </a:prstGeom>
                <a:noFill/>
                <a:ln w="9525" algn="ctr">
                  <a:solidFill>
                    <a:schemeClr val="tx1"/>
                  </a:solidFill>
                  <a:round/>
                  <a:headEnd/>
                  <a:tailEnd/>
                </a:ln>
              </p:spPr>
            </p:cxnSp>
            <p:sp>
              <p:nvSpPr>
                <p:cNvPr id="98" name="Rectangle 97">
                  <a:extLst>
                    <a:ext uri="{FF2B5EF4-FFF2-40B4-BE49-F238E27FC236}">
                      <a16:creationId xmlns:a16="http://schemas.microsoft.com/office/drawing/2014/main" id="{C225EBC0-68DC-4D63-AB28-A1D4AA3F3800}"/>
                    </a:ext>
                  </a:extLst>
                </p:cNvPr>
                <p:cNvSpPr/>
                <p:nvPr/>
              </p:nvSpPr>
              <p:spPr bwMode="auto">
                <a:xfrm>
                  <a:off x="3149403" y="2116795"/>
                  <a:ext cx="456730" cy="762752"/>
                </a:xfrm>
                <a:prstGeom prst="rect">
                  <a:avLst/>
                </a:prstGeom>
                <a:solidFill>
                  <a:schemeClr val="accent1"/>
                </a:solidFill>
                <a:ln w="9525" cap="flat" cmpd="sng" algn="ctr">
                  <a:solidFill>
                    <a:schemeClr val="tx1"/>
                  </a:solidFill>
                  <a:prstDash val="solid"/>
                  <a:round/>
                  <a:headEnd type="none" w="med" len="med"/>
                  <a:tailEnd type="none" w="med" len="med"/>
                </a:ln>
                <a:effectLst/>
              </p:spPr>
              <p:txBody>
                <a:bodyPr anchor="ctr"/>
                <a:lstStyle/>
                <a:p>
                  <a:pPr eaLnBrk="1" hangingPunct="1">
                    <a:defRPr/>
                  </a:pPr>
                  <a:endParaRPr lang="en-US" dirty="0">
                    <a:latin typeface="+mj-lt"/>
                    <a:cs typeface="Arial" charset="0"/>
                  </a:endParaRPr>
                </a:p>
              </p:txBody>
            </p:sp>
            <p:sp>
              <p:nvSpPr>
                <p:cNvPr id="99" name="Isosceles Triangle 98">
                  <a:extLst>
                    <a:ext uri="{FF2B5EF4-FFF2-40B4-BE49-F238E27FC236}">
                      <a16:creationId xmlns:a16="http://schemas.microsoft.com/office/drawing/2014/main" id="{38DCA83D-D348-4B06-84B7-546648854CF3}"/>
                    </a:ext>
                  </a:extLst>
                </p:cNvPr>
                <p:cNvSpPr/>
                <p:nvPr/>
              </p:nvSpPr>
              <p:spPr bwMode="auto">
                <a:xfrm rot="5400000">
                  <a:off x="3110948" y="2688855"/>
                  <a:ext cx="152230" cy="75321"/>
                </a:xfrm>
                <a:prstGeom prst="triangle">
                  <a:avLst/>
                </a:prstGeom>
                <a:solidFill>
                  <a:schemeClr val="bg1"/>
                </a:solidFill>
                <a:ln w="9525" cap="flat" cmpd="sng" algn="ctr">
                  <a:solidFill>
                    <a:schemeClr val="tx1"/>
                  </a:solidFill>
                  <a:prstDash val="solid"/>
                  <a:round/>
                  <a:headEnd type="none" w="med" len="med"/>
                  <a:tailEnd type="none" w="med" len="med"/>
                </a:ln>
                <a:effectLst/>
              </p:spPr>
              <p:txBody>
                <a:bodyPr anchor="ctr"/>
                <a:lstStyle/>
                <a:p>
                  <a:pPr eaLnBrk="1" hangingPunct="1">
                    <a:defRPr/>
                  </a:pPr>
                  <a:endParaRPr lang="en-US">
                    <a:latin typeface="+mj-lt"/>
                    <a:cs typeface="Arial" charset="0"/>
                  </a:endParaRPr>
                </a:p>
              </p:txBody>
            </p:sp>
            <p:sp>
              <p:nvSpPr>
                <p:cNvPr id="100" name="TextBox 99">
                  <a:extLst>
                    <a:ext uri="{FF2B5EF4-FFF2-40B4-BE49-F238E27FC236}">
                      <a16:creationId xmlns:a16="http://schemas.microsoft.com/office/drawing/2014/main" id="{EB9FF291-DFC7-4029-B63C-7970B79B0E94}"/>
                    </a:ext>
                  </a:extLst>
                </p:cNvPr>
                <p:cNvSpPr txBox="1"/>
                <p:nvPr/>
              </p:nvSpPr>
              <p:spPr>
                <a:xfrm>
                  <a:off x="3136582" y="2331519"/>
                  <a:ext cx="487178" cy="216326"/>
                </a:xfrm>
                <a:prstGeom prst="rect">
                  <a:avLst/>
                </a:prstGeom>
                <a:noFill/>
                <a:ln w="9525">
                  <a:noFill/>
                </a:ln>
              </p:spPr>
              <p:txBody>
                <a:bodyPr wrap="none">
                  <a:spAutoFit/>
                </a:bodyPr>
                <a:lstStyle/>
                <a:p>
                  <a:pPr eaLnBrk="1" hangingPunct="1">
                    <a:defRPr/>
                  </a:pPr>
                  <a:r>
                    <a:rPr lang="en-US" sz="800" dirty="0">
                      <a:solidFill>
                        <a:schemeClr val="bg1"/>
                      </a:solidFill>
                      <a:latin typeface="+mj-lt"/>
                      <a:cs typeface="Arial" charset="0"/>
                    </a:rPr>
                    <a:t>D     Q</a:t>
                  </a:r>
                </a:p>
              </p:txBody>
            </p:sp>
            <p:sp>
              <p:nvSpPr>
                <p:cNvPr id="101" name="TextBox 100">
                  <a:extLst>
                    <a:ext uri="{FF2B5EF4-FFF2-40B4-BE49-F238E27FC236}">
                      <a16:creationId xmlns:a16="http://schemas.microsoft.com/office/drawing/2014/main" id="{A1EF8A26-0B51-4DC6-98C6-B77D797B9F7B}"/>
                    </a:ext>
                  </a:extLst>
                </p:cNvPr>
                <p:cNvSpPr txBox="1"/>
                <p:nvPr/>
              </p:nvSpPr>
              <p:spPr>
                <a:xfrm>
                  <a:off x="3146198" y="2575087"/>
                  <a:ext cx="539187" cy="310670"/>
                </a:xfrm>
                <a:prstGeom prst="rect">
                  <a:avLst/>
                </a:prstGeom>
                <a:noFill/>
                <a:ln w="9525">
                  <a:noFill/>
                </a:ln>
              </p:spPr>
              <p:txBody>
                <a:bodyPr wrap="none">
                  <a:spAutoFit/>
                </a:bodyPr>
                <a:lstStyle/>
                <a:p>
                  <a:pPr eaLnBrk="1" hangingPunct="1">
                    <a:defRPr/>
                  </a:pPr>
                  <a:r>
                    <a:rPr lang="en-US" sz="1400" dirty="0">
                      <a:solidFill>
                        <a:schemeClr val="bg1"/>
                      </a:solidFill>
                      <a:latin typeface="+mj-lt"/>
                      <a:cs typeface="Arial" charset="0"/>
                    </a:rPr>
                    <a:t>CLK</a:t>
                  </a:r>
                </a:p>
              </p:txBody>
            </p:sp>
            <p:cxnSp>
              <p:nvCxnSpPr>
                <p:cNvPr id="14373" name="Straight Connector 101">
                  <a:extLst>
                    <a:ext uri="{FF2B5EF4-FFF2-40B4-BE49-F238E27FC236}">
                      <a16:creationId xmlns:a16="http://schemas.microsoft.com/office/drawing/2014/main" id="{26D1FBB5-3BCA-42F2-9EC9-81268BCFFEB5}"/>
                    </a:ext>
                  </a:extLst>
                </p:cNvPr>
                <p:cNvCxnSpPr>
                  <a:cxnSpLocks noChangeShapeType="1"/>
                </p:cNvCxnSpPr>
                <p:nvPr/>
              </p:nvCxnSpPr>
              <p:spPr bwMode="auto">
                <a:xfrm rot="180000" flipV="1">
                  <a:off x="2683985" y="2713717"/>
                  <a:ext cx="465240" cy="23529"/>
                </a:xfrm>
                <a:prstGeom prst="line">
                  <a:avLst/>
                </a:prstGeom>
                <a:noFill/>
                <a:ln w="9525" algn="ctr">
                  <a:solidFill>
                    <a:schemeClr val="tx1"/>
                  </a:solidFill>
                  <a:round/>
                  <a:headEnd/>
                  <a:tailEnd/>
                </a:ln>
              </p:spPr>
            </p:cxnSp>
            <p:cxnSp>
              <p:nvCxnSpPr>
                <p:cNvPr id="14374" name="Straight Connector 102">
                  <a:extLst>
                    <a:ext uri="{FF2B5EF4-FFF2-40B4-BE49-F238E27FC236}">
                      <a16:creationId xmlns:a16="http://schemas.microsoft.com/office/drawing/2014/main" id="{E407EB0B-06DA-43D6-A946-0C436FD8DF4D}"/>
                    </a:ext>
                  </a:extLst>
                </p:cNvPr>
                <p:cNvCxnSpPr>
                  <a:cxnSpLocks noChangeShapeType="1"/>
                </p:cNvCxnSpPr>
                <p:nvPr/>
              </p:nvCxnSpPr>
              <p:spPr bwMode="auto">
                <a:xfrm>
                  <a:off x="3618840" y="2411727"/>
                  <a:ext cx="350635" cy="0"/>
                </a:xfrm>
                <a:prstGeom prst="line">
                  <a:avLst/>
                </a:prstGeom>
                <a:noFill/>
                <a:ln w="9525" algn="ctr">
                  <a:solidFill>
                    <a:schemeClr val="tx1"/>
                  </a:solidFill>
                  <a:round/>
                  <a:headEnd/>
                  <a:tailEnd/>
                </a:ln>
              </p:spPr>
            </p:cxnSp>
            <p:cxnSp>
              <p:nvCxnSpPr>
                <p:cNvPr id="14375" name="Straight Connector 104">
                  <a:extLst>
                    <a:ext uri="{FF2B5EF4-FFF2-40B4-BE49-F238E27FC236}">
                      <a16:creationId xmlns:a16="http://schemas.microsoft.com/office/drawing/2014/main" id="{9DA447B1-EC14-45E9-8407-7EA1EA796706}"/>
                    </a:ext>
                  </a:extLst>
                </p:cNvPr>
                <p:cNvCxnSpPr>
                  <a:cxnSpLocks noChangeShapeType="1"/>
                </p:cNvCxnSpPr>
                <p:nvPr/>
              </p:nvCxnSpPr>
              <p:spPr bwMode="auto">
                <a:xfrm rot="180000" flipV="1">
                  <a:off x="4647536" y="2367731"/>
                  <a:ext cx="465240" cy="23529"/>
                </a:xfrm>
                <a:prstGeom prst="line">
                  <a:avLst/>
                </a:prstGeom>
                <a:noFill/>
                <a:ln w="9525" algn="ctr">
                  <a:solidFill>
                    <a:schemeClr val="tx1"/>
                  </a:solidFill>
                  <a:round/>
                  <a:headEnd/>
                  <a:tailEnd/>
                </a:ln>
              </p:spPr>
            </p:cxnSp>
            <p:sp>
              <p:nvSpPr>
                <p:cNvPr id="106" name="Rectangle 105">
                  <a:extLst>
                    <a:ext uri="{FF2B5EF4-FFF2-40B4-BE49-F238E27FC236}">
                      <a16:creationId xmlns:a16="http://schemas.microsoft.com/office/drawing/2014/main" id="{49FD27DA-3353-4DBC-8835-413DE0BF6A60}"/>
                    </a:ext>
                  </a:extLst>
                </p:cNvPr>
                <p:cNvSpPr/>
                <p:nvPr/>
              </p:nvSpPr>
              <p:spPr bwMode="auto">
                <a:xfrm>
                  <a:off x="5110935" y="2084746"/>
                  <a:ext cx="458332" cy="762752"/>
                </a:xfrm>
                <a:prstGeom prst="rect">
                  <a:avLst/>
                </a:prstGeom>
                <a:solidFill>
                  <a:schemeClr val="accent1"/>
                </a:solidFill>
                <a:ln w="9525" cap="flat" cmpd="sng" algn="ctr">
                  <a:solidFill>
                    <a:schemeClr val="tx1"/>
                  </a:solidFill>
                  <a:prstDash val="solid"/>
                  <a:round/>
                  <a:headEnd type="none" w="med" len="med"/>
                  <a:tailEnd type="none" w="med" len="med"/>
                </a:ln>
                <a:effectLst/>
              </p:spPr>
              <p:txBody>
                <a:bodyPr anchor="ctr"/>
                <a:lstStyle/>
                <a:p>
                  <a:pPr eaLnBrk="1" hangingPunct="1">
                    <a:defRPr/>
                  </a:pPr>
                  <a:endParaRPr lang="en-US" dirty="0">
                    <a:latin typeface="+mj-lt"/>
                    <a:cs typeface="Arial" charset="0"/>
                  </a:endParaRPr>
                </a:p>
              </p:txBody>
            </p:sp>
            <p:sp>
              <p:nvSpPr>
                <p:cNvPr id="107" name="Isosceles Triangle 106">
                  <a:extLst>
                    <a:ext uri="{FF2B5EF4-FFF2-40B4-BE49-F238E27FC236}">
                      <a16:creationId xmlns:a16="http://schemas.microsoft.com/office/drawing/2014/main" id="{AD1D2364-029A-4EDE-8283-0F85A491A1D3}"/>
                    </a:ext>
                  </a:extLst>
                </p:cNvPr>
                <p:cNvSpPr/>
                <p:nvPr/>
              </p:nvSpPr>
              <p:spPr bwMode="auto">
                <a:xfrm rot="5400000">
                  <a:off x="5073280" y="2656006"/>
                  <a:ext cx="152230" cy="76923"/>
                </a:xfrm>
                <a:prstGeom prst="triangle">
                  <a:avLst/>
                </a:prstGeom>
                <a:solidFill>
                  <a:schemeClr val="bg1"/>
                </a:solidFill>
                <a:ln w="9525" cap="flat" cmpd="sng" algn="ctr">
                  <a:solidFill>
                    <a:schemeClr val="tx1"/>
                  </a:solidFill>
                  <a:prstDash val="solid"/>
                  <a:round/>
                  <a:headEnd type="none" w="med" len="med"/>
                  <a:tailEnd type="none" w="med" len="med"/>
                </a:ln>
                <a:effectLst/>
              </p:spPr>
              <p:txBody>
                <a:bodyPr anchor="ctr"/>
                <a:lstStyle/>
                <a:p>
                  <a:pPr eaLnBrk="1" hangingPunct="1">
                    <a:defRPr/>
                  </a:pPr>
                  <a:endParaRPr lang="en-US">
                    <a:latin typeface="+mj-lt"/>
                    <a:cs typeface="Arial" charset="0"/>
                  </a:endParaRPr>
                </a:p>
              </p:txBody>
            </p:sp>
            <p:sp>
              <p:nvSpPr>
                <p:cNvPr id="108" name="TextBox 107">
                  <a:extLst>
                    <a:ext uri="{FF2B5EF4-FFF2-40B4-BE49-F238E27FC236}">
                      <a16:creationId xmlns:a16="http://schemas.microsoft.com/office/drawing/2014/main" id="{4848CA0C-2B5D-435C-A5D5-9619009943F8}"/>
                    </a:ext>
                  </a:extLst>
                </p:cNvPr>
                <p:cNvSpPr txBox="1"/>
                <p:nvPr/>
              </p:nvSpPr>
              <p:spPr>
                <a:xfrm>
                  <a:off x="5104524" y="2270627"/>
                  <a:ext cx="523005" cy="233001"/>
                </a:xfrm>
                <a:prstGeom prst="rect">
                  <a:avLst/>
                </a:prstGeom>
                <a:noFill/>
                <a:ln w="9525">
                  <a:noFill/>
                </a:ln>
              </p:spPr>
              <p:txBody>
                <a:bodyPr wrap="none">
                  <a:spAutoFit/>
                </a:bodyPr>
                <a:lstStyle/>
                <a:p>
                  <a:pPr eaLnBrk="1" hangingPunct="1">
                    <a:defRPr/>
                  </a:pPr>
                  <a:r>
                    <a:rPr lang="en-US" sz="900" dirty="0">
                      <a:solidFill>
                        <a:schemeClr val="bg1"/>
                      </a:solidFill>
                      <a:latin typeface="+mj-lt"/>
                      <a:cs typeface="Arial" charset="0"/>
                    </a:rPr>
                    <a:t>D     Q</a:t>
                  </a:r>
                </a:p>
              </p:txBody>
            </p:sp>
            <p:sp>
              <p:nvSpPr>
                <p:cNvPr id="109" name="TextBox 108">
                  <a:extLst>
                    <a:ext uri="{FF2B5EF4-FFF2-40B4-BE49-F238E27FC236}">
                      <a16:creationId xmlns:a16="http://schemas.microsoft.com/office/drawing/2014/main" id="{34E1B428-8C70-41A9-8374-570F1C671815}"/>
                    </a:ext>
                  </a:extLst>
                </p:cNvPr>
                <p:cNvSpPr txBox="1"/>
                <p:nvPr/>
              </p:nvSpPr>
              <p:spPr>
                <a:xfrm>
                  <a:off x="5109333" y="2543038"/>
                  <a:ext cx="487404" cy="279602"/>
                </a:xfrm>
                <a:prstGeom prst="rect">
                  <a:avLst/>
                </a:prstGeom>
                <a:noFill/>
                <a:ln w="9525">
                  <a:noFill/>
                </a:ln>
              </p:spPr>
              <p:txBody>
                <a:bodyPr wrap="none">
                  <a:spAutoFit/>
                </a:bodyPr>
                <a:lstStyle/>
                <a:p>
                  <a:pPr eaLnBrk="1" hangingPunct="1">
                    <a:defRPr/>
                  </a:pPr>
                  <a:r>
                    <a:rPr lang="en-US" sz="1200" dirty="0">
                      <a:solidFill>
                        <a:schemeClr val="bg1"/>
                      </a:solidFill>
                      <a:latin typeface="+mj-lt"/>
                      <a:cs typeface="Arial" charset="0"/>
                    </a:rPr>
                    <a:t>CLK</a:t>
                  </a:r>
                </a:p>
              </p:txBody>
            </p:sp>
            <p:cxnSp>
              <p:nvCxnSpPr>
                <p:cNvPr id="14380" name="Straight Connector 109">
                  <a:extLst>
                    <a:ext uri="{FF2B5EF4-FFF2-40B4-BE49-F238E27FC236}">
                      <a16:creationId xmlns:a16="http://schemas.microsoft.com/office/drawing/2014/main" id="{616C7607-866F-4C3A-86BF-7B77E3147BB7}"/>
                    </a:ext>
                  </a:extLst>
                </p:cNvPr>
                <p:cNvCxnSpPr>
                  <a:cxnSpLocks noChangeShapeType="1"/>
                </p:cNvCxnSpPr>
                <p:nvPr/>
              </p:nvCxnSpPr>
              <p:spPr bwMode="auto">
                <a:xfrm rot="180000" flipV="1">
                  <a:off x="4647537" y="2681485"/>
                  <a:ext cx="465240" cy="23529"/>
                </a:xfrm>
                <a:prstGeom prst="line">
                  <a:avLst/>
                </a:prstGeom>
                <a:noFill/>
                <a:ln w="9525" algn="ctr">
                  <a:solidFill>
                    <a:schemeClr val="tx1"/>
                  </a:solidFill>
                  <a:round/>
                  <a:headEnd/>
                  <a:tailEnd/>
                </a:ln>
              </p:spPr>
            </p:cxnSp>
            <p:sp>
              <p:nvSpPr>
                <p:cNvPr id="104" name="Cloud 103">
                  <a:extLst>
                    <a:ext uri="{FF2B5EF4-FFF2-40B4-BE49-F238E27FC236}">
                      <a16:creationId xmlns:a16="http://schemas.microsoft.com/office/drawing/2014/main" id="{1E32E1F0-9961-486E-8A0D-02E4A1334136}"/>
                    </a:ext>
                  </a:extLst>
                </p:cNvPr>
                <p:cNvSpPr/>
                <p:nvPr/>
              </p:nvSpPr>
              <p:spPr bwMode="auto">
                <a:xfrm>
                  <a:off x="3966708" y="2153650"/>
                  <a:ext cx="732370" cy="451882"/>
                </a:xfrm>
                <a:prstGeom prst="cloud">
                  <a:avLst/>
                </a:prstGeom>
                <a:solidFill>
                  <a:schemeClr val="accent1"/>
                </a:solidFill>
                <a:ln w="9525" cap="flat" cmpd="sng" algn="ctr">
                  <a:solidFill>
                    <a:schemeClr val="tx1"/>
                  </a:solidFill>
                  <a:prstDash val="solid"/>
                  <a:round/>
                  <a:headEnd type="none" w="med" len="med"/>
                  <a:tailEnd type="none" w="med" len="med"/>
                </a:ln>
                <a:effectLst/>
              </p:spPr>
              <p:txBody>
                <a:bodyPr anchor="ctr"/>
                <a:lstStyle/>
                <a:p>
                  <a:pPr algn="ctr" eaLnBrk="1" hangingPunct="1">
                    <a:defRPr/>
                  </a:pPr>
                  <a:r>
                    <a:rPr lang="en-US" sz="900" dirty="0">
                      <a:solidFill>
                        <a:schemeClr val="bg1"/>
                      </a:solidFill>
                      <a:latin typeface="Arial" charset="0"/>
                      <a:cs typeface="Arial" charset="0"/>
                    </a:rPr>
                    <a:t>Logic</a:t>
                  </a:r>
                </a:p>
              </p:txBody>
            </p:sp>
            <p:cxnSp>
              <p:nvCxnSpPr>
                <p:cNvPr id="14382" name="Straight Connector 112">
                  <a:extLst>
                    <a:ext uri="{FF2B5EF4-FFF2-40B4-BE49-F238E27FC236}">
                      <a16:creationId xmlns:a16="http://schemas.microsoft.com/office/drawing/2014/main" id="{DC9A0820-8AF1-4423-94CD-9D479763141F}"/>
                    </a:ext>
                  </a:extLst>
                </p:cNvPr>
                <p:cNvCxnSpPr>
                  <a:cxnSpLocks noChangeShapeType="1"/>
                </p:cNvCxnSpPr>
                <p:nvPr/>
              </p:nvCxnSpPr>
              <p:spPr bwMode="auto">
                <a:xfrm rot="180000" flipV="1">
                  <a:off x="2377855" y="2713717"/>
                  <a:ext cx="465240" cy="23529"/>
                </a:xfrm>
                <a:prstGeom prst="line">
                  <a:avLst/>
                </a:prstGeom>
                <a:noFill/>
                <a:ln w="9525" algn="ctr">
                  <a:solidFill>
                    <a:schemeClr val="tx1"/>
                  </a:solidFill>
                  <a:round/>
                  <a:headEnd/>
                  <a:tailEnd/>
                </a:ln>
              </p:spPr>
            </p:cxnSp>
          </p:grpSp>
          <p:cxnSp>
            <p:nvCxnSpPr>
              <p:cNvPr id="14358" name="Straight Connector 85">
                <a:extLst>
                  <a:ext uri="{FF2B5EF4-FFF2-40B4-BE49-F238E27FC236}">
                    <a16:creationId xmlns:a16="http://schemas.microsoft.com/office/drawing/2014/main" id="{65CE3CE5-0D9D-4560-B9B1-FC07ACDAF3C8}"/>
                  </a:ext>
                </a:extLst>
              </p:cNvPr>
              <p:cNvCxnSpPr>
                <a:cxnSpLocks noChangeShapeType="1"/>
              </p:cNvCxnSpPr>
              <p:nvPr/>
            </p:nvCxnSpPr>
            <p:spPr bwMode="auto">
              <a:xfrm>
                <a:off x="5049860" y="2926687"/>
                <a:ext cx="0" cy="610325"/>
              </a:xfrm>
              <a:prstGeom prst="line">
                <a:avLst/>
              </a:prstGeom>
              <a:noFill/>
              <a:ln w="9525" algn="ctr">
                <a:solidFill>
                  <a:schemeClr val="tx1"/>
                </a:solidFill>
                <a:round/>
                <a:headEnd/>
                <a:tailEnd/>
              </a:ln>
            </p:spPr>
          </p:cxnSp>
          <p:cxnSp>
            <p:nvCxnSpPr>
              <p:cNvPr id="14359" name="Straight Connector 86">
                <a:extLst>
                  <a:ext uri="{FF2B5EF4-FFF2-40B4-BE49-F238E27FC236}">
                    <a16:creationId xmlns:a16="http://schemas.microsoft.com/office/drawing/2014/main" id="{AE46BDF6-1F52-47C5-8674-A0E5965E8285}"/>
                  </a:ext>
                </a:extLst>
              </p:cNvPr>
              <p:cNvCxnSpPr>
                <a:cxnSpLocks noChangeShapeType="1"/>
              </p:cNvCxnSpPr>
              <p:nvPr/>
            </p:nvCxnSpPr>
            <p:spPr bwMode="auto">
              <a:xfrm flipH="1">
                <a:off x="1642584" y="3537012"/>
                <a:ext cx="3407279" cy="0"/>
              </a:xfrm>
              <a:prstGeom prst="line">
                <a:avLst/>
              </a:prstGeom>
              <a:noFill/>
              <a:ln w="9525" algn="ctr">
                <a:solidFill>
                  <a:schemeClr val="tx1"/>
                </a:solidFill>
                <a:round/>
                <a:headEnd/>
                <a:tailEnd/>
              </a:ln>
            </p:spPr>
          </p:cxnSp>
          <p:sp>
            <p:nvSpPr>
              <p:cNvPr id="14360" name="TextBox 87">
                <a:extLst>
                  <a:ext uri="{FF2B5EF4-FFF2-40B4-BE49-F238E27FC236}">
                    <a16:creationId xmlns:a16="http://schemas.microsoft.com/office/drawing/2014/main" id="{7E591A7B-AE47-4B90-A11A-C1532B1EF460}"/>
                  </a:ext>
                </a:extLst>
              </p:cNvPr>
              <p:cNvSpPr txBox="1">
                <a:spLocks noChangeArrowheads="1"/>
              </p:cNvSpPr>
              <p:nvPr/>
            </p:nvSpPr>
            <p:spPr bwMode="auto">
              <a:xfrm>
                <a:off x="582773" y="2769090"/>
                <a:ext cx="679981" cy="383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a:t>CLK</a:t>
                </a:r>
              </a:p>
            </p:txBody>
          </p:sp>
          <p:sp>
            <p:nvSpPr>
              <p:cNvPr id="90" name="TextBox 89">
                <a:extLst>
                  <a:ext uri="{FF2B5EF4-FFF2-40B4-BE49-F238E27FC236}">
                    <a16:creationId xmlns:a16="http://schemas.microsoft.com/office/drawing/2014/main" id="{AC62F355-4BB8-4EB1-995F-C1368AD87204}"/>
                  </a:ext>
                </a:extLst>
              </p:cNvPr>
              <p:cNvSpPr txBox="1"/>
              <p:nvPr/>
            </p:nvSpPr>
            <p:spPr>
              <a:xfrm>
                <a:off x="5070043" y="2022201"/>
                <a:ext cx="815626" cy="419657"/>
              </a:xfrm>
              <a:prstGeom prst="rect">
                <a:avLst/>
              </a:prstGeom>
              <a:noFill/>
            </p:spPr>
            <p:txBody>
              <a:bodyPr wrap="none">
                <a:spAutoFit/>
              </a:bodyPr>
              <a:lstStyle/>
              <a:p>
                <a:pPr eaLnBrk="1" hangingPunct="1">
                  <a:defRPr/>
                </a:pPr>
                <a:r>
                  <a:rPr lang="en-US" sz="800" dirty="0">
                    <a:latin typeface="Arial" charset="0"/>
                    <a:cs typeface="Arial" charset="0"/>
                  </a:rPr>
                  <a:t>data </a:t>
                </a:r>
                <a:r>
                  <a:rPr lang="en-US" sz="1050" dirty="0">
                    <a:latin typeface="Arial" charset="0"/>
                    <a:cs typeface="Arial" charset="0"/>
                  </a:rPr>
                  <a:t>2</a:t>
                </a:r>
                <a:endParaRPr lang="en-US" dirty="0">
                  <a:latin typeface="Arial" charset="0"/>
                  <a:cs typeface="Arial" charset="0"/>
                </a:endParaRPr>
              </a:p>
            </p:txBody>
          </p:sp>
          <p:sp>
            <p:nvSpPr>
              <p:cNvPr id="14362" name="Left Brace 90">
                <a:extLst>
                  <a:ext uri="{FF2B5EF4-FFF2-40B4-BE49-F238E27FC236}">
                    <a16:creationId xmlns:a16="http://schemas.microsoft.com/office/drawing/2014/main" id="{5D08E527-4048-4550-BE1F-68EFAE385AAB}"/>
                  </a:ext>
                </a:extLst>
              </p:cNvPr>
              <p:cNvSpPr>
                <a:spLocks/>
              </p:cNvSpPr>
              <p:nvPr/>
            </p:nvSpPr>
            <p:spPr bwMode="auto">
              <a:xfrm rot="5400000">
                <a:off x="2855505" y="1273249"/>
                <a:ext cx="202808" cy="913910"/>
              </a:xfrm>
              <a:prstGeom prst="leftBrace">
                <a:avLst>
                  <a:gd name="adj1" fmla="val 49194"/>
                  <a:gd name="adj2" fmla="val 50000"/>
                </a:avLst>
              </a:prstGeom>
              <a:noFill/>
              <a:ln w="9525" algn="ctr">
                <a:solidFill>
                  <a:srgbClr val="0000FF"/>
                </a:solidFill>
                <a:round/>
                <a:headEnd/>
                <a:tailEnd/>
              </a:ln>
              <a:extLst>
                <a:ext uri="{909E8E84-426E-40DD-AFC4-6F175D3DCCD1}">
                  <a14:hiddenFill xmlns:a14="http://schemas.microsoft.com/office/drawing/2010/main">
                    <a:solidFill>
                      <a:srgbClr val="FFFFFF"/>
                    </a:solidFill>
                  </a14:hiddenFill>
                </a:ext>
              </a:extLst>
            </p:spPr>
            <p:txBody>
              <a:bodyPr anchor="ct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algn="ctr" eaLnBrk="1" hangingPunct="1"/>
                <a:endParaRPr lang="en-US" altLang="en-US"/>
              </a:p>
            </p:txBody>
          </p:sp>
          <p:sp>
            <p:nvSpPr>
              <p:cNvPr id="14363" name="Left Brace 91">
                <a:extLst>
                  <a:ext uri="{FF2B5EF4-FFF2-40B4-BE49-F238E27FC236}">
                    <a16:creationId xmlns:a16="http://schemas.microsoft.com/office/drawing/2014/main" id="{FA0E4006-6C94-46EB-B4A6-07308E2A0876}"/>
                  </a:ext>
                </a:extLst>
              </p:cNvPr>
              <p:cNvSpPr>
                <a:spLocks/>
              </p:cNvSpPr>
              <p:nvPr/>
            </p:nvSpPr>
            <p:spPr bwMode="auto">
              <a:xfrm rot="5400000">
                <a:off x="6101873" y="1273249"/>
                <a:ext cx="202808" cy="913910"/>
              </a:xfrm>
              <a:prstGeom prst="leftBrace">
                <a:avLst>
                  <a:gd name="adj1" fmla="val 49194"/>
                  <a:gd name="adj2" fmla="val 50000"/>
                </a:avLst>
              </a:prstGeom>
              <a:noFill/>
              <a:ln w="9525" algn="ctr">
                <a:solidFill>
                  <a:srgbClr val="0000FF"/>
                </a:solidFill>
                <a:round/>
                <a:headEnd/>
                <a:tailEnd/>
              </a:ln>
              <a:extLst>
                <a:ext uri="{909E8E84-426E-40DD-AFC4-6F175D3DCCD1}">
                  <a14:hiddenFill xmlns:a14="http://schemas.microsoft.com/office/drawing/2010/main">
                    <a:solidFill>
                      <a:srgbClr val="FFFFFF"/>
                    </a:solidFill>
                  </a14:hiddenFill>
                </a:ext>
              </a:extLst>
            </p:spPr>
            <p:txBody>
              <a:bodyPr anchor="ct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algn="ctr" eaLnBrk="1" hangingPunct="1"/>
                <a:endParaRPr lang="en-US" altLang="en-US"/>
              </a:p>
            </p:txBody>
          </p:sp>
          <p:sp>
            <p:nvSpPr>
              <p:cNvPr id="14364" name="Rectangle 92">
                <a:extLst>
                  <a:ext uri="{FF2B5EF4-FFF2-40B4-BE49-F238E27FC236}">
                    <a16:creationId xmlns:a16="http://schemas.microsoft.com/office/drawing/2014/main" id="{6F80B86A-08A5-4D0F-A994-363EB9F1CC46}"/>
                  </a:ext>
                </a:extLst>
              </p:cNvPr>
              <p:cNvSpPr>
                <a:spLocks noChangeArrowheads="1"/>
              </p:cNvSpPr>
              <p:nvPr/>
            </p:nvSpPr>
            <p:spPr bwMode="auto">
              <a:xfrm>
                <a:off x="2366843" y="1285825"/>
                <a:ext cx="2457206" cy="4348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sz="1100"/>
                  <a:t>launch flip-flop(LFF) </a:t>
                </a:r>
              </a:p>
            </p:txBody>
          </p:sp>
          <p:sp>
            <p:nvSpPr>
              <p:cNvPr id="14365" name="Rectangle 93">
                <a:extLst>
                  <a:ext uri="{FF2B5EF4-FFF2-40B4-BE49-F238E27FC236}">
                    <a16:creationId xmlns:a16="http://schemas.microsoft.com/office/drawing/2014/main" id="{B0069A0D-CDD6-4645-9FEE-5533737D4FC0}"/>
                  </a:ext>
                </a:extLst>
              </p:cNvPr>
              <p:cNvSpPr>
                <a:spLocks noChangeArrowheads="1"/>
              </p:cNvSpPr>
              <p:nvPr/>
            </p:nvSpPr>
            <p:spPr bwMode="auto">
              <a:xfrm>
                <a:off x="5702576" y="1316602"/>
                <a:ext cx="2585102" cy="4348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sz="1100"/>
                  <a:t>capture flip-flop(CFF) </a:t>
                </a:r>
              </a:p>
            </p:txBody>
          </p:sp>
          <p:sp>
            <p:nvSpPr>
              <p:cNvPr id="14366" name="TextBox 94">
                <a:extLst>
                  <a:ext uri="{FF2B5EF4-FFF2-40B4-BE49-F238E27FC236}">
                    <a16:creationId xmlns:a16="http://schemas.microsoft.com/office/drawing/2014/main" id="{D75DF363-E823-48BA-AE66-B7139D010339}"/>
                  </a:ext>
                </a:extLst>
              </p:cNvPr>
              <p:cNvSpPr txBox="1">
                <a:spLocks noChangeArrowheads="1"/>
              </p:cNvSpPr>
              <p:nvPr/>
            </p:nvSpPr>
            <p:spPr bwMode="auto">
              <a:xfrm>
                <a:off x="2712094" y="2056571"/>
                <a:ext cx="541427" cy="383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dirty="0">
                    <a:solidFill>
                      <a:schemeClr val="bg1"/>
                    </a:solidFill>
                  </a:rPr>
                  <a:t>FF</a:t>
                </a:r>
              </a:p>
            </p:txBody>
          </p:sp>
          <p:sp>
            <p:nvSpPr>
              <p:cNvPr id="14367" name="TextBox 95">
                <a:extLst>
                  <a:ext uri="{FF2B5EF4-FFF2-40B4-BE49-F238E27FC236}">
                    <a16:creationId xmlns:a16="http://schemas.microsoft.com/office/drawing/2014/main" id="{FE07A4A4-6290-416F-BAD8-9C6BB73AEEE7}"/>
                  </a:ext>
                </a:extLst>
              </p:cNvPr>
              <p:cNvSpPr txBox="1">
                <a:spLocks noChangeArrowheads="1"/>
              </p:cNvSpPr>
              <p:nvPr/>
            </p:nvSpPr>
            <p:spPr bwMode="auto">
              <a:xfrm>
                <a:off x="5944420" y="2000604"/>
                <a:ext cx="541427" cy="383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dirty="0">
                    <a:solidFill>
                      <a:schemeClr val="bg1"/>
                    </a:solidFill>
                  </a:rPr>
                  <a:t>FF</a:t>
                </a:r>
                <a:endParaRPr lang="en-US" altLang="en-US" sz="500" dirty="0">
                  <a:solidFill>
                    <a:schemeClr val="bg1"/>
                  </a:solidFill>
                </a:endParaRPr>
              </a:p>
            </p:txBody>
          </p:sp>
        </p:grpSp>
        <p:sp>
          <p:nvSpPr>
            <p:cNvPr id="14351" name="Rectangle 3">
              <a:extLst>
                <a:ext uri="{FF2B5EF4-FFF2-40B4-BE49-F238E27FC236}">
                  <a16:creationId xmlns:a16="http://schemas.microsoft.com/office/drawing/2014/main" id="{E6C42E70-54F6-4952-AC40-B69E355F7897}"/>
                </a:ext>
              </a:extLst>
            </p:cNvPr>
            <p:cNvSpPr>
              <a:spLocks noChangeArrowheads="1"/>
            </p:cNvSpPr>
            <p:nvPr/>
          </p:nvSpPr>
          <p:spPr bwMode="auto">
            <a:xfrm>
              <a:off x="5237680" y="2121227"/>
              <a:ext cx="230389" cy="180038"/>
            </a:xfrm>
            <a:prstGeom prst="rect">
              <a:avLst/>
            </a:prstGeom>
            <a:solidFill>
              <a:schemeClr val="accent1"/>
            </a:solidFill>
            <a:ln w="9525" algn="ctr">
              <a:solidFill>
                <a:schemeClr val="tx1"/>
              </a:solidFill>
              <a:round/>
              <a:headEnd/>
              <a:tailEnd/>
            </a:ln>
          </p:spPr>
          <p:txBody>
            <a:bodyPr anchor="ct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sz="1800"/>
            </a:p>
          </p:txBody>
        </p:sp>
        <p:sp>
          <p:nvSpPr>
            <p:cNvPr id="14352" name="Rectangle 110">
              <a:extLst>
                <a:ext uri="{FF2B5EF4-FFF2-40B4-BE49-F238E27FC236}">
                  <a16:creationId xmlns:a16="http://schemas.microsoft.com/office/drawing/2014/main" id="{FC14C928-588B-4FA4-96AF-DAEF08D976F9}"/>
                </a:ext>
              </a:extLst>
            </p:cNvPr>
            <p:cNvSpPr>
              <a:spLocks noChangeArrowheads="1"/>
            </p:cNvSpPr>
            <p:nvPr/>
          </p:nvSpPr>
          <p:spPr bwMode="auto">
            <a:xfrm>
              <a:off x="6617876" y="2467804"/>
              <a:ext cx="230389" cy="180038"/>
            </a:xfrm>
            <a:prstGeom prst="rect">
              <a:avLst/>
            </a:prstGeom>
            <a:solidFill>
              <a:schemeClr val="accent1"/>
            </a:solidFill>
            <a:ln w="9525" algn="ctr">
              <a:solidFill>
                <a:schemeClr val="tx1"/>
              </a:solidFill>
              <a:round/>
              <a:headEnd/>
              <a:tailEnd/>
            </a:ln>
          </p:spPr>
          <p:txBody>
            <a:bodyPr anchor="ct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sz="1800"/>
            </a:p>
          </p:txBody>
        </p:sp>
        <p:cxnSp>
          <p:nvCxnSpPr>
            <p:cNvPr id="14353" name="Straight Connector 111">
              <a:extLst>
                <a:ext uri="{FF2B5EF4-FFF2-40B4-BE49-F238E27FC236}">
                  <a16:creationId xmlns:a16="http://schemas.microsoft.com/office/drawing/2014/main" id="{03587FC0-6E7D-453A-B387-656E4406A0E9}"/>
                </a:ext>
              </a:extLst>
            </p:cNvPr>
            <p:cNvCxnSpPr>
              <a:cxnSpLocks noChangeShapeType="1"/>
            </p:cNvCxnSpPr>
            <p:nvPr/>
          </p:nvCxnSpPr>
          <p:spPr bwMode="auto">
            <a:xfrm>
              <a:off x="5013439" y="2211246"/>
              <a:ext cx="0" cy="349762"/>
            </a:xfrm>
            <a:prstGeom prst="line">
              <a:avLst/>
            </a:prstGeom>
            <a:noFill/>
            <a:ln w="9525" algn="ctr">
              <a:solidFill>
                <a:schemeClr val="tx1"/>
              </a:solidFill>
              <a:round/>
              <a:headEnd/>
              <a:tailEnd/>
            </a:ln>
          </p:spPr>
        </p:cxnSp>
        <p:sp>
          <p:nvSpPr>
            <p:cNvPr id="14354" name="TextBox 116">
              <a:extLst>
                <a:ext uri="{FF2B5EF4-FFF2-40B4-BE49-F238E27FC236}">
                  <a16:creationId xmlns:a16="http://schemas.microsoft.com/office/drawing/2014/main" id="{AA7CC993-93FF-4D12-9A87-CE2214713D75}"/>
                </a:ext>
              </a:extLst>
            </p:cNvPr>
            <p:cNvSpPr txBox="1">
              <a:spLocks noChangeArrowheads="1"/>
            </p:cNvSpPr>
            <p:nvPr/>
          </p:nvSpPr>
          <p:spPr bwMode="auto">
            <a:xfrm>
              <a:off x="5092063" y="1923397"/>
              <a:ext cx="494046"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sz="800" b="1"/>
                <a:t>T</a:t>
              </a:r>
              <a:r>
                <a:rPr lang="en-US" altLang="en-US" sz="600" b="1"/>
                <a:t>launch</a:t>
              </a:r>
              <a:endParaRPr lang="ru-RU" altLang="en-US" sz="800" b="1"/>
            </a:p>
          </p:txBody>
        </p:sp>
        <p:sp>
          <p:nvSpPr>
            <p:cNvPr id="14355" name="TextBox 117">
              <a:extLst>
                <a:ext uri="{FF2B5EF4-FFF2-40B4-BE49-F238E27FC236}">
                  <a16:creationId xmlns:a16="http://schemas.microsoft.com/office/drawing/2014/main" id="{CE77159D-D39F-4FB2-A043-0D058E7C08E6}"/>
                </a:ext>
              </a:extLst>
            </p:cNvPr>
            <p:cNvSpPr txBox="1">
              <a:spLocks noChangeArrowheads="1"/>
            </p:cNvSpPr>
            <p:nvPr/>
          </p:nvSpPr>
          <p:spPr bwMode="auto">
            <a:xfrm>
              <a:off x="6448067" y="2256238"/>
              <a:ext cx="505267"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sz="800"/>
                <a:t>T</a:t>
              </a:r>
              <a:r>
                <a:rPr lang="en-US" altLang="en-US" sz="600"/>
                <a:t>capture</a:t>
              </a:r>
              <a:endParaRPr lang="ru-RU" altLang="en-US" sz="800"/>
            </a:p>
          </p:txBody>
        </p:sp>
        <p:sp>
          <p:nvSpPr>
            <p:cNvPr id="14356" name="TextBox 118">
              <a:extLst>
                <a:ext uri="{FF2B5EF4-FFF2-40B4-BE49-F238E27FC236}">
                  <a16:creationId xmlns:a16="http://schemas.microsoft.com/office/drawing/2014/main" id="{B0A5250A-CAE8-409E-A3D5-23DC4A31DB7C}"/>
                </a:ext>
              </a:extLst>
            </p:cNvPr>
            <p:cNvSpPr txBox="1">
              <a:spLocks noChangeArrowheads="1"/>
            </p:cNvSpPr>
            <p:nvPr/>
          </p:nvSpPr>
          <p:spPr bwMode="auto">
            <a:xfrm>
              <a:off x="6613116" y="1385743"/>
              <a:ext cx="304892" cy="2308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b="1"/>
                <a:t>T</a:t>
              </a:r>
              <a:r>
                <a:rPr lang="en-US" altLang="en-US" sz="700" b="1"/>
                <a:t>c</a:t>
              </a:r>
              <a:endParaRPr lang="ru-RU" altLang="en-US" b="1"/>
            </a:p>
          </p:txBody>
        </p:sp>
      </p:grpSp>
      <p:cxnSp>
        <p:nvCxnSpPr>
          <p:cNvPr id="14340" name="Straight Connector 88">
            <a:extLst>
              <a:ext uri="{FF2B5EF4-FFF2-40B4-BE49-F238E27FC236}">
                <a16:creationId xmlns:a16="http://schemas.microsoft.com/office/drawing/2014/main" id="{CB4F406A-D7DD-4097-998D-F34B20BC5376}"/>
              </a:ext>
            </a:extLst>
          </p:cNvPr>
          <p:cNvCxnSpPr>
            <a:cxnSpLocks noChangeShapeType="1"/>
          </p:cNvCxnSpPr>
          <p:nvPr/>
        </p:nvCxnSpPr>
        <p:spPr bwMode="auto">
          <a:xfrm flipH="1">
            <a:off x="2651125" y="1712838"/>
            <a:ext cx="0" cy="160337"/>
          </a:xfrm>
          <a:prstGeom prst="line">
            <a:avLst/>
          </a:prstGeom>
          <a:noFill/>
          <a:ln w="9525" algn="ctr">
            <a:solidFill>
              <a:srgbClr val="0000FF"/>
            </a:solidFill>
            <a:prstDash val="dash"/>
            <a:round/>
            <a:headEnd/>
            <a:tailEnd/>
          </a:ln>
          <a:extLst>
            <a:ext uri="{909E8E84-426E-40DD-AFC4-6F175D3DCCD1}">
              <a14:hiddenFill xmlns:a14="http://schemas.microsoft.com/office/drawing/2010/main">
                <a:noFill/>
              </a14:hiddenFill>
            </a:ext>
          </a:extLst>
        </p:spPr>
      </p:cxnSp>
      <p:cxnSp>
        <p:nvCxnSpPr>
          <p:cNvPr id="14341" name="Straight Arrow Connector 113">
            <a:extLst>
              <a:ext uri="{FF2B5EF4-FFF2-40B4-BE49-F238E27FC236}">
                <a16:creationId xmlns:a16="http://schemas.microsoft.com/office/drawing/2014/main" id="{6BC0097F-BD4E-4E8B-831E-D10F7D8AFF8E}"/>
              </a:ext>
            </a:extLst>
          </p:cNvPr>
          <p:cNvCxnSpPr>
            <a:cxnSpLocks noChangeShapeType="1"/>
          </p:cNvCxnSpPr>
          <p:nvPr/>
        </p:nvCxnSpPr>
        <p:spPr bwMode="auto">
          <a:xfrm>
            <a:off x="2655888" y="1811262"/>
            <a:ext cx="800100" cy="0"/>
          </a:xfrm>
          <a:prstGeom prst="straightConnector1">
            <a:avLst/>
          </a:prstGeom>
          <a:noFill/>
          <a:ln w="9525" algn="ctr">
            <a:solidFill>
              <a:srgbClr val="0000FF"/>
            </a:solidFill>
            <a:round/>
            <a:headEnd type="triangle" w="med" len="med"/>
            <a:tailEnd type="triangle" w="med" len="med"/>
          </a:ln>
        </p:spPr>
      </p:cxnSp>
      <p:cxnSp>
        <p:nvCxnSpPr>
          <p:cNvPr id="14342" name="Straight Connector 114">
            <a:extLst>
              <a:ext uri="{FF2B5EF4-FFF2-40B4-BE49-F238E27FC236}">
                <a16:creationId xmlns:a16="http://schemas.microsoft.com/office/drawing/2014/main" id="{342AB07B-49D2-4A43-B1AC-10A422672806}"/>
              </a:ext>
            </a:extLst>
          </p:cNvPr>
          <p:cNvCxnSpPr>
            <a:cxnSpLocks noChangeShapeType="1"/>
          </p:cNvCxnSpPr>
          <p:nvPr/>
        </p:nvCxnSpPr>
        <p:spPr bwMode="auto">
          <a:xfrm flipH="1">
            <a:off x="3455989" y="1739825"/>
            <a:ext cx="1587" cy="195263"/>
          </a:xfrm>
          <a:prstGeom prst="line">
            <a:avLst/>
          </a:prstGeom>
          <a:noFill/>
          <a:ln w="9525" algn="ctr">
            <a:solidFill>
              <a:srgbClr val="0000FF"/>
            </a:solidFill>
            <a:prstDash val="dash"/>
            <a:round/>
            <a:headEnd/>
            <a:tailEnd/>
          </a:ln>
          <a:extLst>
            <a:ext uri="{909E8E84-426E-40DD-AFC4-6F175D3DCCD1}">
              <a14:hiddenFill xmlns:a14="http://schemas.microsoft.com/office/drawing/2010/main">
                <a:noFill/>
              </a14:hiddenFill>
            </a:ext>
          </a:extLst>
        </p:spPr>
      </p:cxnSp>
      <p:cxnSp>
        <p:nvCxnSpPr>
          <p:cNvPr id="14343" name="Straight Arrow Connector 115">
            <a:extLst>
              <a:ext uri="{FF2B5EF4-FFF2-40B4-BE49-F238E27FC236}">
                <a16:creationId xmlns:a16="http://schemas.microsoft.com/office/drawing/2014/main" id="{44C5E1D2-F713-4C2F-95A4-03EAA7EA81AB}"/>
              </a:ext>
            </a:extLst>
          </p:cNvPr>
          <p:cNvCxnSpPr>
            <a:cxnSpLocks noChangeShapeType="1"/>
          </p:cNvCxnSpPr>
          <p:nvPr/>
        </p:nvCxnSpPr>
        <p:spPr bwMode="auto">
          <a:xfrm>
            <a:off x="3443288" y="1808087"/>
            <a:ext cx="1098550" cy="0"/>
          </a:xfrm>
          <a:prstGeom prst="straightConnector1">
            <a:avLst/>
          </a:prstGeom>
          <a:noFill/>
          <a:ln w="9525" algn="ctr">
            <a:solidFill>
              <a:srgbClr val="0000FF"/>
            </a:solidFill>
            <a:round/>
            <a:headEnd type="triangle" w="med" len="med"/>
            <a:tailEnd type="triangle" w="med" len="med"/>
          </a:ln>
        </p:spPr>
      </p:cxnSp>
      <p:cxnSp>
        <p:nvCxnSpPr>
          <p:cNvPr id="14344" name="Straight Connector 120">
            <a:extLst>
              <a:ext uri="{FF2B5EF4-FFF2-40B4-BE49-F238E27FC236}">
                <a16:creationId xmlns:a16="http://schemas.microsoft.com/office/drawing/2014/main" id="{E35BD210-2914-44FB-B56D-075E3B6584FE}"/>
              </a:ext>
            </a:extLst>
          </p:cNvPr>
          <p:cNvCxnSpPr>
            <a:cxnSpLocks noChangeShapeType="1"/>
          </p:cNvCxnSpPr>
          <p:nvPr/>
        </p:nvCxnSpPr>
        <p:spPr bwMode="auto">
          <a:xfrm flipH="1">
            <a:off x="4541839" y="1725537"/>
            <a:ext cx="1587" cy="196850"/>
          </a:xfrm>
          <a:prstGeom prst="line">
            <a:avLst/>
          </a:prstGeom>
          <a:noFill/>
          <a:ln w="9525" algn="ctr">
            <a:solidFill>
              <a:srgbClr val="0000FF"/>
            </a:solidFill>
            <a:prstDash val="dash"/>
            <a:round/>
            <a:headEnd/>
            <a:tailEnd/>
          </a:ln>
          <a:extLst>
            <a:ext uri="{909E8E84-426E-40DD-AFC4-6F175D3DCCD1}">
              <a14:hiddenFill xmlns:a14="http://schemas.microsoft.com/office/drawing/2010/main">
                <a:noFill/>
              </a14:hiddenFill>
            </a:ext>
          </a:extLst>
        </p:spPr>
      </p:cxnSp>
      <p:sp>
        <p:nvSpPr>
          <p:cNvPr id="14345" name="TextBox 121">
            <a:extLst>
              <a:ext uri="{FF2B5EF4-FFF2-40B4-BE49-F238E27FC236}">
                <a16:creationId xmlns:a16="http://schemas.microsoft.com/office/drawing/2014/main" id="{50ECF80F-BDBE-40F3-92E0-85F2A9455FEF}"/>
              </a:ext>
            </a:extLst>
          </p:cNvPr>
          <p:cNvSpPr txBox="1">
            <a:spLocks noChangeArrowheads="1"/>
          </p:cNvSpPr>
          <p:nvPr/>
        </p:nvSpPr>
        <p:spPr bwMode="auto">
          <a:xfrm>
            <a:off x="3879850" y="1562025"/>
            <a:ext cx="304800" cy="231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a:t>T</a:t>
            </a:r>
            <a:r>
              <a:rPr lang="en-US" altLang="en-US" sz="700"/>
              <a:t>c</a:t>
            </a:r>
            <a:endParaRPr lang="ru-RU" altLang="en-US"/>
          </a:p>
        </p:txBody>
      </p:sp>
      <p:sp>
        <p:nvSpPr>
          <p:cNvPr id="14346" name="Rectangle 52">
            <a:extLst>
              <a:ext uri="{FF2B5EF4-FFF2-40B4-BE49-F238E27FC236}">
                <a16:creationId xmlns:a16="http://schemas.microsoft.com/office/drawing/2014/main" id="{EF7F8C78-6832-4338-8E10-EF3A1FAA96DD}"/>
              </a:ext>
            </a:extLst>
          </p:cNvPr>
          <p:cNvSpPr>
            <a:spLocks noChangeArrowheads="1"/>
          </p:cNvSpPr>
          <p:nvPr/>
        </p:nvSpPr>
        <p:spPr bwMode="auto">
          <a:xfrm>
            <a:off x="2860676" y="1562025"/>
            <a:ext cx="415925" cy="246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sz="1000"/>
              <a:t>T</a:t>
            </a:r>
            <a:r>
              <a:rPr lang="en-US" altLang="en-US" sz="1000" baseline="-25000"/>
              <a:t>LFF</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Rectangle 34">
            <a:extLst>
              <a:ext uri="{FF2B5EF4-FFF2-40B4-BE49-F238E27FC236}">
                <a16:creationId xmlns:a16="http://schemas.microsoft.com/office/drawing/2014/main" id="{908D5B36-CD47-48DF-9D86-3F62753B60CC}"/>
              </a:ext>
            </a:extLst>
          </p:cNvPr>
          <p:cNvSpPr/>
          <p:nvPr/>
        </p:nvSpPr>
        <p:spPr bwMode="auto">
          <a:xfrm>
            <a:off x="6134100" y="3516313"/>
            <a:ext cx="757238" cy="1935162"/>
          </a:xfrm>
          <a:prstGeom prst="rect">
            <a:avLst/>
          </a:prstGeom>
          <a:pattFill prst="ltUpDiag">
            <a:fgClr>
              <a:schemeClr val="accent6">
                <a:lumMod val="75000"/>
              </a:schemeClr>
            </a:fgClr>
            <a:bgClr>
              <a:schemeClr val="bg1"/>
            </a:bgClr>
          </a:pattFill>
          <a:ln w="9525" cap="flat" cmpd="sng" algn="ctr">
            <a:noFill/>
            <a:prstDash val="solid"/>
            <a:round/>
            <a:headEnd type="none" w="med" len="med"/>
            <a:tailEnd type="none" w="med" len="med"/>
          </a:ln>
          <a:effectLst/>
        </p:spPr>
        <p:txBody>
          <a:bodyPr anchor="ctr"/>
          <a:lstStyle/>
          <a:p>
            <a:pPr eaLnBrk="1" hangingPunct="1">
              <a:defRPr/>
            </a:pPr>
            <a:endParaRPr lang="en-US">
              <a:latin typeface="Arial" charset="0"/>
              <a:cs typeface="Arial" charset="0"/>
            </a:endParaRPr>
          </a:p>
        </p:txBody>
      </p:sp>
      <p:sp>
        <p:nvSpPr>
          <p:cNvPr id="15363" name="Title 1">
            <a:extLst>
              <a:ext uri="{FF2B5EF4-FFF2-40B4-BE49-F238E27FC236}">
                <a16:creationId xmlns:a16="http://schemas.microsoft.com/office/drawing/2014/main" id="{70C1AEB9-C78F-496D-B6F0-CA2B09092D24}"/>
              </a:ext>
            </a:extLst>
          </p:cNvPr>
          <p:cNvSpPr>
            <a:spLocks noGrp="1"/>
          </p:cNvSpPr>
          <p:nvPr>
            <p:ph type="title"/>
          </p:nvPr>
        </p:nvSpPr>
        <p:spPr/>
        <p:txBody>
          <a:bodyPr/>
          <a:lstStyle/>
          <a:p>
            <a:r>
              <a:rPr lang="en-US" altLang="en-US"/>
              <a:t>Hold Timing Check</a:t>
            </a:r>
          </a:p>
        </p:txBody>
      </p:sp>
      <p:sp>
        <p:nvSpPr>
          <p:cNvPr id="15364" name="Content Placeholder 2">
            <a:extLst>
              <a:ext uri="{FF2B5EF4-FFF2-40B4-BE49-F238E27FC236}">
                <a16:creationId xmlns:a16="http://schemas.microsoft.com/office/drawing/2014/main" id="{AD6DA0A6-2600-4E37-B92B-17C4E54C8182}"/>
              </a:ext>
            </a:extLst>
          </p:cNvPr>
          <p:cNvSpPr>
            <a:spLocks noGrp="1"/>
          </p:cNvSpPr>
          <p:nvPr>
            <p:ph type="body" sz="quarter" idx="10"/>
          </p:nvPr>
        </p:nvSpPr>
        <p:spPr/>
        <p:txBody>
          <a:bodyPr/>
          <a:lstStyle/>
          <a:p>
            <a:r>
              <a:rPr lang="en-US" altLang="en-US"/>
              <a:t>Verifies that the data is held stable for a specified amount of time after the active edge of the clock</a:t>
            </a:r>
          </a:p>
        </p:txBody>
      </p:sp>
      <p:sp>
        <p:nvSpPr>
          <p:cNvPr id="15365" name="Rectangle 5">
            <a:extLst>
              <a:ext uri="{FF2B5EF4-FFF2-40B4-BE49-F238E27FC236}">
                <a16:creationId xmlns:a16="http://schemas.microsoft.com/office/drawing/2014/main" id="{B843C722-DF07-40BA-ADA1-DAB8A59876A5}"/>
              </a:ext>
            </a:extLst>
          </p:cNvPr>
          <p:cNvSpPr>
            <a:spLocks noChangeArrowheads="1"/>
          </p:cNvSpPr>
          <p:nvPr/>
        </p:nvSpPr>
        <p:spPr bwMode="auto">
          <a:xfrm>
            <a:off x="5861051" y="2771776"/>
            <a:ext cx="358775" cy="620713"/>
          </a:xfrm>
          <a:prstGeom prst="rect">
            <a:avLst/>
          </a:prstGeom>
          <a:solidFill>
            <a:schemeClr val="accent1"/>
          </a:solidFill>
          <a:ln w="9525" algn="ctr">
            <a:solidFill>
              <a:schemeClr val="tx1"/>
            </a:solidFill>
            <a:round/>
            <a:headEnd/>
            <a:tailEnd/>
          </a:ln>
        </p:spPr>
        <p:txBody>
          <a:bodyPr anchor="ct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sz="1800"/>
          </a:p>
        </p:txBody>
      </p:sp>
      <p:sp>
        <p:nvSpPr>
          <p:cNvPr id="15366" name="Isosceles Triangle 6">
            <a:extLst>
              <a:ext uri="{FF2B5EF4-FFF2-40B4-BE49-F238E27FC236}">
                <a16:creationId xmlns:a16="http://schemas.microsoft.com/office/drawing/2014/main" id="{93EAF21B-4037-4D65-ABC8-F6977A3590C8}"/>
              </a:ext>
            </a:extLst>
          </p:cNvPr>
          <p:cNvSpPr>
            <a:spLocks noChangeArrowheads="1"/>
          </p:cNvSpPr>
          <p:nvPr/>
        </p:nvSpPr>
        <p:spPr bwMode="auto">
          <a:xfrm rot="5400000">
            <a:off x="5867401" y="3190876"/>
            <a:ext cx="53975" cy="66675"/>
          </a:xfrm>
          <a:prstGeom prst="triangle">
            <a:avLst>
              <a:gd name="adj" fmla="val 50000"/>
            </a:avLst>
          </a:prstGeom>
          <a:solidFill>
            <a:schemeClr val="bg1"/>
          </a:solidFill>
          <a:ln w="9525" algn="ctr">
            <a:solidFill>
              <a:schemeClr val="tx1"/>
            </a:solidFill>
            <a:round/>
            <a:headEnd/>
            <a:tailEnd/>
          </a:ln>
        </p:spPr>
        <p:txBody>
          <a:bodyPr anchor="ct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sz="1800"/>
          </a:p>
        </p:txBody>
      </p:sp>
      <p:sp>
        <p:nvSpPr>
          <p:cNvPr id="8" name="TextBox 7">
            <a:extLst>
              <a:ext uri="{FF2B5EF4-FFF2-40B4-BE49-F238E27FC236}">
                <a16:creationId xmlns:a16="http://schemas.microsoft.com/office/drawing/2014/main" id="{A4145E0F-58F2-4371-8373-1EC2C7F51CA2}"/>
              </a:ext>
            </a:extLst>
          </p:cNvPr>
          <p:cNvSpPr txBox="1"/>
          <p:nvPr/>
        </p:nvSpPr>
        <p:spPr>
          <a:xfrm>
            <a:off x="5780088" y="2782888"/>
            <a:ext cx="500062" cy="246062"/>
          </a:xfrm>
          <a:prstGeom prst="rect">
            <a:avLst/>
          </a:prstGeom>
          <a:noFill/>
        </p:spPr>
        <p:txBody>
          <a:bodyPr wrap="none">
            <a:spAutoFit/>
          </a:bodyPr>
          <a:lstStyle/>
          <a:p>
            <a:pPr eaLnBrk="1" hangingPunct="1">
              <a:defRPr/>
            </a:pPr>
            <a:r>
              <a:rPr lang="en-US" sz="500" dirty="0">
                <a:solidFill>
                  <a:schemeClr val="bg1"/>
                </a:solidFill>
                <a:latin typeface="Arial" charset="0"/>
                <a:cs typeface="Arial" charset="0"/>
              </a:rPr>
              <a:t>   </a:t>
            </a:r>
            <a:r>
              <a:rPr lang="en-US" sz="1000" dirty="0">
                <a:solidFill>
                  <a:schemeClr val="bg1"/>
                </a:solidFill>
                <a:latin typeface="Arial" charset="0"/>
                <a:cs typeface="Arial" charset="0"/>
              </a:rPr>
              <a:t>D  Q</a:t>
            </a:r>
            <a:endParaRPr lang="en-US" sz="1050" dirty="0">
              <a:solidFill>
                <a:schemeClr val="bg1"/>
              </a:solidFill>
              <a:latin typeface="Arial" charset="0"/>
              <a:cs typeface="Arial" charset="0"/>
            </a:endParaRPr>
          </a:p>
        </p:txBody>
      </p:sp>
      <p:sp>
        <p:nvSpPr>
          <p:cNvPr id="9" name="TextBox 8">
            <a:extLst>
              <a:ext uri="{FF2B5EF4-FFF2-40B4-BE49-F238E27FC236}">
                <a16:creationId xmlns:a16="http://schemas.microsoft.com/office/drawing/2014/main" id="{B9716A8D-8A1B-46E7-85AF-D1FEEE7BCAA5}"/>
              </a:ext>
            </a:extLst>
          </p:cNvPr>
          <p:cNvSpPr txBox="1"/>
          <p:nvPr/>
        </p:nvSpPr>
        <p:spPr>
          <a:xfrm>
            <a:off x="5819776" y="3140075"/>
            <a:ext cx="461963" cy="254000"/>
          </a:xfrm>
          <a:prstGeom prst="rect">
            <a:avLst/>
          </a:prstGeom>
          <a:noFill/>
        </p:spPr>
        <p:txBody>
          <a:bodyPr wrap="none">
            <a:spAutoFit/>
          </a:bodyPr>
          <a:lstStyle/>
          <a:p>
            <a:pPr eaLnBrk="1" hangingPunct="1">
              <a:defRPr/>
            </a:pPr>
            <a:r>
              <a:rPr lang="en-US" sz="1050" dirty="0">
                <a:solidFill>
                  <a:schemeClr val="bg1"/>
                </a:solidFill>
                <a:latin typeface="Arial" charset="0"/>
                <a:cs typeface="Arial" charset="0"/>
              </a:rPr>
              <a:t>CLK</a:t>
            </a:r>
          </a:p>
        </p:txBody>
      </p:sp>
      <p:cxnSp>
        <p:nvCxnSpPr>
          <p:cNvPr id="15369" name="Straight Connector 9">
            <a:extLst>
              <a:ext uri="{FF2B5EF4-FFF2-40B4-BE49-F238E27FC236}">
                <a16:creationId xmlns:a16="http://schemas.microsoft.com/office/drawing/2014/main" id="{067B3D2B-8D85-4BD6-B635-65EAB6DFB31F}"/>
              </a:ext>
            </a:extLst>
          </p:cNvPr>
          <p:cNvCxnSpPr>
            <a:cxnSpLocks noChangeShapeType="1"/>
          </p:cNvCxnSpPr>
          <p:nvPr/>
        </p:nvCxnSpPr>
        <p:spPr bwMode="auto">
          <a:xfrm>
            <a:off x="5708651" y="2887663"/>
            <a:ext cx="149225" cy="0"/>
          </a:xfrm>
          <a:prstGeom prst="line">
            <a:avLst/>
          </a:prstGeom>
          <a:noFill/>
          <a:ln w="9525" algn="ctr">
            <a:solidFill>
              <a:schemeClr val="tx1"/>
            </a:solidFill>
            <a:round/>
            <a:headEnd/>
            <a:tailEnd/>
          </a:ln>
        </p:spPr>
      </p:cxnSp>
      <p:cxnSp>
        <p:nvCxnSpPr>
          <p:cNvPr id="15370" name="Straight Connector 10">
            <a:extLst>
              <a:ext uri="{FF2B5EF4-FFF2-40B4-BE49-F238E27FC236}">
                <a16:creationId xmlns:a16="http://schemas.microsoft.com/office/drawing/2014/main" id="{01741084-04EF-4EB6-ACD3-3F2A1C08228F}"/>
              </a:ext>
            </a:extLst>
          </p:cNvPr>
          <p:cNvCxnSpPr>
            <a:cxnSpLocks noChangeShapeType="1"/>
          </p:cNvCxnSpPr>
          <p:nvPr/>
        </p:nvCxnSpPr>
        <p:spPr bwMode="auto">
          <a:xfrm>
            <a:off x="6215064" y="2892425"/>
            <a:ext cx="173037" cy="0"/>
          </a:xfrm>
          <a:prstGeom prst="line">
            <a:avLst/>
          </a:prstGeom>
          <a:noFill/>
          <a:ln w="9525" algn="ctr">
            <a:solidFill>
              <a:schemeClr val="tx1"/>
            </a:solidFill>
            <a:round/>
            <a:headEnd/>
            <a:tailEnd/>
          </a:ln>
        </p:spPr>
      </p:cxnSp>
      <p:cxnSp>
        <p:nvCxnSpPr>
          <p:cNvPr id="15371" name="Straight Connector 11">
            <a:extLst>
              <a:ext uri="{FF2B5EF4-FFF2-40B4-BE49-F238E27FC236}">
                <a16:creationId xmlns:a16="http://schemas.microsoft.com/office/drawing/2014/main" id="{8D5C80F3-C886-45AA-A27B-1278A7A98524}"/>
              </a:ext>
            </a:extLst>
          </p:cNvPr>
          <p:cNvCxnSpPr>
            <a:cxnSpLocks noChangeShapeType="1"/>
          </p:cNvCxnSpPr>
          <p:nvPr/>
        </p:nvCxnSpPr>
        <p:spPr bwMode="auto">
          <a:xfrm>
            <a:off x="5708651" y="3222625"/>
            <a:ext cx="149225" cy="0"/>
          </a:xfrm>
          <a:prstGeom prst="line">
            <a:avLst/>
          </a:prstGeom>
          <a:noFill/>
          <a:ln w="9525" algn="ctr">
            <a:solidFill>
              <a:schemeClr val="tx1"/>
            </a:solidFill>
            <a:round/>
            <a:headEnd/>
            <a:tailEnd/>
          </a:ln>
        </p:spPr>
      </p:cxnSp>
      <p:cxnSp>
        <p:nvCxnSpPr>
          <p:cNvPr id="13" name="Elbow Connector 12">
            <a:extLst>
              <a:ext uri="{FF2B5EF4-FFF2-40B4-BE49-F238E27FC236}">
                <a16:creationId xmlns:a16="http://schemas.microsoft.com/office/drawing/2014/main" id="{0BD04B45-195E-43F5-96B5-FA3C08E27650}"/>
              </a:ext>
            </a:extLst>
          </p:cNvPr>
          <p:cNvCxnSpPr/>
          <p:nvPr/>
        </p:nvCxnSpPr>
        <p:spPr bwMode="auto">
          <a:xfrm>
            <a:off x="3795713" y="3903663"/>
            <a:ext cx="2336800" cy="474662"/>
          </a:xfrm>
          <a:prstGeom prst="bentConnector3">
            <a:avLst>
              <a:gd name="adj1" fmla="val 20245"/>
            </a:avLst>
          </a:prstGeom>
          <a:ln>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14" name="Elbow Connector 13">
            <a:extLst>
              <a:ext uri="{FF2B5EF4-FFF2-40B4-BE49-F238E27FC236}">
                <a16:creationId xmlns:a16="http://schemas.microsoft.com/office/drawing/2014/main" id="{9EA7CBC9-1964-4A85-A7DD-42099718326B}"/>
              </a:ext>
            </a:extLst>
          </p:cNvPr>
          <p:cNvCxnSpPr/>
          <p:nvPr/>
        </p:nvCxnSpPr>
        <p:spPr bwMode="auto">
          <a:xfrm flipV="1">
            <a:off x="6132514" y="3903663"/>
            <a:ext cx="1862137" cy="474662"/>
          </a:xfrm>
          <a:prstGeom prst="bentConnector3">
            <a:avLst>
              <a:gd name="adj1" fmla="val -127"/>
            </a:avLst>
          </a:prstGeom>
          <a:ln>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15" name="Elbow Connector 14">
            <a:extLst>
              <a:ext uri="{FF2B5EF4-FFF2-40B4-BE49-F238E27FC236}">
                <a16:creationId xmlns:a16="http://schemas.microsoft.com/office/drawing/2014/main" id="{7B2B8A55-717E-4D3C-92FA-FE8D8EA67C6D}"/>
              </a:ext>
            </a:extLst>
          </p:cNvPr>
          <p:cNvCxnSpPr/>
          <p:nvPr/>
        </p:nvCxnSpPr>
        <p:spPr bwMode="auto">
          <a:xfrm rot="16200000" flipH="1">
            <a:off x="7903369" y="3994944"/>
            <a:ext cx="474662" cy="292100"/>
          </a:xfrm>
          <a:prstGeom prst="bentConnector3">
            <a:avLst>
              <a:gd name="adj1" fmla="val 98160"/>
            </a:avLst>
          </a:prstGeom>
          <a:ln>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16" name="Straight Connector 15">
            <a:extLst>
              <a:ext uri="{FF2B5EF4-FFF2-40B4-BE49-F238E27FC236}">
                <a16:creationId xmlns:a16="http://schemas.microsoft.com/office/drawing/2014/main" id="{E3A5CFF1-6C81-45EF-8326-3749B53AD4B5}"/>
              </a:ext>
            </a:extLst>
          </p:cNvPr>
          <p:cNvCxnSpPr/>
          <p:nvPr/>
        </p:nvCxnSpPr>
        <p:spPr bwMode="auto">
          <a:xfrm>
            <a:off x="3795713" y="4827588"/>
            <a:ext cx="4710112" cy="0"/>
          </a:xfrm>
          <a:prstGeom prst="line">
            <a:avLst/>
          </a:prstGeom>
          <a:ln>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17" name="Straight Connector 16">
            <a:extLst>
              <a:ext uri="{FF2B5EF4-FFF2-40B4-BE49-F238E27FC236}">
                <a16:creationId xmlns:a16="http://schemas.microsoft.com/office/drawing/2014/main" id="{9F66FF4A-2D97-450F-BBEA-1C94951D2CCF}"/>
              </a:ext>
            </a:extLst>
          </p:cNvPr>
          <p:cNvCxnSpPr/>
          <p:nvPr/>
        </p:nvCxnSpPr>
        <p:spPr bwMode="auto">
          <a:xfrm>
            <a:off x="3805239" y="5302250"/>
            <a:ext cx="4700587" cy="0"/>
          </a:xfrm>
          <a:prstGeom prst="line">
            <a:avLst/>
          </a:prstGeom>
          <a:ln>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15377" name="Straight Arrow Connector 17">
            <a:extLst>
              <a:ext uri="{FF2B5EF4-FFF2-40B4-BE49-F238E27FC236}">
                <a16:creationId xmlns:a16="http://schemas.microsoft.com/office/drawing/2014/main" id="{36189518-F18C-4184-9D11-11362851D423}"/>
              </a:ext>
            </a:extLst>
          </p:cNvPr>
          <p:cNvCxnSpPr>
            <a:cxnSpLocks noChangeShapeType="1"/>
          </p:cNvCxnSpPr>
          <p:nvPr/>
        </p:nvCxnSpPr>
        <p:spPr bwMode="auto">
          <a:xfrm rot="5400000" flipH="1" flipV="1">
            <a:off x="5950745" y="4196558"/>
            <a:ext cx="365125" cy="1587"/>
          </a:xfrm>
          <a:prstGeom prst="straightConnector1">
            <a:avLst/>
          </a:prstGeom>
          <a:noFill/>
          <a:ln w="9525" algn="ctr">
            <a:solidFill>
              <a:srgbClr val="0000FF"/>
            </a:solidFill>
            <a:round/>
            <a:headEnd/>
            <a:tailEnd type="triangle" w="med" len="med"/>
          </a:ln>
          <a:extLst>
            <a:ext uri="{909E8E84-426E-40DD-AFC4-6F175D3DCCD1}">
              <a14:hiddenFill xmlns:a14="http://schemas.microsoft.com/office/drawing/2010/main">
                <a:noFill/>
              </a14:hiddenFill>
            </a:ext>
          </a:extLst>
        </p:spPr>
      </p:cxnSp>
      <p:cxnSp>
        <p:nvCxnSpPr>
          <p:cNvPr id="15378" name="Straight Connector 18">
            <a:extLst>
              <a:ext uri="{FF2B5EF4-FFF2-40B4-BE49-F238E27FC236}">
                <a16:creationId xmlns:a16="http://schemas.microsoft.com/office/drawing/2014/main" id="{CFEF7252-DB60-42C0-A1D1-6CF81FB7E0B8}"/>
              </a:ext>
            </a:extLst>
          </p:cNvPr>
          <p:cNvCxnSpPr>
            <a:cxnSpLocks noChangeShapeType="1"/>
          </p:cNvCxnSpPr>
          <p:nvPr/>
        </p:nvCxnSpPr>
        <p:spPr bwMode="auto">
          <a:xfrm rot="5400000" flipH="1" flipV="1">
            <a:off x="5895976" y="4616451"/>
            <a:ext cx="474662" cy="1587"/>
          </a:xfrm>
          <a:prstGeom prst="line">
            <a:avLst/>
          </a:prstGeom>
          <a:noFill/>
          <a:ln w="9525" algn="ctr">
            <a:solidFill>
              <a:srgbClr val="0000FF"/>
            </a:solidFill>
            <a:prstDash val="dash"/>
            <a:round/>
            <a:headEnd/>
            <a:tailEnd/>
          </a:ln>
          <a:extLst>
            <a:ext uri="{909E8E84-426E-40DD-AFC4-6F175D3DCCD1}">
              <a14:hiddenFill xmlns:a14="http://schemas.microsoft.com/office/drawing/2010/main">
                <a:noFill/>
              </a14:hiddenFill>
            </a:ext>
          </a:extLst>
        </p:spPr>
      </p:cxnSp>
      <p:cxnSp>
        <p:nvCxnSpPr>
          <p:cNvPr id="15379" name="Straight Connector 19">
            <a:extLst>
              <a:ext uri="{FF2B5EF4-FFF2-40B4-BE49-F238E27FC236}">
                <a16:creationId xmlns:a16="http://schemas.microsoft.com/office/drawing/2014/main" id="{EC99ED87-5159-4880-A364-E0CFAAE9EAEF}"/>
              </a:ext>
            </a:extLst>
          </p:cNvPr>
          <p:cNvCxnSpPr>
            <a:cxnSpLocks noChangeShapeType="1"/>
          </p:cNvCxnSpPr>
          <p:nvPr/>
        </p:nvCxnSpPr>
        <p:spPr bwMode="auto">
          <a:xfrm rot="5400000">
            <a:off x="6242051" y="4789488"/>
            <a:ext cx="1277937" cy="1588"/>
          </a:xfrm>
          <a:prstGeom prst="line">
            <a:avLst/>
          </a:prstGeom>
          <a:noFill/>
          <a:ln w="9525" algn="ctr">
            <a:solidFill>
              <a:srgbClr val="0000FF"/>
            </a:solidFill>
            <a:prstDash val="dash"/>
            <a:round/>
            <a:headEnd/>
            <a:tailEnd/>
          </a:ln>
          <a:extLst>
            <a:ext uri="{909E8E84-426E-40DD-AFC4-6F175D3DCCD1}">
              <a14:hiddenFill xmlns:a14="http://schemas.microsoft.com/office/drawing/2010/main">
                <a:noFill/>
              </a14:hiddenFill>
            </a:ext>
          </a:extLst>
        </p:spPr>
      </p:cxnSp>
      <p:cxnSp>
        <p:nvCxnSpPr>
          <p:cNvPr id="15380" name="Straight Arrow Connector 20">
            <a:extLst>
              <a:ext uri="{FF2B5EF4-FFF2-40B4-BE49-F238E27FC236}">
                <a16:creationId xmlns:a16="http://schemas.microsoft.com/office/drawing/2014/main" id="{59546AAC-A586-4261-8592-BD0C033D9C04}"/>
              </a:ext>
            </a:extLst>
          </p:cNvPr>
          <p:cNvCxnSpPr>
            <a:cxnSpLocks noChangeShapeType="1"/>
          </p:cNvCxnSpPr>
          <p:nvPr/>
        </p:nvCxnSpPr>
        <p:spPr bwMode="auto">
          <a:xfrm>
            <a:off x="6142038" y="4468813"/>
            <a:ext cx="730250" cy="0"/>
          </a:xfrm>
          <a:prstGeom prst="straightConnector1">
            <a:avLst/>
          </a:prstGeom>
          <a:noFill/>
          <a:ln w="9525" algn="ctr">
            <a:solidFill>
              <a:srgbClr val="0000FF"/>
            </a:solidFill>
            <a:round/>
            <a:headEnd type="triangle" w="med" len="med"/>
            <a:tailEnd type="triangle" w="med" len="med"/>
          </a:ln>
          <a:extLst>
            <a:ext uri="{909E8E84-426E-40DD-AFC4-6F175D3DCCD1}">
              <a14:hiddenFill xmlns:a14="http://schemas.microsoft.com/office/drawing/2010/main">
                <a:noFill/>
              </a14:hiddenFill>
            </a:ext>
          </a:extLst>
        </p:spPr>
      </p:cxnSp>
      <p:cxnSp>
        <p:nvCxnSpPr>
          <p:cNvPr id="15381" name="Straight Arrow Connector 21">
            <a:extLst>
              <a:ext uri="{FF2B5EF4-FFF2-40B4-BE49-F238E27FC236}">
                <a16:creationId xmlns:a16="http://schemas.microsoft.com/office/drawing/2014/main" id="{0D9A74A0-F79E-4509-A1DB-6D9AC384872D}"/>
              </a:ext>
            </a:extLst>
          </p:cNvPr>
          <p:cNvCxnSpPr>
            <a:cxnSpLocks noChangeShapeType="1"/>
          </p:cNvCxnSpPr>
          <p:nvPr/>
        </p:nvCxnSpPr>
        <p:spPr bwMode="auto">
          <a:xfrm>
            <a:off x="6880226" y="4468813"/>
            <a:ext cx="657225" cy="0"/>
          </a:xfrm>
          <a:prstGeom prst="straightConnector1">
            <a:avLst/>
          </a:prstGeom>
          <a:noFill/>
          <a:ln w="9525" algn="ctr">
            <a:solidFill>
              <a:srgbClr val="0000FF"/>
            </a:solidFill>
            <a:round/>
            <a:headEnd/>
            <a:tailEnd type="triangle" w="med" len="med"/>
          </a:ln>
          <a:extLst>
            <a:ext uri="{909E8E84-426E-40DD-AFC4-6F175D3DCCD1}">
              <a14:hiddenFill xmlns:a14="http://schemas.microsoft.com/office/drawing/2010/main">
                <a:noFill/>
              </a14:hiddenFill>
            </a:ext>
          </a:extLst>
        </p:spPr>
      </p:cxnSp>
      <p:cxnSp>
        <p:nvCxnSpPr>
          <p:cNvPr id="23" name="Straight Connector 22">
            <a:extLst>
              <a:ext uri="{FF2B5EF4-FFF2-40B4-BE49-F238E27FC236}">
                <a16:creationId xmlns:a16="http://schemas.microsoft.com/office/drawing/2014/main" id="{90E153F8-81A2-475B-BFC1-1750BF5FAB7D}"/>
              </a:ext>
            </a:extLst>
          </p:cNvPr>
          <p:cNvCxnSpPr/>
          <p:nvPr/>
        </p:nvCxnSpPr>
        <p:spPr bwMode="auto">
          <a:xfrm rot="16200000" flipH="1">
            <a:off x="6744495" y="4944270"/>
            <a:ext cx="474663" cy="219075"/>
          </a:xfrm>
          <a:prstGeom prst="line">
            <a:avLst/>
          </a:prstGeom>
          <a:ln>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24" name="Straight Connector 23">
            <a:extLst>
              <a:ext uri="{FF2B5EF4-FFF2-40B4-BE49-F238E27FC236}">
                <a16:creationId xmlns:a16="http://schemas.microsoft.com/office/drawing/2014/main" id="{E10B00A0-D238-43A1-9C73-C180D5D7FADE}"/>
              </a:ext>
            </a:extLst>
          </p:cNvPr>
          <p:cNvCxnSpPr/>
          <p:nvPr/>
        </p:nvCxnSpPr>
        <p:spPr bwMode="auto">
          <a:xfrm rot="5400000" flipH="1" flipV="1">
            <a:off x="6763545" y="4944270"/>
            <a:ext cx="474663" cy="219075"/>
          </a:xfrm>
          <a:prstGeom prst="line">
            <a:avLst/>
          </a:prstGeom>
          <a:ln>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25" name="Straight Connector 24">
            <a:extLst>
              <a:ext uri="{FF2B5EF4-FFF2-40B4-BE49-F238E27FC236}">
                <a16:creationId xmlns:a16="http://schemas.microsoft.com/office/drawing/2014/main" id="{D2D3FCCD-4059-413A-8E89-BDEBA60F7CA0}"/>
              </a:ext>
            </a:extLst>
          </p:cNvPr>
          <p:cNvCxnSpPr/>
          <p:nvPr/>
        </p:nvCxnSpPr>
        <p:spPr bwMode="auto">
          <a:xfrm rot="16200000" flipH="1">
            <a:off x="7200107" y="4949032"/>
            <a:ext cx="474662" cy="219075"/>
          </a:xfrm>
          <a:prstGeom prst="line">
            <a:avLst/>
          </a:prstGeom>
          <a:ln>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26" name="Straight Connector 25">
            <a:extLst>
              <a:ext uri="{FF2B5EF4-FFF2-40B4-BE49-F238E27FC236}">
                <a16:creationId xmlns:a16="http://schemas.microsoft.com/office/drawing/2014/main" id="{FE9BF46A-AF06-495D-92F9-4252B686BB22}"/>
              </a:ext>
            </a:extLst>
          </p:cNvPr>
          <p:cNvCxnSpPr/>
          <p:nvPr/>
        </p:nvCxnSpPr>
        <p:spPr bwMode="auto">
          <a:xfrm rot="5400000" flipH="1" flipV="1">
            <a:off x="7219157" y="4949032"/>
            <a:ext cx="474662" cy="219075"/>
          </a:xfrm>
          <a:prstGeom prst="line">
            <a:avLst/>
          </a:prstGeom>
          <a:ln>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27" name="Straight Connector 26">
            <a:extLst>
              <a:ext uri="{FF2B5EF4-FFF2-40B4-BE49-F238E27FC236}">
                <a16:creationId xmlns:a16="http://schemas.microsoft.com/office/drawing/2014/main" id="{58294DD9-9222-409A-B720-EE7CC2B2F8D4}"/>
              </a:ext>
            </a:extLst>
          </p:cNvPr>
          <p:cNvCxnSpPr/>
          <p:nvPr/>
        </p:nvCxnSpPr>
        <p:spPr bwMode="auto">
          <a:xfrm rot="16200000" flipH="1">
            <a:off x="7665245" y="4949032"/>
            <a:ext cx="474662" cy="219075"/>
          </a:xfrm>
          <a:prstGeom prst="line">
            <a:avLst/>
          </a:prstGeom>
          <a:ln>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28" name="Straight Connector 27">
            <a:extLst>
              <a:ext uri="{FF2B5EF4-FFF2-40B4-BE49-F238E27FC236}">
                <a16:creationId xmlns:a16="http://schemas.microsoft.com/office/drawing/2014/main" id="{8E2927E7-E958-4068-89DB-E7FABFBC7933}"/>
              </a:ext>
            </a:extLst>
          </p:cNvPr>
          <p:cNvCxnSpPr/>
          <p:nvPr/>
        </p:nvCxnSpPr>
        <p:spPr bwMode="auto">
          <a:xfrm rot="5400000" flipH="1" flipV="1">
            <a:off x="7684295" y="4949032"/>
            <a:ext cx="474662" cy="219075"/>
          </a:xfrm>
          <a:prstGeom prst="line">
            <a:avLst/>
          </a:prstGeom>
          <a:ln>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29" name="Straight Connector 28">
            <a:extLst>
              <a:ext uri="{FF2B5EF4-FFF2-40B4-BE49-F238E27FC236}">
                <a16:creationId xmlns:a16="http://schemas.microsoft.com/office/drawing/2014/main" id="{1CE6BCEF-3636-4F0A-A118-15E320D26AA4}"/>
              </a:ext>
            </a:extLst>
          </p:cNvPr>
          <p:cNvCxnSpPr/>
          <p:nvPr/>
        </p:nvCxnSpPr>
        <p:spPr bwMode="auto">
          <a:xfrm rot="16200000" flipH="1">
            <a:off x="8122445" y="4949032"/>
            <a:ext cx="474662" cy="219075"/>
          </a:xfrm>
          <a:prstGeom prst="line">
            <a:avLst/>
          </a:prstGeom>
          <a:ln>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30" name="Straight Connector 29">
            <a:extLst>
              <a:ext uri="{FF2B5EF4-FFF2-40B4-BE49-F238E27FC236}">
                <a16:creationId xmlns:a16="http://schemas.microsoft.com/office/drawing/2014/main" id="{121C9B78-3868-44B1-930E-1D69AF5E9D30}"/>
              </a:ext>
            </a:extLst>
          </p:cNvPr>
          <p:cNvCxnSpPr/>
          <p:nvPr/>
        </p:nvCxnSpPr>
        <p:spPr bwMode="auto">
          <a:xfrm rot="5400000" flipH="1" flipV="1">
            <a:off x="8141495" y="4949032"/>
            <a:ext cx="474662" cy="219075"/>
          </a:xfrm>
          <a:prstGeom prst="line">
            <a:avLst/>
          </a:prstGeom>
          <a:ln>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sp>
        <p:nvSpPr>
          <p:cNvPr id="15390" name="TextBox 30">
            <a:extLst>
              <a:ext uri="{FF2B5EF4-FFF2-40B4-BE49-F238E27FC236}">
                <a16:creationId xmlns:a16="http://schemas.microsoft.com/office/drawing/2014/main" id="{FB90AC01-B0D0-4426-92A2-E76EABBF3564}"/>
              </a:ext>
            </a:extLst>
          </p:cNvPr>
          <p:cNvSpPr txBox="1">
            <a:spLocks noChangeArrowheads="1"/>
          </p:cNvSpPr>
          <p:nvPr/>
        </p:nvSpPr>
        <p:spPr bwMode="auto">
          <a:xfrm>
            <a:off x="3567113" y="3981450"/>
            <a:ext cx="476250" cy="261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sz="1100"/>
              <a:t>CLK</a:t>
            </a:r>
            <a:endParaRPr lang="en-US" altLang="en-US"/>
          </a:p>
        </p:txBody>
      </p:sp>
      <p:sp>
        <p:nvSpPr>
          <p:cNvPr id="15391" name="TextBox 31">
            <a:extLst>
              <a:ext uri="{FF2B5EF4-FFF2-40B4-BE49-F238E27FC236}">
                <a16:creationId xmlns:a16="http://schemas.microsoft.com/office/drawing/2014/main" id="{73059C86-9998-45A4-847A-419154C6D30B}"/>
              </a:ext>
            </a:extLst>
          </p:cNvPr>
          <p:cNvSpPr txBox="1">
            <a:spLocks noChangeArrowheads="1"/>
          </p:cNvSpPr>
          <p:nvPr/>
        </p:nvSpPr>
        <p:spPr bwMode="auto">
          <a:xfrm>
            <a:off x="3613150" y="4903789"/>
            <a:ext cx="287338" cy="261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sz="1100"/>
              <a:t>D</a:t>
            </a:r>
            <a:endParaRPr lang="en-US" altLang="en-US"/>
          </a:p>
        </p:txBody>
      </p:sp>
      <p:sp>
        <p:nvSpPr>
          <p:cNvPr id="15392" name="TextBox 32">
            <a:extLst>
              <a:ext uri="{FF2B5EF4-FFF2-40B4-BE49-F238E27FC236}">
                <a16:creationId xmlns:a16="http://schemas.microsoft.com/office/drawing/2014/main" id="{8CFAD101-5CA2-42D2-BA44-6086DEA47441}"/>
              </a:ext>
            </a:extLst>
          </p:cNvPr>
          <p:cNvSpPr txBox="1">
            <a:spLocks noChangeArrowheads="1"/>
          </p:cNvSpPr>
          <p:nvPr/>
        </p:nvSpPr>
        <p:spPr bwMode="auto">
          <a:xfrm>
            <a:off x="6119813" y="4483100"/>
            <a:ext cx="684212"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a:t>Hold time</a:t>
            </a:r>
          </a:p>
          <a:p>
            <a:pPr eaLnBrk="1" hangingPunct="1"/>
            <a:endParaRPr lang="en-US" alt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Title 1">
            <a:extLst>
              <a:ext uri="{FF2B5EF4-FFF2-40B4-BE49-F238E27FC236}">
                <a16:creationId xmlns:a16="http://schemas.microsoft.com/office/drawing/2014/main" id="{B58A48C5-73CA-44DB-ACD3-D88CA6A3127D}"/>
              </a:ext>
            </a:extLst>
          </p:cNvPr>
          <p:cNvSpPr>
            <a:spLocks noGrp="1"/>
          </p:cNvSpPr>
          <p:nvPr>
            <p:ph type="title"/>
          </p:nvPr>
        </p:nvSpPr>
        <p:spPr/>
        <p:txBody>
          <a:bodyPr/>
          <a:lstStyle/>
          <a:p>
            <a:r>
              <a:rPr lang="en-US" altLang="en-US"/>
              <a:t>Data and Clock Signals for Hold Timing Check</a:t>
            </a:r>
          </a:p>
        </p:txBody>
      </p:sp>
      <p:grpSp>
        <p:nvGrpSpPr>
          <p:cNvPr id="16387" name="Group 88">
            <a:extLst>
              <a:ext uri="{FF2B5EF4-FFF2-40B4-BE49-F238E27FC236}">
                <a16:creationId xmlns:a16="http://schemas.microsoft.com/office/drawing/2014/main" id="{EF6921E8-60D2-43A5-8E78-17909F3E2A9A}"/>
              </a:ext>
            </a:extLst>
          </p:cNvPr>
          <p:cNvGrpSpPr>
            <a:grpSpLocks/>
          </p:cNvGrpSpPr>
          <p:nvPr/>
        </p:nvGrpSpPr>
        <p:grpSpPr bwMode="auto">
          <a:xfrm>
            <a:off x="5627688" y="1563689"/>
            <a:ext cx="4635500" cy="4168775"/>
            <a:chOff x="4385615" y="1203477"/>
            <a:chExt cx="4635380" cy="4169739"/>
          </a:xfrm>
        </p:grpSpPr>
        <p:sp>
          <p:nvSpPr>
            <p:cNvPr id="16396" name="Rectangle 89">
              <a:extLst>
                <a:ext uri="{FF2B5EF4-FFF2-40B4-BE49-F238E27FC236}">
                  <a16:creationId xmlns:a16="http://schemas.microsoft.com/office/drawing/2014/main" id="{DB70C45C-DE73-479A-8278-F77ABFA99B76}"/>
                </a:ext>
              </a:extLst>
            </p:cNvPr>
            <p:cNvSpPr>
              <a:spLocks noChangeArrowheads="1"/>
            </p:cNvSpPr>
            <p:nvPr/>
          </p:nvSpPr>
          <p:spPr bwMode="auto">
            <a:xfrm>
              <a:off x="6728398" y="4194505"/>
              <a:ext cx="606510" cy="1178711"/>
            </a:xfrm>
            <a:prstGeom prst="rect">
              <a:avLst/>
            </a:prstGeom>
            <a:pattFill prst="ltDnDiag">
              <a:fgClr>
                <a:schemeClr val="tx2"/>
              </a:fgClr>
              <a:bgClr>
                <a:schemeClr val="bg1"/>
              </a:bgClr>
            </a:pattFill>
            <a:ln>
              <a:noFill/>
            </a:ln>
            <a:extLst>
              <a:ext uri="{91240B29-F687-4F45-9708-019B960494DF}">
                <a14:hiddenLine xmlns:a14="http://schemas.microsoft.com/office/drawing/2010/main" w="9525" algn="ctr">
                  <a:solidFill>
                    <a:srgbClr val="000000"/>
                  </a:solidFill>
                  <a:round/>
                  <a:headEnd/>
                  <a:tailEnd/>
                </a14:hiddenLine>
              </a:ext>
            </a:extLst>
          </p:spPr>
          <p:txBody>
            <a:bodyPr anchor="ct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sz="1800"/>
            </a:p>
          </p:txBody>
        </p:sp>
        <p:grpSp>
          <p:nvGrpSpPr>
            <p:cNvPr id="16397" name="Group 90">
              <a:extLst>
                <a:ext uri="{FF2B5EF4-FFF2-40B4-BE49-F238E27FC236}">
                  <a16:creationId xmlns:a16="http://schemas.microsoft.com/office/drawing/2014/main" id="{A556CB2C-F3DD-4A88-9DB4-005CC41CD7E9}"/>
                </a:ext>
              </a:extLst>
            </p:cNvPr>
            <p:cNvGrpSpPr>
              <a:grpSpLocks/>
            </p:cNvGrpSpPr>
            <p:nvPr/>
          </p:nvGrpSpPr>
          <p:grpSpPr bwMode="auto">
            <a:xfrm>
              <a:off x="4588745" y="2950345"/>
              <a:ext cx="4357639" cy="2373740"/>
              <a:chOff x="4382526" y="2621744"/>
              <a:chExt cx="4243045" cy="3092450"/>
            </a:xfrm>
          </p:grpSpPr>
          <p:cxnSp>
            <p:nvCxnSpPr>
              <p:cNvPr id="125" name="Elbow Connector 124">
                <a:extLst>
                  <a:ext uri="{FF2B5EF4-FFF2-40B4-BE49-F238E27FC236}">
                    <a16:creationId xmlns:a16="http://schemas.microsoft.com/office/drawing/2014/main" id="{973FF542-5E48-444F-9AD8-33F8CB2DC2A2}"/>
                  </a:ext>
                </a:extLst>
              </p:cNvPr>
              <p:cNvCxnSpPr/>
              <p:nvPr/>
            </p:nvCxnSpPr>
            <p:spPr bwMode="auto">
              <a:xfrm flipV="1">
                <a:off x="4864852" y="2880044"/>
                <a:ext cx="802225" cy="403384"/>
              </a:xfrm>
              <a:prstGeom prst="bentConnector3">
                <a:avLst>
                  <a:gd name="adj1" fmla="val -592"/>
                </a:avLst>
              </a:prstGeom>
              <a:ln>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126" name="Elbow Connector 125">
                <a:extLst>
                  <a:ext uri="{FF2B5EF4-FFF2-40B4-BE49-F238E27FC236}">
                    <a16:creationId xmlns:a16="http://schemas.microsoft.com/office/drawing/2014/main" id="{09F32B56-6A15-4A4E-99AD-09365BABECC6}"/>
                  </a:ext>
                </a:extLst>
              </p:cNvPr>
              <p:cNvCxnSpPr/>
              <p:nvPr/>
            </p:nvCxnSpPr>
            <p:spPr bwMode="auto">
              <a:xfrm>
                <a:off x="5667076" y="2880044"/>
                <a:ext cx="766674" cy="403384"/>
              </a:xfrm>
              <a:prstGeom prst="bentConnector3">
                <a:avLst>
                  <a:gd name="adj1" fmla="val -517"/>
                </a:avLst>
              </a:prstGeom>
              <a:ln>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127" name="Elbow Connector 126">
                <a:extLst>
                  <a:ext uri="{FF2B5EF4-FFF2-40B4-BE49-F238E27FC236}">
                    <a16:creationId xmlns:a16="http://schemas.microsoft.com/office/drawing/2014/main" id="{FDB6307F-EE73-4065-A84E-4111D5079CF0}"/>
                  </a:ext>
                </a:extLst>
              </p:cNvPr>
              <p:cNvCxnSpPr/>
              <p:nvPr/>
            </p:nvCxnSpPr>
            <p:spPr bwMode="auto">
              <a:xfrm flipV="1">
                <a:off x="6433750" y="2880044"/>
                <a:ext cx="803771" cy="403384"/>
              </a:xfrm>
              <a:prstGeom prst="bentConnector3">
                <a:avLst>
                  <a:gd name="adj1" fmla="val 1779"/>
                </a:avLst>
              </a:prstGeom>
              <a:ln>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128" name="Elbow Connector 127">
                <a:extLst>
                  <a:ext uri="{FF2B5EF4-FFF2-40B4-BE49-F238E27FC236}">
                    <a16:creationId xmlns:a16="http://schemas.microsoft.com/office/drawing/2014/main" id="{A967AE31-43E8-4DE9-8F40-B0CF1626FA92}"/>
                  </a:ext>
                </a:extLst>
              </p:cNvPr>
              <p:cNvCxnSpPr/>
              <p:nvPr/>
            </p:nvCxnSpPr>
            <p:spPr bwMode="auto">
              <a:xfrm>
                <a:off x="7237521" y="2880044"/>
                <a:ext cx="803771" cy="403384"/>
              </a:xfrm>
              <a:prstGeom prst="bentConnector3">
                <a:avLst>
                  <a:gd name="adj1" fmla="val 989"/>
                </a:avLst>
              </a:prstGeom>
              <a:ln>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129" name="Elbow Connector 128">
                <a:extLst>
                  <a:ext uri="{FF2B5EF4-FFF2-40B4-BE49-F238E27FC236}">
                    <a16:creationId xmlns:a16="http://schemas.microsoft.com/office/drawing/2014/main" id="{80B300BA-75F2-4BF4-990A-AB33E616396D}"/>
                  </a:ext>
                </a:extLst>
              </p:cNvPr>
              <p:cNvCxnSpPr/>
              <p:nvPr/>
            </p:nvCxnSpPr>
            <p:spPr bwMode="auto">
              <a:xfrm flipV="1">
                <a:off x="5302288" y="3684743"/>
                <a:ext cx="766674" cy="401315"/>
              </a:xfrm>
              <a:prstGeom prst="bentConnector3">
                <a:avLst>
                  <a:gd name="adj1" fmla="val -517"/>
                </a:avLst>
              </a:prstGeom>
              <a:ln>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130" name="Elbow Connector 129">
                <a:extLst>
                  <a:ext uri="{FF2B5EF4-FFF2-40B4-BE49-F238E27FC236}">
                    <a16:creationId xmlns:a16="http://schemas.microsoft.com/office/drawing/2014/main" id="{43A0A449-0C01-42B5-BDFC-F2EEB87C0E6E}"/>
                  </a:ext>
                </a:extLst>
              </p:cNvPr>
              <p:cNvCxnSpPr/>
              <p:nvPr/>
            </p:nvCxnSpPr>
            <p:spPr bwMode="auto">
              <a:xfrm>
                <a:off x="6068962" y="3684743"/>
                <a:ext cx="803771" cy="401315"/>
              </a:xfrm>
              <a:prstGeom prst="bentConnector3">
                <a:avLst>
                  <a:gd name="adj1" fmla="val 198"/>
                </a:avLst>
              </a:prstGeom>
              <a:ln>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131" name="Elbow Connector 130">
                <a:extLst>
                  <a:ext uri="{FF2B5EF4-FFF2-40B4-BE49-F238E27FC236}">
                    <a16:creationId xmlns:a16="http://schemas.microsoft.com/office/drawing/2014/main" id="{4DAF368E-6AD5-4871-97ED-5B1C1B448531}"/>
                  </a:ext>
                </a:extLst>
              </p:cNvPr>
              <p:cNvCxnSpPr/>
              <p:nvPr/>
            </p:nvCxnSpPr>
            <p:spPr bwMode="auto">
              <a:xfrm flipV="1">
                <a:off x="6868096" y="3719909"/>
                <a:ext cx="803771" cy="353737"/>
              </a:xfrm>
              <a:prstGeom prst="bentConnector3">
                <a:avLst>
                  <a:gd name="adj1" fmla="val -395"/>
                </a:avLst>
              </a:prstGeom>
              <a:ln>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132" name="Elbow Connector 131">
                <a:extLst>
                  <a:ext uri="{FF2B5EF4-FFF2-40B4-BE49-F238E27FC236}">
                    <a16:creationId xmlns:a16="http://schemas.microsoft.com/office/drawing/2014/main" id="{7C57BCD2-1AF7-49C7-8BDA-D823E93803FE}"/>
                  </a:ext>
                </a:extLst>
              </p:cNvPr>
              <p:cNvCxnSpPr/>
              <p:nvPr/>
            </p:nvCxnSpPr>
            <p:spPr bwMode="auto">
              <a:xfrm>
                <a:off x="7661046" y="3719909"/>
                <a:ext cx="780586" cy="384766"/>
              </a:xfrm>
              <a:prstGeom prst="bentConnector3">
                <a:avLst>
                  <a:gd name="adj1" fmla="val -101"/>
                </a:avLst>
              </a:prstGeom>
              <a:ln>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133" name="Straight Connector 132">
                <a:extLst>
                  <a:ext uri="{FF2B5EF4-FFF2-40B4-BE49-F238E27FC236}">
                    <a16:creationId xmlns:a16="http://schemas.microsoft.com/office/drawing/2014/main" id="{231CB4BE-D1D4-4A68-BF6A-232685348496}"/>
                  </a:ext>
                </a:extLst>
              </p:cNvPr>
              <p:cNvCxnSpPr/>
              <p:nvPr/>
            </p:nvCxnSpPr>
            <p:spPr bwMode="auto">
              <a:xfrm>
                <a:off x="4832391" y="4350843"/>
                <a:ext cx="2811652" cy="2068"/>
              </a:xfrm>
              <a:prstGeom prst="line">
                <a:avLst/>
              </a:prstGeom>
              <a:ln>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134" name="Straight Connector 133">
                <a:extLst>
                  <a:ext uri="{FF2B5EF4-FFF2-40B4-BE49-F238E27FC236}">
                    <a16:creationId xmlns:a16="http://schemas.microsoft.com/office/drawing/2014/main" id="{AB371863-0C9A-4D71-8214-602949D012AB}"/>
                  </a:ext>
                </a:extLst>
              </p:cNvPr>
              <p:cNvCxnSpPr/>
              <p:nvPr/>
            </p:nvCxnSpPr>
            <p:spPr bwMode="auto">
              <a:xfrm>
                <a:off x="4841666" y="4743884"/>
                <a:ext cx="2811652" cy="0"/>
              </a:xfrm>
              <a:prstGeom prst="line">
                <a:avLst/>
              </a:prstGeom>
              <a:ln>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16441" name="Straight Connector 134">
                <a:extLst>
                  <a:ext uri="{FF2B5EF4-FFF2-40B4-BE49-F238E27FC236}">
                    <a16:creationId xmlns:a16="http://schemas.microsoft.com/office/drawing/2014/main" id="{4C6D67C5-0E46-4B23-AB2D-FA8B8F1B4C6D}"/>
                  </a:ext>
                </a:extLst>
              </p:cNvPr>
              <p:cNvCxnSpPr>
                <a:cxnSpLocks noChangeShapeType="1"/>
              </p:cNvCxnSpPr>
              <p:nvPr/>
            </p:nvCxnSpPr>
            <p:spPr bwMode="auto">
              <a:xfrm rot="5400000">
                <a:off x="4407692" y="3082126"/>
                <a:ext cx="912825" cy="1588"/>
              </a:xfrm>
              <a:prstGeom prst="line">
                <a:avLst/>
              </a:prstGeom>
              <a:noFill/>
              <a:ln w="9525" algn="ctr">
                <a:solidFill>
                  <a:srgbClr val="0000FF"/>
                </a:solidFill>
                <a:prstDash val="dash"/>
                <a:round/>
                <a:headEnd/>
                <a:tailEnd/>
              </a:ln>
              <a:extLst>
                <a:ext uri="{909E8E84-426E-40DD-AFC4-6F175D3DCCD1}">
                  <a14:hiddenFill xmlns:a14="http://schemas.microsoft.com/office/drawing/2010/main">
                    <a:noFill/>
                  </a14:hiddenFill>
                </a:ext>
              </a:extLst>
            </p:spPr>
          </p:cxnSp>
          <p:cxnSp>
            <p:nvCxnSpPr>
              <p:cNvPr id="16442" name="Straight Connector 135">
                <a:extLst>
                  <a:ext uri="{FF2B5EF4-FFF2-40B4-BE49-F238E27FC236}">
                    <a16:creationId xmlns:a16="http://schemas.microsoft.com/office/drawing/2014/main" id="{77F57A80-3BA4-4422-B56F-5DB4A92475F5}"/>
                  </a:ext>
                </a:extLst>
              </p:cNvPr>
              <p:cNvCxnSpPr>
                <a:cxnSpLocks noChangeShapeType="1"/>
              </p:cNvCxnSpPr>
              <p:nvPr/>
            </p:nvCxnSpPr>
            <p:spPr bwMode="auto">
              <a:xfrm rot="5400000">
                <a:off x="5202247" y="3429000"/>
                <a:ext cx="219078" cy="1588"/>
              </a:xfrm>
              <a:prstGeom prst="line">
                <a:avLst/>
              </a:prstGeom>
              <a:noFill/>
              <a:ln w="9525" algn="ctr">
                <a:solidFill>
                  <a:srgbClr val="0000FF"/>
                </a:solidFill>
                <a:prstDash val="dash"/>
                <a:round/>
                <a:headEnd/>
                <a:tailEnd/>
              </a:ln>
              <a:extLst>
                <a:ext uri="{909E8E84-426E-40DD-AFC4-6F175D3DCCD1}">
                  <a14:hiddenFill xmlns:a14="http://schemas.microsoft.com/office/drawing/2010/main">
                    <a:noFill/>
                  </a14:hiddenFill>
                </a:ext>
              </a:extLst>
            </p:spPr>
          </p:cxnSp>
          <p:cxnSp>
            <p:nvCxnSpPr>
              <p:cNvPr id="16443" name="Straight Arrow Connector 136">
                <a:extLst>
                  <a:ext uri="{FF2B5EF4-FFF2-40B4-BE49-F238E27FC236}">
                    <a16:creationId xmlns:a16="http://schemas.microsoft.com/office/drawing/2014/main" id="{3DCE76DF-76FA-4612-80E3-8516C322D168}"/>
                  </a:ext>
                </a:extLst>
              </p:cNvPr>
              <p:cNvCxnSpPr>
                <a:cxnSpLocks noChangeShapeType="1"/>
              </p:cNvCxnSpPr>
              <p:nvPr/>
            </p:nvCxnSpPr>
            <p:spPr bwMode="auto">
              <a:xfrm>
                <a:off x="4864104" y="3429000"/>
                <a:ext cx="438156" cy="1588"/>
              </a:xfrm>
              <a:prstGeom prst="straightConnector1">
                <a:avLst/>
              </a:prstGeom>
              <a:noFill/>
              <a:ln w="9525" algn="ctr">
                <a:solidFill>
                  <a:srgbClr val="0000FF"/>
                </a:solidFill>
                <a:round/>
                <a:headEnd type="triangle" w="med" len="med"/>
                <a:tailEnd type="triangle" w="med" len="med"/>
              </a:ln>
            </p:spPr>
          </p:cxnSp>
          <p:cxnSp>
            <p:nvCxnSpPr>
              <p:cNvPr id="16444" name="Straight Arrow Connector 137">
                <a:extLst>
                  <a:ext uri="{FF2B5EF4-FFF2-40B4-BE49-F238E27FC236}">
                    <a16:creationId xmlns:a16="http://schemas.microsoft.com/office/drawing/2014/main" id="{24A01548-DCE7-45F6-A3EB-63B46AFE7F50}"/>
                  </a:ext>
                </a:extLst>
              </p:cNvPr>
              <p:cNvCxnSpPr>
                <a:cxnSpLocks noChangeShapeType="1"/>
              </p:cNvCxnSpPr>
              <p:nvPr/>
            </p:nvCxnSpPr>
            <p:spPr bwMode="auto">
              <a:xfrm>
                <a:off x="4868867" y="2754305"/>
                <a:ext cx="1570059" cy="0"/>
              </a:xfrm>
              <a:prstGeom prst="straightConnector1">
                <a:avLst/>
              </a:prstGeom>
              <a:noFill/>
              <a:ln w="9525" algn="ctr">
                <a:solidFill>
                  <a:srgbClr val="0000FF"/>
                </a:solidFill>
                <a:round/>
                <a:headEnd type="triangle" w="med" len="med"/>
                <a:tailEnd type="triangle" w="med" len="med"/>
              </a:ln>
            </p:spPr>
          </p:cxnSp>
          <p:cxnSp>
            <p:nvCxnSpPr>
              <p:cNvPr id="16445" name="Straight Connector 138">
                <a:extLst>
                  <a:ext uri="{FF2B5EF4-FFF2-40B4-BE49-F238E27FC236}">
                    <a16:creationId xmlns:a16="http://schemas.microsoft.com/office/drawing/2014/main" id="{C2545702-A222-4C8E-966C-F83B18CFFCDD}"/>
                  </a:ext>
                </a:extLst>
              </p:cNvPr>
              <p:cNvCxnSpPr>
                <a:cxnSpLocks noChangeShapeType="1"/>
              </p:cNvCxnSpPr>
              <p:nvPr/>
            </p:nvCxnSpPr>
            <p:spPr bwMode="auto">
              <a:xfrm rot="5400000">
                <a:off x="6049981" y="4643455"/>
                <a:ext cx="803286" cy="1588"/>
              </a:xfrm>
              <a:prstGeom prst="line">
                <a:avLst/>
              </a:prstGeom>
              <a:noFill/>
              <a:ln w="9525" algn="ctr">
                <a:solidFill>
                  <a:srgbClr val="0000FF"/>
                </a:solidFill>
                <a:prstDash val="dash"/>
                <a:round/>
                <a:headEnd/>
                <a:tailEnd/>
              </a:ln>
              <a:extLst>
                <a:ext uri="{909E8E84-426E-40DD-AFC4-6F175D3DCCD1}">
                  <a14:hiddenFill xmlns:a14="http://schemas.microsoft.com/office/drawing/2010/main">
                    <a:noFill/>
                  </a14:hiddenFill>
                </a:ext>
              </a:extLst>
            </p:spPr>
          </p:cxnSp>
          <p:cxnSp>
            <p:nvCxnSpPr>
              <p:cNvPr id="16446" name="Straight Connector 139">
                <a:extLst>
                  <a:ext uri="{FF2B5EF4-FFF2-40B4-BE49-F238E27FC236}">
                    <a16:creationId xmlns:a16="http://schemas.microsoft.com/office/drawing/2014/main" id="{40058E78-7582-4CC8-85CA-D97B2BF4259B}"/>
                  </a:ext>
                </a:extLst>
              </p:cNvPr>
              <p:cNvCxnSpPr>
                <a:cxnSpLocks noChangeShapeType="1"/>
              </p:cNvCxnSpPr>
              <p:nvPr/>
            </p:nvCxnSpPr>
            <p:spPr bwMode="auto">
              <a:xfrm rot="5400000">
                <a:off x="6895337" y="4912539"/>
                <a:ext cx="328617" cy="1588"/>
              </a:xfrm>
              <a:prstGeom prst="line">
                <a:avLst/>
              </a:prstGeom>
              <a:noFill/>
              <a:ln w="9525" algn="ctr">
                <a:solidFill>
                  <a:srgbClr val="0000FF"/>
                </a:solidFill>
                <a:prstDash val="dash"/>
                <a:round/>
                <a:headEnd/>
                <a:tailEnd/>
              </a:ln>
              <a:extLst>
                <a:ext uri="{909E8E84-426E-40DD-AFC4-6F175D3DCCD1}">
                  <a14:hiddenFill xmlns:a14="http://schemas.microsoft.com/office/drawing/2010/main">
                    <a:noFill/>
                  </a14:hiddenFill>
                </a:ext>
              </a:extLst>
            </p:spPr>
          </p:cxnSp>
          <p:cxnSp>
            <p:nvCxnSpPr>
              <p:cNvPr id="16447" name="Straight Connector 140">
                <a:extLst>
                  <a:ext uri="{FF2B5EF4-FFF2-40B4-BE49-F238E27FC236}">
                    <a16:creationId xmlns:a16="http://schemas.microsoft.com/office/drawing/2014/main" id="{FEDB2D5A-F682-47F1-B0C8-FF8D5ECFEF0E}"/>
                  </a:ext>
                </a:extLst>
              </p:cNvPr>
              <p:cNvCxnSpPr>
                <a:cxnSpLocks noChangeShapeType="1"/>
              </p:cNvCxnSpPr>
              <p:nvPr/>
            </p:nvCxnSpPr>
            <p:spPr bwMode="auto">
              <a:xfrm rot="5400000">
                <a:off x="4687098" y="4907776"/>
                <a:ext cx="328617" cy="1588"/>
              </a:xfrm>
              <a:prstGeom prst="line">
                <a:avLst/>
              </a:prstGeom>
              <a:noFill/>
              <a:ln w="9525" algn="ctr">
                <a:solidFill>
                  <a:srgbClr val="0000FF"/>
                </a:solidFill>
                <a:prstDash val="dash"/>
                <a:round/>
                <a:headEnd/>
                <a:tailEnd/>
              </a:ln>
              <a:extLst>
                <a:ext uri="{909E8E84-426E-40DD-AFC4-6F175D3DCCD1}">
                  <a14:hiddenFill xmlns:a14="http://schemas.microsoft.com/office/drawing/2010/main">
                    <a:noFill/>
                  </a14:hiddenFill>
                </a:ext>
              </a:extLst>
            </p:spPr>
          </p:cxnSp>
          <p:cxnSp>
            <p:nvCxnSpPr>
              <p:cNvPr id="142" name="Elbow Connector 141">
                <a:extLst>
                  <a:ext uri="{FF2B5EF4-FFF2-40B4-BE49-F238E27FC236}">
                    <a16:creationId xmlns:a16="http://schemas.microsoft.com/office/drawing/2014/main" id="{9DA3C76E-FB00-48C9-8F61-416C5E8E443C}"/>
                  </a:ext>
                </a:extLst>
              </p:cNvPr>
              <p:cNvCxnSpPr/>
              <p:nvPr/>
            </p:nvCxnSpPr>
            <p:spPr bwMode="auto">
              <a:xfrm flipV="1">
                <a:off x="5449131" y="5054179"/>
                <a:ext cx="802225" cy="401315"/>
              </a:xfrm>
              <a:prstGeom prst="bentConnector3">
                <a:avLst>
                  <a:gd name="adj1" fmla="val 198"/>
                </a:avLst>
              </a:prstGeom>
              <a:ln>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143" name="Elbow Connector 142">
                <a:extLst>
                  <a:ext uri="{FF2B5EF4-FFF2-40B4-BE49-F238E27FC236}">
                    <a16:creationId xmlns:a16="http://schemas.microsoft.com/office/drawing/2014/main" id="{C7F546A1-E1EE-4EDF-94B6-B089AE5C06F3}"/>
                  </a:ext>
                </a:extLst>
              </p:cNvPr>
              <p:cNvCxnSpPr/>
              <p:nvPr/>
            </p:nvCxnSpPr>
            <p:spPr bwMode="auto">
              <a:xfrm>
                <a:off x="6251356" y="5054179"/>
                <a:ext cx="803771" cy="401315"/>
              </a:xfrm>
              <a:prstGeom prst="bentConnector3">
                <a:avLst>
                  <a:gd name="adj1" fmla="val -987"/>
                </a:avLst>
              </a:prstGeom>
              <a:ln>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144" name="Elbow Connector 143">
                <a:extLst>
                  <a:ext uri="{FF2B5EF4-FFF2-40B4-BE49-F238E27FC236}">
                    <a16:creationId xmlns:a16="http://schemas.microsoft.com/office/drawing/2014/main" id="{419F26E4-C6B6-4AA4-AD5B-C1603787487D}"/>
                  </a:ext>
                </a:extLst>
              </p:cNvPr>
              <p:cNvCxnSpPr/>
              <p:nvPr/>
            </p:nvCxnSpPr>
            <p:spPr bwMode="auto">
              <a:xfrm flipV="1">
                <a:off x="7055127" y="5054179"/>
                <a:ext cx="766674" cy="401315"/>
              </a:xfrm>
              <a:prstGeom prst="bentConnector3">
                <a:avLst>
                  <a:gd name="adj1" fmla="val 311"/>
                </a:avLst>
              </a:prstGeom>
              <a:ln>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145" name="Elbow Connector 144">
                <a:extLst>
                  <a:ext uri="{FF2B5EF4-FFF2-40B4-BE49-F238E27FC236}">
                    <a16:creationId xmlns:a16="http://schemas.microsoft.com/office/drawing/2014/main" id="{C6CE4DE3-D03A-4265-A140-64447E1E7415}"/>
                  </a:ext>
                </a:extLst>
              </p:cNvPr>
              <p:cNvCxnSpPr/>
              <p:nvPr/>
            </p:nvCxnSpPr>
            <p:spPr bwMode="auto">
              <a:xfrm>
                <a:off x="7821800" y="5054179"/>
                <a:ext cx="803771" cy="401315"/>
              </a:xfrm>
              <a:prstGeom prst="bentConnector3">
                <a:avLst>
                  <a:gd name="adj1" fmla="val 198"/>
                </a:avLst>
              </a:prstGeom>
              <a:ln>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16452" name="Straight Connector 145">
                <a:extLst>
                  <a:ext uri="{FF2B5EF4-FFF2-40B4-BE49-F238E27FC236}">
                    <a16:creationId xmlns:a16="http://schemas.microsoft.com/office/drawing/2014/main" id="{3C49DB0B-E9F2-4460-AC3C-B69CB3C31B09}"/>
                  </a:ext>
                </a:extLst>
              </p:cNvPr>
              <p:cNvCxnSpPr>
                <a:cxnSpLocks noChangeShapeType="1"/>
              </p:cNvCxnSpPr>
              <p:nvPr/>
            </p:nvCxnSpPr>
            <p:spPr bwMode="auto">
              <a:xfrm rot="5400000">
                <a:off x="5345123" y="4962546"/>
                <a:ext cx="219078" cy="1588"/>
              </a:xfrm>
              <a:prstGeom prst="line">
                <a:avLst/>
              </a:prstGeom>
              <a:noFill/>
              <a:ln w="9525" algn="ctr">
                <a:solidFill>
                  <a:srgbClr val="0000FF"/>
                </a:solidFill>
                <a:prstDash val="dash"/>
                <a:round/>
                <a:headEnd/>
                <a:tailEnd/>
              </a:ln>
              <a:extLst>
                <a:ext uri="{909E8E84-426E-40DD-AFC4-6F175D3DCCD1}">
                  <a14:hiddenFill xmlns:a14="http://schemas.microsoft.com/office/drawing/2010/main">
                    <a:noFill/>
                  </a14:hiddenFill>
                </a:ext>
              </a:extLst>
            </p:spPr>
          </p:cxnSp>
          <p:cxnSp>
            <p:nvCxnSpPr>
              <p:cNvPr id="16453" name="Straight Arrow Connector 146">
                <a:extLst>
                  <a:ext uri="{FF2B5EF4-FFF2-40B4-BE49-F238E27FC236}">
                    <a16:creationId xmlns:a16="http://schemas.microsoft.com/office/drawing/2014/main" id="{FD6958F1-8D1C-4CE5-A6C0-C1FF1B905A07}"/>
                  </a:ext>
                </a:extLst>
              </p:cNvPr>
              <p:cNvCxnSpPr>
                <a:cxnSpLocks noChangeShapeType="1"/>
              </p:cNvCxnSpPr>
              <p:nvPr/>
            </p:nvCxnSpPr>
            <p:spPr bwMode="auto">
              <a:xfrm>
                <a:off x="4857754" y="4962546"/>
                <a:ext cx="584208" cy="0"/>
              </a:xfrm>
              <a:prstGeom prst="straightConnector1">
                <a:avLst/>
              </a:prstGeom>
              <a:noFill/>
              <a:ln w="9525" algn="ctr">
                <a:solidFill>
                  <a:srgbClr val="0000FF"/>
                </a:solidFill>
                <a:round/>
                <a:headEnd type="triangle" w="med" len="med"/>
                <a:tailEnd type="triangle" w="med" len="med"/>
              </a:ln>
            </p:spPr>
          </p:cxnSp>
          <p:cxnSp>
            <p:nvCxnSpPr>
              <p:cNvPr id="16454" name="Straight Arrow Connector 147">
                <a:extLst>
                  <a:ext uri="{FF2B5EF4-FFF2-40B4-BE49-F238E27FC236}">
                    <a16:creationId xmlns:a16="http://schemas.microsoft.com/office/drawing/2014/main" id="{AB53FE57-6DD1-4AC4-8732-60AE58E201E4}"/>
                  </a:ext>
                </a:extLst>
              </p:cNvPr>
              <p:cNvCxnSpPr>
                <a:cxnSpLocks noChangeShapeType="1"/>
              </p:cNvCxnSpPr>
              <p:nvPr/>
            </p:nvCxnSpPr>
            <p:spPr bwMode="auto">
              <a:xfrm>
                <a:off x="6465912" y="4857771"/>
                <a:ext cx="584208" cy="0"/>
              </a:xfrm>
              <a:prstGeom prst="straightConnector1">
                <a:avLst/>
              </a:prstGeom>
              <a:noFill/>
              <a:ln w="9525" algn="ctr">
                <a:solidFill>
                  <a:srgbClr val="0000FF"/>
                </a:solidFill>
                <a:round/>
                <a:headEnd type="triangle" w="med" len="med"/>
                <a:tailEnd type="triangle" w="med" len="med"/>
              </a:ln>
            </p:spPr>
          </p:cxnSp>
          <p:cxnSp>
            <p:nvCxnSpPr>
              <p:cNvPr id="16455" name="Straight Arrow Connector 148">
                <a:extLst>
                  <a:ext uri="{FF2B5EF4-FFF2-40B4-BE49-F238E27FC236}">
                    <a16:creationId xmlns:a16="http://schemas.microsoft.com/office/drawing/2014/main" id="{9A15B430-75A4-40B3-A030-5FDD37C06B29}"/>
                  </a:ext>
                </a:extLst>
              </p:cNvPr>
              <p:cNvCxnSpPr>
                <a:cxnSpLocks noChangeShapeType="1"/>
              </p:cNvCxnSpPr>
              <p:nvPr/>
            </p:nvCxnSpPr>
            <p:spPr bwMode="auto">
              <a:xfrm rot="5400000" flipH="1" flipV="1">
                <a:off x="6946139" y="5290369"/>
                <a:ext cx="219078" cy="1588"/>
              </a:xfrm>
              <a:prstGeom prst="straightConnector1">
                <a:avLst/>
              </a:prstGeom>
              <a:noFill/>
              <a:ln w="9525" algn="ctr">
                <a:solidFill>
                  <a:srgbClr val="0000FF"/>
                </a:solidFill>
                <a:round/>
                <a:headEnd/>
                <a:tailEnd type="triangle" w="med" len="med"/>
              </a:ln>
            </p:spPr>
          </p:cxnSp>
          <p:cxnSp>
            <p:nvCxnSpPr>
              <p:cNvPr id="150" name="Straight Connector 149">
                <a:extLst>
                  <a:ext uri="{FF2B5EF4-FFF2-40B4-BE49-F238E27FC236}">
                    <a16:creationId xmlns:a16="http://schemas.microsoft.com/office/drawing/2014/main" id="{46A0632A-1F2A-474D-B30E-3E507E1D7143}"/>
                  </a:ext>
                </a:extLst>
              </p:cNvPr>
              <p:cNvCxnSpPr/>
              <p:nvPr/>
            </p:nvCxnSpPr>
            <p:spPr bwMode="auto">
              <a:xfrm rot="16200000" flipH="1">
                <a:off x="5361048" y="4433219"/>
                <a:ext cx="403384" cy="217946"/>
              </a:xfrm>
              <a:prstGeom prst="line">
                <a:avLst/>
              </a:prstGeom>
              <a:ln>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151" name="Straight Connector 150">
                <a:extLst>
                  <a:ext uri="{FF2B5EF4-FFF2-40B4-BE49-F238E27FC236}">
                    <a16:creationId xmlns:a16="http://schemas.microsoft.com/office/drawing/2014/main" id="{3694B453-32DC-44C1-8B25-B81045471F82}"/>
                  </a:ext>
                </a:extLst>
              </p:cNvPr>
              <p:cNvCxnSpPr/>
              <p:nvPr/>
            </p:nvCxnSpPr>
            <p:spPr bwMode="auto">
              <a:xfrm rot="5400000" flipH="1" flipV="1">
                <a:off x="5352809" y="4438391"/>
                <a:ext cx="401315" cy="217946"/>
              </a:xfrm>
              <a:prstGeom prst="line">
                <a:avLst/>
              </a:prstGeom>
              <a:ln>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152" name="Straight Connector 151">
                <a:extLst>
                  <a:ext uri="{FF2B5EF4-FFF2-40B4-BE49-F238E27FC236}">
                    <a16:creationId xmlns:a16="http://schemas.microsoft.com/office/drawing/2014/main" id="{77C73877-C136-46BE-876C-83617332C82B}"/>
                  </a:ext>
                </a:extLst>
              </p:cNvPr>
              <p:cNvCxnSpPr/>
              <p:nvPr/>
            </p:nvCxnSpPr>
            <p:spPr bwMode="auto">
              <a:xfrm rot="16200000" flipH="1">
                <a:off x="5755467" y="4458234"/>
                <a:ext cx="401315" cy="182394"/>
              </a:xfrm>
              <a:prstGeom prst="line">
                <a:avLst/>
              </a:prstGeom>
              <a:ln>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153" name="Straight Connector 152">
                <a:extLst>
                  <a:ext uri="{FF2B5EF4-FFF2-40B4-BE49-F238E27FC236}">
                    <a16:creationId xmlns:a16="http://schemas.microsoft.com/office/drawing/2014/main" id="{2218F323-D93A-46BF-A473-F360834A18E1}"/>
                  </a:ext>
                </a:extLst>
              </p:cNvPr>
              <p:cNvCxnSpPr/>
              <p:nvPr/>
            </p:nvCxnSpPr>
            <p:spPr bwMode="auto">
              <a:xfrm rot="5400000" flipH="1" flipV="1">
                <a:off x="5760105" y="4456166"/>
                <a:ext cx="401315" cy="182394"/>
              </a:xfrm>
              <a:prstGeom prst="line">
                <a:avLst/>
              </a:prstGeom>
              <a:ln>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154" name="Straight Connector 153">
                <a:extLst>
                  <a:ext uri="{FF2B5EF4-FFF2-40B4-BE49-F238E27FC236}">
                    <a16:creationId xmlns:a16="http://schemas.microsoft.com/office/drawing/2014/main" id="{1A0E6CF3-DDFE-4ECA-BB2C-7B399E8E64A8}"/>
                  </a:ext>
                </a:extLst>
              </p:cNvPr>
              <p:cNvCxnSpPr/>
              <p:nvPr/>
            </p:nvCxnSpPr>
            <p:spPr bwMode="auto">
              <a:xfrm rot="16200000" flipH="1">
                <a:off x="6157864" y="4450994"/>
                <a:ext cx="403384" cy="182394"/>
              </a:xfrm>
              <a:prstGeom prst="line">
                <a:avLst/>
              </a:prstGeom>
              <a:ln>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155" name="Straight Connector 154">
                <a:extLst>
                  <a:ext uri="{FF2B5EF4-FFF2-40B4-BE49-F238E27FC236}">
                    <a16:creationId xmlns:a16="http://schemas.microsoft.com/office/drawing/2014/main" id="{C953B8D4-899E-4DB6-B33F-E7B208E6E1AC}"/>
                  </a:ext>
                </a:extLst>
              </p:cNvPr>
              <p:cNvCxnSpPr/>
              <p:nvPr/>
            </p:nvCxnSpPr>
            <p:spPr bwMode="auto">
              <a:xfrm rot="5400000">
                <a:off x="6157864" y="4450994"/>
                <a:ext cx="403384" cy="182394"/>
              </a:xfrm>
              <a:prstGeom prst="line">
                <a:avLst/>
              </a:prstGeom>
              <a:ln>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16462" name="Straight Arrow Connector 155">
                <a:extLst>
                  <a:ext uri="{FF2B5EF4-FFF2-40B4-BE49-F238E27FC236}">
                    <a16:creationId xmlns:a16="http://schemas.microsoft.com/office/drawing/2014/main" id="{2D7905AA-FDA3-4070-8FCE-3F7D79D83A76}"/>
                  </a:ext>
                </a:extLst>
              </p:cNvPr>
              <p:cNvCxnSpPr>
                <a:cxnSpLocks noChangeShapeType="1"/>
              </p:cNvCxnSpPr>
              <p:nvPr/>
            </p:nvCxnSpPr>
            <p:spPr bwMode="auto">
              <a:xfrm rot="5400000" flipH="1" flipV="1">
                <a:off x="5187161" y="3975901"/>
                <a:ext cx="219078" cy="1588"/>
              </a:xfrm>
              <a:prstGeom prst="straightConnector1">
                <a:avLst/>
              </a:prstGeom>
              <a:noFill/>
              <a:ln w="9525" algn="ctr">
                <a:solidFill>
                  <a:srgbClr val="0000FF"/>
                </a:solidFill>
                <a:round/>
                <a:headEnd/>
                <a:tailEnd type="triangle" w="med" len="med"/>
              </a:ln>
            </p:spPr>
          </p:cxnSp>
          <p:cxnSp>
            <p:nvCxnSpPr>
              <p:cNvPr id="16463" name="Straight Connector 156">
                <a:extLst>
                  <a:ext uri="{FF2B5EF4-FFF2-40B4-BE49-F238E27FC236}">
                    <a16:creationId xmlns:a16="http://schemas.microsoft.com/office/drawing/2014/main" id="{2882D3CF-FA2F-44DA-B645-EEC23F97C011}"/>
                  </a:ext>
                </a:extLst>
              </p:cNvPr>
              <p:cNvCxnSpPr>
                <a:cxnSpLocks noChangeShapeType="1"/>
              </p:cNvCxnSpPr>
              <p:nvPr/>
            </p:nvCxnSpPr>
            <p:spPr bwMode="auto">
              <a:xfrm rot="5400000">
                <a:off x="6320657" y="2748746"/>
                <a:ext cx="255591" cy="1588"/>
              </a:xfrm>
              <a:prstGeom prst="line">
                <a:avLst/>
              </a:prstGeom>
              <a:noFill/>
              <a:ln w="9525" algn="ctr">
                <a:solidFill>
                  <a:srgbClr val="0000FF"/>
                </a:solidFill>
                <a:prstDash val="dash"/>
                <a:round/>
                <a:headEnd/>
                <a:tailEnd/>
              </a:ln>
              <a:extLst>
                <a:ext uri="{909E8E84-426E-40DD-AFC4-6F175D3DCCD1}">
                  <a14:hiddenFill xmlns:a14="http://schemas.microsoft.com/office/drawing/2010/main">
                    <a:noFill/>
                  </a14:hiddenFill>
                </a:ext>
              </a:extLst>
            </p:spPr>
          </p:cxnSp>
          <p:sp>
            <p:nvSpPr>
              <p:cNvPr id="16464" name="TextBox 157">
                <a:extLst>
                  <a:ext uri="{FF2B5EF4-FFF2-40B4-BE49-F238E27FC236}">
                    <a16:creationId xmlns:a16="http://schemas.microsoft.com/office/drawing/2014/main" id="{CF4C0016-FEEA-4C07-A885-28925CF71989}"/>
                  </a:ext>
                </a:extLst>
              </p:cNvPr>
              <p:cNvSpPr txBox="1">
                <a:spLocks noChangeArrowheads="1"/>
              </p:cNvSpPr>
              <p:nvPr/>
            </p:nvSpPr>
            <p:spPr bwMode="auto">
              <a:xfrm>
                <a:off x="5667390" y="2711440"/>
                <a:ext cx="446704" cy="3007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a:t>T</a:t>
                </a:r>
                <a:r>
                  <a:rPr lang="en-US" altLang="en-US" sz="700"/>
                  <a:t>cycle</a:t>
                </a:r>
                <a:endParaRPr lang="ru-RU" altLang="en-US"/>
              </a:p>
            </p:txBody>
          </p:sp>
          <p:sp>
            <p:nvSpPr>
              <p:cNvPr id="16465" name="TextBox 158">
                <a:extLst>
                  <a:ext uri="{FF2B5EF4-FFF2-40B4-BE49-F238E27FC236}">
                    <a16:creationId xmlns:a16="http://schemas.microsoft.com/office/drawing/2014/main" id="{4F585E72-A3BC-4E47-B135-908ABFB78989}"/>
                  </a:ext>
                </a:extLst>
              </p:cNvPr>
              <p:cNvSpPr txBox="1">
                <a:spLocks noChangeArrowheads="1"/>
              </p:cNvSpPr>
              <p:nvPr/>
            </p:nvSpPr>
            <p:spPr bwMode="auto">
              <a:xfrm>
                <a:off x="4788024" y="3212976"/>
                <a:ext cx="504454" cy="3007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a:t>T</a:t>
                </a:r>
                <a:r>
                  <a:rPr lang="en-US" altLang="en-US" sz="700"/>
                  <a:t>launch</a:t>
                </a:r>
                <a:endParaRPr lang="ru-RU" altLang="en-US"/>
              </a:p>
            </p:txBody>
          </p:sp>
          <p:sp>
            <p:nvSpPr>
              <p:cNvPr id="16466" name="TextBox 159">
                <a:extLst>
                  <a:ext uri="{FF2B5EF4-FFF2-40B4-BE49-F238E27FC236}">
                    <a16:creationId xmlns:a16="http://schemas.microsoft.com/office/drawing/2014/main" id="{39D19C7B-F216-4F9A-B90D-501DAB6111AC}"/>
                  </a:ext>
                </a:extLst>
              </p:cNvPr>
              <p:cNvSpPr txBox="1">
                <a:spLocks noChangeArrowheads="1"/>
              </p:cNvSpPr>
              <p:nvPr/>
            </p:nvSpPr>
            <p:spPr bwMode="auto">
              <a:xfrm>
                <a:off x="4382526" y="2954331"/>
                <a:ext cx="398328" cy="3007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a:t>CLK</a:t>
                </a:r>
                <a:endParaRPr lang="ru-RU" altLang="en-US"/>
              </a:p>
            </p:txBody>
          </p:sp>
          <p:sp>
            <p:nvSpPr>
              <p:cNvPr id="16467" name="TextBox 160">
                <a:extLst>
                  <a:ext uri="{FF2B5EF4-FFF2-40B4-BE49-F238E27FC236}">
                    <a16:creationId xmlns:a16="http://schemas.microsoft.com/office/drawing/2014/main" id="{9C9F3F18-B6B5-449A-B5AD-183A28ED666C}"/>
                  </a:ext>
                </a:extLst>
              </p:cNvPr>
              <p:cNvSpPr txBox="1">
                <a:spLocks noChangeArrowheads="1"/>
              </p:cNvSpPr>
              <p:nvPr/>
            </p:nvSpPr>
            <p:spPr bwMode="auto">
              <a:xfrm>
                <a:off x="4962854" y="3423917"/>
                <a:ext cx="829101" cy="3007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a:t>Launch edge</a:t>
                </a:r>
                <a:endParaRPr lang="ru-RU" altLang="en-US"/>
              </a:p>
            </p:txBody>
          </p:sp>
          <p:sp>
            <p:nvSpPr>
              <p:cNvPr id="16468" name="TextBox 161">
                <a:extLst>
                  <a:ext uri="{FF2B5EF4-FFF2-40B4-BE49-F238E27FC236}">
                    <a16:creationId xmlns:a16="http://schemas.microsoft.com/office/drawing/2014/main" id="{2674D07F-BE99-4E94-8CB4-3A265364E9E0}"/>
                  </a:ext>
                </a:extLst>
              </p:cNvPr>
              <p:cNvSpPr txBox="1">
                <a:spLocks noChangeArrowheads="1"/>
              </p:cNvSpPr>
              <p:nvPr/>
            </p:nvSpPr>
            <p:spPr bwMode="auto">
              <a:xfrm>
                <a:off x="4535487" y="3757617"/>
                <a:ext cx="566900" cy="3007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a:t>LFF/CK</a:t>
                </a:r>
                <a:endParaRPr lang="ru-RU" altLang="en-US"/>
              </a:p>
            </p:txBody>
          </p:sp>
          <p:sp>
            <p:nvSpPr>
              <p:cNvPr id="16469" name="TextBox 162">
                <a:extLst>
                  <a:ext uri="{FF2B5EF4-FFF2-40B4-BE49-F238E27FC236}">
                    <a16:creationId xmlns:a16="http://schemas.microsoft.com/office/drawing/2014/main" id="{AFED1652-AABB-491A-9B93-10647C954865}"/>
                  </a:ext>
                </a:extLst>
              </p:cNvPr>
              <p:cNvSpPr txBox="1">
                <a:spLocks noChangeArrowheads="1"/>
              </p:cNvSpPr>
              <p:nvPr/>
            </p:nvSpPr>
            <p:spPr bwMode="auto">
              <a:xfrm>
                <a:off x="4389435" y="4414852"/>
                <a:ext cx="510710" cy="3007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a:t>CFF/D</a:t>
                </a:r>
                <a:endParaRPr lang="ru-RU" altLang="en-US"/>
              </a:p>
            </p:txBody>
          </p:sp>
          <p:sp>
            <p:nvSpPr>
              <p:cNvPr id="16470" name="TextBox 163">
                <a:extLst>
                  <a:ext uri="{FF2B5EF4-FFF2-40B4-BE49-F238E27FC236}">
                    <a16:creationId xmlns:a16="http://schemas.microsoft.com/office/drawing/2014/main" id="{4D38A4D9-F2C4-4B79-84B9-711CDE526F05}"/>
                  </a:ext>
                </a:extLst>
              </p:cNvPr>
              <p:cNvSpPr txBox="1">
                <a:spLocks noChangeArrowheads="1"/>
              </p:cNvSpPr>
              <p:nvPr/>
            </p:nvSpPr>
            <p:spPr bwMode="auto">
              <a:xfrm>
                <a:off x="4389435" y="5108598"/>
                <a:ext cx="616848" cy="3007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a:t> CFF/CK</a:t>
                </a:r>
                <a:endParaRPr lang="ru-RU" altLang="en-US"/>
              </a:p>
            </p:txBody>
          </p:sp>
          <p:sp>
            <p:nvSpPr>
              <p:cNvPr id="16471" name="TextBox 164">
                <a:extLst>
                  <a:ext uri="{FF2B5EF4-FFF2-40B4-BE49-F238E27FC236}">
                    <a16:creationId xmlns:a16="http://schemas.microsoft.com/office/drawing/2014/main" id="{25E23553-725D-4717-9968-5607861F4B99}"/>
                  </a:ext>
                </a:extLst>
              </p:cNvPr>
              <p:cNvSpPr txBox="1">
                <a:spLocks noChangeArrowheads="1"/>
              </p:cNvSpPr>
              <p:nvPr/>
            </p:nvSpPr>
            <p:spPr bwMode="auto">
              <a:xfrm>
                <a:off x="4865691" y="4933909"/>
                <a:ext cx="540352" cy="3007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a:t>T</a:t>
                </a:r>
                <a:r>
                  <a:rPr lang="en-US" altLang="en-US" sz="700"/>
                  <a:t>capture</a:t>
                </a:r>
                <a:endParaRPr lang="ru-RU" altLang="en-US"/>
              </a:p>
            </p:txBody>
          </p:sp>
          <p:sp>
            <p:nvSpPr>
              <p:cNvPr id="16472" name="TextBox 165">
                <a:extLst>
                  <a:ext uri="{FF2B5EF4-FFF2-40B4-BE49-F238E27FC236}">
                    <a16:creationId xmlns:a16="http://schemas.microsoft.com/office/drawing/2014/main" id="{4A08784E-EF03-4715-96C8-99FA7B01892A}"/>
                  </a:ext>
                </a:extLst>
              </p:cNvPr>
              <p:cNvSpPr txBox="1">
                <a:spLocks noChangeArrowheads="1"/>
              </p:cNvSpPr>
              <p:nvPr/>
            </p:nvSpPr>
            <p:spPr bwMode="auto">
              <a:xfrm>
                <a:off x="6363051" y="4856641"/>
                <a:ext cx="755764" cy="3007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algn="ctr" eaLnBrk="1" hangingPunct="1"/>
                <a:r>
                  <a:rPr lang="en-US" altLang="en-US"/>
                  <a:t>SetupT</a:t>
                </a:r>
                <a:r>
                  <a:rPr lang="en-US" altLang="en-US" sz="700"/>
                  <a:t>setup</a:t>
                </a:r>
                <a:endParaRPr lang="ru-RU" altLang="en-US"/>
              </a:p>
            </p:txBody>
          </p:sp>
          <p:sp>
            <p:nvSpPr>
              <p:cNvPr id="16473" name="TextBox 166">
                <a:extLst>
                  <a:ext uri="{FF2B5EF4-FFF2-40B4-BE49-F238E27FC236}">
                    <a16:creationId xmlns:a16="http://schemas.microsoft.com/office/drawing/2014/main" id="{8F18EB52-672F-4741-AC8B-FFAE0CBAFBB1}"/>
                  </a:ext>
                </a:extLst>
              </p:cNvPr>
              <p:cNvSpPr txBox="1">
                <a:spLocks noChangeArrowheads="1"/>
              </p:cNvSpPr>
              <p:nvPr/>
            </p:nvSpPr>
            <p:spPr bwMode="auto">
              <a:xfrm>
                <a:off x="6608791" y="5413402"/>
                <a:ext cx="860317" cy="3007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a:t>Capture edge</a:t>
                </a:r>
                <a:endParaRPr lang="ru-RU" altLang="en-US"/>
              </a:p>
            </p:txBody>
          </p:sp>
          <p:sp>
            <p:nvSpPr>
              <p:cNvPr id="16474" name="Freeform 167">
                <a:extLst>
                  <a:ext uri="{FF2B5EF4-FFF2-40B4-BE49-F238E27FC236}">
                    <a16:creationId xmlns:a16="http://schemas.microsoft.com/office/drawing/2014/main" id="{3DBFDE8C-47BE-4263-9C71-4FB7322E19CB}"/>
                  </a:ext>
                </a:extLst>
              </p:cNvPr>
              <p:cNvSpPr>
                <a:spLocks/>
              </p:cNvSpPr>
              <p:nvPr/>
            </p:nvSpPr>
            <p:spPr bwMode="auto">
              <a:xfrm>
                <a:off x="5338773" y="3903669"/>
                <a:ext cx="1625600" cy="1435100"/>
              </a:xfrm>
              <a:custGeom>
                <a:avLst/>
                <a:gdLst>
                  <a:gd name="T0" fmla="*/ 0 w 1625600"/>
                  <a:gd name="T1" fmla="*/ 0 h 1435100"/>
                  <a:gd name="T2" fmla="*/ 120650 w 1625600"/>
                  <a:gd name="T3" fmla="*/ 31750 h 1435100"/>
                  <a:gd name="T4" fmla="*/ 254000 w 1625600"/>
                  <a:gd name="T5" fmla="*/ 107950 h 1435100"/>
                  <a:gd name="T6" fmla="*/ 387350 w 1625600"/>
                  <a:gd name="T7" fmla="*/ 292100 h 1435100"/>
                  <a:gd name="T8" fmla="*/ 539750 w 1625600"/>
                  <a:gd name="T9" fmla="*/ 571500 h 1435100"/>
                  <a:gd name="T10" fmla="*/ 736600 w 1625600"/>
                  <a:gd name="T11" fmla="*/ 895350 h 1435100"/>
                  <a:gd name="T12" fmla="*/ 958850 w 1625600"/>
                  <a:gd name="T13" fmla="*/ 1168400 h 1435100"/>
                  <a:gd name="T14" fmla="*/ 1231900 w 1625600"/>
                  <a:gd name="T15" fmla="*/ 1371600 h 1435100"/>
                  <a:gd name="T16" fmla="*/ 1460500 w 1625600"/>
                  <a:gd name="T17" fmla="*/ 1428750 h 1435100"/>
                  <a:gd name="T18" fmla="*/ 1625600 w 1625600"/>
                  <a:gd name="T19" fmla="*/ 1409700 h 143510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625600" h="1435100">
                    <a:moveTo>
                      <a:pt x="0" y="0"/>
                    </a:moveTo>
                    <a:cubicBezTo>
                      <a:pt x="39158" y="6879"/>
                      <a:pt x="78317" y="13758"/>
                      <a:pt x="120650" y="31750"/>
                    </a:cubicBezTo>
                    <a:cubicBezTo>
                      <a:pt x="162983" y="49742"/>
                      <a:pt x="209550" y="64558"/>
                      <a:pt x="254000" y="107950"/>
                    </a:cubicBezTo>
                    <a:cubicBezTo>
                      <a:pt x="298450" y="151342"/>
                      <a:pt x="339725" y="214842"/>
                      <a:pt x="387350" y="292100"/>
                    </a:cubicBezTo>
                    <a:cubicBezTo>
                      <a:pt x="434975" y="369358"/>
                      <a:pt x="481542" y="470958"/>
                      <a:pt x="539750" y="571500"/>
                    </a:cubicBezTo>
                    <a:cubicBezTo>
                      <a:pt x="597958" y="672042"/>
                      <a:pt x="666750" y="795867"/>
                      <a:pt x="736600" y="895350"/>
                    </a:cubicBezTo>
                    <a:cubicBezTo>
                      <a:pt x="806450" y="994833"/>
                      <a:pt x="876300" y="1089025"/>
                      <a:pt x="958850" y="1168400"/>
                    </a:cubicBezTo>
                    <a:cubicBezTo>
                      <a:pt x="1041400" y="1247775"/>
                      <a:pt x="1148292" y="1328208"/>
                      <a:pt x="1231900" y="1371600"/>
                    </a:cubicBezTo>
                    <a:cubicBezTo>
                      <a:pt x="1315508" y="1414992"/>
                      <a:pt x="1394883" y="1422400"/>
                      <a:pt x="1460500" y="1428750"/>
                    </a:cubicBezTo>
                    <a:cubicBezTo>
                      <a:pt x="1526117" y="1435100"/>
                      <a:pt x="1575858" y="1422400"/>
                      <a:pt x="1625600" y="1409700"/>
                    </a:cubicBezTo>
                  </a:path>
                </a:pathLst>
              </a:custGeom>
              <a:noFill/>
              <a:ln w="9525" cap="flat" cmpd="sng" algn="ctr">
                <a:solidFill>
                  <a:srgbClr val="0000FF"/>
                </a:solidFill>
                <a:prstDash val="solid"/>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nchor="ctr"/>
              <a:lstStyle/>
              <a:p>
                <a:endParaRPr lang="en-US"/>
              </a:p>
            </p:txBody>
          </p:sp>
        </p:grpSp>
        <p:grpSp>
          <p:nvGrpSpPr>
            <p:cNvPr id="16398" name="Group 91">
              <a:extLst>
                <a:ext uri="{FF2B5EF4-FFF2-40B4-BE49-F238E27FC236}">
                  <a16:creationId xmlns:a16="http://schemas.microsoft.com/office/drawing/2014/main" id="{3E8BC256-950B-46D9-BFED-A16C6D615437}"/>
                </a:ext>
              </a:extLst>
            </p:cNvPr>
            <p:cNvGrpSpPr>
              <a:grpSpLocks/>
            </p:cNvGrpSpPr>
            <p:nvPr/>
          </p:nvGrpSpPr>
          <p:grpSpPr bwMode="auto">
            <a:xfrm>
              <a:off x="4385615" y="1203477"/>
              <a:ext cx="4635380" cy="1354346"/>
              <a:chOff x="582773" y="1285825"/>
              <a:chExt cx="7704905" cy="2251187"/>
            </a:xfrm>
          </p:grpSpPr>
          <p:grpSp>
            <p:nvGrpSpPr>
              <p:cNvPr id="16405" name="Group 98">
                <a:extLst>
                  <a:ext uri="{FF2B5EF4-FFF2-40B4-BE49-F238E27FC236}">
                    <a16:creationId xmlns:a16="http://schemas.microsoft.com/office/drawing/2014/main" id="{37EB937D-CF36-4F83-BB76-6BE4DE18EC4F}"/>
                  </a:ext>
                </a:extLst>
              </p:cNvPr>
              <p:cNvGrpSpPr>
                <a:grpSpLocks/>
              </p:cNvGrpSpPr>
              <p:nvPr/>
            </p:nvGrpSpPr>
            <p:grpSpPr bwMode="auto">
              <a:xfrm>
                <a:off x="1320671" y="1919271"/>
                <a:ext cx="5353084" cy="1309117"/>
                <a:chOff x="2377855" y="2084746"/>
                <a:chExt cx="3250010" cy="794801"/>
              </a:xfrm>
            </p:grpSpPr>
            <p:cxnSp>
              <p:nvCxnSpPr>
                <p:cNvPr id="16416" name="Straight Connector 109">
                  <a:extLst>
                    <a:ext uri="{FF2B5EF4-FFF2-40B4-BE49-F238E27FC236}">
                      <a16:creationId xmlns:a16="http://schemas.microsoft.com/office/drawing/2014/main" id="{B17AF880-7FE1-453B-8236-540FBFD8DDB1}"/>
                    </a:ext>
                  </a:extLst>
                </p:cNvPr>
                <p:cNvCxnSpPr>
                  <a:cxnSpLocks noChangeShapeType="1"/>
                </p:cNvCxnSpPr>
                <p:nvPr/>
              </p:nvCxnSpPr>
              <p:spPr bwMode="auto">
                <a:xfrm rot="180000" flipV="1">
                  <a:off x="2683984" y="2412043"/>
                  <a:ext cx="465240" cy="23529"/>
                </a:xfrm>
                <a:prstGeom prst="line">
                  <a:avLst/>
                </a:prstGeom>
                <a:noFill/>
                <a:ln w="9525" algn="ctr">
                  <a:solidFill>
                    <a:schemeClr val="tx1"/>
                  </a:solidFill>
                  <a:round/>
                  <a:headEnd/>
                  <a:tailEnd/>
                </a:ln>
              </p:spPr>
            </p:cxnSp>
            <p:sp>
              <p:nvSpPr>
                <p:cNvPr id="111" name="Rectangle 110">
                  <a:extLst>
                    <a:ext uri="{FF2B5EF4-FFF2-40B4-BE49-F238E27FC236}">
                      <a16:creationId xmlns:a16="http://schemas.microsoft.com/office/drawing/2014/main" id="{021CAAB6-9793-4FBB-BB72-3890DB1BBBDE}"/>
                    </a:ext>
                  </a:extLst>
                </p:cNvPr>
                <p:cNvSpPr/>
                <p:nvPr/>
              </p:nvSpPr>
              <p:spPr bwMode="auto">
                <a:xfrm>
                  <a:off x="3148985" y="2116795"/>
                  <a:ext cx="456573" cy="762752"/>
                </a:xfrm>
                <a:prstGeom prst="rect">
                  <a:avLst/>
                </a:prstGeom>
                <a:solidFill>
                  <a:schemeClr val="accent1"/>
                </a:solidFill>
                <a:ln w="9525" cap="flat" cmpd="sng" algn="ctr">
                  <a:solidFill>
                    <a:schemeClr val="tx1"/>
                  </a:solidFill>
                  <a:prstDash val="solid"/>
                  <a:round/>
                  <a:headEnd type="none" w="med" len="med"/>
                  <a:tailEnd type="none" w="med" len="med"/>
                </a:ln>
                <a:effectLst/>
              </p:spPr>
              <p:txBody>
                <a:bodyPr anchor="ctr"/>
                <a:lstStyle/>
                <a:p>
                  <a:pPr eaLnBrk="1" hangingPunct="1">
                    <a:defRPr/>
                  </a:pPr>
                  <a:endParaRPr lang="en-US" dirty="0">
                    <a:latin typeface="+mj-lt"/>
                    <a:cs typeface="Arial" charset="0"/>
                  </a:endParaRPr>
                </a:p>
              </p:txBody>
            </p:sp>
            <p:sp>
              <p:nvSpPr>
                <p:cNvPr id="112" name="Isosceles Triangle 111">
                  <a:extLst>
                    <a:ext uri="{FF2B5EF4-FFF2-40B4-BE49-F238E27FC236}">
                      <a16:creationId xmlns:a16="http://schemas.microsoft.com/office/drawing/2014/main" id="{9B4FCA95-DC69-4207-9642-1419695F559C}"/>
                    </a:ext>
                  </a:extLst>
                </p:cNvPr>
                <p:cNvSpPr/>
                <p:nvPr/>
              </p:nvSpPr>
              <p:spPr bwMode="auto">
                <a:xfrm rot="5400000">
                  <a:off x="3110517" y="2688868"/>
                  <a:ext cx="152230" cy="75295"/>
                </a:xfrm>
                <a:prstGeom prst="triangle">
                  <a:avLst/>
                </a:prstGeom>
                <a:solidFill>
                  <a:schemeClr val="bg1"/>
                </a:solidFill>
                <a:ln w="9525" cap="flat" cmpd="sng" algn="ctr">
                  <a:solidFill>
                    <a:schemeClr val="tx1"/>
                  </a:solidFill>
                  <a:prstDash val="solid"/>
                  <a:round/>
                  <a:headEnd type="none" w="med" len="med"/>
                  <a:tailEnd type="none" w="med" len="med"/>
                </a:ln>
                <a:effectLst/>
              </p:spPr>
              <p:txBody>
                <a:bodyPr anchor="ctr"/>
                <a:lstStyle/>
                <a:p>
                  <a:pPr eaLnBrk="1" hangingPunct="1">
                    <a:defRPr/>
                  </a:pPr>
                  <a:endParaRPr lang="en-US">
                    <a:latin typeface="+mj-lt"/>
                    <a:cs typeface="Arial" charset="0"/>
                  </a:endParaRPr>
                </a:p>
              </p:txBody>
            </p:sp>
            <p:sp>
              <p:nvSpPr>
                <p:cNvPr id="113" name="TextBox 112">
                  <a:extLst>
                    <a:ext uri="{FF2B5EF4-FFF2-40B4-BE49-F238E27FC236}">
                      <a16:creationId xmlns:a16="http://schemas.microsoft.com/office/drawing/2014/main" id="{4FA0C9A2-8D80-4101-84E1-BA800B7AE12D}"/>
                    </a:ext>
                  </a:extLst>
                </p:cNvPr>
                <p:cNvSpPr txBox="1"/>
                <p:nvPr/>
              </p:nvSpPr>
              <p:spPr>
                <a:xfrm>
                  <a:off x="3136169" y="2331519"/>
                  <a:ext cx="487011" cy="216326"/>
                </a:xfrm>
                <a:prstGeom prst="rect">
                  <a:avLst/>
                </a:prstGeom>
                <a:noFill/>
                <a:ln w="9525">
                  <a:noFill/>
                </a:ln>
              </p:spPr>
              <p:txBody>
                <a:bodyPr wrap="none">
                  <a:spAutoFit/>
                </a:bodyPr>
                <a:lstStyle/>
                <a:p>
                  <a:pPr eaLnBrk="1" hangingPunct="1">
                    <a:defRPr/>
                  </a:pPr>
                  <a:r>
                    <a:rPr lang="en-US" sz="800" dirty="0">
                      <a:solidFill>
                        <a:schemeClr val="bg1"/>
                      </a:solidFill>
                      <a:latin typeface="+mj-lt"/>
                      <a:cs typeface="Arial" charset="0"/>
                    </a:rPr>
                    <a:t>D     Q</a:t>
                  </a:r>
                </a:p>
              </p:txBody>
            </p:sp>
            <p:sp>
              <p:nvSpPr>
                <p:cNvPr id="114" name="TextBox 113">
                  <a:extLst>
                    <a:ext uri="{FF2B5EF4-FFF2-40B4-BE49-F238E27FC236}">
                      <a16:creationId xmlns:a16="http://schemas.microsoft.com/office/drawing/2014/main" id="{911CC5A3-92F5-45D3-B8D4-7F048803F8D8}"/>
                    </a:ext>
                  </a:extLst>
                </p:cNvPr>
                <p:cNvSpPr txBox="1"/>
                <p:nvPr/>
              </p:nvSpPr>
              <p:spPr>
                <a:xfrm>
                  <a:off x="3147384" y="2575087"/>
                  <a:ext cx="487237" cy="279602"/>
                </a:xfrm>
                <a:prstGeom prst="rect">
                  <a:avLst/>
                </a:prstGeom>
                <a:noFill/>
                <a:ln w="9525">
                  <a:noFill/>
                </a:ln>
              </p:spPr>
              <p:txBody>
                <a:bodyPr wrap="none">
                  <a:spAutoFit/>
                </a:bodyPr>
                <a:lstStyle/>
                <a:p>
                  <a:pPr eaLnBrk="1" hangingPunct="1">
                    <a:defRPr/>
                  </a:pPr>
                  <a:r>
                    <a:rPr lang="en-US" sz="1200" dirty="0">
                      <a:solidFill>
                        <a:schemeClr val="bg1"/>
                      </a:solidFill>
                      <a:latin typeface="+mj-lt"/>
                      <a:cs typeface="Arial" charset="0"/>
                    </a:rPr>
                    <a:t>CLK</a:t>
                  </a:r>
                  <a:endParaRPr lang="en-US" dirty="0">
                    <a:solidFill>
                      <a:schemeClr val="bg1"/>
                    </a:solidFill>
                    <a:latin typeface="+mj-lt"/>
                    <a:cs typeface="Arial" charset="0"/>
                  </a:endParaRPr>
                </a:p>
              </p:txBody>
            </p:sp>
            <p:cxnSp>
              <p:nvCxnSpPr>
                <p:cNvPr id="16421" name="Straight Connector 114">
                  <a:extLst>
                    <a:ext uri="{FF2B5EF4-FFF2-40B4-BE49-F238E27FC236}">
                      <a16:creationId xmlns:a16="http://schemas.microsoft.com/office/drawing/2014/main" id="{64E26F04-3C65-4DE2-AED9-4AD1352875AA}"/>
                    </a:ext>
                  </a:extLst>
                </p:cNvPr>
                <p:cNvCxnSpPr>
                  <a:cxnSpLocks noChangeShapeType="1"/>
                </p:cNvCxnSpPr>
                <p:nvPr/>
              </p:nvCxnSpPr>
              <p:spPr bwMode="auto">
                <a:xfrm rot="180000" flipV="1">
                  <a:off x="2683985" y="2713717"/>
                  <a:ext cx="465240" cy="23529"/>
                </a:xfrm>
                <a:prstGeom prst="line">
                  <a:avLst/>
                </a:prstGeom>
                <a:noFill/>
                <a:ln w="9525" algn="ctr">
                  <a:solidFill>
                    <a:schemeClr val="tx1"/>
                  </a:solidFill>
                  <a:round/>
                  <a:headEnd/>
                  <a:tailEnd/>
                </a:ln>
              </p:spPr>
            </p:cxnSp>
            <p:cxnSp>
              <p:nvCxnSpPr>
                <p:cNvPr id="16422" name="Straight Connector 115">
                  <a:extLst>
                    <a:ext uri="{FF2B5EF4-FFF2-40B4-BE49-F238E27FC236}">
                      <a16:creationId xmlns:a16="http://schemas.microsoft.com/office/drawing/2014/main" id="{E2851E5A-FF61-42C4-8FBB-F8C77F3F3506}"/>
                    </a:ext>
                  </a:extLst>
                </p:cNvPr>
                <p:cNvCxnSpPr>
                  <a:cxnSpLocks noChangeShapeType="1"/>
                </p:cNvCxnSpPr>
                <p:nvPr/>
              </p:nvCxnSpPr>
              <p:spPr bwMode="auto">
                <a:xfrm>
                  <a:off x="3618840" y="2411727"/>
                  <a:ext cx="350635" cy="0"/>
                </a:xfrm>
                <a:prstGeom prst="line">
                  <a:avLst/>
                </a:prstGeom>
                <a:noFill/>
                <a:ln w="9525" algn="ctr">
                  <a:solidFill>
                    <a:schemeClr val="tx1"/>
                  </a:solidFill>
                  <a:round/>
                  <a:headEnd/>
                  <a:tailEnd/>
                </a:ln>
              </p:spPr>
            </p:cxnSp>
            <p:cxnSp>
              <p:nvCxnSpPr>
                <p:cNvPr id="16423" name="Straight Connector 116">
                  <a:extLst>
                    <a:ext uri="{FF2B5EF4-FFF2-40B4-BE49-F238E27FC236}">
                      <a16:creationId xmlns:a16="http://schemas.microsoft.com/office/drawing/2014/main" id="{9FE6B4FD-C3AF-44B2-A442-6879A957B2D3}"/>
                    </a:ext>
                  </a:extLst>
                </p:cNvPr>
                <p:cNvCxnSpPr>
                  <a:cxnSpLocks noChangeShapeType="1"/>
                </p:cNvCxnSpPr>
                <p:nvPr/>
              </p:nvCxnSpPr>
              <p:spPr bwMode="auto">
                <a:xfrm rot="180000" flipV="1">
                  <a:off x="4647536" y="2367731"/>
                  <a:ext cx="465240" cy="23529"/>
                </a:xfrm>
                <a:prstGeom prst="line">
                  <a:avLst/>
                </a:prstGeom>
                <a:noFill/>
                <a:ln w="9525" algn="ctr">
                  <a:solidFill>
                    <a:schemeClr val="tx1"/>
                  </a:solidFill>
                  <a:round/>
                  <a:headEnd/>
                  <a:tailEnd/>
                </a:ln>
              </p:spPr>
            </p:cxnSp>
            <p:sp>
              <p:nvSpPr>
                <p:cNvPr id="118" name="Rectangle 117">
                  <a:extLst>
                    <a:ext uri="{FF2B5EF4-FFF2-40B4-BE49-F238E27FC236}">
                      <a16:creationId xmlns:a16="http://schemas.microsoft.com/office/drawing/2014/main" id="{F453E8DB-7D58-4774-A5BD-176FD4FDA691}"/>
                    </a:ext>
                  </a:extLst>
                </p:cNvPr>
                <p:cNvSpPr/>
                <p:nvPr/>
              </p:nvSpPr>
              <p:spPr bwMode="auto">
                <a:xfrm>
                  <a:off x="5111447" y="2084746"/>
                  <a:ext cx="458175" cy="762752"/>
                </a:xfrm>
                <a:prstGeom prst="rect">
                  <a:avLst/>
                </a:prstGeom>
                <a:solidFill>
                  <a:schemeClr val="accent1"/>
                </a:solidFill>
                <a:ln w="9525" cap="flat" cmpd="sng" algn="ctr">
                  <a:solidFill>
                    <a:schemeClr val="tx1"/>
                  </a:solidFill>
                  <a:prstDash val="solid"/>
                  <a:round/>
                  <a:headEnd type="none" w="med" len="med"/>
                  <a:tailEnd type="none" w="med" len="med"/>
                </a:ln>
                <a:effectLst/>
              </p:spPr>
              <p:txBody>
                <a:bodyPr anchor="ctr"/>
                <a:lstStyle/>
                <a:p>
                  <a:pPr eaLnBrk="1" hangingPunct="1">
                    <a:defRPr/>
                  </a:pPr>
                  <a:endParaRPr lang="en-US" dirty="0">
                    <a:latin typeface="+mj-lt"/>
                    <a:cs typeface="Arial" charset="0"/>
                  </a:endParaRPr>
                </a:p>
              </p:txBody>
            </p:sp>
            <p:sp>
              <p:nvSpPr>
                <p:cNvPr id="119" name="Isosceles Triangle 118">
                  <a:extLst>
                    <a:ext uri="{FF2B5EF4-FFF2-40B4-BE49-F238E27FC236}">
                      <a16:creationId xmlns:a16="http://schemas.microsoft.com/office/drawing/2014/main" id="{A1C04E9A-B321-45ED-B626-912712FB605B}"/>
                    </a:ext>
                  </a:extLst>
                </p:cNvPr>
                <p:cNvSpPr/>
                <p:nvPr/>
              </p:nvSpPr>
              <p:spPr bwMode="auto">
                <a:xfrm rot="5400000">
                  <a:off x="5073779" y="2656019"/>
                  <a:ext cx="152230" cy="76896"/>
                </a:xfrm>
                <a:prstGeom prst="triangle">
                  <a:avLst/>
                </a:prstGeom>
                <a:solidFill>
                  <a:schemeClr val="bg1"/>
                </a:solidFill>
                <a:ln w="9525" cap="flat" cmpd="sng" algn="ctr">
                  <a:solidFill>
                    <a:schemeClr val="tx1"/>
                  </a:solidFill>
                  <a:prstDash val="solid"/>
                  <a:round/>
                  <a:headEnd type="none" w="med" len="med"/>
                  <a:tailEnd type="none" w="med" len="med"/>
                </a:ln>
                <a:effectLst/>
              </p:spPr>
              <p:txBody>
                <a:bodyPr anchor="ctr"/>
                <a:lstStyle/>
                <a:p>
                  <a:pPr eaLnBrk="1" hangingPunct="1">
                    <a:defRPr/>
                  </a:pPr>
                  <a:endParaRPr lang="en-US">
                    <a:latin typeface="+mj-lt"/>
                    <a:cs typeface="Arial" charset="0"/>
                  </a:endParaRPr>
                </a:p>
              </p:txBody>
            </p:sp>
            <p:sp>
              <p:nvSpPr>
                <p:cNvPr id="120" name="TextBox 119">
                  <a:extLst>
                    <a:ext uri="{FF2B5EF4-FFF2-40B4-BE49-F238E27FC236}">
                      <a16:creationId xmlns:a16="http://schemas.microsoft.com/office/drawing/2014/main" id="{75972D2E-E000-4805-B08F-A3A31EDF3417}"/>
                    </a:ext>
                  </a:extLst>
                </p:cNvPr>
                <p:cNvSpPr txBox="1"/>
                <p:nvPr/>
              </p:nvSpPr>
              <p:spPr>
                <a:xfrm>
                  <a:off x="5105039" y="2270627"/>
                  <a:ext cx="522826" cy="233001"/>
                </a:xfrm>
                <a:prstGeom prst="rect">
                  <a:avLst/>
                </a:prstGeom>
                <a:noFill/>
                <a:ln w="9525">
                  <a:noFill/>
                </a:ln>
              </p:spPr>
              <p:txBody>
                <a:bodyPr wrap="none">
                  <a:spAutoFit/>
                </a:bodyPr>
                <a:lstStyle/>
                <a:p>
                  <a:pPr eaLnBrk="1" hangingPunct="1">
                    <a:defRPr/>
                  </a:pPr>
                  <a:r>
                    <a:rPr lang="en-US" sz="900" dirty="0">
                      <a:solidFill>
                        <a:schemeClr val="bg1"/>
                      </a:solidFill>
                      <a:latin typeface="+mj-lt"/>
                      <a:cs typeface="Arial" charset="0"/>
                    </a:rPr>
                    <a:t>D     Q</a:t>
                  </a:r>
                </a:p>
              </p:txBody>
            </p:sp>
            <p:sp>
              <p:nvSpPr>
                <p:cNvPr id="121" name="TextBox 120">
                  <a:extLst>
                    <a:ext uri="{FF2B5EF4-FFF2-40B4-BE49-F238E27FC236}">
                      <a16:creationId xmlns:a16="http://schemas.microsoft.com/office/drawing/2014/main" id="{E259907A-553F-45DA-97B6-B1EF32D84615}"/>
                    </a:ext>
                  </a:extLst>
                </p:cNvPr>
                <p:cNvSpPr txBox="1"/>
                <p:nvPr/>
              </p:nvSpPr>
              <p:spPr>
                <a:xfrm>
                  <a:off x="5109844" y="2543038"/>
                  <a:ext cx="487237" cy="279602"/>
                </a:xfrm>
                <a:prstGeom prst="rect">
                  <a:avLst/>
                </a:prstGeom>
                <a:noFill/>
                <a:ln w="9525">
                  <a:noFill/>
                </a:ln>
              </p:spPr>
              <p:txBody>
                <a:bodyPr wrap="none">
                  <a:spAutoFit/>
                </a:bodyPr>
                <a:lstStyle/>
                <a:p>
                  <a:pPr eaLnBrk="1" hangingPunct="1">
                    <a:defRPr/>
                  </a:pPr>
                  <a:r>
                    <a:rPr lang="en-US" sz="1200" dirty="0">
                      <a:solidFill>
                        <a:schemeClr val="bg1"/>
                      </a:solidFill>
                      <a:latin typeface="+mj-lt"/>
                      <a:cs typeface="Arial" charset="0"/>
                    </a:rPr>
                    <a:t>CLK</a:t>
                  </a:r>
                </a:p>
              </p:txBody>
            </p:sp>
            <p:cxnSp>
              <p:nvCxnSpPr>
                <p:cNvPr id="16428" name="Straight Connector 121">
                  <a:extLst>
                    <a:ext uri="{FF2B5EF4-FFF2-40B4-BE49-F238E27FC236}">
                      <a16:creationId xmlns:a16="http://schemas.microsoft.com/office/drawing/2014/main" id="{B7F2F3D3-3B1B-45C7-92BF-E43B8234B398}"/>
                    </a:ext>
                  </a:extLst>
                </p:cNvPr>
                <p:cNvCxnSpPr>
                  <a:cxnSpLocks noChangeShapeType="1"/>
                </p:cNvCxnSpPr>
                <p:nvPr/>
              </p:nvCxnSpPr>
              <p:spPr bwMode="auto">
                <a:xfrm rot="180000" flipV="1">
                  <a:off x="4647537" y="2681485"/>
                  <a:ext cx="465240" cy="23529"/>
                </a:xfrm>
                <a:prstGeom prst="line">
                  <a:avLst/>
                </a:prstGeom>
                <a:noFill/>
                <a:ln w="9525" algn="ctr">
                  <a:solidFill>
                    <a:schemeClr val="tx1"/>
                  </a:solidFill>
                  <a:round/>
                  <a:headEnd/>
                  <a:tailEnd/>
                </a:ln>
              </p:spPr>
            </p:cxnSp>
            <p:sp>
              <p:nvSpPr>
                <p:cNvPr id="123" name="Cloud 122">
                  <a:extLst>
                    <a:ext uri="{FF2B5EF4-FFF2-40B4-BE49-F238E27FC236}">
                      <a16:creationId xmlns:a16="http://schemas.microsoft.com/office/drawing/2014/main" id="{43C23178-0575-440F-BD66-D68F24C41C03}"/>
                    </a:ext>
                  </a:extLst>
                </p:cNvPr>
                <p:cNvSpPr/>
                <p:nvPr/>
              </p:nvSpPr>
              <p:spPr bwMode="auto">
                <a:xfrm>
                  <a:off x="3967612" y="2153650"/>
                  <a:ext cx="732118" cy="451882"/>
                </a:xfrm>
                <a:prstGeom prst="cloud">
                  <a:avLst/>
                </a:prstGeom>
                <a:solidFill>
                  <a:schemeClr val="accent1"/>
                </a:solidFill>
                <a:ln w="9525" cap="flat" cmpd="sng" algn="ctr">
                  <a:solidFill>
                    <a:schemeClr val="tx1"/>
                  </a:solidFill>
                  <a:prstDash val="solid"/>
                  <a:round/>
                  <a:headEnd type="none" w="med" len="med"/>
                  <a:tailEnd type="none" w="med" len="med"/>
                </a:ln>
                <a:effectLst/>
              </p:spPr>
              <p:txBody>
                <a:bodyPr anchor="ctr"/>
                <a:lstStyle/>
                <a:p>
                  <a:pPr algn="ctr" eaLnBrk="1" hangingPunct="1">
                    <a:defRPr/>
                  </a:pPr>
                  <a:r>
                    <a:rPr lang="en-US" sz="900" dirty="0">
                      <a:solidFill>
                        <a:schemeClr val="bg1"/>
                      </a:solidFill>
                      <a:latin typeface="Arial" charset="0"/>
                      <a:cs typeface="Arial" charset="0"/>
                    </a:rPr>
                    <a:t>Logic</a:t>
                  </a:r>
                </a:p>
              </p:txBody>
            </p:sp>
            <p:cxnSp>
              <p:nvCxnSpPr>
                <p:cNvPr id="16430" name="Straight Connector 123">
                  <a:extLst>
                    <a:ext uri="{FF2B5EF4-FFF2-40B4-BE49-F238E27FC236}">
                      <a16:creationId xmlns:a16="http://schemas.microsoft.com/office/drawing/2014/main" id="{B8F1936E-A51C-48BB-B1D3-032C796894A1}"/>
                    </a:ext>
                  </a:extLst>
                </p:cNvPr>
                <p:cNvCxnSpPr>
                  <a:cxnSpLocks noChangeShapeType="1"/>
                </p:cNvCxnSpPr>
                <p:nvPr/>
              </p:nvCxnSpPr>
              <p:spPr bwMode="auto">
                <a:xfrm rot="180000" flipV="1">
                  <a:off x="2377855" y="2713717"/>
                  <a:ext cx="465240" cy="23529"/>
                </a:xfrm>
                <a:prstGeom prst="line">
                  <a:avLst/>
                </a:prstGeom>
                <a:noFill/>
                <a:ln w="9525" algn="ctr">
                  <a:solidFill>
                    <a:schemeClr val="tx1"/>
                  </a:solidFill>
                  <a:round/>
                  <a:headEnd/>
                  <a:tailEnd/>
                </a:ln>
              </p:spPr>
            </p:cxnSp>
          </p:grpSp>
          <p:cxnSp>
            <p:nvCxnSpPr>
              <p:cNvPr id="16406" name="Straight Connector 99">
                <a:extLst>
                  <a:ext uri="{FF2B5EF4-FFF2-40B4-BE49-F238E27FC236}">
                    <a16:creationId xmlns:a16="http://schemas.microsoft.com/office/drawing/2014/main" id="{8B6F755A-A3BB-47EC-A1D2-A0B927DC10AE}"/>
                  </a:ext>
                </a:extLst>
              </p:cNvPr>
              <p:cNvCxnSpPr>
                <a:cxnSpLocks noChangeShapeType="1"/>
              </p:cNvCxnSpPr>
              <p:nvPr/>
            </p:nvCxnSpPr>
            <p:spPr bwMode="auto">
              <a:xfrm>
                <a:off x="5049860" y="2926687"/>
                <a:ext cx="0" cy="610325"/>
              </a:xfrm>
              <a:prstGeom prst="line">
                <a:avLst/>
              </a:prstGeom>
              <a:noFill/>
              <a:ln w="9525" algn="ctr">
                <a:solidFill>
                  <a:schemeClr val="tx1"/>
                </a:solidFill>
                <a:round/>
                <a:headEnd/>
                <a:tailEnd/>
              </a:ln>
            </p:spPr>
          </p:cxnSp>
          <p:cxnSp>
            <p:nvCxnSpPr>
              <p:cNvPr id="16407" name="Straight Connector 100">
                <a:extLst>
                  <a:ext uri="{FF2B5EF4-FFF2-40B4-BE49-F238E27FC236}">
                    <a16:creationId xmlns:a16="http://schemas.microsoft.com/office/drawing/2014/main" id="{362DF424-59AE-4373-A0A2-820E932BA8FC}"/>
                  </a:ext>
                </a:extLst>
              </p:cNvPr>
              <p:cNvCxnSpPr>
                <a:cxnSpLocks noChangeShapeType="1"/>
              </p:cNvCxnSpPr>
              <p:nvPr/>
            </p:nvCxnSpPr>
            <p:spPr bwMode="auto">
              <a:xfrm flipH="1">
                <a:off x="1642584" y="3537012"/>
                <a:ext cx="3407279" cy="0"/>
              </a:xfrm>
              <a:prstGeom prst="line">
                <a:avLst/>
              </a:prstGeom>
              <a:noFill/>
              <a:ln w="9525" algn="ctr">
                <a:solidFill>
                  <a:schemeClr val="tx1"/>
                </a:solidFill>
                <a:round/>
                <a:headEnd/>
                <a:tailEnd/>
              </a:ln>
            </p:spPr>
          </p:cxnSp>
          <p:sp>
            <p:nvSpPr>
              <p:cNvPr id="16408" name="TextBox 101">
                <a:extLst>
                  <a:ext uri="{FF2B5EF4-FFF2-40B4-BE49-F238E27FC236}">
                    <a16:creationId xmlns:a16="http://schemas.microsoft.com/office/drawing/2014/main" id="{0C686FBB-45FB-4D88-8E65-D4FC08A733AE}"/>
                  </a:ext>
                </a:extLst>
              </p:cNvPr>
              <p:cNvSpPr txBox="1">
                <a:spLocks noChangeArrowheads="1"/>
              </p:cNvSpPr>
              <p:nvPr/>
            </p:nvSpPr>
            <p:spPr bwMode="auto">
              <a:xfrm>
                <a:off x="582773" y="2769090"/>
                <a:ext cx="679981" cy="383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a:t>CLK</a:t>
                </a:r>
              </a:p>
            </p:txBody>
          </p:sp>
          <p:sp>
            <p:nvSpPr>
              <p:cNvPr id="103" name="TextBox 102">
                <a:extLst>
                  <a:ext uri="{FF2B5EF4-FFF2-40B4-BE49-F238E27FC236}">
                    <a16:creationId xmlns:a16="http://schemas.microsoft.com/office/drawing/2014/main" id="{C131D240-FE10-43E3-93E1-F172E62641E4}"/>
                  </a:ext>
                </a:extLst>
              </p:cNvPr>
              <p:cNvSpPr txBox="1"/>
              <p:nvPr/>
            </p:nvSpPr>
            <p:spPr>
              <a:xfrm>
                <a:off x="5071143" y="2022201"/>
                <a:ext cx="815349" cy="419657"/>
              </a:xfrm>
              <a:prstGeom prst="rect">
                <a:avLst/>
              </a:prstGeom>
              <a:noFill/>
            </p:spPr>
            <p:txBody>
              <a:bodyPr wrap="none">
                <a:spAutoFit/>
              </a:bodyPr>
              <a:lstStyle/>
              <a:p>
                <a:pPr eaLnBrk="1" hangingPunct="1">
                  <a:defRPr/>
                </a:pPr>
                <a:r>
                  <a:rPr lang="en-US" sz="800" dirty="0">
                    <a:latin typeface="Arial" charset="0"/>
                    <a:cs typeface="Arial" charset="0"/>
                  </a:rPr>
                  <a:t>data </a:t>
                </a:r>
                <a:r>
                  <a:rPr lang="en-US" sz="1050" dirty="0">
                    <a:latin typeface="Arial" charset="0"/>
                    <a:cs typeface="Arial" charset="0"/>
                  </a:rPr>
                  <a:t>2</a:t>
                </a:r>
                <a:endParaRPr lang="en-US" dirty="0">
                  <a:latin typeface="Arial" charset="0"/>
                  <a:cs typeface="Arial" charset="0"/>
                </a:endParaRPr>
              </a:p>
            </p:txBody>
          </p:sp>
          <p:sp>
            <p:nvSpPr>
              <p:cNvPr id="16410" name="Left Brace 103">
                <a:extLst>
                  <a:ext uri="{FF2B5EF4-FFF2-40B4-BE49-F238E27FC236}">
                    <a16:creationId xmlns:a16="http://schemas.microsoft.com/office/drawing/2014/main" id="{9194379E-69DD-4833-AD72-7E6C3370BC59}"/>
                  </a:ext>
                </a:extLst>
              </p:cNvPr>
              <p:cNvSpPr>
                <a:spLocks/>
              </p:cNvSpPr>
              <p:nvPr/>
            </p:nvSpPr>
            <p:spPr bwMode="auto">
              <a:xfrm rot="5400000">
                <a:off x="2855505" y="1273249"/>
                <a:ext cx="202808" cy="913910"/>
              </a:xfrm>
              <a:prstGeom prst="leftBrace">
                <a:avLst>
                  <a:gd name="adj1" fmla="val 49194"/>
                  <a:gd name="adj2" fmla="val 50000"/>
                </a:avLst>
              </a:prstGeom>
              <a:noFill/>
              <a:ln w="9525" algn="ctr">
                <a:solidFill>
                  <a:srgbClr val="0000FF"/>
                </a:solidFill>
                <a:round/>
                <a:headEnd/>
                <a:tailEnd/>
              </a:ln>
              <a:extLst>
                <a:ext uri="{909E8E84-426E-40DD-AFC4-6F175D3DCCD1}">
                  <a14:hiddenFill xmlns:a14="http://schemas.microsoft.com/office/drawing/2010/main">
                    <a:solidFill>
                      <a:srgbClr val="FFFFFF"/>
                    </a:solidFill>
                  </a14:hiddenFill>
                </a:ext>
              </a:extLst>
            </p:spPr>
            <p:txBody>
              <a:bodyPr anchor="ct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algn="ctr" eaLnBrk="1" hangingPunct="1"/>
                <a:endParaRPr lang="en-US" altLang="en-US"/>
              </a:p>
            </p:txBody>
          </p:sp>
          <p:sp>
            <p:nvSpPr>
              <p:cNvPr id="16411" name="Left Brace 104">
                <a:extLst>
                  <a:ext uri="{FF2B5EF4-FFF2-40B4-BE49-F238E27FC236}">
                    <a16:creationId xmlns:a16="http://schemas.microsoft.com/office/drawing/2014/main" id="{272B89C2-77E5-4889-A49C-09BA23E52C5A}"/>
                  </a:ext>
                </a:extLst>
              </p:cNvPr>
              <p:cNvSpPr>
                <a:spLocks/>
              </p:cNvSpPr>
              <p:nvPr/>
            </p:nvSpPr>
            <p:spPr bwMode="auto">
              <a:xfrm rot="5400000">
                <a:off x="6101873" y="1273249"/>
                <a:ext cx="202808" cy="913910"/>
              </a:xfrm>
              <a:prstGeom prst="leftBrace">
                <a:avLst>
                  <a:gd name="adj1" fmla="val 49194"/>
                  <a:gd name="adj2" fmla="val 50000"/>
                </a:avLst>
              </a:prstGeom>
              <a:noFill/>
              <a:ln w="9525" algn="ctr">
                <a:solidFill>
                  <a:srgbClr val="0000FF"/>
                </a:solidFill>
                <a:round/>
                <a:headEnd/>
                <a:tailEnd/>
              </a:ln>
              <a:extLst>
                <a:ext uri="{909E8E84-426E-40DD-AFC4-6F175D3DCCD1}">
                  <a14:hiddenFill xmlns:a14="http://schemas.microsoft.com/office/drawing/2010/main">
                    <a:solidFill>
                      <a:srgbClr val="FFFFFF"/>
                    </a:solidFill>
                  </a14:hiddenFill>
                </a:ext>
              </a:extLst>
            </p:spPr>
            <p:txBody>
              <a:bodyPr anchor="ct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algn="ctr" eaLnBrk="1" hangingPunct="1"/>
                <a:endParaRPr lang="en-US" altLang="en-US"/>
              </a:p>
            </p:txBody>
          </p:sp>
          <p:sp>
            <p:nvSpPr>
              <p:cNvPr id="16412" name="Rectangle 105">
                <a:extLst>
                  <a:ext uri="{FF2B5EF4-FFF2-40B4-BE49-F238E27FC236}">
                    <a16:creationId xmlns:a16="http://schemas.microsoft.com/office/drawing/2014/main" id="{B06B7B04-3720-49DE-A0FD-3DBBC48D0B1D}"/>
                  </a:ext>
                </a:extLst>
              </p:cNvPr>
              <p:cNvSpPr>
                <a:spLocks noChangeArrowheads="1"/>
              </p:cNvSpPr>
              <p:nvPr/>
            </p:nvSpPr>
            <p:spPr bwMode="auto">
              <a:xfrm>
                <a:off x="2366843" y="1285825"/>
                <a:ext cx="2457206" cy="4348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sz="1100"/>
                  <a:t>launch flip-flop(LFF) </a:t>
                </a:r>
              </a:p>
            </p:txBody>
          </p:sp>
          <p:sp>
            <p:nvSpPr>
              <p:cNvPr id="16413" name="Rectangle 106">
                <a:extLst>
                  <a:ext uri="{FF2B5EF4-FFF2-40B4-BE49-F238E27FC236}">
                    <a16:creationId xmlns:a16="http://schemas.microsoft.com/office/drawing/2014/main" id="{8732C463-1BCB-4799-8D3A-1AA4FBD370D9}"/>
                  </a:ext>
                </a:extLst>
              </p:cNvPr>
              <p:cNvSpPr>
                <a:spLocks noChangeArrowheads="1"/>
              </p:cNvSpPr>
              <p:nvPr/>
            </p:nvSpPr>
            <p:spPr bwMode="auto">
              <a:xfrm>
                <a:off x="5702576" y="1316602"/>
                <a:ext cx="2585102" cy="4348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sz="1100"/>
                  <a:t>capture flip-flop(CFF) </a:t>
                </a:r>
              </a:p>
            </p:txBody>
          </p:sp>
          <p:sp>
            <p:nvSpPr>
              <p:cNvPr id="16414" name="TextBox 107">
                <a:extLst>
                  <a:ext uri="{FF2B5EF4-FFF2-40B4-BE49-F238E27FC236}">
                    <a16:creationId xmlns:a16="http://schemas.microsoft.com/office/drawing/2014/main" id="{C547EE07-A8A4-4347-96E3-A88BB0E49889}"/>
                  </a:ext>
                </a:extLst>
              </p:cNvPr>
              <p:cNvSpPr txBox="1">
                <a:spLocks noChangeArrowheads="1"/>
              </p:cNvSpPr>
              <p:nvPr/>
            </p:nvSpPr>
            <p:spPr bwMode="auto">
              <a:xfrm>
                <a:off x="2712094" y="2056571"/>
                <a:ext cx="541427" cy="383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dirty="0">
                    <a:solidFill>
                      <a:schemeClr val="bg1"/>
                    </a:solidFill>
                  </a:rPr>
                  <a:t>FF</a:t>
                </a:r>
              </a:p>
            </p:txBody>
          </p:sp>
          <p:sp>
            <p:nvSpPr>
              <p:cNvPr id="16415" name="TextBox 108">
                <a:extLst>
                  <a:ext uri="{FF2B5EF4-FFF2-40B4-BE49-F238E27FC236}">
                    <a16:creationId xmlns:a16="http://schemas.microsoft.com/office/drawing/2014/main" id="{C4179947-7AAB-45CC-8C34-A10C8BD59517}"/>
                  </a:ext>
                </a:extLst>
              </p:cNvPr>
              <p:cNvSpPr txBox="1">
                <a:spLocks noChangeArrowheads="1"/>
              </p:cNvSpPr>
              <p:nvPr/>
            </p:nvSpPr>
            <p:spPr bwMode="auto">
              <a:xfrm>
                <a:off x="5944420" y="2000604"/>
                <a:ext cx="541427" cy="383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dirty="0"/>
                  <a:t>FF</a:t>
                </a:r>
                <a:endParaRPr lang="en-US" altLang="en-US" sz="500" dirty="0"/>
              </a:p>
            </p:txBody>
          </p:sp>
        </p:grpSp>
        <p:sp>
          <p:nvSpPr>
            <p:cNvPr id="16399" name="Rectangle 92">
              <a:extLst>
                <a:ext uri="{FF2B5EF4-FFF2-40B4-BE49-F238E27FC236}">
                  <a16:creationId xmlns:a16="http://schemas.microsoft.com/office/drawing/2014/main" id="{1C8980F8-D302-4CA3-ACAC-7A6B43E025E6}"/>
                </a:ext>
              </a:extLst>
            </p:cNvPr>
            <p:cNvSpPr>
              <a:spLocks noChangeArrowheads="1"/>
            </p:cNvSpPr>
            <p:nvPr/>
          </p:nvSpPr>
          <p:spPr bwMode="auto">
            <a:xfrm>
              <a:off x="5237680" y="2121227"/>
              <a:ext cx="230389" cy="180038"/>
            </a:xfrm>
            <a:prstGeom prst="rect">
              <a:avLst/>
            </a:prstGeom>
            <a:solidFill>
              <a:schemeClr val="accent1"/>
            </a:solidFill>
            <a:ln w="9525" algn="ctr">
              <a:solidFill>
                <a:schemeClr val="tx1"/>
              </a:solidFill>
              <a:round/>
              <a:headEnd/>
              <a:tailEnd/>
            </a:ln>
          </p:spPr>
          <p:txBody>
            <a:bodyPr anchor="ct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sz="1800"/>
            </a:p>
          </p:txBody>
        </p:sp>
        <p:sp>
          <p:nvSpPr>
            <p:cNvPr id="16400" name="Rectangle 93">
              <a:extLst>
                <a:ext uri="{FF2B5EF4-FFF2-40B4-BE49-F238E27FC236}">
                  <a16:creationId xmlns:a16="http://schemas.microsoft.com/office/drawing/2014/main" id="{76A5F03B-3AE8-4907-8DD5-E00DB5D278D8}"/>
                </a:ext>
              </a:extLst>
            </p:cNvPr>
            <p:cNvSpPr>
              <a:spLocks noChangeArrowheads="1"/>
            </p:cNvSpPr>
            <p:nvPr/>
          </p:nvSpPr>
          <p:spPr bwMode="auto">
            <a:xfrm>
              <a:off x="6617876" y="2467804"/>
              <a:ext cx="230389" cy="180038"/>
            </a:xfrm>
            <a:prstGeom prst="rect">
              <a:avLst/>
            </a:prstGeom>
            <a:solidFill>
              <a:schemeClr val="accent1"/>
            </a:solidFill>
            <a:ln w="9525" algn="ctr">
              <a:solidFill>
                <a:schemeClr val="tx1"/>
              </a:solidFill>
              <a:round/>
              <a:headEnd/>
              <a:tailEnd/>
            </a:ln>
          </p:spPr>
          <p:txBody>
            <a:bodyPr anchor="ct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sz="1800"/>
            </a:p>
          </p:txBody>
        </p:sp>
        <p:cxnSp>
          <p:nvCxnSpPr>
            <p:cNvPr id="16401" name="Straight Connector 94">
              <a:extLst>
                <a:ext uri="{FF2B5EF4-FFF2-40B4-BE49-F238E27FC236}">
                  <a16:creationId xmlns:a16="http://schemas.microsoft.com/office/drawing/2014/main" id="{ECD565AC-0150-4DFB-995D-6EBFF14438DA}"/>
                </a:ext>
              </a:extLst>
            </p:cNvPr>
            <p:cNvCxnSpPr>
              <a:cxnSpLocks noChangeShapeType="1"/>
            </p:cNvCxnSpPr>
            <p:nvPr/>
          </p:nvCxnSpPr>
          <p:spPr bwMode="auto">
            <a:xfrm>
              <a:off x="5013439" y="2211246"/>
              <a:ext cx="0" cy="349762"/>
            </a:xfrm>
            <a:prstGeom prst="line">
              <a:avLst/>
            </a:prstGeom>
            <a:noFill/>
            <a:ln w="9525" algn="ctr">
              <a:solidFill>
                <a:schemeClr val="tx1"/>
              </a:solidFill>
              <a:round/>
              <a:headEnd/>
              <a:tailEnd/>
            </a:ln>
          </p:spPr>
        </p:cxnSp>
        <p:sp>
          <p:nvSpPr>
            <p:cNvPr id="16402" name="TextBox 95">
              <a:extLst>
                <a:ext uri="{FF2B5EF4-FFF2-40B4-BE49-F238E27FC236}">
                  <a16:creationId xmlns:a16="http://schemas.microsoft.com/office/drawing/2014/main" id="{32DA68FE-6FB9-41E9-9D2A-72B1180B126F}"/>
                </a:ext>
              </a:extLst>
            </p:cNvPr>
            <p:cNvSpPr txBox="1">
              <a:spLocks noChangeArrowheads="1"/>
            </p:cNvSpPr>
            <p:nvPr/>
          </p:nvSpPr>
          <p:spPr bwMode="auto">
            <a:xfrm>
              <a:off x="5092063" y="1923397"/>
              <a:ext cx="494046"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sz="800" b="1"/>
                <a:t>T</a:t>
              </a:r>
              <a:r>
                <a:rPr lang="en-US" altLang="en-US" sz="600" b="1"/>
                <a:t>launch</a:t>
              </a:r>
              <a:endParaRPr lang="ru-RU" altLang="en-US" sz="800" b="1"/>
            </a:p>
          </p:txBody>
        </p:sp>
        <p:sp>
          <p:nvSpPr>
            <p:cNvPr id="16403" name="TextBox 96">
              <a:extLst>
                <a:ext uri="{FF2B5EF4-FFF2-40B4-BE49-F238E27FC236}">
                  <a16:creationId xmlns:a16="http://schemas.microsoft.com/office/drawing/2014/main" id="{D0B70BF9-FE63-495E-AF04-09FF309D0D63}"/>
                </a:ext>
              </a:extLst>
            </p:cNvPr>
            <p:cNvSpPr txBox="1">
              <a:spLocks noChangeArrowheads="1"/>
            </p:cNvSpPr>
            <p:nvPr/>
          </p:nvSpPr>
          <p:spPr bwMode="auto">
            <a:xfrm>
              <a:off x="6448067" y="2256238"/>
              <a:ext cx="505267"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sz="800"/>
                <a:t>T</a:t>
              </a:r>
              <a:r>
                <a:rPr lang="en-US" altLang="en-US" sz="600"/>
                <a:t>capture</a:t>
              </a:r>
              <a:endParaRPr lang="ru-RU" altLang="en-US" sz="800"/>
            </a:p>
          </p:txBody>
        </p:sp>
        <p:sp>
          <p:nvSpPr>
            <p:cNvPr id="16404" name="TextBox 97">
              <a:extLst>
                <a:ext uri="{FF2B5EF4-FFF2-40B4-BE49-F238E27FC236}">
                  <a16:creationId xmlns:a16="http://schemas.microsoft.com/office/drawing/2014/main" id="{F3B27B8B-B83C-4E46-BEAF-0D5984CE6315}"/>
                </a:ext>
              </a:extLst>
            </p:cNvPr>
            <p:cNvSpPr txBox="1">
              <a:spLocks noChangeArrowheads="1"/>
            </p:cNvSpPr>
            <p:nvPr/>
          </p:nvSpPr>
          <p:spPr bwMode="auto">
            <a:xfrm>
              <a:off x="6613116" y="1385743"/>
              <a:ext cx="304892" cy="2308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b="1"/>
                <a:t>T</a:t>
              </a:r>
              <a:r>
                <a:rPr lang="en-US" altLang="en-US" sz="700" b="1"/>
                <a:t>c</a:t>
              </a:r>
              <a:endParaRPr lang="ru-RU" altLang="en-US" b="1"/>
            </a:p>
          </p:txBody>
        </p:sp>
      </p:grpSp>
      <p:cxnSp>
        <p:nvCxnSpPr>
          <p:cNvPr id="16388" name="Straight Connector 168">
            <a:extLst>
              <a:ext uri="{FF2B5EF4-FFF2-40B4-BE49-F238E27FC236}">
                <a16:creationId xmlns:a16="http://schemas.microsoft.com/office/drawing/2014/main" id="{636CD4A7-08D3-41F2-AF68-6F0777D73793}"/>
              </a:ext>
            </a:extLst>
          </p:cNvPr>
          <p:cNvCxnSpPr>
            <a:cxnSpLocks noChangeShapeType="1"/>
          </p:cNvCxnSpPr>
          <p:nvPr/>
        </p:nvCxnSpPr>
        <p:spPr bwMode="auto">
          <a:xfrm flipH="1">
            <a:off x="6818313" y="1404938"/>
            <a:ext cx="0" cy="158750"/>
          </a:xfrm>
          <a:prstGeom prst="line">
            <a:avLst/>
          </a:prstGeom>
          <a:noFill/>
          <a:ln w="9525" algn="ctr">
            <a:solidFill>
              <a:srgbClr val="0000FF"/>
            </a:solidFill>
            <a:prstDash val="dash"/>
            <a:round/>
            <a:headEnd/>
            <a:tailEnd/>
          </a:ln>
          <a:extLst>
            <a:ext uri="{909E8E84-426E-40DD-AFC4-6F175D3DCCD1}">
              <a14:hiddenFill xmlns:a14="http://schemas.microsoft.com/office/drawing/2010/main">
                <a:noFill/>
              </a14:hiddenFill>
            </a:ext>
          </a:extLst>
        </p:spPr>
      </p:cxnSp>
      <p:cxnSp>
        <p:nvCxnSpPr>
          <p:cNvPr id="16389" name="Straight Arrow Connector 169">
            <a:extLst>
              <a:ext uri="{FF2B5EF4-FFF2-40B4-BE49-F238E27FC236}">
                <a16:creationId xmlns:a16="http://schemas.microsoft.com/office/drawing/2014/main" id="{5DFB7D88-A93E-4597-8A6C-5BE4F506116F}"/>
              </a:ext>
            </a:extLst>
          </p:cNvPr>
          <p:cNvCxnSpPr>
            <a:cxnSpLocks noChangeShapeType="1"/>
          </p:cNvCxnSpPr>
          <p:nvPr/>
        </p:nvCxnSpPr>
        <p:spPr bwMode="auto">
          <a:xfrm>
            <a:off x="6821488" y="1501775"/>
            <a:ext cx="800100" cy="0"/>
          </a:xfrm>
          <a:prstGeom prst="straightConnector1">
            <a:avLst/>
          </a:prstGeom>
          <a:noFill/>
          <a:ln w="9525" algn="ctr">
            <a:solidFill>
              <a:srgbClr val="0000FF"/>
            </a:solidFill>
            <a:round/>
            <a:headEnd type="triangle" w="med" len="med"/>
            <a:tailEnd type="triangle" w="med" len="med"/>
          </a:ln>
        </p:spPr>
      </p:cxnSp>
      <p:cxnSp>
        <p:nvCxnSpPr>
          <p:cNvPr id="16390" name="Straight Connector 170">
            <a:extLst>
              <a:ext uri="{FF2B5EF4-FFF2-40B4-BE49-F238E27FC236}">
                <a16:creationId xmlns:a16="http://schemas.microsoft.com/office/drawing/2014/main" id="{587CF327-EB3D-4FDE-8EBD-19E99E2EAA6E}"/>
              </a:ext>
            </a:extLst>
          </p:cNvPr>
          <p:cNvCxnSpPr>
            <a:cxnSpLocks noChangeShapeType="1"/>
          </p:cNvCxnSpPr>
          <p:nvPr/>
        </p:nvCxnSpPr>
        <p:spPr bwMode="auto">
          <a:xfrm flipH="1">
            <a:off x="7621589" y="1430338"/>
            <a:ext cx="1587" cy="196850"/>
          </a:xfrm>
          <a:prstGeom prst="line">
            <a:avLst/>
          </a:prstGeom>
          <a:noFill/>
          <a:ln w="9525" algn="ctr">
            <a:solidFill>
              <a:srgbClr val="0000FF"/>
            </a:solidFill>
            <a:prstDash val="dash"/>
            <a:round/>
            <a:headEnd/>
            <a:tailEnd/>
          </a:ln>
          <a:extLst>
            <a:ext uri="{909E8E84-426E-40DD-AFC4-6F175D3DCCD1}">
              <a14:hiddenFill xmlns:a14="http://schemas.microsoft.com/office/drawing/2010/main">
                <a:noFill/>
              </a14:hiddenFill>
            </a:ext>
          </a:extLst>
        </p:spPr>
      </p:cxnSp>
      <p:cxnSp>
        <p:nvCxnSpPr>
          <p:cNvPr id="16391" name="Straight Arrow Connector 171">
            <a:extLst>
              <a:ext uri="{FF2B5EF4-FFF2-40B4-BE49-F238E27FC236}">
                <a16:creationId xmlns:a16="http://schemas.microsoft.com/office/drawing/2014/main" id="{FD8D1C31-9A2B-4CC3-A197-3A9E337B9CE5}"/>
              </a:ext>
            </a:extLst>
          </p:cNvPr>
          <p:cNvCxnSpPr>
            <a:cxnSpLocks noChangeShapeType="1"/>
          </p:cNvCxnSpPr>
          <p:nvPr/>
        </p:nvCxnSpPr>
        <p:spPr bwMode="auto">
          <a:xfrm>
            <a:off x="7608888" y="1498600"/>
            <a:ext cx="1098550" cy="0"/>
          </a:xfrm>
          <a:prstGeom prst="straightConnector1">
            <a:avLst/>
          </a:prstGeom>
          <a:noFill/>
          <a:ln w="9525" algn="ctr">
            <a:solidFill>
              <a:srgbClr val="0000FF"/>
            </a:solidFill>
            <a:round/>
            <a:headEnd type="triangle" w="med" len="med"/>
            <a:tailEnd type="triangle" w="med" len="med"/>
          </a:ln>
        </p:spPr>
      </p:cxnSp>
      <p:cxnSp>
        <p:nvCxnSpPr>
          <p:cNvPr id="16392" name="Straight Connector 172">
            <a:extLst>
              <a:ext uri="{FF2B5EF4-FFF2-40B4-BE49-F238E27FC236}">
                <a16:creationId xmlns:a16="http://schemas.microsoft.com/office/drawing/2014/main" id="{18159693-F812-4E82-98B4-F9C4ACA685E4}"/>
              </a:ext>
            </a:extLst>
          </p:cNvPr>
          <p:cNvCxnSpPr>
            <a:cxnSpLocks noChangeShapeType="1"/>
          </p:cNvCxnSpPr>
          <p:nvPr/>
        </p:nvCxnSpPr>
        <p:spPr bwMode="auto">
          <a:xfrm flipH="1">
            <a:off x="8707439" y="1416050"/>
            <a:ext cx="1587" cy="196850"/>
          </a:xfrm>
          <a:prstGeom prst="line">
            <a:avLst/>
          </a:prstGeom>
          <a:noFill/>
          <a:ln w="9525" algn="ctr">
            <a:solidFill>
              <a:srgbClr val="0000FF"/>
            </a:solidFill>
            <a:prstDash val="dash"/>
            <a:round/>
            <a:headEnd/>
            <a:tailEnd/>
          </a:ln>
          <a:extLst>
            <a:ext uri="{909E8E84-426E-40DD-AFC4-6F175D3DCCD1}">
              <a14:hiddenFill xmlns:a14="http://schemas.microsoft.com/office/drawing/2010/main">
                <a:noFill/>
              </a14:hiddenFill>
            </a:ext>
          </a:extLst>
        </p:spPr>
      </p:cxnSp>
      <p:sp>
        <p:nvSpPr>
          <p:cNvPr id="16393" name="TextBox 173">
            <a:extLst>
              <a:ext uri="{FF2B5EF4-FFF2-40B4-BE49-F238E27FC236}">
                <a16:creationId xmlns:a16="http://schemas.microsoft.com/office/drawing/2014/main" id="{05C6C5A2-4457-4CDF-A31D-6B53B2DE1C87}"/>
              </a:ext>
            </a:extLst>
          </p:cNvPr>
          <p:cNvSpPr txBox="1">
            <a:spLocks noChangeArrowheads="1"/>
          </p:cNvSpPr>
          <p:nvPr/>
        </p:nvSpPr>
        <p:spPr bwMode="auto">
          <a:xfrm>
            <a:off x="8045450" y="1252539"/>
            <a:ext cx="304800" cy="231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a:t>T</a:t>
            </a:r>
            <a:r>
              <a:rPr lang="en-US" altLang="en-US" sz="700"/>
              <a:t>c</a:t>
            </a:r>
            <a:endParaRPr lang="ru-RU" altLang="en-US"/>
          </a:p>
        </p:txBody>
      </p:sp>
      <p:sp>
        <p:nvSpPr>
          <p:cNvPr id="16394" name="Rectangle 174">
            <a:extLst>
              <a:ext uri="{FF2B5EF4-FFF2-40B4-BE49-F238E27FC236}">
                <a16:creationId xmlns:a16="http://schemas.microsoft.com/office/drawing/2014/main" id="{543B8E89-CFA3-4A95-870C-803858BED0F7}"/>
              </a:ext>
            </a:extLst>
          </p:cNvPr>
          <p:cNvSpPr>
            <a:spLocks noChangeArrowheads="1"/>
          </p:cNvSpPr>
          <p:nvPr/>
        </p:nvSpPr>
        <p:spPr bwMode="auto">
          <a:xfrm>
            <a:off x="7026276" y="1252538"/>
            <a:ext cx="417513" cy="247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sz="1000"/>
              <a:t>T</a:t>
            </a:r>
            <a:r>
              <a:rPr lang="en-US" altLang="en-US" sz="1000" baseline="-25000"/>
              <a:t>LFF</a:t>
            </a:r>
          </a:p>
        </p:txBody>
      </p:sp>
      <p:sp>
        <p:nvSpPr>
          <p:cNvPr id="176" name="Content Placeholder 2">
            <a:extLst>
              <a:ext uri="{FF2B5EF4-FFF2-40B4-BE49-F238E27FC236}">
                <a16:creationId xmlns:a16="http://schemas.microsoft.com/office/drawing/2014/main" id="{B4B290DC-3F2A-4A3A-9382-2D78C96123ED}"/>
              </a:ext>
            </a:extLst>
          </p:cNvPr>
          <p:cNvSpPr txBox="1">
            <a:spLocks/>
          </p:cNvSpPr>
          <p:nvPr/>
        </p:nvSpPr>
        <p:spPr bwMode="auto">
          <a:xfrm>
            <a:off x="865505" y="2256889"/>
            <a:ext cx="3527425" cy="1908175"/>
          </a:xfrm>
          <a:prstGeom prst="rect">
            <a:avLst/>
          </a:prstGeom>
          <a:noFill/>
          <a:ln w="9525">
            <a:noFill/>
            <a:miter lim="800000"/>
            <a:headEnd/>
            <a:tailEnd/>
          </a:ln>
        </p:spPr>
        <p:txBody>
          <a:bodyPr/>
          <a:lstStyle/>
          <a:p>
            <a:pPr>
              <a:spcBef>
                <a:spcPct val="20000"/>
              </a:spcBef>
              <a:buClr>
                <a:schemeClr val="accent1"/>
              </a:buClr>
              <a:buSzPct val="65000"/>
              <a:defRPr/>
            </a:pPr>
            <a:r>
              <a:rPr lang="en-US" sz="2000" dirty="0">
                <a:latin typeface="Arial" charset="0"/>
                <a:cs typeface="Arial" charset="0"/>
              </a:rPr>
              <a:t>Hold condition</a:t>
            </a:r>
          </a:p>
          <a:p>
            <a:pPr algn="ctr" eaLnBrk="1" hangingPunct="1">
              <a:defRPr/>
            </a:pPr>
            <a:r>
              <a:rPr lang="en-US" sz="1600" dirty="0" err="1">
                <a:latin typeface="Arial" charset="0"/>
                <a:cs typeface="Arial" charset="0"/>
              </a:rPr>
              <a:t>T</a:t>
            </a:r>
            <a:r>
              <a:rPr lang="en-US" sz="1600" baseline="-25000" dirty="0" err="1">
                <a:latin typeface="Arial" charset="0"/>
                <a:cs typeface="Arial" charset="0"/>
              </a:rPr>
              <a:t>launch</a:t>
            </a:r>
            <a:r>
              <a:rPr lang="en-US" sz="1600" baseline="-25000" dirty="0">
                <a:latin typeface="Arial" charset="0"/>
                <a:cs typeface="Arial" charset="0"/>
              </a:rPr>
              <a:t> </a:t>
            </a:r>
            <a:r>
              <a:rPr lang="en-US" sz="1600" dirty="0">
                <a:latin typeface="Arial" charset="0"/>
                <a:cs typeface="Arial" charset="0"/>
              </a:rPr>
              <a:t>+ T</a:t>
            </a:r>
            <a:r>
              <a:rPr lang="en-US" sz="1600" baseline="-25000" dirty="0">
                <a:latin typeface="Arial" charset="0"/>
                <a:cs typeface="Arial" charset="0"/>
              </a:rPr>
              <a:t>LFF</a:t>
            </a:r>
            <a:r>
              <a:rPr lang="en-US" sz="1600" dirty="0">
                <a:latin typeface="Arial" charset="0"/>
                <a:cs typeface="Arial" charset="0"/>
              </a:rPr>
              <a:t> + </a:t>
            </a:r>
            <a:r>
              <a:rPr lang="en-US" sz="1600" dirty="0" err="1">
                <a:latin typeface="Arial" charset="0"/>
                <a:cs typeface="Arial" charset="0"/>
              </a:rPr>
              <a:t>T</a:t>
            </a:r>
            <a:r>
              <a:rPr lang="en-US" sz="1600" baseline="-25000" dirty="0" err="1">
                <a:latin typeface="Arial" charset="0"/>
                <a:cs typeface="Arial" charset="0"/>
              </a:rPr>
              <a:t>c</a:t>
            </a:r>
            <a:r>
              <a:rPr lang="en-US" sz="1600" dirty="0">
                <a:latin typeface="Arial" charset="0"/>
                <a:cs typeface="Arial" charset="0"/>
              </a:rPr>
              <a:t> &gt; </a:t>
            </a:r>
            <a:r>
              <a:rPr lang="en-US" sz="1600" dirty="0" err="1">
                <a:latin typeface="Arial" charset="0"/>
                <a:cs typeface="Arial" charset="0"/>
              </a:rPr>
              <a:t>T</a:t>
            </a:r>
            <a:r>
              <a:rPr lang="en-US" sz="1600" baseline="-25000" dirty="0" err="1">
                <a:latin typeface="Arial" charset="0"/>
                <a:cs typeface="Arial" charset="0"/>
              </a:rPr>
              <a:t>capture</a:t>
            </a:r>
            <a:r>
              <a:rPr lang="en-US" sz="1600" dirty="0">
                <a:latin typeface="Arial" charset="0"/>
                <a:cs typeface="Arial" charset="0"/>
              </a:rPr>
              <a:t> + </a:t>
            </a:r>
            <a:r>
              <a:rPr lang="en-US" sz="1600" dirty="0" err="1">
                <a:latin typeface="Arial" charset="0"/>
                <a:cs typeface="Arial" charset="0"/>
              </a:rPr>
              <a:t>T</a:t>
            </a:r>
            <a:r>
              <a:rPr lang="en-US" sz="1600" baseline="-25000" dirty="0" err="1">
                <a:latin typeface="Arial" charset="0"/>
                <a:cs typeface="Arial" charset="0"/>
              </a:rPr>
              <a:t>hold</a:t>
            </a:r>
            <a:r>
              <a:rPr lang="en-US" sz="1600" kern="0" dirty="0"/>
              <a:t> </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Title 1">
            <a:extLst>
              <a:ext uri="{FF2B5EF4-FFF2-40B4-BE49-F238E27FC236}">
                <a16:creationId xmlns:a16="http://schemas.microsoft.com/office/drawing/2014/main" id="{84524192-B6D9-4BBB-B5F0-F66542AE3650}"/>
              </a:ext>
            </a:extLst>
          </p:cNvPr>
          <p:cNvSpPr>
            <a:spLocks noGrp="1"/>
          </p:cNvSpPr>
          <p:nvPr>
            <p:ph type="title"/>
          </p:nvPr>
        </p:nvSpPr>
        <p:spPr/>
        <p:txBody>
          <a:bodyPr/>
          <a:lstStyle/>
          <a:p>
            <a:r>
              <a:rPr lang="en-US" altLang="en-US"/>
              <a:t>Hold Checks and Setup Check Cycles</a:t>
            </a:r>
          </a:p>
        </p:txBody>
      </p:sp>
      <p:sp>
        <p:nvSpPr>
          <p:cNvPr id="17411" name="Content Placeholder 2">
            <a:extLst>
              <a:ext uri="{FF2B5EF4-FFF2-40B4-BE49-F238E27FC236}">
                <a16:creationId xmlns:a16="http://schemas.microsoft.com/office/drawing/2014/main" id="{F93CC1E4-BFD9-41CE-9F20-EEA57A44FA38}"/>
              </a:ext>
            </a:extLst>
          </p:cNvPr>
          <p:cNvSpPr>
            <a:spLocks noGrp="1"/>
          </p:cNvSpPr>
          <p:nvPr>
            <p:ph type="body" sz="quarter" idx="10"/>
          </p:nvPr>
        </p:nvSpPr>
        <p:spPr/>
        <p:txBody>
          <a:bodyPr/>
          <a:lstStyle/>
          <a:p>
            <a:r>
              <a:rPr lang="en-US" altLang="en-US" sz="2000"/>
              <a:t>A hold timing check ensures that:</a:t>
            </a:r>
          </a:p>
          <a:p>
            <a:pPr lvl="1"/>
            <a:r>
              <a:rPr lang="en-US" altLang="en-US" sz="1600"/>
              <a:t>Data from the subsequent launch edge must not be captured by the setup receiving edge</a:t>
            </a:r>
          </a:p>
          <a:p>
            <a:pPr lvl="1"/>
            <a:r>
              <a:rPr lang="en-US" altLang="en-US" sz="1600"/>
              <a:t>Data from the setup launch edge must not be captured by the preceding receiving edge</a:t>
            </a:r>
          </a:p>
        </p:txBody>
      </p:sp>
      <p:cxnSp>
        <p:nvCxnSpPr>
          <p:cNvPr id="6" name="Elbow Connector 5">
            <a:extLst>
              <a:ext uri="{FF2B5EF4-FFF2-40B4-BE49-F238E27FC236}">
                <a16:creationId xmlns:a16="http://schemas.microsoft.com/office/drawing/2014/main" id="{E57C7213-40F4-4187-B046-5C57A1308FE8}"/>
              </a:ext>
            </a:extLst>
          </p:cNvPr>
          <p:cNvCxnSpPr/>
          <p:nvPr/>
        </p:nvCxnSpPr>
        <p:spPr bwMode="auto">
          <a:xfrm flipV="1">
            <a:off x="4356100" y="3433763"/>
            <a:ext cx="1898650" cy="438150"/>
          </a:xfrm>
          <a:prstGeom prst="bentConnector3">
            <a:avLst>
              <a:gd name="adj1" fmla="val 50000"/>
            </a:avLst>
          </a:prstGeom>
          <a:ln>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7" name="Elbow Connector 6">
            <a:extLst>
              <a:ext uri="{FF2B5EF4-FFF2-40B4-BE49-F238E27FC236}">
                <a16:creationId xmlns:a16="http://schemas.microsoft.com/office/drawing/2014/main" id="{E7BCFE52-95BC-4383-8BCB-4148282113BF}"/>
              </a:ext>
            </a:extLst>
          </p:cNvPr>
          <p:cNvCxnSpPr/>
          <p:nvPr/>
        </p:nvCxnSpPr>
        <p:spPr bwMode="auto">
          <a:xfrm>
            <a:off x="6254751" y="3433763"/>
            <a:ext cx="912813" cy="474662"/>
          </a:xfrm>
          <a:prstGeom prst="bentConnector3">
            <a:avLst>
              <a:gd name="adj1" fmla="val -86"/>
            </a:avLst>
          </a:prstGeom>
          <a:ln>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8" name="Elbow Connector 7">
            <a:extLst>
              <a:ext uri="{FF2B5EF4-FFF2-40B4-BE49-F238E27FC236}">
                <a16:creationId xmlns:a16="http://schemas.microsoft.com/office/drawing/2014/main" id="{937B826B-6118-423F-BFF7-2F2A23823E2B}"/>
              </a:ext>
            </a:extLst>
          </p:cNvPr>
          <p:cNvCxnSpPr/>
          <p:nvPr/>
        </p:nvCxnSpPr>
        <p:spPr bwMode="auto">
          <a:xfrm flipV="1">
            <a:off x="7167563" y="3433763"/>
            <a:ext cx="620712" cy="474662"/>
          </a:xfrm>
          <a:prstGeom prst="bentConnector3">
            <a:avLst>
              <a:gd name="adj1" fmla="val 896"/>
            </a:avLst>
          </a:prstGeom>
          <a:ln>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9" name="Elbow Connector 8">
            <a:extLst>
              <a:ext uri="{FF2B5EF4-FFF2-40B4-BE49-F238E27FC236}">
                <a16:creationId xmlns:a16="http://schemas.microsoft.com/office/drawing/2014/main" id="{58840C99-C92C-48F6-AEA3-7259C00EEB05}"/>
              </a:ext>
            </a:extLst>
          </p:cNvPr>
          <p:cNvCxnSpPr/>
          <p:nvPr/>
        </p:nvCxnSpPr>
        <p:spPr bwMode="auto">
          <a:xfrm flipV="1">
            <a:off x="4173539" y="4383088"/>
            <a:ext cx="1862137" cy="438150"/>
          </a:xfrm>
          <a:prstGeom prst="bentConnector3">
            <a:avLst>
              <a:gd name="adj1" fmla="val 50000"/>
            </a:avLst>
          </a:prstGeom>
          <a:ln>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10" name="Elbow Connector 9">
            <a:extLst>
              <a:ext uri="{FF2B5EF4-FFF2-40B4-BE49-F238E27FC236}">
                <a16:creationId xmlns:a16="http://schemas.microsoft.com/office/drawing/2014/main" id="{60385D26-8AEF-4FB6-AAED-01C398D0BB4B}"/>
              </a:ext>
            </a:extLst>
          </p:cNvPr>
          <p:cNvCxnSpPr/>
          <p:nvPr/>
        </p:nvCxnSpPr>
        <p:spPr bwMode="auto">
          <a:xfrm>
            <a:off x="6035676" y="4383088"/>
            <a:ext cx="949325" cy="438150"/>
          </a:xfrm>
          <a:prstGeom prst="bentConnector3">
            <a:avLst>
              <a:gd name="adj1" fmla="val 837"/>
            </a:avLst>
          </a:prstGeom>
          <a:ln>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11" name="Elbow Connector 10">
            <a:extLst>
              <a:ext uri="{FF2B5EF4-FFF2-40B4-BE49-F238E27FC236}">
                <a16:creationId xmlns:a16="http://schemas.microsoft.com/office/drawing/2014/main" id="{E3FAD40D-2F2A-413D-9197-E9054D834D34}"/>
              </a:ext>
            </a:extLst>
          </p:cNvPr>
          <p:cNvCxnSpPr/>
          <p:nvPr/>
        </p:nvCxnSpPr>
        <p:spPr bwMode="auto">
          <a:xfrm flipV="1">
            <a:off x="6985001" y="4383088"/>
            <a:ext cx="620713" cy="438150"/>
          </a:xfrm>
          <a:prstGeom prst="bentConnector3">
            <a:avLst>
              <a:gd name="adj1" fmla="val -2173"/>
            </a:avLst>
          </a:prstGeom>
          <a:ln>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17418" name="Straight Arrow Connector 11">
            <a:extLst>
              <a:ext uri="{FF2B5EF4-FFF2-40B4-BE49-F238E27FC236}">
                <a16:creationId xmlns:a16="http://schemas.microsoft.com/office/drawing/2014/main" id="{0661309E-E851-4D67-831B-ACAA6569C5B5}"/>
              </a:ext>
            </a:extLst>
          </p:cNvPr>
          <p:cNvCxnSpPr>
            <a:cxnSpLocks noChangeShapeType="1"/>
          </p:cNvCxnSpPr>
          <p:nvPr/>
        </p:nvCxnSpPr>
        <p:spPr bwMode="auto">
          <a:xfrm rot="5400000" flipH="1" flipV="1">
            <a:off x="5158582" y="3726657"/>
            <a:ext cx="292100" cy="1587"/>
          </a:xfrm>
          <a:prstGeom prst="straightConnector1">
            <a:avLst/>
          </a:prstGeom>
          <a:noFill/>
          <a:ln w="9525" algn="ctr">
            <a:solidFill>
              <a:srgbClr val="0000FF"/>
            </a:solidFill>
            <a:round/>
            <a:headEnd/>
            <a:tailEnd type="triangle" w="med" len="med"/>
          </a:ln>
          <a:extLst>
            <a:ext uri="{909E8E84-426E-40DD-AFC4-6F175D3DCCD1}">
              <a14:hiddenFill xmlns:a14="http://schemas.microsoft.com/office/drawing/2010/main">
                <a:noFill/>
              </a14:hiddenFill>
            </a:ext>
          </a:extLst>
        </p:spPr>
      </p:cxnSp>
      <p:cxnSp>
        <p:nvCxnSpPr>
          <p:cNvPr id="17419" name="Straight Arrow Connector 12">
            <a:extLst>
              <a:ext uri="{FF2B5EF4-FFF2-40B4-BE49-F238E27FC236}">
                <a16:creationId xmlns:a16="http://schemas.microsoft.com/office/drawing/2014/main" id="{D4403BC8-AE8F-4D05-94E1-A862F7575B92}"/>
              </a:ext>
            </a:extLst>
          </p:cNvPr>
          <p:cNvCxnSpPr>
            <a:cxnSpLocks noChangeShapeType="1"/>
          </p:cNvCxnSpPr>
          <p:nvPr/>
        </p:nvCxnSpPr>
        <p:spPr bwMode="auto">
          <a:xfrm rot="5400000" flipH="1" flipV="1">
            <a:off x="7025482" y="3734595"/>
            <a:ext cx="292100" cy="1587"/>
          </a:xfrm>
          <a:prstGeom prst="straightConnector1">
            <a:avLst/>
          </a:prstGeom>
          <a:noFill/>
          <a:ln w="9525" algn="ctr">
            <a:solidFill>
              <a:srgbClr val="0000FF"/>
            </a:solidFill>
            <a:round/>
            <a:headEnd/>
            <a:tailEnd type="triangle" w="med" len="med"/>
          </a:ln>
          <a:extLst>
            <a:ext uri="{909E8E84-426E-40DD-AFC4-6F175D3DCCD1}">
              <a14:hiddenFill xmlns:a14="http://schemas.microsoft.com/office/drawing/2010/main">
                <a:noFill/>
              </a14:hiddenFill>
            </a:ext>
          </a:extLst>
        </p:spPr>
      </p:cxnSp>
      <p:cxnSp>
        <p:nvCxnSpPr>
          <p:cNvPr id="17420" name="Straight Arrow Connector 13">
            <a:extLst>
              <a:ext uri="{FF2B5EF4-FFF2-40B4-BE49-F238E27FC236}">
                <a16:creationId xmlns:a16="http://schemas.microsoft.com/office/drawing/2014/main" id="{839E8590-0223-4DCB-9FDC-364F1700459C}"/>
              </a:ext>
            </a:extLst>
          </p:cNvPr>
          <p:cNvCxnSpPr>
            <a:cxnSpLocks noChangeShapeType="1"/>
          </p:cNvCxnSpPr>
          <p:nvPr/>
        </p:nvCxnSpPr>
        <p:spPr bwMode="auto">
          <a:xfrm rot="5400000" flipH="1" flipV="1">
            <a:off x="6825457" y="4672807"/>
            <a:ext cx="292100" cy="1587"/>
          </a:xfrm>
          <a:prstGeom prst="straightConnector1">
            <a:avLst/>
          </a:prstGeom>
          <a:noFill/>
          <a:ln w="9525" algn="ctr">
            <a:solidFill>
              <a:srgbClr val="0000FF"/>
            </a:solidFill>
            <a:round/>
            <a:headEnd/>
            <a:tailEnd type="triangle" w="med" len="med"/>
          </a:ln>
          <a:extLst>
            <a:ext uri="{909E8E84-426E-40DD-AFC4-6F175D3DCCD1}">
              <a14:hiddenFill xmlns:a14="http://schemas.microsoft.com/office/drawing/2010/main">
                <a:noFill/>
              </a14:hiddenFill>
            </a:ext>
          </a:extLst>
        </p:spPr>
      </p:cxnSp>
      <p:cxnSp>
        <p:nvCxnSpPr>
          <p:cNvPr id="17421" name="Straight Arrow Connector 14">
            <a:extLst>
              <a:ext uri="{FF2B5EF4-FFF2-40B4-BE49-F238E27FC236}">
                <a16:creationId xmlns:a16="http://schemas.microsoft.com/office/drawing/2014/main" id="{C1BF79EB-AB5E-4FE1-BAFB-FEF46B1D2DA4}"/>
              </a:ext>
            </a:extLst>
          </p:cNvPr>
          <p:cNvCxnSpPr>
            <a:cxnSpLocks noChangeShapeType="1"/>
          </p:cNvCxnSpPr>
          <p:nvPr/>
        </p:nvCxnSpPr>
        <p:spPr bwMode="auto">
          <a:xfrm rot="5400000" flipH="1" flipV="1">
            <a:off x="4961732" y="4669632"/>
            <a:ext cx="292100" cy="1587"/>
          </a:xfrm>
          <a:prstGeom prst="straightConnector1">
            <a:avLst/>
          </a:prstGeom>
          <a:noFill/>
          <a:ln w="9525" algn="ctr">
            <a:solidFill>
              <a:srgbClr val="0000FF"/>
            </a:solidFill>
            <a:round/>
            <a:headEnd/>
            <a:tailEnd type="triangle" w="med" len="med"/>
          </a:ln>
          <a:extLst>
            <a:ext uri="{909E8E84-426E-40DD-AFC4-6F175D3DCCD1}">
              <a14:hiddenFill xmlns:a14="http://schemas.microsoft.com/office/drawing/2010/main">
                <a:noFill/>
              </a14:hiddenFill>
            </a:ext>
          </a:extLst>
        </p:spPr>
      </p:cxnSp>
      <p:sp>
        <p:nvSpPr>
          <p:cNvPr id="17422" name="TextBox 15">
            <a:extLst>
              <a:ext uri="{FF2B5EF4-FFF2-40B4-BE49-F238E27FC236}">
                <a16:creationId xmlns:a16="http://schemas.microsoft.com/office/drawing/2014/main" id="{8D216B08-9510-4925-8160-A4592D9486CC}"/>
              </a:ext>
            </a:extLst>
          </p:cNvPr>
          <p:cNvSpPr txBox="1">
            <a:spLocks noChangeArrowheads="1"/>
          </p:cNvSpPr>
          <p:nvPr/>
        </p:nvSpPr>
        <p:spPr bwMode="auto">
          <a:xfrm>
            <a:off x="3397251" y="3360739"/>
            <a:ext cx="1262063"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a:p>
          <a:p>
            <a:pPr eaLnBrk="1" hangingPunct="1"/>
            <a:r>
              <a:rPr lang="en-US" altLang="en-US"/>
              <a:t>Launch flip-flop clock</a:t>
            </a:r>
            <a:endParaRPr lang="ru-RU" altLang="en-US"/>
          </a:p>
        </p:txBody>
      </p:sp>
      <p:sp>
        <p:nvSpPr>
          <p:cNvPr id="17423" name="TextBox 16">
            <a:extLst>
              <a:ext uri="{FF2B5EF4-FFF2-40B4-BE49-F238E27FC236}">
                <a16:creationId xmlns:a16="http://schemas.microsoft.com/office/drawing/2014/main" id="{DBC380F7-7E09-461D-B199-879DDAAF552B}"/>
              </a:ext>
            </a:extLst>
          </p:cNvPr>
          <p:cNvSpPr txBox="1">
            <a:spLocks noChangeArrowheads="1"/>
          </p:cNvSpPr>
          <p:nvPr/>
        </p:nvSpPr>
        <p:spPr bwMode="auto">
          <a:xfrm>
            <a:off x="3394076" y="4298951"/>
            <a:ext cx="1293813" cy="231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a:t>Capture flip-flop clock</a:t>
            </a:r>
            <a:endParaRPr lang="ru-RU" altLang="en-US"/>
          </a:p>
        </p:txBody>
      </p:sp>
      <p:sp>
        <p:nvSpPr>
          <p:cNvPr id="17424" name="TextBox 18">
            <a:extLst>
              <a:ext uri="{FF2B5EF4-FFF2-40B4-BE49-F238E27FC236}">
                <a16:creationId xmlns:a16="http://schemas.microsoft.com/office/drawing/2014/main" id="{BE8930F0-9C15-4EC8-B90D-DBFD647B3484}"/>
              </a:ext>
            </a:extLst>
          </p:cNvPr>
          <p:cNvSpPr txBox="1">
            <a:spLocks noChangeArrowheads="1"/>
          </p:cNvSpPr>
          <p:nvPr/>
        </p:nvSpPr>
        <p:spPr bwMode="auto">
          <a:xfrm>
            <a:off x="4864100" y="3205164"/>
            <a:ext cx="947738" cy="231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a:t>Launch edge 1</a:t>
            </a:r>
            <a:endParaRPr lang="ru-RU" altLang="en-US"/>
          </a:p>
        </p:txBody>
      </p:sp>
      <p:sp>
        <p:nvSpPr>
          <p:cNvPr id="17425" name="TextBox 19">
            <a:extLst>
              <a:ext uri="{FF2B5EF4-FFF2-40B4-BE49-F238E27FC236}">
                <a16:creationId xmlns:a16="http://schemas.microsoft.com/office/drawing/2014/main" id="{EBD874C2-B654-4A92-AEF5-81AE9FFA1B91}"/>
              </a:ext>
            </a:extLst>
          </p:cNvPr>
          <p:cNvSpPr txBox="1">
            <a:spLocks noChangeArrowheads="1"/>
          </p:cNvSpPr>
          <p:nvPr/>
        </p:nvSpPr>
        <p:spPr bwMode="auto">
          <a:xfrm>
            <a:off x="6742114" y="3203575"/>
            <a:ext cx="947737" cy="230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a:t>Launch edge 2</a:t>
            </a:r>
            <a:endParaRPr lang="ru-RU" altLang="en-US"/>
          </a:p>
        </p:txBody>
      </p:sp>
      <p:sp>
        <p:nvSpPr>
          <p:cNvPr id="17426" name="TextBox 20">
            <a:extLst>
              <a:ext uri="{FF2B5EF4-FFF2-40B4-BE49-F238E27FC236}">
                <a16:creationId xmlns:a16="http://schemas.microsoft.com/office/drawing/2014/main" id="{3F8C2C29-36D9-4F47-93A3-D242D06734DA}"/>
              </a:ext>
            </a:extLst>
          </p:cNvPr>
          <p:cNvSpPr txBox="1">
            <a:spLocks noChangeArrowheads="1"/>
          </p:cNvSpPr>
          <p:nvPr/>
        </p:nvSpPr>
        <p:spPr bwMode="auto">
          <a:xfrm>
            <a:off x="5799138" y="3889376"/>
            <a:ext cx="914400" cy="231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a:t>Setup check 1</a:t>
            </a:r>
            <a:endParaRPr lang="ru-RU" altLang="en-US"/>
          </a:p>
        </p:txBody>
      </p:sp>
      <p:sp>
        <p:nvSpPr>
          <p:cNvPr id="17427" name="TextBox 22">
            <a:extLst>
              <a:ext uri="{FF2B5EF4-FFF2-40B4-BE49-F238E27FC236}">
                <a16:creationId xmlns:a16="http://schemas.microsoft.com/office/drawing/2014/main" id="{F6A0A8FE-F6D5-4F13-990E-035127AA8EBE}"/>
              </a:ext>
            </a:extLst>
          </p:cNvPr>
          <p:cNvSpPr txBox="1">
            <a:spLocks noChangeArrowheads="1"/>
          </p:cNvSpPr>
          <p:nvPr/>
        </p:nvSpPr>
        <p:spPr bwMode="auto">
          <a:xfrm>
            <a:off x="4632325" y="4821239"/>
            <a:ext cx="1011238" cy="231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a:t>Capture edge  0</a:t>
            </a:r>
            <a:endParaRPr lang="ru-RU" altLang="en-US"/>
          </a:p>
        </p:txBody>
      </p:sp>
      <p:sp>
        <p:nvSpPr>
          <p:cNvPr id="17428" name="TextBox 23">
            <a:extLst>
              <a:ext uri="{FF2B5EF4-FFF2-40B4-BE49-F238E27FC236}">
                <a16:creationId xmlns:a16="http://schemas.microsoft.com/office/drawing/2014/main" id="{A6B5731A-1C97-42BF-B8A9-554B5B6D9959}"/>
              </a:ext>
            </a:extLst>
          </p:cNvPr>
          <p:cNvSpPr txBox="1">
            <a:spLocks noChangeArrowheads="1"/>
          </p:cNvSpPr>
          <p:nvPr/>
        </p:nvSpPr>
        <p:spPr bwMode="auto">
          <a:xfrm>
            <a:off x="6496050" y="4821239"/>
            <a:ext cx="979488" cy="231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a:t>Capture edge 1</a:t>
            </a:r>
            <a:endParaRPr lang="ru-RU" altLang="en-US"/>
          </a:p>
        </p:txBody>
      </p:sp>
      <p:sp>
        <p:nvSpPr>
          <p:cNvPr id="17429" name="Freeform 24">
            <a:extLst>
              <a:ext uri="{FF2B5EF4-FFF2-40B4-BE49-F238E27FC236}">
                <a16:creationId xmlns:a16="http://schemas.microsoft.com/office/drawing/2014/main" id="{D6E04C16-05FB-464F-868C-4F6C0902C4CB}"/>
              </a:ext>
            </a:extLst>
          </p:cNvPr>
          <p:cNvSpPr>
            <a:spLocks/>
          </p:cNvSpPr>
          <p:nvPr/>
        </p:nvSpPr>
        <p:spPr bwMode="auto">
          <a:xfrm>
            <a:off x="4813301" y="3679825"/>
            <a:ext cx="644525" cy="996950"/>
          </a:xfrm>
          <a:custGeom>
            <a:avLst/>
            <a:gdLst>
              <a:gd name="T0" fmla="*/ 560387 w 644524"/>
              <a:gd name="T1" fmla="*/ 0 h 996950"/>
              <a:gd name="T2" fmla="*/ 636587 w 644524"/>
              <a:gd name="T3" fmla="*/ 38100 h 996950"/>
              <a:gd name="T4" fmla="*/ 608012 w 644524"/>
              <a:gd name="T5" fmla="*/ 190500 h 996950"/>
              <a:gd name="T6" fmla="*/ 446087 w 644524"/>
              <a:gd name="T7" fmla="*/ 400050 h 996950"/>
              <a:gd name="T8" fmla="*/ 150812 w 644524"/>
              <a:gd name="T9" fmla="*/ 523875 h 996950"/>
              <a:gd name="T10" fmla="*/ 17462 w 644524"/>
              <a:gd name="T11" fmla="*/ 647700 h 996950"/>
              <a:gd name="T12" fmla="*/ 46037 w 644524"/>
              <a:gd name="T13" fmla="*/ 828675 h 996950"/>
              <a:gd name="T14" fmla="*/ 188912 w 644524"/>
              <a:gd name="T15" fmla="*/ 971550 h 996950"/>
              <a:gd name="T16" fmla="*/ 246062 w 644524"/>
              <a:gd name="T17" fmla="*/ 981075 h 99695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644524" h="996950">
                <a:moveTo>
                  <a:pt x="560387" y="0"/>
                </a:moveTo>
                <a:cubicBezTo>
                  <a:pt x="594518" y="3175"/>
                  <a:pt x="628650" y="6350"/>
                  <a:pt x="636587" y="38100"/>
                </a:cubicBezTo>
                <a:cubicBezTo>
                  <a:pt x="644524" y="69850"/>
                  <a:pt x="639762" y="130175"/>
                  <a:pt x="608012" y="190500"/>
                </a:cubicBezTo>
                <a:cubicBezTo>
                  <a:pt x="576262" y="250825"/>
                  <a:pt x="522287" y="344488"/>
                  <a:pt x="446087" y="400050"/>
                </a:cubicBezTo>
                <a:cubicBezTo>
                  <a:pt x="369887" y="455612"/>
                  <a:pt x="222249" y="482600"/>
                  <a:pt x="150812" y="523875"/>
                </a:cubicBezTo>
                <a:cubicBezTo>
                  <a:pt x="79375" y="565150"/>
                  <a:pt x="34924" y="596900"/>
                  <a:pt x="17462" y="647700"/>
                </a:cubicBezTo>
                <a:cubicBezTo>
                  <a:pt x="0" y="698500"/>
                  <a:pt x="17462" y="774700"/>
                  <a:pt x="46037" y="828675"/>
                </a:cubicBezTo>
                <a:cubicBezTo>
                  <a:pt x="74612" y="882650"/>
                  <a:pt x="155575" y="946150"/>
                  <a:pt x="188912" y="971550"/>
                </a:cubicBezTo>
                <a:cubicBezTo>
                  <a:pt x="222249" y="996950"/>
                  <a:pt x="234155" y="989012"/>
                  <a:pt x="246062" y="981075"/>
                </a:cubicBezTo>
              </a:path>
            </a:pathLst>
          </a:custGeom>
          <a:noFill/>
          <a:ln w="9525" cap="flat" cmpd="sng" algn="ctr">
            <a:solidFill>
              <a:srgbClr val="0000FF"/>
            </a:solidFill>
            <a:prstDash val="solid"/>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nchor="ctr"/>
          <a:lstStyle/>
          <a:p>
            <a:endParaRPr lang="en-US"/>
          </a:p>
        </p:txBody>
      </p:sp>
      <p:sp>
        <p:nvSpPr>
          <p:cNvPr id="17430" name="Freeform 25">
            <a:extLst>
              <a:ext uri="{FF2B5EF4-FFF2-40B4-BE49-F238E27FC236}">
                <a16:creationId xmlns:a16="http://schemas.microsoft.com/office/drawing/2014/main" id="{0F23DCA0-5FEC-423E-83B9-7AB7E47640DD}"/>
              </a:ext>
            </a:extLst>
          </p:cNvPr>
          <p:cNvSpPr>
            <a:spLocks/>
          </p:cNvSpPr>
          <p:nvPr/>
        </p:nvSpPr>
        <p:spPr bwMode="auto">
          <a:xfrm>
            <a:off x="5430839" y="3613150"/>
            <a:ext cx="1438275" cy="1054100"/>
          </a:xfrm>
          <a:custGeom>
            <a:avLst/>
            <a:gdLst>
              <a:gd name="T0" fmla="*/ 0 w 1438275"/>
              <a:gd name="T1" fmla="*/ 0 h 1054100"/>
              <a:gd name="T2" fmla="*/ 247650 w 1438275"/>
              <a:gd name="T3" fmla="*/ 85725 h 1054100"/>
              <a:gd name="T4" fmla="*/ 447675 w 1438275"/>
              <a:gd name="T5" fmla="*/ 352425 h 1054100"/>
              <a:gd name="T6" fmla="*/ 600075 w 1438275"/>
              <a:gd name="T7" fmla="*/ 657225 h 1054100"/>
              <a:gd name="T8" fmla="*/ 781050 w 1438275"/>
              <a:gd name="T9" fmla="*/ 923925 h 1054100"/>
              <a:gd name="T10" fmla="*/ 1009650 w 1438275"/>
              <a:gd name="T11" fmla="*/ 1009650 h 1054100"/>
              <a:gd name="T12" fmla="*/ 1314450 w 1438275"/>
              <a:gd name="T13" fmla="*/ 1047750 h 1054100"/>
              <a:gd name="T14" fmla="*/ 1438275 w 1438275"/>
              <a:gd name="T15" fmla="*/ 1047750 h 1054100"/>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438275" h="1054100">
                <a:moveTo>
                  <a:pt x="0" y="0"/>
                </a:moveTo>
                <a:cubicBezTo>
                  <a:pt x="86519" y="13494"/>
                  <a:pt x="173038" y="26988"/>
                  <a:pt x="247650" y="85725"/>
                </a:cubicBezTo>
                <a:cubicBezTo>
                  <a:pt x="322263" y="144463"/>
                  <a:pt x="388938" y="257175"/>
                  <a:pt x="447675" y="352425"/>
                </a:cubicBezTo>
                <a:cubicBezTo>
                  <a:pt x="506413" y="447675"/>
                  <a:pt x="544513" y="561975"/>
                  <a:pt x="600075" y="657225"/>
                </a:cubicBezTo>
                <a:cubicBezTo>
                  <a:pt x="655638" y="752475"/>
                  <a:pt x="712788" y="865188"/>
                  <a:pt x="781050" y="923925"/>
                </a:cubicBezTo>
                <a:cubicBezTo>
                  <a:pt x="849313" y="982663"/>
                  <a:pt x="920750" y="989013"/>
                  <a:pt x="1009650" y="1009650"/>
                </a:cubicBezTo>
                <a:cubicBezTo>
                  <a:pt x="1098550" y="1030287"/>
                  <a:pt x="1243013" y="1041400"/>
                  <a:pt x="1314450" y="1047750"/>
                </a:cubicBezTo>
                <a:cubicBezTo>
                  <a:pt x="1385887" y="1054100"/>
                  <a:pt x="1412081" y="1050925"/>
                  <a:pt x="1438275" y="1047750"/>
                </a:cubicBezTo>
              </a:path>
            </a:pathLst>
          </a:custGeom>
          <a:noFill/>
          <a:ln w="9525" cap="flat" cmpd="sng" algn="ctr">
            <a:solidFill>
              <a:srgbClr val="0000FF"/>
            </a:solidFill>
            <a:prstDash val="solid"/>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nchor="ctr"/>
          <a:lstStyle/>
          <a:p>
            <a:endParaRPr lang="en-US"/>
          </a:p>
        </p:txBody>
      </p:sp>
      <p:sp>
        <p:nvSpPr>
          <p:cNvPr id="17431" name="Freeform 26">
            <a:extLst>
              <a:ext uri="{FF2B5EF4-FFF2-40B4-BE49-F238E27FC236}">
                <a16:creationId xmlns:a16="http://schemas.microsoft.com/office/drawing/2014/main" id="{F847FF12-529A-49AD-8730-93412C1BDA99}"/>
              </a:ext>
            </a:extLst>
          </p:cNvPr>
          <p:cNvSpPr>
            <a:spLocks/>
          </p:cNvSpPr>
          <p:nvPr/>
        </p:nvSpPr>
        <p:spPr bwMode="auto">
          <a:xfrm>
            <a:off x="6638925" y="3698875"/>
            <a:ext cx="774700" cy="876300"/>
          </a:xfrm>
          <a:custGeom>
            <a:avLst/>
            <a:gdLst>
              <a:gd name="T0" fmla="*/ 592137 w 774699"/>
              <a:gd name="T1" fmla="*/ 0 h 876300"/>
              <a:gd name="T2" fmla="*/ 706437 w 774699"/>
              <a:gd name="T3" fmla="*/ 123825 h 876300"/>
              <a:gd name="T4" fmla="*/ 773112 w 774699"/>
              <a:gd name="T5" fmla="*/ 266700 h 876300"/>
              <a:gd name="T6" fmla="*/ 715962 w 774699"/>
              <a:gd name="T7" fmla="*/ 400050 h 876300"/>
              <a:gd name="T8" fmla="*/ 496887 w 774699"/>
              <a:gd name="T9" fmla="*/ 438150 h 876300"/>
              <a:gd name="T10" fmla="*/ 230187 w 774699"/>
              <a:gd name="T11" fmla="*/ 533400 h 876300"/>
              <a:gd name="T12" fmla="*/ 30162 w 774699"/>
              <a:gd name="T13" fmla="*/ 704850 h 876300"/>
              <a:gd name="T14" fmla="*/ 49212 w 774699"/>
              <a:gd name="T15" fmla="*/ 828675 h 876300"/>
              <a:gd name="T16" fmla="*/ 192087 w 774699"/>
              <a:gd name="T17" fmla="*/ 876300 h 87630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74699" h="876300">
                <a:moveTo>
                  <a:pt x="592137" y="0"/>
                </a:moveTo>
                <a:cubicBezTo>
                  <a:pt x="634206" y="39687"/>
                  <a:pt x="676275" y="79375"/>
                  <a:pt x="706437" y="123825"/>
                </a:cubicBezTo>
                <a:cubicBezTo>
                  <a:pt x="736599" y="168275"/>
                  <a:pt x="771525" y="220663"/>
                  <a:pt x="773112" y="266700"/>
                </a:cubicBezTo>
                <a:cubicBezTo>
                  <a:pt x="774699" y="312737"/>
                  <a:pt x="762000" y="371475"/>
                  <a:pt x="715962" y="400050"/>
                </a:cubicBezTo>
                <a:cubicBezTo>
                  <a:pt x="669924" y="428625"/>
                  <a:pt x="577850" y="415925"/>
                  <a:pt x="496887" y="438150"/>
                </a:cubicBezTo>
                <a:cubicBezTo>
                  <a:pt x="415925" y="460375"/>
                  <a:pt x="307975" y="488950"/>
                  <a:pt x="230187" y="533400"/>
                </a:cubicBezTo>
                <a:cubicBezTo>
                  <a:pt x="152400" y="577850"/>
                  <a:pt x="60324" y="655638"/>
                  <a:pt x="30162" y="704850"/>
                </a:cubicBezTo>
                <a:cubicBezTo>
                  <a:pt x="0" y="754062"/>
                  <a:pt x="22225" y="800100"/>
                  <a:pt x="49212" y="828675"/>
                </a:cubicBezTo>
                <a:cubicBezTo>
                  <a:pt x="76200" y="857250"/>
                  <a:pt x="134143" y="866775"/>
                  <a:pt x="192087" y="876300"/>
                </a:cubicBezTo>
              </a:path>
            </a:pathLst>
          </a:custGeom>
          <a:noFill/>
          <a:ln w="9525" cap="flat" cmpd="sng" algn="ctr">
            <a:solidFill>
              <a:srgbClr val="0000FF"/>
            </a:solidFill>
            <a:prstDash val="solid"/>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nchor="ctr"/>
          <a:lstStyle/>
          <a:p>
            <a:endParaRPr lang="en-US"/>
          </a:p>
        </p:txBody>
      </p:sp>
      <p:sp>
        <p:nvSpPr>
          <p:cNvPr id="17432" name="TextBox 27">
            <a:extLst>
              <a:ext uri="{FF2B5EF4-FFF2-40B4-BE49-F238E27FC236}">
                <a16:creationId xmlns:a16="http://schemas.microsoft.com/office/drawing/2014/main" id="{F9E9C523-40C5-414B-BCF5-EA6FB2EA1C66}"/>
              </a:ext>
            </a:extLst>
          </p:cNvPr>
          <p:cNvSpPr txBox="1">
            <a:spLocks noChangeArrowheads="1"/>
          </p:cNvSpPr>
          <p:nvPr/>
        </p:nvSpPr>
        <p:spPr bwMode="auto">
          <a:xfrm>
            <a:off x="6784975" y="3886200"/>
            <a:ext cx="884238" cy="230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algn="ctr" eaLnBrk="1" hangingPunct="1"/>
            <a:r>
              <a:rPr lang="en-US" altLang="en-US"/>
              <a:t>Hold check  1</a:t>
            </a:r>
          </a:p>
        </p:txBody>
      </p:sp>
      <p:sp>
        <p:nvSpPr>
          <p:cNvPr id="17433" name="TextBox 28">
            <a:extLst>
              <a:ext uri="{FF2B5EF4-FFF2-40B4-BE49-F238E27FC236}">
                <a16:creationId xmlns:a16="http://schemas.microsoft.com/office/drawing/2014/main" id="{1B2E2FD7-CAF9-43B4-9706-CCD0197F8B07}"/>
              </a:ext>
            </a:extLst>
          </p:cNvPr>
          <p:cNvSpPr txBox="1">
            <a:spLocks noChangeArrowheads="1"/>
          </p:cNvSpPr>
          <p:nvPr/>
        </p:nvSpPr>
        <p:spPr bwMode="auto">
          <a:xfrm>
            <a:off x="5045076" y="4130675"/>
            <a:ext cx="519113" cy="230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a:t>Hold 0</a:t>
            </a:r>
            <a:endParaRPr lang="ru-RU" alt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 name="Rectangle 45">
            <a:extLst>
              <a:ext uri="{FF2B5EF4-FFF2-40B4-BE49-F238E27FC236}">
                <a16:creationId xmlns:a16="http://schemas.microsoft.com/office/drawing/2014/main" id="{9B2E5343-10BD-4462-8C0E-04F6E5BAB2C0}"/>
              </a:ext>
            </a:extLst>
          </p:cNvPr>
          <p:cNvSpPr/>
          <p:nvPr/>
        </p:nvSpPr>
        <p:spPr bwMode="auto">
          <a:xfrm>
            <a:off x="5033964" y="4044951"/>
            <a:ext cx="757237" cy="1717675"/>
          </a:xfrm>
          <a:prstGeom prst="rect">
            <a:avLst/>
          </a:prstGeom>
          <a:pattFill prst="ltUpDiag">
            <a:fgClr>
              <a:schemeClr val="accent6">
                <a:lumMod val="75000"/>
              </a:schemeClr>
            </a:fgClr>
            <a:bgClr>
              <a:schemeClr val="bg1"/>
            </a:bgClr>
          </a:pattFill>
          <a:ln w="9525" cap="flat" cmpd="sng" algn="ctr">
            <a:noFill/>
            <a:prstDash val="solid"/>
            <a:round/>
            <a:headEnd type="none" w="med" len="med"/>
            <a:tailEnd type="none" w="med" len="med"/>
          </a:ln>
          <a:effectLst/>
        </p:spPr>
        <p:txBody>
          <a:bodyPr anchor="ctr"/>
          <a:lstStyle/>
          <a:p>
            <a:pPr eaLnBrk="1" hangingPunct="1">
              <a:defRPr/>
            </a:pPr>
            <a:endParaRPr lang="en-US">
              <a:latin typeface="Arial" charset="0"/>
              <a:cs typeface="Arial" charset="0"/>
            </a:endParaRPr>
          </a:p>
        </p:txBody>
      </p:sp>
      <p:sp>
        <p:nvSpPr>
          <p:cNvPr id="18435" name="Title 1">
            <a:extLst>
              <a:ext uri="{FF2B5EF4-FFF2-40B4-BE49-F238E27FC236}">
                <a16:creationId xmlns:a16="http://schemas.microsoft.com/office/drawing/2014/main" id="{58720FA7-65E0-4D47-A5C1-C95FF163850A}"/>
              </a:ext>
            </a:extLst>
          </p:cNvPr>
          <p:cNvSpPr>
            <a:spLocks noGrp="1"/>
          </p:cNvSpPr>
          <p:nvPr>
            <p:ph type="title"/>
          </p:nvPr>
        </p:nvSpPr>
        <p:spPr/>
        <p:txBody>
          <a:bodyPr/>
          <a:lstStyle/>
          <a:p>
            <a:r>
              <a:rPr lang="en-US" altLang="en-US"/>
              <a:t>Removal Timing Check</a:t>
            </a:r>
          </a:p>
        </p:txBody>
      </p:sp>
      <p:sp>
        <p:nvSpPr>
          <p:cNvPr id="18436" name="Content Placeholder 2">
            <a:extLst>
              <a:ext uri="{FF2B5EF4-FFF2-40B4-BE49-F238E27FC236}">
                <a16:creationId xmlns:a16="http://schemas.microsoft.com/office/drawing/2014/main" id="{98151B21-E48C-4D31-9CE2-CD36CA6E22AA}"/>
              </a:ext>
            </a:extLst>
          </p:cNvPr>
          <p:cNvSpPr>
            <a:spLocks noGrp="1"/>
          </p:cNvSpPr>
          <p:nvPr>
            <p:ph type="body" sz="quarter" idx="10"/>
          </p:nvPr>
        </p:nvSpPr>
        <p:spPr/>
        <p:txBody>
          <a:bodyPr/>
          <a:lstStyle/>
          <a:p>
            <a:r>
              <a:rPr lang="en-US" altLang="en-US" sz="2000" dirty="0"/>
              <a:t>Verifies that there is required amount of time between an active clock edge and the release of an asynchronous control signal</a:t>
            </a:r>
          </a:p>
        </p:txBody>
      </p:sp>
      <p:sp>
        <p:nvSpPr>
          <p:cNvPr id="18437" name="Rectangle 5">
            <a:extLst>
              <a:ext uri="{FF2B5EF4-FFF2-40B4-BE49-F238E27FC236}">
                <a16:creationId xmlns:a16="http://schemas.microsoft.com/office/drawing/2014/main" id="{C265A9FC-4C26-4AC6-977E-68334EC85D96}"/>
              </a:ext>
            </a:extLst>
          </p:cNvPr>
          <p:cNvSpPr>
            <a:spLocks noChangeArrowheads="1"/>
          </p:cNvSpPr>
          <p:nvPr/>
        </p:nvSpPr>
        <p:spPr bwMode="auto">
          <a:xfrm>
            <a:off x="5919789" y="2516188"/>
            <a:ext cx="358775" cy="620712"/>
          </a:xfrm>
          <a:prstGeom prst="rect">
            <a:avLst/>
          </a:prstGeom>
          <a:solidFill>
            <a:schemeClr val="accent1"/>
          </a:solidFill>
          <a:ln w="9525" algn="ctr">
            <a:solidFill>
              <a:schemeClr val="tx1"/>
            </a:solidFill>
            <a:round/>
            <a:headEnd/>
            <a:tailEnd/>
          </a:ln>
        </p:spPr>
        <p:txBody>
          <a:bodyPr anchor="ct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sz="1800"/>
          </a:p>
        </p:txBody>
      </p:sp>
      <p:sp>
        <p:nvSpPr>
          <p:cNvPr id="18438" name="Isosceles Triangle 6">
            <a:extLst>
              <a:ext uri="{FF2B5EF4-FFF2-40B4-BE49-F238E27FC236}">
                <a16:creationId xmlns:a16="http://schemas.microsoft.com/office/drawing/2014/main" id="{1ED631CC-600F-4258-A5F5-BCF66B300E1D}"/>
              </a:ext>
            </a:extLst>
          </p:cNvPr>
          <p:cNvSpPr>
            <a:spLocks noChangeArrowheads="1"/>
          </p:cNvSpPr>
          <p:nvPr/>
        </p:nvSpPr>
        <p:spPr bwMode="auto">
          <a:xfrm rot="5400000">
            <a:off x="5925345" y="3004345"/>
            <a:ext cx="55563" cy="66675"/>
          </a:xfrm>
          <a:prstGeom prst="triangle">
            <a:avLst>
              <a:gd name="adj" fmla="val 50000"/>
            </a:avLst>
          </a:prstGeom>
          <a:solidFill>
            <a:schemeClr val="bg1"/>
          </a:solidFill>
          <a:ln w="9525" algn="ctr">
            <a:solidFill>
              <a:schemeClr val="tx1"/>
            </a:solidFill>
            <a:round/>
            <a:headEnd/>
            <a:tailEnd/>
          </a:ln>
        </p:spPr>
        <p:txBody>
          <a:bodyPr anchor="ct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sz="1800"/>
          </a:p>
        </p:txBody>
      </p:sp>
      <p:sp>
        <p:nvSpPr>
          <p:cNvPr id="8" name="TextBox 7">
            <a:extLst>
              <a:ext uri="{FF2B5EF4-FFF2-40B4-BE49-F238E27FC236}">
                <a16:creationId xmlns:a16="http://schemas.microsoft.com/office/drawing/2014/main" id="{7E4CCFD1-2555-47C2-8DFE-299C50C85593}"/>
              </a:ext>
            </a:extLst>
          </p:cNvPr>
          <p:cNvSpPr txBox="1"/>
          <p:nvPr/>
        </p:nvSpPr>
        <p:spPr>
          <a:xfrm>
            <a:off x="5838826" y="2527301"/>
            <a:ext cx="500063" cy="246063"/>
          </a:xfrm>
          <a:prstGeom prst="rect">
            <a:avLst/>
          </a:prstGeom>
          <a:noFill/>
        </p:spPr>
        <p:txBody>
          <a:bodyPr wrap="none">
            <a:spAutoFit/>
          </a:bodyPr>
          <a:lstStyle/>
          <a:p>
            <a:pPr eaLnBrk="1" hangingPunct="1">
              <a:defRPr/>
            </a:pPr>
            <a:r>
              <a:rPr lang="en-US" sz="500" dirty="0">
                <a:solidFill>
                  <a:schemeClr val="bg1"/>
                </a:solidFill>
                <a:latin typeface="Arial" charset="0"/>
                <a:cs typeface="Arial" charset="0"/>
              </a:rPr>
              <a:t>   </a:t>
            </a:r>
            <a:r>
              <a:rPr lang="en-US" sz="1000" dirty="0">
                <a:solidFill>
                  <a:schemeClr val="bg1"/>
                </a:solidFill>
                <a:latin typeface="Arial" charset="0"/>
                <a:cs typeface="Arial" charset="0"/>
              </a:rPr>
              <a:t>D  Q</a:t>
            </a:r>
            <a:endParaRPr lang="en-US" sz="1050" dirty="0">
              <a:solidFill>
                <a:schemeClr val="bg1"/>
              </a:solidFill>
              <a:latin typeface="Arial" charset="0"/>
              <a:cs typeface="Arial" charset="0"/>
            </a:endParaRPr>
          </a:p>
        </p:txBody>
      </p:sp>
      <p:sp>
        <p:nvSpPr>
          <p:cNvPr id="9" name="TextBox 8">
            <a:extLst>
              <a:ext uri="{FF2B5EF4-FFF2-40B4-BE49-F238E27FC236}">
                <a16:creationId xmlns:a16="http://schemas.microsoft.com/office/drawing/2014/main" id="{3AB77BCC-D9DD-44CB-924B-0929EF6F5404}"/>
              </a:ext>
            </a:extLst>
          </p:cNvPr>
          <p:cNvSpPr txBox="1"/>
          <p:nvPr/>
        </p:nvSpPr>
        <p:spPr>
          <a:xfrm>
            <a:off x="5872163" y="2871788"/>
            <a:ext cx="461962" cy="254000"/>
          </a:xfrm>
          <a:prstGeom prst="rect">
            <a:avLst/>
          </a:prstGeom>
          <a:noFill/>
        </p:spPr>
        <p:txBody>
          <a:bodyPr wrap="none">
            <a:spAutoFit/>
          </a:bodyPr>
          <a:lstStyle/>
          <a:p>
            <a:pPr algn="ctr" eaLnBrk="1" hangingPunct="1">
              <a:defRPr/>
            </a:pPr>
            <a:r>
              <a:rPr lang="en-US" sz="1050" dirty="0">
                <a:solidFill>
                  <a:schemeClr val="bg1"/>
                </a:solidFill>
                <a:latin typeface="Arial" charset="0"/>
                <a:cs typeface="Arial" charset="0"/>
              </a:rPr>
              <a:t>CLK</a:t>
            </a:r>
          </a:p>
        </p:txBody>
      </p:sp>
      <p:cxnSp>
        <p:nvCxnSpPr>
          <p:cNvPr id="18441" name="Straight Connector 9">
            <a:extLst>
              <a:ext uri="{FF2B5EF4-FFF2-40B4-BE49-F238E27FC236}">
                <a16:creationId xmlns:a16="http://schemas.microsoft.com/office/drawing/2014/main" id="{C60E4121-8817-4D77-BA31-C3FC800349B3}"/>
              </a:ext>
            </a:extLst>
          </p:cNvPr>
          <p:cNvCxnSpPr>
            <a:cxnSpLocks noChangeShapeType="1"/>
          </p:cNvCxnSpPr>
          <p:nvPr/>
        </p:nvCxnSpPr>
        <p:spPr bwMode="auto">
          <a:xfrm>
            <a:off x="5767388" y="2632075"/>
            <a:ext cx="150812" cy="1588"/>
          </a:xfrm>
          <a:prstGeom prst="line">
            <a:avLst/>
          </a:prstGeom>
          <a:noFill/>
          <a:ln w="9525" algn="ctr">
            <a:solidFill>
              <a:schemeClr val="tx1"/>
            </a:solidFill>
            <a:round/>
            <a:headEnd/>
            <a:tailEnd/>
          </a:ln>
        </p:spPr>
      </p:cxnSp>
      <p:cxnSp>
        <p:nvCxnSpPr>
          <p:cNvPr id="18442" name="Straight Connector 10">
            <a:extLst>
              <a:ext uri="{FF2B5EF4-FFF2-40B4-BE49-F238E27FC236}">
                <a16:creationId xmlns:a16="http://schemas.microsoft.com/office/drawing/2014/main" id="{960DA43D-66CB-45AA-9265-9C84BC980520}"/>
              </a:ext>
            </a:extLst>
          </p:cNvPr>
          <p:cNvCxnSpPr>
            <a:cxnSpLocks noChangeShapeType="1"/>
          </p:cNvCxnSpPr>
          <p:nvPr/>
        </p:nvCxnSpPr>
        <p:spPr bwMode="auto">
          <a:xfrm>
            <a:off x="6273800" y="2636839"/>
            <a:ext cx="173038" cy="1587"/>
          </a:xfrm>
          <a:prstGeom prst="line">
            <a:avLst/>
          </a:prstGeom>
          <a:noFill/>
          <a:ln w="9525" algn="ctr">
            <a:solidFill>
              <a:schemeClr val="tx1"/>
            </a:solidFill>
            <a:round/>
            <a:headEnd/>
            <a:tailEnd/>
          </a:ln>
        </p:spPr>
      </p:cxnSp>
      <p:sp>
        <p:nvSpPr>
          <p:cNvPr id="18443" name="Oval 12">
            <a:extLst>
              <a:ext uri="{FF2B5EF4-FFF2-40B4-BE49-F238E27FC236}">
                <a16:creationId xmlns:a16="http://schemas.microsoft.com/office/drawing/2014/main" id="{45F72134-0C95-4106-B497-24CD4D229A11}"/>
              </a:ext>
            </a:extLst>
          </p:cNvPr>
          <p:cNvSpPr>
            <a:spLocks noChangeArrowheads="1"/>
          </p:cNvSpPr>
          <p:nvPr/>
        </p:nvSpPr>
        <p:spPr bwMode="auto">
          <a:xfrm>
            <a:off x="5840414" y="3001964"/>
            <a:ext cx="73025" cy="73025"/>
          </a:xfrm>
          <a:prstGeom prst="ellipse">
            <a:avLst/>
          </a:prstGeom>
          <a:solidFill>
            <a:schemeClr val="accent1"/>
          </a:solidFill>
          <a:ln w="9525" algn="ctr">
            <a:solidFill>
              <a:schemeClr val="tx1"/>
            </a:solidFill>
            <a:round/>
            <a:headEnd/>
            <a:tailEnd/>
          </a:ln>
        </p:spPr>
        <p:txBody>
          <a:bodyPr anchor="ct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ru-RU" altLang="en-US" sz="1800"/>
          </a:p>
        </p:txBody>
      </p:sp>
      <p:sp>
        <p:nvSpPr>
          <p:cNvPr id="18444" name="Rectangle 13">
            <a:extLst>
              <a:ext uri="{FF2B5EF4-FFF2-40B4-BE49-F238E27FC236}">
                <a16:creationId xmlns:a16="http://schemas.microsoft.com/office/drawing/2014/main" id="{CC4B4150-0B79-4872-9BBD-086BE1FDE179}"/>
              </a:ext>
            </a:extLst>
          </p:cNvPr>
          <p:cNvSpPr>
            <a:spLocks noChangeArrowheads="1"/>
          </p:cNvSpPr>
          <p:nvPr/>
        </p:nvSpPr>
        <p:spPr bwMode="auto">
          <a:xfrm>
            <a:off x="7650164" y="2525713"/>
            <a:ext cx="358775" cy="620712"/>
          </a:xfrm>
          <a:prstGeom prst="rect">
            <a:avLst/>
          </a:prstGeom>
          <a:solidFill>
            <a:schemeClr val="accent1"/>
          </a:solidFill>
          <a:ln w="9525" algn="ctr">
            <a:solidFill>
              <a:schemeClr val="tx1"/>
            </a:solidFill>
            <a:round/>
            <a:headEnd/>
            <a:tailEnd/>
          </a:ln>
        </p:spPr>
        <p:txBody>
          <a:bodyPr anchor="ct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sz="1800"/>
          </a:p>
        </p:txBody>
      </p:sp>
      <p:sp>
        <p:nvSpPr>
          <p:cNvPr id="18445" name="Isosceles Triangle 14">
            <a:extLst>
              <a:ext uri="{FF2B5EF4-FFF2-40B4-BE49-F238E27FC236}">
                <a16:creationId xmlns:a16="http://schemas.microsoft.com/office/drawing/2014/main" id="{DC0AA2F7-9CF2-4065-A2F8-D5DF5B569FF4}"/>
              </a:ext>
            </a:extLst>
          </p:cNvPr>
          <p:cNvSpPr>
            <a:spLocks noChangeArrowheads="1"/>
          </p:cNvSpPr>
          <p:nvPr/>
        </p:nvSpPr>
        <p:spPr bwMode="auto">
          <a:xfrm rot="5400000">
            <a:off x="7655720" y="3013870"/>
            <a:ext cx="55563" cy="66675"/>
          </a:xfrm>
          <a:prstGeom prst="triangle">
            <a:avLst>
              <a:gd name="adj" fmla="val 50000"/>
            </a:avLst>
          </a:prstGeom>
          <a:solidFill>
            <a:schemeClr val="bg1"/>
          </a:solidFill>
          <a:ln w="9525" algn="ctr">
            <a:solidFill>
              <a:schemeClr val="tx1"/>
            </a:solidFill>
            <a:round/>
            <a:headEnd/>
            <a:tailEnd/>
          </a:ln>
        </p:spPr>
        <p:txBody>
          <a:bodyPr anchor="ct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sz="1800"/>
          </a:p>
        </p:txBody>
      </p:sp>
      <p:sp>
        <p:nvSpPr>
          <p:cNvPr id="16" name="TextBox 15">
            <a:extLst>
              <a:ext uri="{FF2B5EF4-FFF2-40B4-BE49-F238E27FC236}">
                <a16:creationId xmlns:a16="http://schemas.microsoft.com/office/drawing/2014/main" id="{1FDB48E1-EDE2-4144-B40B-9935CE70E0D1}"/>
              </a:ext>
            </a:extLst>
          </p:cNvPr>
          <p:cNvSpPr txBox="1"/>
          <p:nvPr/>
        </p:nvSpPr>
        <p:spPr>
          <a:xfrm>
            <a:off x="7569201" y="2536826"/>
            <a:ext cx="500063" cy="246063"/>
          </a:xfrm>
          <a:prstGeom prst="rect">
            <a:avLst/>
          </a:prstGeom>
          <a:noFill/>
        </p:spPr>
        <p:txBody>
          <a:bodyPr wrap="none">
            <a:spAutoFit/>
          </a:bodyPr>
          <a:lstStyle/>
          <a:p>
            <a:pPr eaLnBrk="1" hangingPunct="1">
              <a:defRPr/>
            </a:pPr>
            <a:r>
              <a:rPr lang="en-US" sz="500" dirty="0">
                <a:solidFill>
                  <a:schemeClr val="bg1"/>
                </a:solidFill>
                <a:latin typeface="Arial" charset="0"/>
                <a:cs typeface="Arial" charset="0"/>
              </a:rPr>
              <a:t>   </a:t>
            </a:r>
            <a:r>
              <a:rPr lang="en-US" sz="1000" dirty="0">
                <a:solidFill>
                  <a:schemeClr val="bg1"/>
                </a:solidFill>
                <a:latin typeface="Arial" charset="0"/>
                <a:cs typeface="Arial" charset="0"/>
              </a:rPr>
              <a:t>D  Q</a:t>
            </a:r>
            <a:endParaRPr lang="en-US" sz="1050" dirty="0">
              <a:solidFill>
                <a:schemeClr val="bg1"/>
              </a:solidFill>
              <a:latin typeface="Arial" charset="0"/>
              <a:cs typeface="Arial" charset="0"/>
            </a:endParaRPr>
          </a:p>
        </p:txBody>
      </p:sp>
      <p:sp>
        <p:nvSpPr>
          <p:cNvPr id="17" name="TextBox 16">
            <a:extLst>
              <a:ext uri="{FF2B5EF4-FFF2-40B4-BE49-F238E27FC236}">
                <a16:creationId xmlns:a16="http://schemas.microsoft.com/office/drawing/2014/main" id="{2C320EB6-7037-4FDD-A953-7A4CB6B3AD37}"/>
              </a:ext>
            </a:extLst>
          </p:cNvPr>
          <p:cNvSpPr txBox="1"/>
          <p:nvPr/>
        </p:nvSpPr>
        <p:spPr>
          <a:xfrm>
            <a:off x="7623176" y="2719389"/>
            <a:ext cx="447675" cy="415925"/>
          </a:xfrm>
          <a:prstGeom prst="rect">
            <a:avLst/>
          </a:prstGeom>
          <a:noFill/>
        </p:spPr>
        <p:txBody>
          <a:bodyPr wrap="none">
            <a:spAutoFit/>
          </a:bodyPr>
          <a:lstStyle/>
          <a:p>
            <a:pPr algn="ctr" eaLnBrk="1" hangingPunct="1">
              <a:defRPr/>
            </a:pPr>
            <a:r>
              <a:rPr lang="en-US" sz="1050" dirty="0">
                <a:solidFill>
                  <a:schemeClr val="bg1"/>
                </a:solidFill>
                <a:latin typeface="Arial" charset="0"/>
                <a:cs typeface="Arial" charset="0"/>
              </a:rPr>
              <a:t>set</a:t>
            </a:r>
          </a:p>
          <a:p>
            <a:pPr algn="ctr" eaLnBrk="1" hangingPunct="1">
              <a:defRPr/>
            </a:pPr>
            <a:r>
              <a:rPr lang="en-US" sz="1050" dirty="0">
                <a:solidFill>
                  <a:schemeClr val="bg1"/>
                </a:solidFill>
                <a:latin typeface="Arial" charset="0"/>
                <a:cs typeface="Arial" charset="0"/>
              </a:rPr>
              <a:t>CLK</a:t>
            </a:r>
          </a:p>
        </p:txBody>
      </p:sp>
      <p:cxnSp>
        <p:nvCxnSpPr>
          <p:cNvPr id="18448" name="Straight Connector 17">
            <a:extLst>
              <a:ext uri="{FF2B5EF4-FFF2-40B4-BE49-F238E27FC236}">
                <a16:creationId xmlns:a16="http://schemas.microsoft.com/office/drawing/2014/main" id="{95672D69-7E29-4A7F-9DD7-22F4008E3D01}"/>
              </a:ext>
            </a:extLst>
          </p:cNvPr>
          <p:cNvCxnSpPr>
            <a:cxnSpLocks noChangeShapeType="1"/>
          </p:cNvCxnSpPr>
          <p:nvPr/>
        </p:nvCxnSpPr>
        <p:spPr bwMode="auto">
          <a:xfrm>
            <a:off x="7497764" y="2641600"/>
            <a:ext cx="149225" cy="0"/>
          </a:xfrm>
          <a:prstGeom prst="line">
            <a:avLst/>
          </a:prstGeom>
          <a:noFill/>
          <a:ln w="9525" algn="ctr">
            <a:solidFill>
              <a:schemeClr val="tx1"/>
            </a:solidFill>
            <a:round/>
            <a:headEnd/>
            <a:tailEnd/>
          </a:ln>
        </p:spPr>
      </p:cxnSp>
      <p:cxnSp>
        <p:nvCxnSpPr>
          <p:cNvPr id="18449" name="Straight Connector 18">
            <a:extLst>
              <a:ext uri="{FF2B5EF4-FFF2-40B4-BE49-F238E27FC236}">
                <a16:creationId xmlns:a16="http://schemas.microsoft.com/office/drawing/2014/main" id="{FED43092-40A2-4CED-8B90-3DAAF7732DA9}"/>
              </a:ext>
            </a:extLst>
          </p:cNvPr>
          <p:cNvCxnSpPr>
            <a:cxnSpLocks noChangeShapeType="1"/>
          </p:cNvCxnSpPr>
          <p:nvPr/>
        </p:nvCxnSpPr>
        <p:spPr bwMode="auto">
          <a:xfrm>
            <a:off x="8004175" y="2646363"/>
            <a:ext cx="173038" cy="0"/>
          </a:xfrm>
          <a:prstGeom prst="line">
            <a:avLst/>
          </a:prstGeom>
          <a:noFill/>
          <a:ln w="9525" algn="ctr">
            <a:solidFill>
              <a:schemeClr val="tx1"/>
            </a:solidFill>
            <a:round/>
            <a:headEnd/>
            <a:tailEnd/>
          </a:ln>
        </p:spPr>
      </p:cxnSp>
      <p:sp>
        <p:nvSpPr>
          <p:cNvPr id="18450" name="Oval 20">
            <a:extLst>
              <a:ext uri="{FF2B5EF4-FFF2-40B4-BE49-F238E27FC236}">
                <a16:creationId xmlns:a16="http://schemas.microsoft.com/office/drawing/2014/main" id="{0E328FD4-893F-4EDA-B469-751C37755EE3}"/>
              </a:ext>
            </a:extLst>
          </p:cNvPr>
          <p:cNvSpPr>
            <a:spLocks noChangeArrowheads="1"/>
          </p:cNvSpPr>
          <p:nvPr/>
        </p:nvSpPr>
        <p:spPr bwMode="auto">
          <a:xfrm>
            <a:off x="7570789" y="2803526"/>
            <a:ext cx="73025" cy="73025"/>
          </a:xfrm>
          <a:prstGeom prst="ellipse">
            <a:avLst/>
          </a:prstGeom>
          <a:solidFill>
            <a:schemeClr val="accent1"/>
          </a:solidFill>
          <a:ln w="9525" algn="ctr">
            <a:solidFill>
              <a:schemeClr val="tx1"/>
            </a:solidFill>
            <a:round/>
            <a:headEnd/>
            <a:tailEnd/>
          </a:ln>
        </p:spPr>
        <p:txBody>
          <a:bodyPr anchor="ct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ru-RU" altLang="en-US" sz="1800"/>
          </a:p>
        </p:txBody>
      </p:sp>
      <p:sp>
        <p:nvSpPr>
          <p:cNvPr id="18451" name="Isosceles Triangle 22">
            <a:extLst>
              <a:ext uri="{FF2B5EF4-FFF2-40B4-BE49-F238E27FC236}">
                <a16:creationId xmlns:a16="http://schemas.microsoft.com/office/drawing/2014/main" id="{2DC71609-7782-482A-8FED-898795C1E2A7}"/>
              </a:ext>
            </a:extLst>
          </p:cNvPr>
          <p:cNvSpPr>
            <a:spLocks noChangeArrowheads="1"/>
          </p:cNvSpPr>
          <p:nvPr/>
        </p:nvSpPr>
        <p:spPr bwMode="auto">
          <a:xfrm rot="5400000">
            <a:off x="5352257" y="2929732"/>
            <a:ext cx="255588" cy="219075"/>
          </a:xfrm>
          <a:prstGeom prst="triangle">
            <a:avLst>
              <a:gd name="adj" fmla="val 50000"/>
            </a:avLst>
          </a:prstGeom>
          <a:solidFill>
            <a:schemeClr val="accent1"/>
          </a:solidFill>
          <a:ln w="9525" algn="ctr">
            <a:solidFill>
              <a:schemeClr val="tx1"/>
            </a:solidFill>
            <a:round/>
            <a:headEnd/>
            <a:tailEnd/>
          </a:ln>
        </p:spPr>
        <p:txBody>
          <a:bodyPr anchor="ct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ru-RU" altLang="en-US" sz="1800"/>
          </a:p>
        </p:txBody>
      </p:sp>
      <p:cxnSp>
        <p:nvCxnSpPr>
          <p:cNvPr id="18452" name="Straight Connector 23">
            <a:extLst>
              <a:ext uri="{FF2B5EF4-FFF2-40B4-BE49-F238E27FC236}">
                <a16:creationId xmlns:a16="http://schemas.microsoft.com/office/drawing/2014/main" id="{8DC2FC7B-FCBD-443D-A05E-760627FB6275}"/>
              </a:ext>
            </a:extLst>
          </p:cNvPr>
          <p:cNvCxnSpPr>
            <a:cxnSpLocks noChangeShapeType="1"/>
            <a:stCxn id="18451" idx="0"/>
            <a:endCxn id="18443" idx="2"/>
          </p:cNvCxnSpPr>
          <p:nvPr/>
        </p:nvCxnSpPr>
        <p:spPr bwMode="auto">
          <a:xfrm flipV="1">
            <a:off x="5589589" y="3038475"/>
            <a:ext cx="250825" cy="0"/>
          </a:xfrm>
          <a:prstGeom prst="line">
            <a:avLst/>
          </a:prstGeom>
          <a:noFill/>
          <a:ln w="9525" algn="ctr">
            <a:solidFill>
              <a:schemeClr val="tx1"/>
            </a:solidFill>
            <a:round/>
            <a:headEnd/>
            <a:tailEnd/>
          </a:ln>
        </p:spPr>
      </p:cxnSp>
      <p:sp>
        <p:nvSpPr>
          <p:cNvPr id="18453" name="Isosceles Triangle 24">
            <a:extLst>
              <a:ext uri="{FF2B5EF4-FFF2-40B4-BE49-F238E27FC236}">
                <a16:creationId xmlns:a16="http://schemas.microsoft.com/office/drawing/2014/main" id="{44C11D7F-44E1-4E0A-9B4A-4741ACA35D70}"/>
              </a:ext>
            </a:extLst>
          </p:cNvPr>
          <p:cNvSpPr>
            <a:spLocks noChangeArrowheads="1"/>
          </p:cNvSpPr>
          <p:nvPr/>
        </p:nvSpPr>
        <p:spPr bwMode="auto">
          <a:xfrm rot="5400000">
            <a:off x="4609308" y="3410745"/>
            <a:ext cx="255587" cy="219075"/>
          </a:xfrm>
          <a:prstGeom prst="triangle">
            <a:avLst>
              <a:gd name="adj" fmla="val 50000"/>
            </a:avLst>
          </a:prstGeom>
          <a:solidFill>
            <a:schemeClr val="accent1"/>
          </a:solidFill>
          <a:ln w="9525" algn="ctr">
            <a:solidFill>
              <a:schemeClr val="tx1"/>
            </a:solidFill>
            <a:round/>
            <a:headEnd/>
            <a:tailEnd/>
          </a:ln>
        </p:spPr>
        <p:txBody>
          <a:bodyPr anchor="ct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ru-RU" altLang="en-US" sz="1800"/>
          </a:p>
        </p:txBody>
      </p:sp>
      <p:cxnSp>
        <p:nvCxnSpPr>
          <p:cNvPr id="18454" name="Elbow Connector 25">
            <a:extLst>
              <a:ext uri="{FF2B5EF4-FFF2-40B4-BE49-F238E27FC236}">
                <a16:creationId xmlns:a16="http://schemas.microsoft.com/office/drawing/2014/main" id="{75409D51-73B8-4AC9-BC56-4B25B07C17BD}"/>
              </a:ext>
            </a:extLst>
          </p:cNvPr>
          <p:cNvCxnSpPr>
            <a:cxnSpLocks noChangeShapeType="1"/>
            <a:endCxn id="18451" idx="3"/>
          </p:cNvCxnSpPr>
          <p:nvPr/>
        </p:nvCxnSpPr>
        <p:spPr bwMode="auto">
          <a:xfrm flipV="1">
            <a:off x="4854575" y="3038476"/>
            <a:ext cx="515938" cy="481013"/>
          </a:xfrm>
          <a:prstGeom prst="bentConnector3">
            <a:avLst>
              <a:gd name="adj1" fmla="val 29694"/>
            </a:avLst>
          </a:prstGeom>
          <a:noFill/>
          <a:ln w="9525" algn="ctr">
            <a:solidFill>
              <a:schemeClr val="tx1"/>
            </a:solidFill>
            <a:round/>
            <a:headEnd/>
            <a:tailEnd/>
          </a:ln>
        </p:spPr>
      </p:cxnSp>
      <p:cxnSp>
        <p:nvCxnSpPr>
          <p:cNvPr id="18455" name="Elbow Connector 26">
            <a:extLst>
              <a:ext uri="{FF2B5EF4-FFF2-40B4-BE49-F238E27FC236}">
                <a16:creationId xmlns:a16="http://schemas.microsoft.com/office/drawing/2014/main" id="{5FE09809-BDAA-4D39-8056-9CFE4C6DD39C}"/>
              </a:ext>
            </a:extLst>
          </p:cNvPr>
          <p:cNvCxnSpPr>
            <a:cxnSpLocks noChangeShapeType="1"/>
            <a:stCxn id="18445" idx="3"/>
          </p:cNvCxnSpPr>
          <p:nvPr/>
        </p:nvCxnSpPr>
        <p:spPr bwMode="auto">
          <a:xfrm rot="10800000" flipV="1">
            <a:off x="5000625" y="3048000"/>
            <a:ext cx="2649538" cy="471488"/>
          </a:xfrm>
          <a:prstGeom prst="bentConnector3">
            <a:avLst>
              <a:gd name="adj1" fmla="val 8537"/>
            </a:avLst>
          </a:prstGeom>
          <a:noFill/>
          <a:ln w="9525" algn="ctr">
            <a:solidFill>
              <a:schemeClr val="tx1"/>
            </a:solidFill>
            <a:round/>
            <a:headEnd/>
            <a:tailEnd/>
          </a:ln>
        </p:spPr>
      </p:cxnSp>
      <p:cxnSp>
        <p:nvCxnSpPr>
          <p:cNvPr id="18456" name="Straight Connector 27">
            <a:extLst>
              <a:ext uri="{FF2B5EF4-FFF2-40B4-BE49-F238E27FC236}">
                <a16:creationId xmlns:a16="http://schemas.microsoft.com/office/drawing/2014/main" id="{B63C4453-1980-4560-9BB2-EAD22C2C2F5A}"/>
              </a:ext>
            </a:extLst>
          </p:cNvPr>
          <p:cNvCxnSpPr>
            <a:cxnSpLocks noChangeShapeType="1"/>
          </p:cNvCxnSpPr>
          <p:nvPr/>
        </p:nvCxnSpPr>
        <p:spPr bwMode="auto">
          <a:xfrm>
            <a:off x="4008438" y="3519489"/>
            <a:ext cx="620712" cy="1587"/>
          </a:xfrm>
          <a:prstGeom prst="line">
            <a:avLst/>
          </a:prstGeom>
          <a:noFill/>
          <a:ln w="9525" algn="ctr">
            <a:solidFill>
              <a:schemeClr val="tx1"/>
            </a:solidFill>
            <a:round/>
            <a:headEnd/>
            <a:tailEnd/>
          </a:ln>
        </p:spPr>
      </p:cxnSp>
      <p:sp>
        <p:nvSpPr>
          <p:cNvPr id="29" name="TextBox 28">
            <a:extLst>
              <a:ext uri="{FF2B5EF4-FFF2-40B4-BE49-F238E27FC236}">
                <a16:creationId xmlns:a16="http://schemas.microsoft.com/office/drawing/2014/main" id="{CD3FA511-2ADD-4475-906A-0FECC119AD53}"/>
              </a:ext>
            </a:extLst>
          </p:cNvPr>
          <p:cNvSpPr txBox="1"/>
          <p:nvPr/>
        </p:nvSpPr>
        <p:spPr>
          <a:xfrm>
            <a:off x="3949701" y="3265488"/>
            <a:ext cx="447675" cy="254000"/>
          </a:xfrm>
          <a:prstGeom prst="rect">
            <a:avLst/>
          </a:prstGeom>
          <a:noFill/>
        </p:spPr>
        <p:txBody>
          <a:bodyPr wrap="none">
            <a:spAutoFit/>
          </a:bodyPr>
          <a:lstStyle/>
          <a:p>
            <a:pPr eaLnBrk="1" hangingPunct="1">
              <a:defRPr/>
            </a:pPr>
            <a:r>
              <a:rPr lang="en-US" sz="1050" dirty="0">
                <a:latin typeface="Arial" charset="0"/>
                <a:cs typeface="Arial" charset="0"/>
              </a:rPr>
              <a:t>CLK</a:t>
            </a:r>
            <a:endParaRPr lang="ru-RU" sz="1050" dirty="0">
              <a:latin typeface="Arial" charset="0"/>
              <a:cs typeface="Arial" charset="0"/>
            </a:endParaRPr>
          </a:p>
        </p:txBody>
      </p:sp>
      <p:cxnSp>
        <p:nvCxnSpPr>
          <p:cNvPr id="18458" name="Elbow Connector 29">
            <a:extLst>
              <a:ext uri="{FF2B5EF4-FFF2-40B4-BE49-F238E27FC236}">
                <a16:creationId xmlns:a16="http://schemas.microsoft.com/office/drawing/2014/main" id="{D033F98E-EC7A-4586-A28F-B4C852BCB912}"/>
              </a:ext>
            </a:extLst>
          </p:cNvPr>
          <p:cNvCxnSpPr>
            <a:cxnSpLocks noChangeShapeType="1"/>
            <a:endCxn id="18450" idx="2"/>
          </p:cNvCxnSpPr>
          <p:nvPr/>
        </p:nvCxnSpPr>
        <p:spPr bwMode="auto">
          <a:xfrm>
            <a:off x="6921500" y="2643188"/>
            <a:ext cx="649288" cy="196850"/>
          </a:xfrm>
          <a:prstGeom prst="bentConnector3">
            <a:avLst>
              <a:gd name="adj1" fmla="val 50000"/>
            </a:avLst>
          </a:prstGeom>
          <a:noFill/>
          <a:ln w="9525" algn="ctr">
            <a:solidFill>
              <a:schemeClr val="tx1"/>
            </a:solidFill>
            <a:round/>
            <a:headEnd/>
            <a:tailEnd/>
          </a:ln>
        </p:spPr>
      </p:cxnSp>
      <p:cxnSp>
        <p:nvCxnSpPr>
          <p:cNvPr id="31" name="Elbow Connector 30">
            <a:extLst>
              <a:ext uri="{FF2B5EF4-FFF2-40B4-BE49-F238E27FC236}">
                <a16:creationId xmlns:a16="http://schemas.microsoft.com/office/drawing/2014/main" id="{7BC7BF25-B9DF-4591-A9C4-66018C2F6746}"/>
              </a:ext>
            </a:extLst>
          </p:cNvPr>
          <p:cNvCxnSpPr/>
          <p:nvPr/>
        </p:nvCxnSpPr>
        <p:spPr bwMode="auto">
          <a:xfrm flipV="1">
            <a:off x="4854576" y="4044950"/>
            <a:ext cx="2811463" cy="438150"/>
          </a:xfrm>
          <a:prstGeom prst="bentConnector3">
            <a:avLst>
              <a:gd name="adj1" fmla="val 33196"/>
            </a:avLst>
          </a:prstGeom>
          <a:ln>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sp>
        <p:nvSpPr>
          <p:cNvPr id="18460" name="TextBox 31">
            <a:extLst>
              <a:ext uri="{FF2B5EF4-FFF2-40B4-BE49-F238E27FC236}">
                <a16:creationId xmlns:a16="http://schemas.microsoft.com/office/drawing/2014/main" id="{85CF12D1-083B-466D-9D00-D7A7E4692BD9}"/>
              </a:ext>
            </a:extLst>
          </p:cNvPr>
          <p:cNvSpPr txBox="1">
            <a:spLocks noChangeArrowheads="1"/>
          </p:cNvSpPr>
          <p:nvPr/>
        </p:nvSpPr>
        <p:spPr bwMode="auto">
          <a:xfrm>
            <a:off x="3657600" y="4124326"/>
            <a:ext cx="388938"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sz="1200"/>
              <a:t>set</a:t>
            </a:r>
            <a:endParaRPr lang="ru-RU" altLang="en-US" sz="1200"/>
          </a:p>
        </p:txBody>
      </p:sp>
      <p:sp>
        <p:nvSpPr>
          <p:cNvPr id="18461" name="TextBox 32">
            <a:extLst>
              <a:ext uri="{FF2B5EF4-FFF2-40B4-BE49-F238E27FC236}">
                <a16:creationId xmlns:a16="http://schemas.microsoft.com/office/drawing/2014/main" id="{98A9A429-80F8-46D6-A350-A0E129A4C3C3}"/>
              </a:ext>
            </a:extLst>
          </p:cNvPr>
          <p:cNvSpPr txBox="1">
            <a:spLocks noChangeArrowheads="1"/>
          </p:cNvSpPr>
          <p:nvPr/>
        </p:nvSpPr>
        <p:spPr bwMode="auto">
          <a:xfrm>
            <a:off x="3654425" y="4979989"/>
            <a:ext cx="482600"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sz="1200"/>
              <a:t>CLK</a:t>
            </a:r>
            <a:endParaRPr lang="ru-RU" altLang="en-US" sz="1200"/>
          </a:p>
        </p:txBody>
      </p:sp>
      <p:sp>
        <p:nvSpPr>
          <p:cNvPr id="34" name="TextBox 33">
            <a:extLst>
              <a:ext uri="{FF2B5EF4-FFF2-40B4-BE49-F238E27FC236}">
                <a16:creationId xmlns:a16="http://schemas.microsoft.com/office/drawing/2014/main" id="{556EBDE1-DA44-4FFA-B43E-C341FF3794BF}"/>
              </a:ext>
            </a:extLst>
          </p:cNvPr>
          <p:cNvSpPr txBox="1"/>
          <p:nvPr/>
        </p:nvSpPr>
        <p:spPr>
          <a:xfrm>
            <a:off x="5894388" y="3703638"/>
            <a:ext cx="1847850" cy="254000"/>
          </a:xfrm>
          <a:prstGeom prst="rect">
            <a:avLst/>
          </a:prstGeom>
          <a:noFill/>
        </p:spPr>
        <p:txBody>
          <a:bodyPr wrap="none">
            <a:spAutoFit/>
          </a:bodyPr>
          <a:lstStyle/>
          <a:p>
            <a:pPr eaLnBrk="1" hangingPunct="1">
              <a:defRPr/>
            </a:pPr>
            <a:r>
              <a:rPr lang="en-US" sz="1050" dirty="0">
                <a:latin typeface="Arial" charset="0"/>
                <a:cs typeface="Arial" charset="0"/>
              </a:rPr>
              <a:t>Earliest set can be removed</a:t>
            </a:r>
            <a:endParaRPr lang="ru-RU" sz="1050" dirty="0">
              <a:latin typeface="Arial" charset="0"/>
              <a:cs typeface="Arial" charset="0"/>
            </a:endParaRPr>
          </a:p>
        </p:txBody>
      </p:sp>
      <p:sp>
        <p:nvSpPr>
          <p:cNvPr id="36" name="TextBox 35">
            <a:extLst>
              <a:ext uri="{FF2B5EF4-FFF2-40B4-BE49-F238E27FC236}">
                <a16:creationId xmlns:a16="http://schemas.microsoft.com/office/drawing/2014/main" id="{CD193D86-31D9-4A28-8F37-B6C4D47848D8}"/>
              </a:ext>
            </a:extLst>
          </p:cNvPr>
          <p:cNvSpPr txBox="1"/>
          <p:nvPr/>
        </p:nvSpPr>
        <p:spPr>
          <a:xfrm>
            <a:off x="3941764" y="4541838"/>
            <a:ext cx="1235075" cy="254000"/>
          </a:xfrm>
          <a:prstGeom prst="rect">
            <a:avLst/>
          </a:prstGeom>
          <a:noFill/>
        </p:spPr>
        <p:txBody>
          <a:bodyPr wrap="none">
            <a:spAutoFit/>
          </a:bodyPr>
          <a:lstStyle/>
          <a:p>
            <a:pPr eaLnBrk="1" hangingPunct="1">
              <a:defRPr/>
            </a:pPr>
            <a:r>
              <a:rPr lang="en-US" sz="1050" dirty="0">
                <a:latin typeface="Arial" charset="0"/>
                <a:cs typeface="Arial" charset="0"/>
              </a:rPr>
              <a:t>Active clock edge</a:t>
            </a:r>
          </a:p>
        </p:txBody>
      </p:sp>
      <p:cxnSp>
        <p:nvCxnSpPr>
          <p:cNvPr id="37" name="Elbow Connector 36">
            <a:extLst>
              <a:ext uri="{FF2B5EF4-FFF2-40B4-BE49-F238E27FC236}">
                <a16:creationId xmlns:a16="http://schemas.microsoft.com/office/drawing/2014/main" id="{475EC306-0EFF-4DC2-88F4-6D21A1759505}"/>
              </a:ext>
            </a:extLst>
          </p:cNvPr>
          <p:cNvCxnSpPr/>
          <p:nvPr/>
        </p:nvCxnSpPr>
        <p:spPr bwMode="auto">
          <a:xfrm flipV="1">
            <a:off x="4708526" y="4906963"/>
            <a:ext cx="1241425" cy="474662"/>
          </a:xfrm>
          <a:prstGeom prst="bentConnector3">
            <a:avLst>
              <a:gd name="adj1" fmla="val 26062"/>
            </a:avLst>
          </a:prstGeom>
          <a:ln>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38" name="Elbow Connector 37">
            <a:extLst>
              <a:ext uri="{FF2B5EF4-FFF2-40B4-BE49-F238E27FC236}">
                <a16:creationId xmlns:a16="http://schemas.microsoft.com/office/drawing/2014/main" id="{E67D09D3-05C3-4F23-8216-58820D2D8ED8}"/>
              </a:ext>
            </a:extLst>
          </p:cNvPr>
          <p:cNvCxnSpPr/>
          <p:nvPr/>
        </p:nvCxnSpPr>
        <p:spPr bwMode="auto">
          <a:xfrm>
            <a:off x="5949951" y="4906963"/>
            <a:ext cx="949325" cy="474662"/>
          </a:xfrm>
          <a:prstGeom prst="bentConnector3">
            <a:avLst>
              <a:gd name="adj1" fmla="val -167"/>
            </a:avLst>
          </a:prstGeom>
          <a:ln>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39" name="Elbow Connector 38">
            <a:extLst>
              <a:ext uri="{FF2B5EF4-FFF2-40B4-BE49-F238E27FC236}">
                <a16:creationId xmlns:a16="http://schemas.microsoft.com/office/drawing/2014/main" id="{9B8B3606-121F-4840-AC99-BE7961F6704D}"/>
              </a:ext>
            </a:extLst>
          </p:cNvPr>
          <p:cNvCxnSpPr/>
          <p:nvPr/>
        </p:nvCxnSpPr>
        <p:spPr bwMode="auto">
          <a:xfrm flipV="1">
            <a:off x="6899276" y="4906963"/>
            <a:ext cx="912813" cy="474662"/>
          </a:xfrm>
          <a:prstGeom prst="bentConnector3">
            <a:avLst>
              <a:gd name="adj1" fmla="val -608"/>
            </a:avLst>
          </a:prstGeom>
          <a:ln>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40" name="Elbow Connector 39">
            <a:extLst>
              <a:ext uri="{FF2B5EF4-FFF2-40B4-BE49-F238E27FC236}">
                <a16:creationId xmlns:a16="http://schemas.microsoft.com/office/drawing/2014/main" id="{AA474042-C6C7-4CC4-9189-BEF3894E10F3}"/>
              </a:ext>
            </a:extLst>
          </p:cNvPr>
          <p:cNvCxnSpPr/>
          <p:nvPr/>
        </p:nvCxnSpPr>
        <p:spPr bwMode="auto">
          <a:xfrm>
            <a:off x="7812089" y="4906963"/>
            <a:ext cx="511175" cy="474662"/>
          </a:xfrm>
          <a:prstGeom prst="bentConnector3">
            <a:avLst>
              <a:gd name="adj1" fmla="val -310"/>
            </a:avLst>
          </a:prstGeom>
          <a:ln>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18468" name="Straight Connector 40">
            <a:extLst>
              <a:ext uri="{FF2B5EF4-FFF2-40B4-BE49-F238E27FC236}">
                <a16:creationId xmlns:a16="http://schemas.microsoft.com/office/drawing/2014/main" id="{B698DF1F-6E06-4121-AB3C-DE950CADA477}"/>
              </a:ext>
            </a:extLst>
          </p:cNvPr>
          <p:cNvCxnSpPr>
            <a:cxnSpLocks noChangeShapeType="1"/>
          </p:cNvCxnSpPr>
          <p:nvPr/>
        </p:nvCxnSpPr>
        <p:spPr bwMode="auto">
          <a:xfrm rot="5400000" flipH="1" flipV="1">
            <a:off x="5234782" y="5015707"/>
            <a:ext cx="1095375" cy="1588"/>
          </a:xfrm>
          <a:prstGeom prst="line">
            <a:avLst/>
          </a:prstGeom>
          <a:noFill/>
          <a:ln w="9525" algn="ctr">
            <a:solidFill>
              <a:srgbClr val="0000FF"/>
            </a:solidFill>
            <a:prstDash val="dash"/>
            <a:round/>
            <a:headEnd/>
            <a:tailEnd/>
          </a:ln>
          <a:extLst>
            <a:ext uri="{909E8E84-426E-40DD-AFC4-6F175D3DCCD1}">
              <a14:hiddenFill xmlns:a14="http://schemas.microsoft.com/office/drawing/2010/main">
                <a:noFill/>
              </a14:hiddenFill>
            </a:ext>
          </a:extLst>
        </p:spPr>
      </p:cxnSp>
      <p:cxnSp>
        <p:nvCxnSpPr>
          <p:cNvPr id="18469" name="Straight Connector 41">
            <a:extLst>
              <a:ext uri="{FF2B5EF4-FFF2-40B4-BE49-F238E27FC236}">
                <a16:creationId xmlns:a16="http://schemas.microsoft.com/office/drawing/2014/main" id="{2FCEC6F8-F790-44C9-8477-E8ED194A2AB5}"/>
              </a:ext>
            </a:extLst>
          </p:cNvPr>
          <p:cNvCxnSpPr>
            <a:cxnSpLocks noChangeShapeType="1"/>
          </p:cNvCxnSpPr>
          <p:nvPr/>
        </p:nvCxnSpPr>
        <p:spPr bwMode="auto">
          <a:xfrm rot="16200000" flipV="1">
            <a:off x="4884738" y="5503863"/>
            <a:ext cx="298450" cy="6350"/>
          </a:xfrm>
          <a:prstGeom prst="line">
            <a:avLst/>
          </a:prstGeom>
          <a:noFill/>
          <a:ln w="9525" algn="ctr">
            <a:solidFill>
              <a:srgbClr val="0000FF"/>
            </a:solidFill>
            <a:prstDash val="dash"/>
            <a:round/>
            <a:headEnd/>
            <a:tailEnd/>
          </a:ln>
          <a:extLst>
            <a:ext uri="{909E8E84-426E-40DD-AFC4-6F175D3DCCD1}">
              <a14:hiddenFill xmlns:a14="http://schemas.microsoft.com/office/drawing/2010/main">
                <a:noFill/>
              </a14:hiddenFill>
            </a:ext>
          </a:extLst>
        </p:spPr>
      </p:cxnSp>
      <p:cxnSp>
        <p:nvCxnSpPr>
          <p:cNvPr id="18470" name="Straight Arrow Connector 43">
            <a:extLst>
              <a:ext uri="{FF2B5EF4-FFF2-40B4-BE49-F238E27FC236}">
                <a16:creationId xmlns:a16="http://schemas.microsoft.com/office/drawing/2014/main" id="{28865DBB-E61F-4C0B-9475-C7E64DC34A89}"/>
              </a:ext>
            </a:extLst>
          </p:cNvPr>
          <p:cNvCxnSpPr>
            <a:cxnSpLocks noChangeShapeType="1"/>
          </p:cNvCxnSpPr>
          <p:nvPr/>
        </p:nvCxnSpPr>
        <p:spPr bwMode="auto">
          <a:xfrm>
            <a:off x="5037138" y="5476875"/>
            <a:ext cx="766762" cy="1588"/>
          </a:xfrm>
          <a:prstGeom prst="straightConnector1">
            <a:avLst/>
          </a:prstGeom>
          <a:noFill/>
          <a:ln w="9525" algn="ctr">
            <a:solidFill>
              <a:srgbClr val="0000FF"/>
            </a:solidFill>
            <a:round/>
            <a:headEnd type="triangle" w="med" len="med"/>
            <a:tailEnd type="triangle" w="med" len="med"/>
          </a:ln>
          <a:extLst>
            <a:ext uri="{909E8E84-426E-40DD-AFC4-6F175D3DCCD1}">
              <a14:hiddenFill xmlns:a14="http://schemas.microsoft.com/office/drawing/2010/main">
                <a:noFill/>
              </a14:hiddenFill>
            </a:ext>
          </a:extLst>
        </p:spPr>
      </p:cxnSp>
      <p:sp>
        <p:nvSpPr>
          <p:cNvPr id="45" name="Cloud 44">
            <a:extLst>
              <a:ext uri="{FF2B5EF4-FFF2-40B4-BE49-F238E27FC236}">
                <a16:creationId xmlns:a16="http://schemas.microsoft.com/office/drawing/2014/main" id="{2146B663-A384-4DEA-9A0A-1507F2DE8C76}"/>
              </a:ext>
            </a:extLst>
          </p:cNvPr>
          <p:cNvSpPr/>
          <p:nvPr/>
        </p:nvSpPr>
        <p:spPr bwMode="auto">
          <a:xfrm>
            <a:off x="6373814" y="2525713"/>
            <a:ext cx="598487" cy="298450"/>
          </a:xfrm>
          <a:prstGeom prst="cloud">
            <a:avLst/>
          </a:prstGeom>
          <a:solidFill>
            <a:schemeClr val="accent1"/>
          </a:solidFill>
          <a:ln w="9525" cap="flat" cmpd="sng" algn="ctr">
            <a:solidFill>
              <a:schemeClr val="tx1"/>
            </a:solidFill>
            <a:prstDash val="solid"/>
            <a:round/>
            <a:headEnd type="none" w="med" len="med"/>
            <a:tailEnd type="none" w="med" len="med"/>
          </a:ln>
          <a:effectLst/>
        </p:spPr>
        <p:txBody>
          <a:bodyPr anchor="ctr"/>
          <a:lstStyle/>
          <a:p>
            <a:pPr algn="ctr" eaLnBrk="1" hangingPunct="1">
              <a:defRPr/>
            </a:pPr>
            <a:endParaRPr lang="en-US" sz="1000" dirty="0">
              <a:latin typeface="Arial" charset="0"/>
              <a:cs typeface="Arial" charset="0"/>
            </a:endParaRPr>
          </a:p>
          <a:p>
            <a:pPr algn="ctr" eaLnBrk="1" hangingPunct="1">
              <a:defRPr/>
            </a:pPr>
            <a:endParaRPr lang="en-US" sz="1000" dirty="0">
              <a:latin typeface="Arial" charset="0"/>
              <a:cs typeface="Arial" charset="0"/>
            </a:endParaRPr>
          </a:p>
        </p:txBody>
      </p:sp>
      <p:sp>
        <p:nvSpPr>
          <p:cNvPr id="18472" name="Rectangle 3">
            <a:extLst>
              <a:ext uri="{FF2B5EF4-FFF2-40B4-BE49-F238E27FC236}">
                <a16:creationId xmlns:a16="http://schemas.microsoft.com/office/drawing/2014/main" id="{86858088-9102-4C94-87AC-3994C3A3E756}"/>
              </a:ext>
            </a:extLst>
          </p:cNvPr>
          <p:cNvSpPr>
            <a:spLocks noChangeArrowheads="1"/>
          </p:cNvSpPr>
          <p:nvPr/>
        </p:nvSpPr>
        <p:spPr bwMode="auto">
          <a:xfrm>
            <a:off x="7031039" y="2400301"/>
            <a:ext cx="338137" cy="231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algn="ctr" eaLnBrk="1" hangingPunct="1"/>
            <a:r>
              <a:rPr lang="en-US" altLang="en-US"/>
              <a:t>set</a:t>
            </a:r>
          </a:p>
        </p:txBody>
      </p:sp>
      <p:sp>
        <p:nvSpPr>
          <p:cNvPr id="48" name="TextBox 47">
            <a:extLst>
              <a:ext uri="{FF2B5EF4-FFF2-40B4-BE49-F238E27FC236}">
                <a16:creationId xmlns:a16="http://schemas.microsoft.com/office/drawing/2014/main" id="{61BE0BBB-6B3A-486E-AE64-261F044730C7}"/>
              </a:ext>
            </a:extLst>
          </p:cNvPr>
          <p:cNvSpPr txBox="1"/>
          <p:nvPr/>
        </p:nvSpPr>
        <p:spPr>
          <a:xfrm>
            <a:off x="5894388" y="5491163"/>
            <a:ext cx="1009650" cy="254000"/>
          </a:xfrm>
          <a:prstGeom prst="rect">
            <a:avLst/>
          </a:prstGeom>
          <a:noFill/>
        </p:spPr>
        <p:txBody>
          <a:bodyPr wrap="none">
            <a:spAutoFit/>
          </a:bodyPr>
          <a:lstStyle/>
          <a:p>
            <a:pPr eaLnBrk="1" hangingPunct="1">
              <a:defRPr/>
            </a:pPr>
            <a:r>
              <a:rPr lang="en-US" sz="1050" dirty="0">
                <a:latin typeface="Arial" charset="0"/>
                <a:cs typeface="Arial" charset="0"/>
              </a:rPr>
              <a:t>Removal time</a:t>
            </a:r>
            <a:endParaRPr lang="ru-RU" sz="1050" dirty="0">
              <a:latin typeface="Arial" charset="0"/>
              <a:cs typeface="Arial" charset="0"/>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9" name="Title 1">
            <a:extLst>
              <a:ext uri="{FF2B5EF4-FFF2-40B4-BE49-F238E27FC236}">
                <a16:creationId xmlns:a16="http://schemas.microsoft.com/office/drawing/2014/main" id="{74E8BC9F-57BA-4037-8917-B90EA60EE0A4}"/>
              </a:ext>
            </a:extLst>
          </p:cNvPr>
          <p:cNvSpPr>
            <a:spLocks noGrp="1"/>
          </p:cNvSpPr>
          <p:nvPr>
            <p:ph type="title"/>
          </p:nvPr>
        </p:nvSpPr>
        <p:spPr/>
        <p:txBody>
          <a:bodyPr/>
          <a:lstStyle/>
          <a:p>
            <a:r>
              <a:rPr lang="en-US" altLang="en-US" dirty="0"/>
              <a:t>Min Pulse Width Checks</a:t>
            </a:r>
          </a:p>
        </p:txBody>
      </p:sp>
      <p:sp>
        <p:nvSpPr>
          <p:cNvPr id="3" name="Text Placeholder 2">
            <a:extLst>
              <a:ext uri="{FF2B5EF4-FFF2-40B4-BE49-F238E27FC236}">
                <a16:creationId xmlns:a16="http://schemas.microsoft.com/office/drawing/2014/main" id="{98B36C84-9D42-8D53-306C-84C38D3C9D10}"/>
              </a:ext>
            </a:extLst>
          </p:cNvPr>
          <p:cNvSpPr>
            <a:spLocks noGrp="1"/>
          </p:cNvSpPr>
          <p:nvPr>
            <p:ph type="body" sz="quarter" idx="10"/>
          </p:nvPr>
        </p:nvSpPr>
        <p:spPr>
          <a:xfrm>
            <a:off x="334957" y="989700"/>
            <a:ext cx="11277922" cy="5185186"/>
          </a:xfrm>
        </p:spPr>
        <p:txBody>
          <a:bodyPr/>
          <a:lstStyle/>
          <a:p>
            <a:pPr marL="0" indent="0">
              <a:buNone/>
            </a:pPr>
            <a:r>
              <a:rPr lang="en-US" sz="1600" dirty="0"/>
              <a:t>The minimum pulse width refers to the shortest duration of a pulse (high or low state) that a clock signal must maintain to be reliably recognized and processed by the digital circuit.</a:t>
            </a:r>
          </a:p>
          <a:p>
            <a:pPr marL="0" indent="0">
              <a:buNone/>
            </a:pPr>
            <a:r>
              <a:rPr lang="en-US" sz="1600" dirty="0"/>
              <a:t>Clock pulse width violations can cause the following problems:</a:t>
            </a:r>
          </a:p>
          <a:p>
            <a:r>
              <a:rPr lang="en-US" sz="1600" dirty="0"/>
              <a:t>Sequential devices (flip-flops and latches) might not capture data properly.</a:t>
            </a:r>
          </a:p>
          <a:p>
            <a:r>
              <a:rPr lang="en-US" sz="1600" dirty="0"/>
              <a:t>In some logic circuits, the entire pulse could disappear</a:t>
            </a:r>
          </a:p>
          <a:p>
            <a:pPr marL="0" indent="0">
              <a:buNone/>
            </a:pPr>
            <a:endParaRPr lang="en-US" sz="1600" dirty="0"/>
          </a:p>
          <a:p>
            <a:pPr marL="0" indent="0">
              <a:buNone/>
            </a:pPr>
            <a:r>
              <a:rPr lang="en-US" sz="1600" dirty="0"/>
              <a:t>Typically, the pulse width shrinks because of the difference in the rise and fall delays of the cells. These differences arise because of variation effects which are more dominant in lower tech nodes, i.e.:</a:t>
            </a:r>
          </a:p>
          <a:p>
            <a:pPr>
              <a:buFontTx/>
              <a:buChar char="-"/>
            </a:pPr>
            <a:r>
              <a:rPr lang="en-US" sz="1600" dirty="0"/>
              <a:t>Delay variation due to device aging. Rise and fall delays change at different rates, which causes </a:t>
            </a:r>
            <a:r>
              <a:rPr lang="en-US" sz="1600" dirty="0" err="1"/>
              <a:t>min_pulse_width</a:t>
            </a:r>
            <a:r>
              <a:rPr lang="en-US" sz="1600" dirty="0"/>
              <a:t> violation</a:t>
            </a:r>
          </a:p>
          <a:p>
            <a:pPr>
              <a:buFontTx/>
              <a:buChar char="-"/>
            </a:pPr>
            <a:r>
              <a:rPr lang="en-US" sz="1600" dirty="0"/>
              <a:t>parts of clock tree age differently because of clock gating which causes increased clock skew and reduced min pulse width.</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543929-1F48-1DE6-EE94-BAE3C0E3E9F5}"/>
            </a:ext>
          </a:extLst>
        </p:cNvPr>
        <p:cNvGrpSpPr/>
        <p:nvPr/>
      </p:nvGrpSpPr>
      <p:grpSpPr>
        <a:xfrm>
          <a:off x="0" y="0"/>
          <a:ext cx="0" cy="0"/>
          <a:chOff x="0" y="0"/>
          <a:chExt cx="0" cy="0"/>
        </a:xfrm>
      </p:grpSpPr>
      <p:sp>
        <p:nvSpPr>
          <p:cNvPr id="18435" name="Title 1">
            <a:extLst>
              <a:ext uri="{FF2B5EF4-FFF2-40B4-BE49-F238E27FC236}">
                <a16:creationId xmlns:a16="http://schemas.microsoft.com/office/drawing/2014/main" id="{62959B74-67C6-ABAA-052C-53A2F9384D5C}"/>
              </a:ext>
            </a:extLst>
          </p:cNvPr>
          <p:cNvSpPr>
            <a:spLocks noGrp="1"/>
          </p:cNvSpPr>
          <p:nvPr>
            <p:ph type="title"/>
          </p:nvPr>
        </p:nvSpPr>
        <p:spPr/>
        <p:txBody>
          <a:bodyPr/>
          <a:lstStyle/>
          <a:p>
            <a:r>
              <a:rPr lang="en-US" altLang="en-US" dirty="0"/>
              <a:t>Min Pulse Width Checks</a:t>
            </a:r>
          </a:p>
        </p:txBody>
      </p:sp>
      <p:grpSp>
        <p:nvGrpSpPr>
          <p:cNvPr id="18" name="Group 17">
            <a:extLst>
              <a:ext uri="{FF2B5EF4-FFF2-40B4-BE49-F238E27FC236}">
                <a16:creationId xmlns:a16="http://schemas.microsoft.com/office/drawing/2014/main" id="{03ECF62F-8FB1-C100-4D1D-B77EE76E2D41}"/>
              </a:ext>
            </a:extLst>
          </p:cNvPr>
          <p:cNvGrpSpPr/>
          <p:nvPr/>
        </p:nvGrpSpPr>
        <p:grpSpPr>
          <a:xfrm>
            <a:off x="4814509" y="2457506"/>
            <a:ext cx="2265040" cy="384175"/>
            <a:chOff x="2385307" y="1947108"/>
            <a:chExt cx="1821655" cy="384175"/>
          </a:xfrm>
        </p:grpSpPr>
        <p:sp>
          <p:nvSpPr>
            <p:cNvPr id="18453" name="Isosceles Triangle 24">
              <a:extLst>
                <a:ext uri="{FF2B5EF4-FFF2-40B4-BE49-F238E27FC236}">
                  <a16:creationId xmlns:a16="http://schemas.microsoft.com/office/drawing/2014/main" id="{7826410F-74C0-9975-AA37-436CABC6C1A9}"/>
                </a:ext>
              </a:extLst>
            </p:cNvPr>
            <p:cNvSpPr>
              <a:spLocks noChangeArrowheads="1"/>
            </p:cNvSpPr>
            <p:nvPr/>
          </p:nvSpPr>
          <p:spPr bwMode="auto">
            <a:xfrm rot="5400000">
              <a:off x="3348919" y="2093952"/>
              <a:ext cx="255587" cy="219075"/>
            </a:xfrm>
            <a:prstGeom prst="triangle">
              <a:avLst>
                <a:gd name="adj" fmla="val 50000"/>
              </a:avLst>
            </a:prstGeom>
            <a:solidFill>
              <a:schemeClr val="accent1"/>
            </a:solidFill>
            <a:ln w="9525" algn="ctr">
              <a:solidFill>
                <a:schemeClr val="tx1"/>
              </a:solidFill>
              <a:round/>
              <a:headEnd/>
              <a:tailEnd/>
            </a:ln>
          </p:spPr>
          <p:txBody>
            <a:bodyPr anchor="ct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ru-RU" altLang="en-US" sz="1800"/>
            </a:p>
          </p:txBody>
        </p:sp>
        <p:cxnSp>
          <p:nvCxnSpPr>
            <p:cNvPr id="18456" name="Straight Connector 27">
              <a:extLst>
                <a:ext uri="{FF2B5EF4-FFF2-40B4-BE49-F238E27FC236}">
                  <a16:creationId xmlns:a16="http://schemas.microsoft.com/office/drawing/2014/main" id="{319541C3-3FE7-5FF7-FF98-143EBBFE9BF1}"/>
                </a:ext>
              </a:extLst>
            </p:cNvPr>
            <p:cNvCxnSpPr>
              <a:cxnSpLocks noChangeShapeType="1"/>
            </p:cNvCxnSpPr>
            <p:nvPr/>
          </p:nvCxnSpPr>
          <p:spPr bwMode="auto">
            <a:xfrm>
              <a:off x="2746463" y="2201902"/>
              <a:ext cx="620712" cy="1587"/>
            </a:xfrm>
            <a:prstGeom prst="line">
              <a:avLst/>
            </a:prstGeom>
            <a:noFill/>
            <a:ln w="9525" algn="ctr">
              <a:solidFill>
                <a:schemeClr val="tx1"/>
              </a:solidFill>
              <a:round/>
              <a:headEnd/>
              <a:tailEnd/>
            </a:ln>
          </p:spPr>
        </p:cxnSp>
        <p:sp>
          <p:nvSpPr>
            <p:cNvPr id="29" name="TextBox 28">
              <a:extLst>
                <a:ext uri="{FF2B5EF4-FFF2-40B4-BE49-F238E27FC236}">
                  <a16:creationId xmlns:a16="http://schemas.microsoft.com/office/drawing/2014/main" id="{1C5AE7CC-4328-A44C-A55D-B7AE9E09BF79}"/>
                </a:ext>
              </a:extLst>
            </p:cNvPr>
            <p:cNvSpPr txBox="1"/>
            <p:nvPr/>
          </p:nvSpPr>
          <p:spPr>
            <a:xfrm>
              <a:off x="2385307" y="1947108"/>
              <a:ext cx="590226" cy="253916"/>
            </a:xfrm>
            <a:prstGeom prst="rect">
              <a:avLst/>
            </a:prstGeom>
            <a:noFill/>
          </p:spPr>
          <p:txBody>
            <a:bodyPr wrap="none">
              <a:spAutoFit/>
            </a:bodyPr>
            <a:lstStyle/>
            <a:p>
              <a:pPr eaLnBrk="1" hangingPunct="1">
                <a:defRPr/>
              </a:pPr>
              <a:r>
                <a:rPr lang="en-US" sz="1050" dirty="0">
                  <a:latin typeface="Arial" charset="0"/>
                  <a:cs typeface="Arial" charset="0"/>
                </a:rPr>
                <a:t>CLK in</a:t>
              </a:r>
              <a:endParaRPr lang="ru-RU" sz="1050" dirty="0">
                <a:latin typeface="Arial" charset="0"/>
                <a:cs typeface="Arial" charset="0"/>
              </a:endParaRPr>
            </a:p>
          </p:txBody>
        </p:sp>
        <p:cxnSp>
          <p:nvCxnSpPr>
            <p:cNvPr id="4" name="Straight Connector 27">
              <a:extLst>
                <a:ext uri="{FF2B5EF4-FFF2-40B4-BE49-F238E27FC236}">
                  <a16:creationId xmlns:a16="http://schemas.microsoft.com/office/drawing/2014/main" id="{CE44FED8-C3C8-D82B-F061-CACD2CA51BEA}"/>
                </a:ext>
              </a:extLst>
            </p:cNvPr>
            <p:cNvCxnSpPr>
              <a:cxnSpLocks noChangeShapeType="1"/>
            </p:cNvCxnSpPr>
            <p:nvPr/>
          </p:nvCxnSpPr>
          <p:spPr bwMode="auto">
            <a:xfrm>
              <a:off x="3586250" y="2200315"/>
              <a:ext cx="620712" cy="1587"/>
            </a:xfrm>
            <a:prstGeom prst="line">
              <a:avLst/>
            </a:prstGeom>
            <a:noFill/>
            <a:ln w="9525" algn="ctr">
              <a:solidFill>
                <a:schemeClr val="tx1"/>
              </a:solidFill>
              <a:round/>
              <a:headEnd/>
              <a:tailEnd/>
            </a:ln>
          </p:spPr>
        </p:cxnSp>
        <p:sp>
          <p:nvSpPr>
            <p:cNvPr id="5" name="TextBox 4">
              <a:extLst>
                <a:ext uri="{FF2B5EF4-FFF2-40B4-BE49-F238E27FC236}">
                  <a16:creationId xmlns:a16="http://schemas.microsoft.com/office/drawing/2014/main" id="{77DE8A92-2E26-179F-B3F0-984DAD2B8ABE}"/>
                </a:ext>
              </a:extLst>
            </p:cNvPr>
            <p:cNvSpPr txBox="1"/>
            <p:nvPr/>
          </p:nvSpPr>
          <p:spPr>
            <a:xfrm>
              <a:off x="3464591" y="1972869"/>
              <a:ext cx="671979" cy="253916"/>
            </a:xfrm>
            <a:prstGeom prst="rect">
              <a:avLst/>
            </a:prstGeom>
            <a:noFill/>
          </p:spPr>
          <p:txBody>
            <a:bodyPr wrap="none">
              <a:spAutoFit/>
            </a:bodyPr>
            <a:lstStyle/>
            <a:p>
              <a:pPr eaLnBrk="1" hangingPunct="1">
                <a:defRPr/>
              </a:pPr>
              <a:r>
                <a:rPr lang="en-US" sz="1050" dirty="0">
                  <a:latin typeface="Arial" charset="0"/>
                  <a:cs typeface="Arial" charset="0"/>
                </a:rPr>
                <a:t>CLK out</a:t>
              </a:r>
              <a:endParaRPr lang="ru-RU" sz="1050" dirty="0">
                <a:latin typeface="Arial" charset="0"/>
                <a:cs typeface="Arial" charset="0"/>
              </a:endParaRPr>
            </a:p>
          </p:txBody>
        </p:sp>
      </p:grpSp>
      <p:cxnSp>
        <p:nvCxnSpPr>
          <p:cNvPr id="10" name="Elbow Connector 36">
            <a:extLst>
              <a:ext uri="{FF2B5EF4-FFF2-40B4-BE49-F238E27FC236}">
                <a16:creationId xmlns:a16="http://schemas.microsoft.com/office/drawing/2014/main" id="{0391A980-7581-D8E3-2040-66F50D6F01C6}"/>
              </a:ext>
            </a:extLst>
          </p:cNvPr>
          <p:cNvCxnSpPr/>
          <p:nvPr/>
        </p:nvCxnSpPr>
        <p:spPr bwMode="auto">
          <a:xfrm flipV="1">
            <a:off x="4349686" y="3877150"/>
            <a:ext cx="1241425" cy="474662"/>
          </a:xfrm>
          <a:prstGeom prst="bentConnector3">
            <a:avLst>
              <a:gd name="adj1" fmla="val 26062"/>
            </a:avLst>
          </a:prstGeom>
          <a:ln>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11" name="Elbow Connector 37">
            <a:extLst>
              <a:ext uri="{FF2B5EF4-FFF2-40B4-BE49-F238E27FC236}">
                <a16:creationId xmlns:a16="http://schemas.microsoft.com/office/drawing/2014/main" id="{939E4C7E-4601-74AA-6AD2-E8B90F8D9405}"/>
              </a:ext>
            </a:extLst>
          </p:cNvPr>
          <p:cNvCxnSpPr>
            <a:cxnSpLocks/>
          </p:cNvCxnSpPr>
          <p:nvPr/>
        </p:nvCxnSpPr>
        <p:spPr bwMode="auto">
          <a:xfrm>
            <a:off x="5591111" y="3877150"/>
            <a:ext cx="902571" cy="471014"/>
          </a:xfrm>
          <a:prstGeom prst="bentConnector3">
            <a:avLst>
              <a:gd name="adj1" fmla="val -391"/>
            </a:avLst>
          </a:prstGeom>
          <a:ln>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12" name="Elbow Connector 38">
            <a:extLst>
              <a:ext uri="{FF2B5EF4-FFF2-40B4-BE49-F238E27FC236}">
                <a16:creationId xmlns:a16="http://schemas.microsoft.com/office/drawing/2014/main" id="{7B37804F-3593-2FA3-22A2-FB0377C923B3}"/>
              </a:ext>
            </a:extLst>
          </p:cNvPr>
          <p:cNvCxnSpPr>
            <a:cxnSpLocks/>
          </p:cNvCxnSpPr>
          <p:nvPr/>
        </p:nvCxnSpPr>
        <p:spPr bwMode="auto">
          <a:xfrm flipV="1">
            <a:off x="6483116" y="3874976"/>
            <a:ext cx="924074" cy="473188"/>
          </a:xfrm>
          <a:prstGeom prst="bentConnector3">
            <a:avLst>
              <a:gd name="adj1" fmla="val 1554"/>
            </a:avLst>
          </a:prstGeom>
          <a:ln>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13" name="Elbow Connector 39">
            <a:extLst>
              <a:ext uri="{FF2B5EF4-FFF2-40B4-BE49-F238E27FC236}">
                <a16:creationId xmlns:a16="http://schemas.microsoft.com/office/drawing/2014/main" id="{48BA64B2-F779-DE26-74B3-B8A8B34B8812}"/>
              </a:ext>
            </a:extLst>
          </p:cNvPr>
          <p:cNvCxnSpPr>
            <a:cxnSpLocks/>
          </p:cNvCxnSpPr>
          <p:nvPr/>
        </p:nvCxnSpPr>
        <p:spPr bwMode="auto">
          <a:xfrm>
            <a:off x="7377113" y="3877150"/>
            <a:ext cx="587311" cy="474662"/>
          </a:xfrm>
          <a:prstGeom prst="bentConnector3">
            <a:avLst>
              <a:gd name="adj1" fmla="val 4590"/>
            </a:avLst>
          </a:prstGeom>
          <a:ln>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sp>
        <p:nvSpPr>
          <p:cNvPr id="19" name="TextBox 32">
            <a:extLst>
              <a:ext uri="{FF2B5EF4-FFF2-40B4-BE49-F238E27FC236}">
                <a16:creationId xmlns:a16="http://schemas.microsoft.com/office/drawing/2014/main" id="{81C086EC-150E-DBAC-9883-54DD48CEE28C}"/>
              </a:ext>
            </a:extLst>
          </p:cNvPr>
          <p:cNvSpPr txBox="1">
            <a:spLocks noChangeArrowheads="1"/>
          </p:cNvSpPr>
          <p:nvPr/>
        </p:nvSpPr>
        <p:spPr bwMode="auto">
          <a:xfrm>
            <a:off x="3256192" y="3819526"/>
            <a:ext cx="661923"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sz="1200" dirty="0"/>
              <a:t>CLK in </a:t>
            </a:r>
            <a:endParaRPr lang="ru-RU" altLang="en-US" sz="1200" dirty="0"/>
          </a:p>
        </p:txBody>
      </p:sp>
      <p:sp>
        <p:nvSpPr>
          <p:cNvPr id="20" name="TextBox 19">
            <a:extLst>
              <a:ext uri="{FF2B5EF4-FFF2-40B4-BE49-F238E27FC236}">
                <a16:creationId xmlns:a16="http://schemas.microsoft.com/office/drawing/2014/main" id="{648FE4AC-7F0D-6369-83C0-7827A750A884}"/>
              </a:ext>
            </a:extLst>
          </p:cNvPr>
          <p:cNvSpPr txBox="1"/>
          <p:nvPr/>
        </p:nvSpPr>
        <p:spPr>
          <a:xfrm>
            <a:off x="4884680" y="2835495"/>
            <a:ext cx="2419729" cy="261610"/>
          </a:xfrm>
          <a:prstGeom prst="rect">
            <a:avLst/>
          </a:prstGeom>
          <a:noFill/>
        </p:spPr>
        <p:txBody>
          <a:bodyPr wrap="square" rtlCol="0">
            <a:spAutoFit/>
          </a:bodyPr>
          <a:lstStyle/>
          <a:p>
            <a:pPr algn="l"/>
            <a:r>
              <a:rPr lang="en-US" sz="1100" dirty="0" err="1"/>
              <a:t>td_rise</a:t>
            </a:r>
            <a:r>
              <a:rPr lang="en-US" sz="1100" dirty="0"/>
              <a:t>=0.05ns </a:t>
            </a:r>
            <a:r>
              <a:rPr lang="en-US" sz="1100" dirty="0" err="1"/>
              <a:t>td_fall</a:t>
            </a:r>
            <a:r>
              <a:rPr lang="en-US" sz="1100" dirty="0"/>
              <a:t>=0.02ns</a:t>
            </a:r>
          </a:p>
        </p:txBody>
      </p:sp>
      <p:cxnSp>
        <p:nvCxnSpPr>
          <p:cNvPr id="22" name="Elbow Connector 36">
            <a:extLst>
              <a:ext uri="{FF2B5EF4-FFF2-40B4-BE49-F238E27FC236}">
                <a16:creationId xmlns:a16="http://schemas.microsoft.com/office/drawing/2014/main" id="{37E7EDD2-1645-85D3-9C8D-B8DBE2F1577E}"/>
              </a:ext>
            </a:extLst>
          </p:cNvPr>
          <p:cNvCxnSpPr>
            <a:cxnSpLocks/>
          </p:cNvCxnSpPr>
          <p:nvPr/>
        </p:nvCxnSpPr>
        <p:spPr bwMode="auto">
          <a:xfrm flipV="1">
            <a:off x="4349686" y="4894526"/>
            <a:ext cx="1241425" cy="474662"/>
          </a:xfrm>
          <a:prstGeom prst="bentConnector3">
            <a:avLst>
              <a:gd name="adj1" fmla="val 49079"/>
            </a:avLst>
          </a:prstGeom>
          <a:ln>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23" name="Elbow Connector 37">
            <a:extLst>
              <a:ext uri="{FF2B5EF4-FFF2-40B4-BE49-F238E27FC236}">
                <a16:creationId xmlns:a16="http://schemas.microsoft.com/office/drawing/2014/main" id="{CC46A5C2-55EC-797D-C1EF-780AAA4FD7DA}"/>
              </a:ext>
            </a:extLst>
          </p:cNvPr>
          <p:cNvCxnSpPr>
            <a:cxnSpLocks/>
          </p:cNvCxnSpPr>
          <p:nvPr/>
        </p:nvCxnSpPr>
        <p:spPr bwMode="auto">
          <a:xfrm>
            <a:off x="5591111" y="4894526"/>
            <a:ext cx="949325" cy="474662"/>
          </a:xfrm>
          <a:prstGeom prst="bentConnector3">
            <a:avLst>
              <a:gd name="adj1" fmla="val 15887"/>
            </a:avLst>
          </a:prstGeom>
          <a:ln>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24" name="Elbow Connector 38">
            <a:extLst>
              <a:ext uri="{FF2B5EF4-FFF2-40B4-BE49-F238E27FC236}">
                <a16:creationId xmlns:a16="http://schemas.microsoft.com/office/drawing/2014/main" id="{EEE215F1-2C8C-F41C-0113-739034EEB800}"/>
              </a:ext>
            </a:extLst>
          </p:cNvPr>
          <p:cNvCxnSpPr>
            <a:cxnSpLocks/>
          </p:cNvCxnSpPr>
          <p:nvPr/>
        </p:nvCxnSpPr>
        <p:spPr bwMode="auto">
          <a:xfrm flipV="1">
            <a:off x="6540436" y="4894526"/>
            <a:ext cx="912813" cy="474662"/>
          </a:xfrm>
          <a:prstGeom prst="bentConnector3">
            <a:avLst>
              <a:gd name="adj1" fmla="val 26001"/>
            </a:avLst>
          </a:prstGeom>
          <a:ln>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25" name="Elbow Connector 39">
            <a:extLst>
              <a:ext uri="{FF2B5EF4-FFF2-40B4-BE49-F238E27FC236}">
                <a16:creationId xmlns:a16="http://schemas.microsoft.com/office/drawing/2014/main" id="{6FE6144F-67C1-34C0-5D65-5F761E7CEFFD}"/>
              </a:ext>
            </a:extLst>
          </p:cNvPr>
          <p:cNvCxnSpPr>
            <a:cxnSpLocks/>
          </p:cNvCxnSpPr>
          <p:nvPr/>
        </p:nvCxnSpPr>
        <p:spPr bwMode="auto">
          <a:xfrm>
            <a:off x="7453249" y="4894526"/>
            <a:ext cx="511175" cy="474662"/>
          </a:xfrm>
          <a:prstGeom prst="bentConnector3">
            <a:avLst>
              <a:gd name="adj1" fmla="val -310"/>
            </a:avLst>
          </a:prstGeom>
          <a:ln>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26" name="Straight Connector 40">
            <a:extLst>
              <a:ext uri="{FF2B5EF4-FFF2-40B4-BE49-F238E27FC236}">
                <a16:creationId xmlns:a16="http://schemas.microsoft.com/office/drawing/2014/main" id="{EFB03161-65AE-663C-69BD-A2421F410C55}"/>
              </a:ext>
            </a:extLst>
          </p:cNvPr>
          <p:cNvCxnSpPr>
            <a:cxnSpLocks noChangeShapeType="1"/>
          </p:cNvCxnSpPr>
          <p:nvPr/>
        </p:nvCxnSpPr>
        <p:spPr bwMode="auto">
          <a:xfrm flipH="1" flipV="1">
            <a:off x="4675745" y="3580166"/>
            <a:ext cx="3606" cy="2001485"/>
          </a:xfrm>
          <a:prstGeom prst="line">
            <a:avLst/>
          </a:prstGeom>
          <a:noFill/>
          <a:ln w="9525" algn="ctr">
            <a:solidFill>
              <a:srgbClr val="0000FF"/>
            </a:solidFill>
            <a:prstDash val="dash"/>
            <a:round/>
            <a:headEnd/>
            <a:tailEnd/>
          </a:ln>
          <a:extLst>
            <a:ext uri="{909E8E84-426E-40DD-AFC4-6F175D3DCCD1}">
              <a14:hiddenFill xmlns:a14="http://schemas.microsoft.com/office/drawing/2010/main">
                <a:noFill/>
              </a14:hiddenFill>
            </a:ext>
          </a:extLst>
        </p:spPr>
      </p:cxnSp>
      <p:cxnSp>
        <p:nvCxnSpPr>
          <p:cNvPr id="30" name="Straight Connector 40">
            <a:extLst>
              <a:ext uri="{FF2B5EF4-FFF2-40B4-BE49-F238E27FC236}">
                <a16:creationId xmlns:a16="http://schemas.microsoft.com/office/drawing/2014/main" id="{A5D0FF68-815B-FBFC-AE28-FE9B82985D94}"/>
              </a:ext>
            </a:extLst>
          </p:cNvPr>
          <p:cNvCxnSpPr>
            <a:cxnSpLocks noChangeShapeType="1"/>
          </p:cNvCxnSpPr>
          <p:nvPr/>
        </p:nvCxnSpPr>
        <p:spPr bwMode="auto">
          <a:xfrm flipV="1">
            <a:off x="4962607" y="3563929"/>
            <a:ext cx="0" cy="2327284"/>
          </a:xfrm>
          <a:prstGeom prst="line">
            <a:avLst/>
          </a:prstGeom>
          <a:noFill/>
          <a:ln w="9525" algn="ctr">
            <a:solidFill>
              <a:srgbClr val="0000FF"/>
            </a:solidFill>
            <a:prstDash val="dash"/>
            <a:round/>
            <a:headEnd/>
            <a:tailEnd/>
          </a:ln>
          <a:extLst>
            <a:ext uri="{909E8E84-426E-40DD-AFC4-6F175D3DCCD1}">
              <a14:hiddenFill xmlns:a14="http://schemas.microsoft.com/office/drawing/2010/main">
                <a:noFill/>
              </a14:hiddenFill>
            </a:ext>
          </a:extLst>
        </p:spPr>
      </p:cxnSp>
      <p:cxnSp>
        <p:nvCxnSpPr>
          <p:cNvPr id="33" name="Straight Arrow Connector 32">
            <a:extLst>
              <a:ext uri="{FF2B5EF4-FFF2-40B4-BE49-F238E27FC236}">
                <a16:creationId xmlns:a16="http://schemas.microsoft.com/office/drawing/2014/main" id="{A6750D22-264B-FB23-1986-8C6E63A0D6E1}"/>
              </a:ext>
            </a:extLst>
          </p:cNvPr>
          <p:cNvCxnSpPr>
            <a:cxnSpLocks/>
          </p:cNvCxnSpPr>
          <p:nvPr/>
        </p:nvCxnSpPr>
        <p:spPr>
          <a:xfrm>
            <a:off x="4675745" y="5574507"/>
            <a:ext cx="286862" cy="0"/>
          </a:xfrm>
          <a:prstGeom prst="straightConnector1">
            <a:avLst/>
          </a:prstGeom>
          <a:ln w="12700">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42" name="Left Brace 41">
            <a:extLst>
              <a:ext uri="{FF2B5EF4-FFF2-40B4-BE49-F238E27FC236}">
                <a16:creationId xmlns:a16="http://schemas.microsoft.com/office/drawing/2014/main" id="{7E26A342-A1FB-6AF6-1B32-31C4F83FD3CE}"/>
              </a:ext>
            </a:extLst>
          </p:cNvPr>
          <p:cNvSpPr/>
          <p:nvPr/>
        </p:nvSpPr>
        <p:spPr>
          <a:xfrm rot="16200000">
            <a:off x="5085182" y="3995883"/>
            <a:ext cx="98371" cy="908375"/>
          </a:xfrm>
          <a:prstGeom prst="leftBrace">
            <a:avLst>
              <a:gd name="adj1" fmla="val 8333"/>
              <a:gd name="adj2" fmla="val 47699"/>
            </a:avLst>
          </a:prstGeom>
          <a:ln w="635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3" name="Left Brace 42">
            <a:extLst>
              <a:ext uri="{FF2B5EF4-FFF2-40B4-BE49-F238E27FC236}">
                <a16:creationId xmlns:a16="http://schemas.microsoft.com/office/drawing/2014/main" id="{D3BA6584-D527-6282-8D5A-D104A401267A}"/>
              </a:ext>
            </a:extLst>
          </p:cNvPr>
          <p:cNvSpPr/>
          <p:nvPr/>
        </p:nvSpPr>
        <p:spPr>
          <a:xfrm rot="5400000">
            <a:off x="5990309" y="3269839"/>
            <a:ext cx="98371" cy="908375"/>
          </a:xfrm>
          <a:prstGeom prst="leftBrace">
            <a:avLst>
              <a:gd name="adj1" fmla="val 8333"/>
              <a:gd name="adj2" fmla="val 47699"/>
            </a:avLst>
          </a:prstGeom>
          <a:ln w="9525">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63" name="TextBox 62">
            <a:extLst>
              <a:ext uri="{FF2B5EF4-FFF2-40B4-BE49-F238E27FC236}">
                <a16:creationId xmlns:a16="http://schemas.microsoft.com/office/drawing/2014/main" id="{7DB15A9A-466A-C72E-FDEF-9AAA61465121}"/>
              </a:ext>
            </a:extLst>
          </p:cNvPr>
          <p:cNvSpPr txBox="1"/>
          <p:nvPr/>
        </p:nvSpPr>
        <p:spPr>
          <a:xfrm>
            <a:off x="5854834" y="3465004"/>
            <a:ext cx="495649" cy="246221"/>
          </a:xfrm>
          <a:prstGeom prst="rect">
            <a:avLst/>
          </a:prstGeom>
          <a:noFill/>
        </p:spPr>
        <p:txBody>
          <a:bodyPr wrap="none" rtlCol="0">
            <a:spAutoFit/>
          </a:bodyPr>
          <a:lstStyle/>
          <a:p>
            <a:pPr algn="l"/>
            <a:r>
              <a:rPr lang="en-US" sz="1000" dirty="0"/>
              <a:t>0.5ns</a:t>
            </a:r>
          </a:p>
        </p:txBody>
      </p:sp>
      <p:sp>
        <p:nvSpPr>
          <p:cNvPr id="18432" name="TextBox 18431">
            <a:extLst>
              <a:ext uri="{FF2B5EF4-FFF2-40B4-BE49-F238E27FC236}">
                <a16:creationId xmlns:a16="http://schemas.microsoft.com/office/drawing/2014/main" id="{57487F9C-8CDE-D72E-5265-40A9BBCB738E}"/>
              </a:ext>
            </a:extLst>
          </p:cNvPr>
          <p:cNvSpPr txBox="1"/>
          <p:nvPr/>
        </p:nvSpPr>
        <p:spPr>
          <a:xfrm>
            <a:off x="4853348" y="4455723"/>
            <a:ext cx="495649" cy="246221"/>
          </a:xfrm>
          <a:prstGeom prst="rect">
            <a:avLst/>
          </a:prstGeom>
          <a:noFill/>
        </p:spPr>
        <p:txBody>
          <a:bodyPr wrap="none" rtlCol="0">
            <a:spAutoFit/>
          </a:bodyPr>
          <a:lstStyle/>
          <a:p>
            <a:pPr algn="l"/>
            <a:r>
              <a:rPr lang="en-US" sz="1000" dirty="0"/>
              <a:t>0.5ns</a:t>
            </a:r>
          </a:p>
        </p:txBody>
      </p:sp>
      <p:sp>
        <p:nvSpPr>
          <p:cNvPr id="18447" name="TextBox 18446">
            <a:extLst>
              <a:ext uri="{FF2B5EF4-FFF2-40B4-BE49-F238E27FC236}">
                <a16:creationId xmlns:a16="http://schemas.microsoft.com/office/drawing/2014/main" id="{0EFBD590-D86A-3A73-C847-743F346E6F12}"/>
              </a:ext>
            </a:extLst>
          </p:cNvPr>
          <p:cNvSpPr txBox="1"/>
          <p:nvPr/>
        </p:nvSpPr>
        <p:spPr>
          <a:xfrm>
            <a:off x="3274918" y="3988742"/>
            <a:ext cx="1233435" cy="461665"/>
          </a:xfrm>
          <a:prstGeom prst="rect">
            <a:avLst/>
          </a:prstGeom>
          <a:noFill/>
        </p:spPr>
        <p:txBody>
          <a:bodyPr wrap="square" rtlCol="0">
            <a:spAutoFit/>
          </a:bodyPr>
          <a:lstStyle/>
          <a:p>
            <a:pPr algn="l"/>
            <a:r>
              <a:rPr lang="en-US" sz="800" dirty="0"/>
              <a:t>period=1ns, </a:t>
            </a:r>
          </a:p>
          <a:p>
            <a:pPr algn="l"/>
            <a:r>
              <a:rPr lang="en-US" sz="800" dirty="0"/>
              <a:t>Pulse Width H=0.5ns</a:t>
            </a:r>
          </a:p>
          <a:p>
            <a:r>
              <a:rPr lang="en-US" sz="800" dirty="0"/>
              <a:t>Pulse Width L=0.5ns</a:t>
            </a:r>
          </a:p>
        </p:txBody>
      </p:sp>
      <p:sp>
        <p:nvSpPr>
          <p:cNvPr id="18471" name="TextBox 18470">
            <a:extLst>
              <a:ext uri="{FF2B5EF4-FFF2-40B4-BE49-F238E27FC236}">
                <a16:creationId xmlns:a16="http://schemas.microsoft.com/office/drawing/2014/main" id="{68FD6C74-9C9B-23D8-4C59-3A792385F7DD}"/>
              </a:ext>
            </a:extLst>
          </p:cNvPr>
          <p:cNvSpPr txBox="1"/>
          <p:nvPr/>
        </p:nvSpPr>
        <p:spPr>
          <a:xfrm>
            <a:off x="4607624" y="5558119"/>
            <a:ext cx="509587" cy="200055"/>
          </a:xfrm>
          <a:prstGeom prst="rect">
            <a:avLst/>
          </a:prstGeom>
          <a:noFill/>
        </p:spPr>
        <p:txBody>
          <a:bodyPr wrap="square" rtlCol="0">
            <a:spAutoFit/>
          </a:bodyPr>
          <a:lstStyle/>
          <a:p>
            <a:pPr algn="l"/>
            <a:r>
              <a:rPr lang="en-US" sz="700" dirty="0"/>
              <a:t>0.05ns</a:t>
            </a:r>
          </a:p>
        </p:txBody>
      </p:sp>
      <p:cxnSp>
        <p:nvCxnSpPr>
          <p:cNvPr id="18477" name="Straight Connector 40">
            <a:extLst>
              <a:ext uri="{FF2B5EF4-FFF2-40B4-BE49-F238E27FC236}">
                <a16:creationId xmlns:a16="http://schemas.microsoft.com/office/drawing/2014/main" id="{F1C03790-FDBE-12CE-C472-DE3ED3CAE763}"/>
              </a:ext>
            </a:extLst>
          </p:cNvPr>
          <p:cNvCxnSpPr>
            <a:cxnSpLocks noChangeShapeType="1"/>
          </p:cNvCxnSpPr>
          <p:nvPr/>
        </p:nvCxnSpPr>
        <p:spPr bwMode="auto">
          <a:xfrm flipH="1" flipV="1">
            <a:off x="5585102" y="3560754"/>
            <a:ext cx="3606" cy="2001485"/>
          </a:xfrm>
          <a:prstGeom prst="line">
            <a:avLst/>
          </a:prstGeom>
          <a:noFill/>
          <a:ln w="9525" algn="ctr">
            <a:solidFill>
              <a:srgbClr val="0000FF"/>
            </a:solidFill>
            <a:prstDash val="dash"/>
            <a:round/>
            <a:headEnd/>
            <a:tailEnd/>
          </a:ln>
          <a:extLst>
            <a:ext uri="{909E8E84-426E-40DD-AFC4-6F175D3DCCD1}">
              <a14:hiddenFill xmlns:a14="http://schemas.microsoft.com/office/drawing/2010/main">
                <a:noFill/>
              </a14:hiddenFill>
            </a:ext>
          </a:extLst>
        </p:spPr>
      </p:cxnSp>
      <p:cxnSp>
        <p:nvCxnSpPr>
          <p:cNvPr id="18478" name="Straight Connector 40">
            <a:extLst>
              <a:ext uri="{FF2B5EF4-FFF2-40B4-BE49-F238E27FC236}">
                <a16:creationId xmlns:a16="http://schemas.microsoft.com/office/drawing/2014/main" id="{D5B15562-3C63-09D4-EE87-4E924C638D20}"/>
              </a:ext>
            </a:extLst>
          </p:cNvPr>
          <p:cNvCxnSpPr>
            <a:cxnSpLocks noChangeShapeType="1"/>
          </p:cNvCxnSpPr>
          <p:nvPr/>
        </p:nvCxnSpPr>
        <p:spPr bwMode="auto">
          <a:xfrm flipV="1">
            <a:off x="5743657" y="3563929"/>
            <a:ext cx="0" cy="2327284"/>
          </a:xfrm>
          <a:prstGeom prst="line">
            <a:avLst/>
          </a:prstGeom>
          <a:noFill/>
          <a:ln w="9525" algn="ctr">
            <a:solidFill>
              <a:srgbClr val="0000FF"/>
            </a:solidFill>
            <a:prstDash val="dash"/>
            <a:round/>
            <a:headEnd/>
            <a:tailEnd/>
          </a:ln>
          <a:extLst>
            <a:ext uri="{909E8E84-426E-40DD-AFC4-6F175D3DCCD1}">
              <a14:hiddenFill xmlns:a14="http://schemas.microsoft.com/office/drawing/2010/main">
                <a:noFill/>
              </a14:hiddenFill>
            </a:ext>
          </a:extLst>
        </p:spPr>
      </p:cxnSp>
      <p:sp>
        <p:nvSpPr>
          <p:cNvPr id="18480" name="TextBox 18479">
            <a:extLst>
              <a:ext uri="{FF2B5EF4-FFF2-40B4-BE49-F238E27FC236}">
                <a16:creationId xmlns:a16="http://schemas.microsoft.com/office/drawing/2014/main" id="{1DA48E36-C14E-C50C-87E6-DED0326D6FD7}"/>
              </a:ext>
            </a:extLst>
          </p:cNvPr>
          <p:cNvSpPr txBox="1"/>
          <p:nvPr/>
        </p:nvSpPr>
        <p:spPr>
          <a:xfrm>
            <a:off x="5463464" y="5562664"/>
            <a:ext cx="509587" cy="200055"/>
          </a:xfrm>
          <a:prstGeom prst="rect">
            <a:avLst/>
          </a:prstGeom>
          <a:noFill/>
        </p:spPr>
        <p:txBody>
          <a:bodyPr wrap="square" rtlCol="0">
            <a:spAutoFit/>
          </a:bodyPr>
          <a:lstStyle/>
          <a:p>
            <a:pPr algn="l"/>
            <a:r>
              <a:rPr lang="en-US" sz="700" dirty="0"/>
              <a:t>0.02ns</a:t>
            </a:r>
          </a:p>
        </p:txBody>
      </p:sp>
      <p:cxnSp>
        <p:nvCxnSpPr>
          <p:cNvPr id="18481" name="Straight Arrow Connector 18480">
            <a:extLst>
              <a:ext uri="{FF2B5EF4-FFF2-40B4-BE49-F238E27FC236}">
                <a16:creationId xmlns:a16="http://schemas.microsoft.com/office/drawing/2014/main" id="{EC269972-555F-193E-87FC-831BC6B8D846}"/>
              </a:ext>
            </a:extLst>
          </p:cNvPr>
          <p:cNvCxnSpPr>
            <a:cxnSpLocks/>
          </p:cNvCxnSpPr>
          <p:nvPr/>
        </p:nvCxnSpPr>
        <p:spPr>
          <a:xfrm>
            <a:off x="5585102" y="5562239"/>
            <a:ext cx="158555" cy="0"/>
          </a:xfrm>
          <a:prstGeom prst="straightConnector1">
            <a:avLst/>
          </a:prstGeom>
          <a:ln w="12700">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18485" name="Left Brace 18484">
            <a:extLst>
              <a:ext uri="{FF2B5EF4-FFF2-40B4-BE49-F238E27FC236}">
                <a16:creationId xmlns:a16="http://schemas.microsoft.com/office/drawing/2014/main" id="{94E4465E-0193-3DAF-EA42-4113075110FC}"/>
              </a:ext>
            </a:extLst>
          </p:cNvPr>
          <p:cNvSpPr/>
          <p:nvPr/>
        </p:nvSpPr>
        <p:spPr>
          <a:xfrm rot="16200000">
            <a:off x="5296997" y="5579280"/>
            <a:ext cx="105840" cy="787477"/>
          </a:xfrm>
          <a:prstGeom prst="leftBrace">
            <a:avLst>
              <a:gd name="adj1" fmla="val 8333"/>
              <a:gd name="adj2" fmla="val 47699"/>
            </a:avLst>
          </a:prstGeom>
          <a:ln w="635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8486" name="TextBox 18485">
            <a:extLst>
              <a:ext uri="{FF2B5EF4-FFF2-40B4-BE49-F238E27FC236}">
                <a16:creationId xmlns:a16="http://schemas.microsoft.com/office/drawing/2014/main" id="{D2317690-9B74-D4B6-73FE-910AAF5B178A}"/>
              </a:ext>
            </a:extLst>
          </p:cNvPr>
          <p:cNvSpPr txBox="1"/>
          <p:nvPr/>
        </p:nvSpPr>
        <p:spPr>
          <a:xfrm>
            <a:off x="5099687" y="5967709"/>
            <a:ext cx="495649" cy="215444"/>
          </a:xfrm>
          <a:prstGeom prst="rect">
            <a:avLst/>
          </a:prstGeom>
          <a:noFill/>
        </p:spPr>
        <p:txBody>
          <a:bodyPr wrap="none" rtlCol="0">
            <a:spAutoFit/>
          </a:bodyPr>
          <a:lstStyle/>
          <a:p>
            <a:pPr algn="l"/>
            <a:r>
              <a:rPr lang="en-US" sz="800" dirty="0"/>
              <a:t>0.47ns</a:t>
            </a:r>
          </a:p>
        </p:txBody>
      </p:sp>
      <p:cxnSp>
        <p:nvCxnSpPr>
          <p:cNvPr id="18491" name="Straight Connector 40">
            <a:extLst>
              <a:ext uri="{FF2B5EF4-FFF2-40B4-BE49-F238E27FC236}">
                <a16:creationId xmlns:a16="http://schemas.microsoft.com/office/drawing/2014/main" id="{EBCD13A6-80B2-58C4-EE61-7AF1A3E27167}"/>
              </a:ext>
            </a:extLst>
          </p:cNvPr>
          <p:cNvCxnSpPr>
            <a:cxnSpLocks noChangeShapeType="1"/>
          </p:cNvCxnSpPr>
          <p:nvPr/>
        </p:nvCxnSpPr>
        <p:spPr bwMode="auto">
          <a:xfrm flipH="1" flipV="1">
            <a:off x="6496297" y="3656662"/>
            <a:ext cx="3606" cy="2001485"/>
          </a:xfrm>
          <a:prstGeom prst="line">
            <a:avLst/>
          </a:prstGeom>
          <a:noFill/>
          <a:ln w="9525" algn="ctr">
            <a:solidFill>
              <a:srgbClr val="0000FF"/>
            </a:solidFill>
            <a:prstDash val="dash"/>
            <a:round/>
            <a:headEnd/>
            <a:tailEnd/>
          </a:ln>
          <a:extLst>
            <a:ext uri="{909E8E84-426E-40DD-AFC4-6F175D3DCCD1}">
              <a14:hiddenFill xmlns:a14="http://schemas.microsoft.com/office/drawing/2010/main">
                <a:noFill/>
              </a14:hiddenFill>
            </a:ext>
          </a:extLst>
        </p:spPr>
      </p:cxnSp>
      <p:cxnSp>
        <p:nvCxnSpPr>
          <p:cNvPr id="18492" name="Straight Connector 40">
            <a:extLst>
              <a:ext uri="{FF2B5EF4-FFF2-40B4-BE49-F238E27FC236}">
                <a16:creationId xmlns:a16="http://schemas.microsoft.com/office/drawing/2014/main" id="{FE60C36D-8A9B-3EC7-64AA-8930A99C5072}"/>
              </a:ext>
            </a:extLst>
          </p:cNvPr>
          <p:cNvCxnSpPr>
            <a:cxnSpLocks noChangeShapeType="1"/>
          </p:cNvCxnSpPr>
          <p:nvPr/>
        </p:nvCxnSpPr>
        <p:spPr bwMode="auto">
          <a:xfrm flipV="1">
            <a:off x="6783159" y="3640425"/>
            <a:ext cx="0" cy="2327284"/>
          </a:xfrm>
          <a:prstGeom prst="line">
            <a:avLst/>
          </a:prstGeom>
          <a:noFill/>
          <a:ln w="9525" algn="ctr">
            <a:solidFill>
              <a:srgbClr val="0000FF"/>
            </a:solidFill>
            <a:prstDash val="dash"/>
            <a:round/>
            <a:headEnd/>
            <a:tailEnd/>
          </a:ln>
          <a:extLst>
            <a:ext uri="{909E8E84-426E-40DD-AFC4-6F175D3DCCD1}">
              <a14:hiddenFill xmlns:a14="http://schemas.microsoft.com/office/drawing/2010/main">
                <a:noFill/>
              </a14:hiddenFill>
            </a:ext>
          </a:extLst>
        </p:spPr>
      </p:cxnSp>
      <p:sp>
        <p:nvSpPr>
          <p:cNvPr id="18493" name="TextBox 18492">
            <a:extLst>
              <a:ext uri="{FF2B5EF4-FFF2-40B4-BE49-F238E27FC236}">
                <a16:creationId xmlns:a16="http://schemas.microsoft.com/office/drawing/2014/main" id="{19D076FC-4976-C774-3C73-4E2CC2F7D4DA}"/>
              </a:ext>
            </a:extLst>
          </p:cNvPr>
          <p:cNvSpPr txBox="1"/>
          <p:nvPr/>
        </p:nvSpPr>
        <p:spPr>
          <a:xfrm>
            <a:off x="6431839" y="5522883"/>
            <a:ext cx="509587" cy="200055"/>
          </a:xfrm>
          <a:prstGeom prst="rect">
            <a:avLst/>
          </a:prstGeom>
          <a:noFill/>
        </p:spPr>
        <p:txBody>
          <a:bodyPr wrap="square" rtlCol="0">
            <a:spAutoFit/>
          </a:bodyPr>
          <a:lstStyle/>
          <a:p>
            <a:pPr algn="l"/>
            <a:r>
              <a:rPr lang="en-US" sz="700" dirty="0"/>
              <a:t>0.05ns</a:t>
            </a:r>
          </a:p>
        </p:txBody>
      </p:sp>
      <p:cxnSp>
        <p:nvCxnSpPr>
          <p:cNvPr id="18494" name="Straight Arrow Connector 18493">
            <a:extLst>
              <a:ext uri="{FF2B5EF4-FFF2-40B4-BE49-F238E27FC236}">
                <a16:creationId xmlns:a16="http://schemas.microsoft.com/office/drawing/2014/main" id="{56B13FF9-F0B9-E5ED-F5DA-642F85125578}"/>
              </a:ext>
            </a:extLst>
          </p:cNvPr>
          <p:cNvCxnSpPr>
            <a:cxnSpLocks/>
          </p:cNvCxnSpPr>
          <p:nvPr/>
        </p:nvCxnSpPr>
        <p:spPr>
          <a:xfrm>
            <a:off x="6496297" y="5545571"/>
            <a:ext cx="286862" cy="0"/>
          </a:xfrm>
          <a:prstGeom prst="straightConnector1">
            <a:avLst/>
          </a:prstGeom>
          <a:ln w="12700">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18496" name="Left Brace 18495">
            <a:extLst>
              <a:ext uri="{FF2B5EF4-FFF2-40B4-BE49-F238E27FC236}">
                <a16:creationId xmlns:a16="http://schemas.microsoft.com/office/drawing/2014/main" id="{35724455-FA7B-20B8-DC82-EAAECCE5CAD6}"/>
              </a:ext>
            </a:extLst>
          </p:cNvPr>
          <p:cNvSpPr/>
          <p:nvPr/>
        </p:nvSpPr>
        <p:spPr>
          <a:xfrm rot="16200000">
            <a:off x="6205409" y="5452405"/>
            <a:ext cx="115998" cy="1039502"/>
          </a:xfrm>
          <a:prstGeom prst="leftBrace">
            <a:avLst>
              <a:gd name="adj1" fmla="val 8333"/>
              <a:gd name="adj2" fmla="val 47699"/>
            </a:avLst>
          </a:prstGeom>
          <a:ln w="635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8497" name="TextBox 18496">
            <a:extLst>
              <a:ext uri="{FF2B5EF4-FFF2-40B4-BE49-F238E27FC236}">
                <a16:creationId xmlns:a16="http://schemas.microsoft.com/office/drawing/2014/main" id="{9458976A-BC3C-C2AB-795A-4980E948C171}"/>
              </a:ext>
            </a:extLst>
          </p:cNvPr>
          <p:cNvSpPr txBox="1"/>
          <p:nvPr/>
        </p:nvSpPr>
        <p:spPr>
          <a:xfrm>
            <a:off x="6014643" y="5971939"/>
            <a:ext cx="495649" cy="215444"/>
          </a:xfrm>
          <a:prstGeom prst="rect">
            <a:avLst/>
          </a:prstGeom>
          <a:noFill/>
        </p:spPr>
        <p:txBody>
          <a:bodyPr wrap="none" rtlCol="0">
            <a:spAutoFit/>
          </a:bodyPr>
          <a:lstStyle/>
          <a:p>
            <a:pPr algn="l"/>
            <a:r>
              <a:rPr lang="en-US" sz="800" dirty="0"/>
              <a:t>0.53ns</a:t>
            </a:r>
          </a:p>
        </p:txBody>
      </p:sp>
      <p:sp>
        <p:nvSpPr>
          <p:cNvPr id="18499" name="TextBox 32">
            <a:extLst>
              <a:ext uri="{FF2B5EF4-FFF2-40B4-BE49-F238E27FC236}">
                <a16:creationId xmlns:a16="http://schemas.microsoft.com/office/drawing/2014/main" id="{E294832B-B787-5831-6990-3D945F228915}"/>
              </a:ext>
            </a:extLst>
          </p:cNvPr>
          <p:cNvSpPr txBox="1">
            <a:spLocks noChangeArrowheads="1"/>
          </p:cNvSpPr>
          <p:nvPr/>
        </p:nvSpPr>
        <p:spPr bwMode="auto">
          <a:xfrm>
            <a:off x="3252076" y="4804067"/>
            <a:ext cx="762565"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sz="1200" dirty="0"/>
              <a:t>CLK out </a:t>
            </a:r>
            <a:endParaRPr lang="ru-RU" altLang="en-US" sz="1200" dirty="0"/>
          </a:p>
        </p:txBody>
      </p:sp>
      <p:sp>
        <p:nvSpPr>
          <p:cNvPr id="18502" name="TextBox 18501">
            <a:extLst>
              <a:ext uri="{FF2B5EF4-FFF2-40B4-BE49-F238E27FC236}">
                <a16:creationId xmlns:a16="http://schemas.microsoft.com/office/drawing/2014/main" id="{68CF7B35-8199-9680-F1F4-C460F3F89306}"/>
              </a:ext>
            </a:extLst>
          </p:cNvPr>
          <p:cNvSpPr txBox="1"/>
          <p:nvPr/>
        </p:nvSpPr>
        <p:spPr>
          <a:xfrm>
            <a:off x="3280092" y="4952145"/>
            <a:ext cx="1233435" cy="461665"/>
          </a:xfrm>
          <a:prstGeom prst="rect">
            <a:avLst/>
          </a:prstGeom>
          <a:noFill/>
        </p:spPr>
        <p:txBody>
          <a:bodyPr wrap="square" rtlCol="0">
            <a:spAutoFit/>
          </a:bodyPr>
          <a:lstStyle/>
          <a:p>
            <a:pPr algn="l"/>
            <a:r>
              <a:rPr lang="en-US" sz="800" dirty="0"/>
              <a:t>period=1ns, </a:t>
            </a:r>
          </a:p>
          <a:p>
            <a:pPr algn="l"/>
            <a:r>
              <a:rPr lang="en-US" sz="800" dirty="0"/>
              <a:t>Pulse Width H=0.47ns</a:t>
            </a:r>
          </a:p>
          <a:p>
            <a:r>
              <a:rPr lang="en-US" sz="800" dirty="0"/>
              <a:t>Pulse Width L=0.53ns</a:t>
            </a:r>
          </a:p>
        </p:txBody>
      </p:sp>
      <p:sp>
        <p:nvSpPr>
          <p:cNvPr id="18504" name="TextBox 18503">
            <a:extLst>
              <a:ext uri="{FF2B5EF4-FFF2-40B4-BE49-F238E27FC236}">
                <a16:creationId xmlns:a16="http://schemas.microsoft.com/office/drawing/2014/main" id="{77D1A5A6-9AE5-5572-C4E5-D67AD22F773D}"/>
              </a:ext>
            </a:extLst>
          </p:cNvPr>
          <p:cNvSpPr txBox="1"/>
          <p:nvPr/>
        </p:nvSpPr>
        <p:spPr>
          <a:xfrm>
            <a:off x="384458" y="1155254"/>
            <a:ext cx="5588593" cy="1384995"/>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1" i="0" u="none" strike="noStrike" cap="none" normalizeH="0" baseline="0" dirty="0">
                <a:ln>
                  <a:noFill/>
                </a:ln>
                <a:solidFill>
                  <a:schemeClr val="tx1"/>
                </a:solidFill>
                <a:effectLst/>
                <a:latin typeface="Arial Unicode MS"/>
              </a:rPr>
              <a:t>To set a </a:t>
            </a:r>
            <a:r>
              <a:rPr kumimoji="0" lang="en-US" altLang="en-US" sz="1400" b="1" i="0" u="none" strike="noStrike" cap="none" normalizeH="0" baseline="0" dirty="0" err="1">
                <a:ln>
                  <a:noFill/>
                </a:ln>
                <a:solidFill>
                  <a:schemeClr val="tx1"/>
                </a:solidFill>
                <a:effectLst/>
                <a:latin typeface="Arial Unicode MS"/>
              </a:rPr>
              <a:t>min_pulse_width_check</a:t>
            </a:r>
            <a:r>
              <a:rPr kumimoji="0" lang="en-US" altLang="en-US" sz="1400" b="1" i="0" u="none" strike="noStrike" cap="none" normalizeH="0" baseline="0" dirty="0">
                <a:ln>
                  <a:noFill/>
                </a:ln>
                <a:solidFill>
                  <a:schemeClr val="tx1"/>
                </a:solidFill>
                <a:effectLst/>
                <a:latin typeface="Arial Unicode MS"/>
              </a:rPr>
              <a:t> constraint:</a:t>
            </a:r>
          </a:p>
          <a:p>
            <a:pPr marL="0" marR="0" lvl="0" indent="0" algn="l" defTabSz="914400" rtl="0" eaLnBrk="0" fontAlgn="base" latinLnBrk="0" hangingPunct="0">
              <a:lnSpc>
                <a:spcPct val="100000"/>
              </a:lnSpc>
              <a:spcBef>
                <a:spcPct val="0"/>
              </a:spcBef>
              <a:spcAft>
                <a:spcPct val="0"/>
              </a:spcAft>
              <a:buClrTx/>
              <a:buSzTx/>
              <a:buFontTx/>
              <a:buNone/>
              <a:tabLst/>
            </a:pPr>
            <a:r>
              <a:rPr lang="en-US" altLang="en-US" sz="1400" dirty="0">
                <a:latin typeface="Arial Unicode MS"/>
              </a:rPr>
              <a:t>- Use </a:t>
            </a:r>
            <a:r>
              <a:rPr kumimoji="0" lang="en-US" altLang="en-US" sz="1400" b="0" i="0" u="none" strike="noStrike" cap="none" normalizeH="0" baseline="0" dirty="0" err="1">
                <a:ln>
                  <a:noFill/>
                </a:ln>
                <a:solidFill>
                  <a:schemeClr val="tx1"/>
                </a:solidFill>
                <a:effectLst/>
                <a:latin typeface="Arial Unicode MS"/>
              </a:rPr>
              <a:t>set_min_pulse_width</a:t>
            </a:r>
            <a:r>
              <a:rPr kumimoji="0" lang="en-US" altLang="en-US" sz="1400" b="0" i="0" u="none" strike="noStrike" cap="none" normalizeH="0" baseline="0" dirty="0">
                <a:ln>
                  <a:noFill/>
                </a:ln>
                <a:solidFill>
                  <a:schemeClr val="tx1"/>
                </a:solidFill>
                <a:effectLst/>
                <a:latin typeface="Arial Unicode MS"/>
              </a:rPr>
              <a:t> command (on </a:t>
            </a:r>
            <a:r>
              <a:rPr lang="en-US" sz="1400" dirty="0"/>
              <a:t>clocks/cells/ pins/ports</a:t>
            </a:r>
            <a:r>
              <a:rPr kumimoji="0" lang="en-US" altLang="en-US" sz="1400" b="0" i="0" u="none" strike="noStrike" cap="none" normalizeH="0" baseline="0" dirty="0">
                <a:ln>
                  <a:noFill/>
                </a:ln>
                <a:solidFill>
                  <a:schemeClr val="tx1"/>
                </a:solidFill>
                <a:effectLst/>
                <a:latin typeface="Arial Unicode MS"/>
              </a:rPr>
              <a:t>)</a:t>
            </a:r>
          </a:p>
          <a:p>
            <a:pPr marL="0" marR="0" lvl="0" indent="0" algn="l" defTabSz="914400" rtl="0" eaLnBrk="0" fontAlgn="base" latinLnBrk="0" hangingPunct="0">
              <a:lnSpc>
                <a:spcPct val="100000"/>
              </a:lnSpc>
              <a:spcBef>
                <a:spcPct val="0"/>
              </a:spcBef>
              <a:spcAft>
                <a:spcPct val="0"/>
              </a:spcAft>
              <a:buClrTx/>
              <a:buSzTx/>
              <a:buNone/>
              <a:tabLst/>
            </a:pPr>
            <a:r>
              <a:rPr lang="en-US" altLang="en-US" sz="1400" dirty="0">
                <a:latin typeface="Arial Unicode MS"/>
              </a:rPr>
              <a:t>- Or specify the requirement in .lib file for the respective pin </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1400" b="1" i="0" u="none" strike="noStrike" cap="none" normalizeH="0" baseline="0" dirty="0">
                <a:ln>
                  <a:noFill/>
                </a:ln>
                <a:solidFill>
                  <a:schemeClr val="tx1"/>
                </a:solidFill>
                <a:effectLst/>
                <a:latin typeface="Arial Unicode MS"/>
              </a:rPr>
              <a:t>To report min pulse width use:</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chemeClr val="tx1"/>
                </a:solidFill>
                <a:effectLst/>
                <a:latin typeface="Arial Unicode MS"/>
              </a:rPr>
              <a:t>- </a:t>
            </a:r>
            <a:r>
              <a:rPr kumimoji="0" lang="en-US" altLang="en-US" sz="1400" b="0" i="0" u="none" strike="noStrike" cap="none" normalizeH="0" baseline="0" dirty="0" err="1">
                <a:ln>
                  <a:noFill/>
                </a:ln>
                <a:solidFill>
                  <a:schemeClr val="tx1"/>
                </a:solidFill>
                <a:effectLst/>
                <a:latin typeface="Arial Unicode MS"/>
              </a:rPr>
              <a:t>report_min_pulse_width</a:t>
            </a:r>
            <a:endParaRPr kumimoji="0" lang="en-US" altLang="en-US" sz="1400" b="0" i="0" u="none" strike="noStrike" cap="none" normalizeH="0" baseline="0" dirty="0">
              <a:ln>
                <a:noFill/>
              </a:ln>
              <a:solidFill>
                <a:schemeClr val="tx1"/>
              </a:solidFill>
              <a:effectLst/>
              <a:latin typeface="Arial Unicode MS"/>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chemeClr val="tx1"/>
                </a:solidFill>
                <a:effectLst/>
                <a:latin typeface="Arial Unicode MS"/>
              </a:rPr>
              <a:t>- </a:t>
            </a:r>
            <a:r>
              <a:rPr kumimoji="0" lang="en-US" altLang="en-US" sz="1400" b="0" i="0" u="none" strike="noStrike" cap="none" normalizeH="0" baseline="0" dirty="0" err="1">
                <a:ln>
                  <a:noFill/>
                </a:ln>
                <a:solidFill>
                  <a:schemeClr val="tx1"/>
                </a:solidFill>
                <a:effectLst/>
                <a:latin typeface="Arial Unicode MS"/>
              </a:rPr>
              <a:t>report_constraint</a:t>
            </a:r>
            <a:r>
              <a:rPr kumimoji="0" lang="en-US" altLang="en-US" sz="1400" b="0" i="0" u="none" strike="noStrike" cap="none" normalizeH="0" baseline="0" dirty="0">
                <a:ln>
                  <a:noFill/>
                </a:ln>
                <a:solidFill>
                  <a:schemeClr val="tx1"/>
                </a:solidFill>
                <a:effectLst/>
                <a:latin typeface="Arial Unicode MS"/>
              </a:rPr>
              <a:t> -</a:t>
            </a:r>
            <a:r>
              <a:rPr kumimoji="0" lang="en-US" altLang="en-US" sz="1400" b="0" i="0" u="none" strike="noStrike" cap="none" normalizeH="0" baseline="0" dirty="0" err="1">
                <a:ln>
                  <a:noFill/>
                </a:ln>
                <a:solidFill>
                  <a:schemeClr val="tx1"/>
                </a:solidFill>
                <a:effectLst/>
                <a:latin typeface="Arial Unicode MS"/>
              </a:rPr>
              <a:t>min_pulse_width</a:t>
            </a:r>
            <a:endParaRPr kumimoji="0" lang="en-US" altLang="en-US" sz="3200" b="0" i="0" u="none" strike="noStrike" cap="none" normalizeH="0" baseline="0" dirty="0">
              <a:ln>
                <a:noFill/>
              </a:ln>
              <a:solidFill>
                <a:schemeClr val="tx1"/>
              </a:solidFill>
              <a:effectLst/>
              <a:latin typeface="Arial" panose="020B0604020202020204" pitchFamily="34" charset="0"/>
            </a:endParaRPr>
          </a:p>
        </p:txBody>
      </p:sp>
      <p:grpSp>
        <p:nvGrpSpPr>
          <p:cNvPr id="18512" name="Group 18511">
            <a:extLst>
              <a:ext uri="{FF2B5EF4-FFF2-40B4-BE49-F238E27FC236}">
                <a16:creationId xmlns:a16="http://schemas.microsoft.com/office/drawing/2014/main" id="{68E6FF6F-5BEA-31D4-2D51-B7555A5EF0E9}"/>
              </a:ext>
            </a:extLst>
          </p:cNvPr>
          <p:cNvGrpSpPr/>
          <p:nvPr/>
        </p:nvGrpSpPr>
        <p:grpSpPr>
          <a:xfrm>
            <a:off x="6927149" y="2198339"/>
            <a:ext cx="679449" cy="620712"/>
            <a:chOff x="7497764" y="2525713"/>
            <a:chExt cx="679449" cy="620712"/>
          </a:xfrm>
        </p:grpSpPr>
        <p:sp>
          <p:nvSpPr>
            <p:cNvPr id="18505" name="Rectangle 13">
              <a:extLst>
                <a:ext uri="{FF2B5EF4-FFF2-40B4-BE49-F238E27FC236}">
                  <a16:creationId xmlns:a16="http://schemas.microsoft.com/office/drawing/2014/main" id="{695739FA-0EB3-80EC-3B84-9FDB775248CF}"/>
                </a:ext>
              </a:extLst>
            </p:cNvPr>
            <p:cNvSpPr>
              <a:spLocks noChangeArrowheads="1"/>
            </p:cNvSpPr>
            <p:nvPr/>
          </p:nvSpPr>
          <p:spPr bwMode="auto">
            <a:xfrm>
              <a:off x="7650164" y="2525713"/>
              <a:ext cx="358775" cy="620712"/>
            </a:xfrm>
            <a:prstGeom prst="rect">
              <a:avLst/>
            </a:prstGeom>
            <a:solidFill>
              <a:schemeClr val="accent1"/>
            </a:solidFill>
            <a:ln w="9525" algn="ctr">
              <a:solidFill>
                <a:schemeClr val="tx1"/>
              </a:solidFill>
              <a:round/>
              <a:headEnd/>
              <a:tailEnd/>
            </a:ln>
          </p:spPr>
          <p:txBody>
            <a:bodyPr anchor="ct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sz="1800"/>
            </a:p>
          </p:txBody>
        </p:sp>
        <p:sp>
          <p:nvSpPr>
            <p:cNvPr id="18506" name="Isosceles Triangle 14">
              <a:extLst>
                <a:ext uri="{FF2B5EF4-FFF2-40B4-BE49-F238E27FC236}">
                  <a16:creationId xmlns:a16="http://schemas.microsoft.com/office/drawing/2014/main" id="{E5382E06-6F87-7BA0-F178-756E4B9E5AAD}"/>
                </a:ext>
              </a:extLst>
            </p:cNvPr>
            <p:cNvSpPr>
              <a:spLocks noChangeArrowheads="1"/>
            </p:cNvSpPr>
            <p:nvPr/>
          </p:nvSpPr>
          <p:spPr bwMode="auto">
            <a:xfrm rot="5400000">
              <a:off x="7655720" y="3013870"/>
              <a:ext cx="55563" cy="66675"/>
            </a:xfrm>
            <a:prstGeom prst="triangle">
              <a:avLst>
                <a:gd name="adj" fmla="val 50000"/>
              </a:avLst>
            </a:prstGeom>
            <a:solidFill>
              <a:schemeClr val="bg1"/>
            </a:solidFill>
            <a:ln w="9525" algn="ctr">
              <a:solidFill>
                <a:schemeClr val="tx1"/>
              </a:solidFill>
              <a:round/>
              <a:headEnd/>
              <a:tailEnd/>
            </a:ln>
          </p:spPr>
          <p:txBody>
            <a:bodyPr anchor="ct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sz="1800"/>
            </a:p>
          </p:txBody>
        </p:sp>
        <p:sp>
          <p:nvSpPr>
            <p:cNvPr id="18507" name="TextBox 18506">
              <a:extLst>
                <a:ext uri="{FF2B5EF4-FFF2-40B4-BE49-F238E27FC236}">
                  <a16:creationId xmlns:a16="http://schemas.microsoft.com/office/drawing/2014/main" id="{196BCF82-A1BE-D0CA-E708-FBD80A08025C}"/>
                </a:ext>
              </a:extLst>
            </p:cNvPr>
            <p:cNvSpPr txBox="1"/>
            <p:nvPr/>
          </p:nvSpPr>
          <p:spPr>
            <a:xfrm>
              <a:off x="7569201" y="2536826"/>
              <a:ext cx="500063" cy="246063"/>
            </a:xfrm>
            <a:prstGeom prst="rect">
              <a:avLst/>
            </a:prstGeom>
            <a:noFill/>
          </p:spPr>
          <p:txBody>
            <a:bodyPr wrap="none">
              <a:spAutoFit/>
            </a:bodyPr>
            <a:lstStyle/>
            <a:p>
              <a:pPr eaLnBrk="1" hangingPunct="1">
                <a:defRPr/>
              </a:pPr>
              <a:r>
                <a:rPr lang="en-US" sz="500" dirty="0">
                  <a:solidFill>
                    <a:schemeClr val="bg1"/>
                  </a:solidFill>
                  <a:latin typeface="Arial" charset="0"/>
                  <a:cs typeface="Arial" charset="0"/>
                </a:rPr>
                <a:t>   </a:t>
              </a:r>
              <a:r>
                <a:rPr lang="en-US" sz="1000" dirty="0">
                  <a:solidFill>
                    <a:schemeClr val="bg1"/>
                  </a:solidFill>
                  <a:latin typeface="Arial" charset="0"/>
                  <a:cs typeface="Arial" charset="0"/>
                </a:rPr>
                <a:t>D  Q</a:t>
              </a:r>
              <a:endParaRPr lang="en-US" sz="1050" dirty="0">
                <a:solidFill>
                  <a:schemeClr val="bg1"/>
                </a:solidFill>
                <a:latin typeface="Arial" charset="0"/>
                <a:cs typeface="Arial" charset="0"/>
              </a:endParaRPr>
            </a:p>
          </p:txBody>
        </p:sp>
        <p:sp>
          <p:nvSpPr>
            <p:cNvPr id="18508" name="TextBox 18507">
              <a:extLst>
                <a:ext uri="{FF2B5EF4-FFF2-40B4-BE49-F238E27FC236}">
                  <a16:creationId xmlns:a16="http://schemas.microsoft.com/office/drawing/2014/main" id="{B1403E07-934B-A61F-E986-E8447E0485DC}"/>
                </a:ext>
              </a:extLst>
            </p:cNvPr>
            <p:cNvSpPr txBox="1"/>
            <p:nvPr/>
          </p:nvSpPr>
          <p:spPr>
            <a:xfrm>
              <a:off x="7623176" y="2719389"/>
              <a:ext cx="447675" cy="415925"/>
            </a:xfrm>
            <a:prstGeom prst="rect">
              <a:avLst/>
            </a:prstGeom>
            <a:noFill/>
          </p:spPr>
          <p:txBody>
            <a:bodyPr wrap="none">
              <a:spAutoFit/>
            </a:bodyPr>
            <a:lstStyle/>
            <a:p>
              <a:pPr algn="ctr" eaLnBrk="1" hangingPunct="1">
                <a:defRPr/>
              </a:pPr>
              <a:endParaRPr lang="en-US" sz="1050" dirty="0">
                <a:solidFill>
                  <a:schemeClr val="bg1"/>
                </a:solidFill>
                <a:latin typeface="Arial" charset="0"/>
                <a:cs typeface="Arial" charset="0"/>
              </a:endParaRPr>
            </a:p>
            <a:p>
              <a:pPr algn="ctr" eaLnBrk="1" hangingPunct="1">
                <a:defRPr/>
              </a:pPr>
              <a:r>
                <a:rPr lang="en-US" sz="1050" dirty="0">
                  <a:solidFill>
                    <a:schemeClr val="bg1"/>
                  </a:solidFill>
                  <a:latin typeface="Arial" charset="0"/>
                  <a:cs typeface="Arial" charset="0"/>
                </a:rPr>
                <a:t>CLK</a:t>
              </a:r>
            </a:p>
          </p:txBody>
        </p:sp>
        <p:cxnSp>
          <p:nvCxnSpPr>
            <p:cNvPr id="18509" name="Straight Connector 17">
              <a:extLst>
                <a:ext uri="{FF2B5EF4-FFF2-40B4-BE49-F238E27FC236}">
                  <a16:creationId xmlns:a16="http://schemas.microsoft.com/office/drawing/2014/main" id="{4AE68861-EE47-85F3-8115-E6D4C3DC2924}"/>
                </a:ext>
              </a:extLst>
            </p:cNvPr>
            <p:cNvCxnSpPr>
              <a:cxnSpLocks noChangeShapeType="1"/>
            </p:cNvCxnSpPr>
            <p:nvPr/>
          </p:nvCxnSpPr>
          <p:spPr bwMode="auto">
            <a:xfrm>
              <a:off x="7497764" y="2641600"/>
              <a:ext cx="149225" cy="0"/>
            </a:xfrm>
            <a:prstGeom prst="line">
              <a:avLst/>
            </a:prstGeom>
            <a:noFill/>
            <a:ln w="9525" algn="ctr">
              <a:solidFill>
                <a:schemeClr val="tx1"/>
              </a:solidFill>
              <a:round/>
              <a:headEnd/>
              <a:tailEnd/>
            </a:ln>
          </p:spPr>
        </p:cxnSp>
        <p:cxnSp>
          <p:nvCxnSpPr>
            <p:cNvPr id="18510" name="Straight Connector 18">
              <a:extLst>
                <a:ext uri="{FF2B5EF4-FFF2-40B4-BE49-F238E27FC236}">
                  <a16:creationId xmlns:a16="http://schemas.microsoft.com/office/drawing/2014/main" id="{ADA66295-332C-6B50-5024-B361B74853FB}"/>
                </a:ext>
              </a:extLst>
            </p:cNvPr>
            <p:cNvCxnSpPr>
              <a:cxnSpLocks noChangeShapeType="1"/>
            </p:cNvCxnSpPr>
            <p:nvPr/>
          </p:nvCxnSpPr>
          <p:spPr bwMode="auto">
            <a:xfrm>
              <a:off x="8004175" y="2646363"/>
              <a:ext cx="173038" cy="0"/>
            </a:xfrm>
            <a:prstGeom prst="line">
              <a:avLst/>
            </a:prstGeom>
            <a:noFill/>
            <a:ln w="9525" algn="ctr">
              <a:solidFill>
                <a:schemeClr val="tx1"/>
              </a:solidFill>
              <a:round/>
              <a:headEnd/>
              <a:tailEnd/>
            </a:ln>
          </p:spPr>
        </p:cxnSp>
        <p:sp>
          <p:nvSpPr>
            <p:cNvPr id="18511" name="Oval 20">
              <a:extLst>
                <a:ext uri="{FF2B5EF4-FFF2-40B4-BE49-F238E27FC236}">
                  <a16:creationId xmlns:a16="http://schemas.microsoft.com/office/drawing/2014/main" id="{4B32C7AC-F4FB-D174-3A85-14348EA9354D}"/>
                </a:ext>
              </a:extLst>
            </p:cNvPr>
            <p:cNvSpPr>
              <a:spLocks noChangeArrowheads="1"/>
            </p:cNvSpPr>
            <p:nvPr/>
          </p:nvSpPr>
          <p:spPr bwMode="auto">
            <a:xfrm>
              <a:off x="7570789" y="2803526"/>
              <a:ext cx="73025" cy="73025"/>
            </a:xfrm>
            <a:prstGeom prst="ellipse">
              <a:avLst/>
            </a:prstGeom>
            <a:solidFill>
              <a:schemeClr val="accent1"/>
            </a:solidFill>
            <a:ln w="9525" algn="ctr">
              <a:solidFill>
                <a:schemeClr val="tx1"/>
              </a:solidFill>
              <a:round/>
              <a:headEnd/>
              <a:tailEnd/>
            </a:ln>
          </p:spPr>
          <p:txBody>
            <a:bodyPr anchor="ct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ru-RU" altLang="en-US" sz="1800"/>
            </a:p>
          </p:txBody>
        </p:sp>
      </p:grpSp>
      <p:sp>
        <p:nvSpPr>
          <p:cNvPr id="18513" name="TextBox 18512">
            <a:extLst>
              <a:ext uri="{FF2B5EF4-FFF2-40B4-BE49-F238E27FC236}">
                <a16:creationId xmlns:a16="http://schemas.microsoft.com/office/drawing/2014/main" id="{6DD5C39A-92A5-289E-633D-2DFC03F60B51}"/>
              </a:ext>
            </a:extLst>
          </p:cNvPr>
          <p:cNvSpPr txBox="1"/>
          <p:nvPr/>
        </p:nvSpPr>
        <p:spPr>
          <a:xfrm>
            <a:off x="7146222" y="1110029"/>
            <a:ext cx="4820916" cy="830997"/>
          </a:xfrm>
          <a:prstGeom prst="rect">
            <a:avLst/>
          </a:prstGeom>
          <a:noFill/>
        </p:spPr>
        <p:txBody>
          <a:bodyPr wrap="square" rtlCol="0">
            <a:spAutoFit/>
          </a:bodyPr>
          <a:lstStyle/>
          <a:p>
            <a:pPr algn="l"/>
            <a:r>
              <a:rPr lang="en-US" sz="1600" dirty="0" err="1"/>
              <a:t>Min_pulse_width</a:t>
            </a:r>
            <a:r>
              <a:rPr lang="en-US" sz="1600" dirty="0"/>
              <a:t> of CLK pin is usually included in the .lib. If not specify with </a:t>
            </a:r>
            <a:r>
              <a:rPr kumimoji="0" lang="en-US" altLang="en-US" sz="1600" b="0" i="0" u="none" strike="noStrike" cap="none" normalizeH="0" baseline="0" dirty="0" err="1">
                <a:ln>
                  <a:noFill/>
                </a:ln>
                <a:solidFill>
                  <a:schemeClr val="tx1"/>
                </a:solidFill>
                <a:effectLst/>
                <a:latin typeface="Arial Unicode MS"/>
              </a:rPr>
              <a:t>set_min_pulse_width</a:t>
            </a:r>
            <a:r>
              <a:rPr kumimoji="0" lang="en-US" altLang="en-US" sz="1600" b="0" i="0" u="none" strike="noStrike" cap="none" normalizeH="0" baseline="0" dirty="0">
                <a:ln>
                  <a:noFill/>
                </a:ln>
                <a:solidFill>
                  <a:schemeClr val="tx1"/>
                </a:solidFill>
                <a:effectLst/>
                <a:latin typeface="Arial Unicode MS"/>
              </a:rPr>
              <a:t> command </a:t>
            </a:r>
            <a:endParaRPr lang="en-US" sz="1600" dirty="0"/>
          </a:p>
        </p:txBody>
      </p:sp>
      <p:cxnSp>
        <p:nvCxnSpPr>
          <p:cNvPr id="18515" name="Connector: Curved 18514">
            <a:extLst>
              <a:ext uri="{FF2B5EF4-FFF2-40B4-BE49-F238E27FC236}">
                <a16:creationId xmlns:a16="http://schemas.microsoft.com/office/drawing/2014/main" id="{022DAF19-09FF-CC4D-5FC6-CC4F63796020}"/>
              </a:ext>
            </a:extLst>
          </p:cNvPr>
          <p:cNvCxnSpPr>
            <a:cxnSpLocks/>
          </p:cNvCxnSpPr>
          <p:nvPr/>
        </p:nvCxnSpPr>
        <p:spPr>
          <a:xfrm rot="10800000" flipV="1">
            <a:off x="7050974" y="1500992"/>
            <a:ext cx="93663" cy="1206073"/>
          </a:xfrm>
          <a:prstGeom prst="curvedConnector3">
            <a:avLst>
              <a:gd name="adj1" fmla="val 516947"/>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8523" name="TextBox 18522">
            <a:extLst>
              <a:ext uri="{FF2B5EF4-FFF2-40B4-BE49-F238E27FC236}">
                <a16:creationId xmlns:a16="http://schemas.microsoft.com/office/drawing/2014/main" id="{3A633622-3C6A-561E-D284-473607217DDD}"/>
              </a:ext>
            </a:extLst>
          </p:cNvPr>
          <p:cNvSpPr txBox="1"/>
          <p:nvPr/>
        </p:nvSpPr>
        <p:spPr>
          <a:xfrm>
            <a:off x="8351401" y="4153030"/>
            <a:ext cx="3615737" cy="830997"/>
          </a:xfrm>
          <a:prstGeom prst="rect">
            <a:avLst/>
          </a:prstGeom>
          <a:noFill/>
        </p:spPr>
        <p:txBody>
          <a:bodyPr wrap="square" rtlCol="0">
            <a:spAutoFit/>
          </a:bodyPr>
          <a:lstStyle/>
          <a:p>
            <a:pPr algn="l"/>
            <a:r>
              <a:rPr lang="en-US" sz="1200" dirty="0"/>
              <a:t>In this example if </a:t>
            </a:r>
            <a:r>
              <a:rPr lang="en-US" sz="1200" dirty="0" err="1"/>
              <a:t>min_pulse_width</a:t>
            </a:r>
            <a:r>
              <a:rPr lang="en-US" sz="1200" dirty="0"/>
              <a:t> constraint on flipflop/CLK pin is i.e. 0.5ns (for both high and low) The actual pulse width for high (0.47ns) will be violating the min pulse width constraint.</a:t>
            </a:r>
          </a:p>
        </p:txBody>
      </p:sp>
    </p:spTree>
    <p:extLst>
      <p:ext uri="{BB962C8B-B14F-4D97-AF65-F5344CB8AC3E}">
        <p14:creationId xmlns:p14="http://schemas.microsoft.com/office/powerpoint/2010/main" val="24719835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632813559"/>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SYNOPSYS:STMTNUMBER" val="1"/>
  <p:tag name="SYNOPSYS:CONSTMT" val="1"/>
</p:tagLst>
</file>

<file path=ppt/tags/tag2.xml><?xml version="1.0" encoding="utf-8"?>
<p:tagLst xmlns:a="http://schemas.openxmlformats.org/drawingml/2006/main" xmlns:r="http://schemas.openxmlformats.org/officeDocument/2006/relationships" xmlns:p="http://schemas.openxmlformats.org/presentationml/2006/main">
  <p:tag name="SYNOPSYS-SHAPE" val="Y"/>
</p:tagLst>
</file>

<file path=ppt/tags/tag3.xml><?xml version="1.0" encoding="utf-8"?>
<p:tagLst xmlns:a="http://schemas.openxmlformats.org/drawingml/2006/main" xmlns:r="http://schemas.openxmlformats.org/officeDocument/2006/relationships" xmlns:p="http://schemas.openxmlformats.org/presentationml/2006/main">
  <p:tag name="SYNOPSYS-SHAPE" val="Y"/>
</p:tagLst>
</file>

<file path=ppt/tags/tag4.xml><?xml version="1.0" encoding="utf-8"?>
<p:tagLst xmlns:a="http://schemas.openxmlformats.org/drawingml/2006/main" xmlns:r="http://schemas.openxmlformats.org/officeDocument/2006/relationships" xmlns:p="http://schemas.openxmlformats.org/presentationml/2006/main">
  <p:tag name="SYNOPSYS-TEMPLATE-001" val="9/10/2018 5:47:52 PM"/>
  <p:tag name="SYNOPSYS-SHAPE" val="Y"/>
</p:tagLst>
</file>

<file path=ppt/tags/tag5.xml><?xml version="1.0" encoding="utf-8"?>
<p:tagLst xmlns:a="http://schemas.openxmlformats.org/drawingml/2006/main" xmlns:r="http://schemas.openxmlformats.org/officeDocument/2006/relationships" xmlns:p="http://schemas.openxmlformats.org/presentationml/2006/main">
  <p:tag name="SYNOPSYS-SHAPE" val="Y"/>
</p:tagLst>
</file>

<file path=ppt/tags/tag6.xml><?xml version="1.0" encoding="utf-8"?>
<p:tagLst xmlns:a="http://schemas.openxmlformats.org/drawingml/2006/main" xmlns:r="http://schemas.openxmlformats.org/officeDocument/2006/relationships" xmlns:p="http://schemas.openxmlformats.org/presentationml/2006/main">
  <p:tag name="SYNOPSYS:CONSTMT" val="TagValue"/>
  <p:tag name="SYNOPSYS-SHAPE" val="Y"/>
</p:tagLst>
</file>

<file path=ppt/tags/tag7.xml><?xml version="1.0" encoding="utf-8"?>
<p:tagLst xmlns:a="http://schemas.openxmlformats.org/drawingml/2006/main" xmlns:r="http://schemas.openxmlformats.org/officeDocument/2006/relationships" xmlns:p="http://schemas.openxmlformats.org/presentationml/2006/main">
  <p:tag name="SYNOPSYS:CONSTMT" val="TagValue"/>
  <p:tag name="SYNOPSYS-SHAPE" val="Y"/>
</p:tagLst>
</file>

<file path=ppt/tags/tag8.xml><?xml version="1.0" encoding="utf-8"?>
<p:tagLst xmlns:a="http://schemas.openxmlformats.org/drawingml/2006/main" xmlns:r="http://schemas.openxmlformats.org/officeDocument/2006/relationships" xmlns:p="http://schemas.openxmlformats.org/presentationml/2006/main">
  <p:tag name="SYNOPSYS-SHAPE" val="Y"/>
</p:tagLst>
</file>

<file path=ppt/tags/tag9.xml><?xml version="1.0" encoding="utf-8"?>
<p:tagLst xmlns:a="http://schemas.openxmlformats.org/drawingml/2006/main" xmlns:r="http://schemas.openxmlformats.org/officeDocument/2006/relationships" xmlns:p="http://schemas.openxmlformats.org/presentationml/2006/main">
  <p:tag name="SYNOPSYS-SHAPE" val="Y"/>
</p:tagLst>
</file>

<file path=ppt/tags/tag10.xml><?xml version="1.0" encoding="utf-8"?>
<p:tagLst xmlns:a="http://schemas.openxmlformats.org/drawingml/2006/main" xmlns:r="http://schemas.openxmlformats.org/officeDocument/2006/relationships" xmlns:p="http://schemas.openxmlformats.org/presentationml/2006/main">
  <p:tag name="SYNOPSYS-SHAPE" val="Y"/>
</p:tagLst>
</file>

<file path=ppt/tags/tag11.xml><?xml version="1.0" encoding="utf-8"?>
<p:tagLst xmlns:a="http://schemas.openxmlformats.org/drawingml/2006/main" xmlns:r="http://schemas.openxmlformats.org/officeDocument/2006/relationships" xmlns:p="http://schemas.openxmlformats.org/presentationml/2006/main">
  <p:tag name="SYNOPSYS-SHAPE" val="Y"/>
</p:tagLst>
</file>

<file path=ppt/tags/tag12.xml><?xml version="1.0" encoding="utf-8"?>
<p:tagLst xmlns:a="http://schemas.openxmlformats.org/drawingml/2006/main" xmlns:r="http://schemas.openxmlformats.org/officeDocument/2006/relationships" xmlns:p="http://schemas.openxmlformats.org/presentationml/2006/main">
  <p:tag name="SYNOPSYS-SHAPE" val="Y"/>
</p:tagLst>
</file>

<file path=ppt/tags/tag13.xml><?xml version="1.0" encoding="utf-8"?>
<p:tagLst xmlns:a="http://schemas.openxmlformats.org/drawingml/2006/main" xmlns:r="http://schemas.openxmlformats.org/officeDocument/2006/relationships" xmlns:p="http://schemas.openxmlformats.org/presentationml/2006/main">
  <p:tag name="SYNOPSYS-SHAPE" val="Y"/>
</p:tagLst>
</file>

<file path=ppt/tags/tag14.xml><?xml version="1.0" encoding="utf-8"?>
<p:tagLst xmlns:a="http://schemas.openxmlformats.org/drawingml/2006/main" xmlns:r="http://schemas.openxmlformats.org/officeDocument/2006/relationships" xmlns:p="http://schemas.openxmlformats.org/presentationml/2006/main">
  <p:tag name="SYNOPSYS-SHAPE" val="Y"/>
</p:tagLst>
</file>

<file path=ppt/tags/tag15.xml><?xml version="1.0" encoding="utf-8"?>
<p:tagLst xmlns:a="http://schemas.openxmlformats.org/drawingml/2006/main" xmlns:r="http://schemas.openxmlformats.org/officeDocument/2006/relationships" xmlns:p="http://schemas.openxmlformats.org/presentationml/2006/main">
  <p:tag name="SYNOPSYS-SHAPE" val="Y"/>
</p:tagLst>
</file>

<file path=ppt/tags/tag16.xml><?xml version="1.0" encoding="utf-8"?>
<p:tagLst xmlns:a="http://schemas.openxmlformats.org/drawingml/2006/main" xmlns:r="http://schemas.openxmlformats.org/officeDocument/2006/relationships" xmlns:p="http://schemas.openxmlformats.org/presentationml/2006/main">
  <p:tag name="SYNOPSYS-SHAPE" val="Y"/>
</p:tagLst>
</file>

<file path=ppt/tags/tag17.xml><?xml version="1.0" encoding="utf-8"?>
<p:tagLst xmlns:a="http://schemas.openxmlformats.org/drawingml/2006/main" xmlns:r="http://schemas.openxmlformats.org/officeDocument/2006/relationships" xmlns:p="http://schemas.openxmlformats.org/presentationml/2006/main">
  <p:tag name="SYNOPSYS:CONSTMT" val="TagValue"/>
  <p:tag name="SYNOPSYS-SHAPE" val="Y"/>
</p:tagLst>
</file>

<file path=ppt/tags/tag18.xml><?xml version="1.0" encoding="utf-8"?>
<p:tagLst xmlns:a="http://schemas.openxmlformats.org/drawingml/2006/main" xmlns:r="http://schemas.openxmlformats.org/officeDocument/2006/relationships" xmlns:p="http://schemas.openxmlformats.org/presentationml/2006/main">
  <p:tag name="SYNOPSYS-SHAPE" val="Y"/>
</p:tagLst>
</file>

<file path=ppt/tags/tag19.xml><?xml version="1.0" encoding="utf-8"?>
<p:tagLst xmlns:a="http://schemas.openxmlformats.org/drawingml/2006/main" xmlns:r="http://schemas.openxmlformats.org/officeDocument/2006/relationships" xmlns:p="http://schemas.openxmlformats.org/presentationml/2006/main">
  <p:tag name="SYNOPSYS-SHAPE" val="Y"/>
</p:tagLst>
</file>

<file path=ppt/tags/tag20.xml><?xml version="1.0" encoding="utf-8"?>
<p:tagLst xmlns:a="http://schemas.openxmlformats.org/drawingml/2006/main" xmlns:r="http://schemas.openxmlformats.org/officeDocument/2006/relationships" xmlns:p="http://schemas.openxmlformats.org/presentationml/2006/main">
  <p:tag name="SYNOPSYS-SHAPE" val="Y"/>
</p:tagLst>
</file>

<file path=ppt/tags/tag21.xml><?xml version="1.0" encoding="utf-8"?>
<p:tagLst xmlns:a="http://schemas.openxmlformats.org/drawingml/2006/main" xmlns:r="http://schemas.openxmlformats.org/officeDocument/2006/relationships" xmlns:p="http://schemas.openxmlformats.org/presentationml/2006/main">
  <p:tag name="SYNOPSYS-SHAPE" val="Y"/>
</p:tagLst>
</file>

<file path=ppt/tags/tag22.xml><?xml version="1.0" encoding="utf-8"?>
<p:tagLst xmlns:a="http://schemas.openxmlformats.org/drawingml/2006/main" xmlns:r="http://schemas.openxmlformats.org/officeDocument/2006/relationships" xmlns:p="http://schemas.openxmlformats.org/presentationml/2006/main">
  <p:tag name="SYNOPSYS-SHAPE" val="Y"/>
</p:tagLst>
</file>

<file path=ppt/tags/tag23.xml><?xml version="1.0" encoding="utf-8"?>
<p:tagLst xmlns:a="http://schemas.openxmlformats.org/drawingml/2006/main" xmlns:r="http://schemas.openxmlformats.org/officeDocument/2006/relationships" xmlns:p="http://schemas.openxmlformats.org/presentationml/2006/main">
  <p:tag name="SYNOPSYS-SHAPE" val="Y"/>
</p:tagLst>
</file>

<file path=ppt/tags/tag24.xml><?xml version="1.0" encoding="utf-8"?>
<p:tagLst xmlns:a="http://schemas.openxmlformats.org/drawingml/2006/main" xmlns:r="http://schemas.openxmlformats.org/officeDocument/2006/relationships" xmlns:p="http://schemas.openxmlformats.org/presentationml/2006/main">
  <p:tag name="SYNOPSYS-SHAPE" val="Y"/>
</p:tagLst>
</file>

<file path=ppt/tags/tag25.xml><?xml version="1.0" encoding="utf-8"?>
<p:tagLst xmlns:a="http://schemas.openxmlformats.org/drawingml/2006/main" xmlns:r="http://schemas.openxmlformats.org/officeDocument/2006/relationships" xmlns:p="http://schemas.openxmlformats.org/presentationml/2006/main">
  <p:tag name="SYNOPSYS-SHAPE" val="Y"/>
</p:tagLst>
</file>

<file path=ppt/tags/tag26.xml><?xml version="1.0" encoding="utf-8"?>
<p:tagLst xmlns:a="http://schemas.openxmlformats.org/drawingml/2006/main" xmlns:r="http://schemas.openxmlformats.org/officeDocument/2006/relationships" xmlns:p="http://schemas.openxmlformats.org/presentationml/2006/main">
  <p:tag name="SYNOPSYS-SHAPE" val="Y"/>
</p:tagLst>
</file>

<file path=ppt/tags/tag27.xml><?xml version="1.0" encoding="utf-8"?>
<p:tagLst xmlns:a="http://schemas.openxmlformats.org/drawingml/2006/main" xmlns:r="http://schemas.openxmlformats.org/officeDocument/2006/relationships" xmlns:p="http://schemas.openxmlformats.org/presentationml/2006/main">
  <p:tag name="SYNOPSYS-SHAPE" val="Y"/>
</p:tagLst>
</file>

<file path=ppt/tags/tag28.xml><?xml version="1.0" encoding="utf-8"?>
<p:tagLst xmlns:a="http://schemas.openxmlformats.org/drawingml/2006/main" xmlns:r="http://schemas.openxmlformats.org/officeDocument/2006/relationships" xmlns:p="http://schemas.openxmlformats.org/presentationml/2006/main">
  <p:tag name="SYNOPSYS-SHAPE" val="Y"/>
</p:tagLst>
</file>

<file path=ppt/tags/tag29.xml><?xml version="1.0" encoding="utf-8"?>
<p:tagLst xmlns:a="http://schemas.openxmlformats.org/drawingml/2006/main" xmlns:r="http://schemas.openxmlformats.org/officeDocument/2006/relationships" xmlns:p="http://schemas.openxmlformats.org/presentationml/2006/main">
  <p:tag name="SYNOPSYS-SHAPE" val="Y"/>
</p:tagLst>
</file>

<file path=ppt/tags/tag30.xml><?xml version="1.0" encoding="utf-8"?>
<p:tagLst xmlns:a="http://schemas.openxmlformats.org/drawingml/2006/main" xmlns:r="http://schemas.openxmlformats.org/officeDocument/2006/relationships" xmlns:p="http://schemas.openxmlformats.org/presentationml/2006/main">
  <p:tag name="SYNOPSYS-SHAPE" val="Y"/>
</p:tagLst>
</file>

<file path=ppt/tags/tag31.xml><?xml version="1.0" encoding="utf-8"?>
<p:tagLst xmlns:a="http://schemas.openxmlformats.org/drawingml/2006/main" xmlns:r="http://schemas.openxmlformats.org/officeDocument/2006/relationships" xmlns:p="http://schemas.openxmlformats.org/presentationml/2006/main">
  <p:tag name="SYNOPSYS-SHAPE" val="Y"/>
</p:tagLst>
</file>

<file path=ppt/tags/tag32.xml><?xml version="1.0" encoding="utf-8"?>
<p:tagLst xmlns:a="http://schemas.openxmlformats.org/drawingml/2006/main" xmlns:r="http://schemas.openxmlformats.org/officeDocument/2006/relationships" xmlns:p="http://schemas.openxmlformats.org/presentationml/2006/main">
  <p:tag name="SYNOPSYS-SHAPE" val="Y"/>
</p:tagLst>
</file>

<file path=ppt/tags/tag33.xml><?xml version="1.0" encoding="utf-8"?>
<p:tagLst xmlns:a="http://schemas.openxmlformats.org/drawingml/2006/main" xmlns:r="http://schemas.openxmlformats.org/officeDocument/2006/relationships" xmlns:p="http://schemas.openxmlformats.org/presentationml/2006/main">
  <p:tag name="SYNOPSYS-SHAPE" val="Y"/>
</p:tagLst>
</file>

<file path=ppt/tags/tag34.xml><?xml version="1.0" encoding="utf-8"?>
<p:tagLst xmlns:a="http://schemas.openxmlformats.org/drawingml/2006/main" xmlns:r="http://schemas.openxmlformats.org/officeDocument/2006/relationships" xmlns:p="http://schemas.openxmlformats.org/presentationml/2006/main">
  <p:tag name="SYNOPSYS-SHAPE" val="Y"/>
</p:tagLst>
</file>

<file path=ppt/tags/tag35.xml><?xml version="1.0" encoding="utf-8"?>
<p:tagLst xmlns:a="http://schemas.openxmlformats.org/drawingml/2006/main" xmlns:r="http://schemas.openxmlformats.org/officeDocument/2006/relationships" xmlns:p="http://schemas.openxmlformats.org/presentationml/2006/main">
  <p:tag name="SYNOPSYS-SHAPE" val="Y"/>
</p:tagLst>
</file>

<file path=ppt/tags/tag36.xml><?xml version="1.0" encoding="utf-8"?>
<p:tagLst xmlns:a="http://schemas.openxmlformats.org/drawingml/2006/main" xmlns:r="http://schemas.openxmlformats.org/officeDocument/2006/relationships" xmlns:p="http://schemas.openxmlformats.org/presentationml/2006/main">
  <p:tag name="SYNOPSYS-SHAPE" val="Y"/>
</p:tagLst>
</file>

<file path=ppt/tags/tag37.xml><?xml version="1.0" encoding="utf-8"?>
<p:tagLst xmlns:a="http://schemas.openxmlformats.org/drawingml/2006/main" xmlns:r="http://schemas.openxmlformats.org/officeDocument/2006/relationships" xmlns:p="http://schemas.openxmlformats.org/presentationml/2006/main">
  <p:tag name="SYNOPSYS-SHAPE" val="Y"/>
</p:tagLst>
</file>

<file path=ppt/tags/tag38.xml><?xml version="1.0" encoding="utf-8"?>
<p:tagLst xmlns:a="http://schemas.openxmlformats.org/drawingml/2006/main" xmlns:r="http://schemas.openxmlformats.org/officeDocument/2006/relationships" xmlns:p="http://schemas.openxmlformats.org/presentationml/2006/main">
  <p:tag name="SYNOPSYS:CONSTMT" val="TagValue"/>
  <p:tag name="SYNOPSYS-SHAPE" val="Y"/>
</p:tagLst>
</file>

<file path=ppt/tags/tag39.xml><?xml version="1.0" encoding="utf-8"?>
<p:tagLst xmlns:a="http://schemas.openxmlformats.org/drawingml/2006/main" xmlns:r="http://schemas.openxmlformats.org/officeDocument/2006/relationships" xmlns:p="http://schemas.openxmlformats.org/presentationml/2006/main">
  <p:tag name="SYNOPSYS-SHAPE" val="Y"/>
</p:tagLst>
</file>

<file path=ppt/tags/tag40.xml><?xml version="1.0" encoding="utf-8"?>
<p:tagLst xmlns:a="http://schemas.openxmlformats.org/drawingml/2006/main" xmlns:r="http://schemas.openxmlformats.org/officeDocument/2006/relationships" xmlns:p="http://schemas.openxmlformats.org/presentationml/2006/main">
  <p:tag name="SYNOPSYS-SHAPE" val="Y"/>
</p:tagLst>
</file>

<file path=ppt/tags/tag41.xml><?xml version="1.0" encoding="utf-8"?>
<p:tagLst xmlns:a="http://schemas.openxmlformats.org/drawingml/2006/main" xmlns:r="http://schemas.openxmlformats.org/officeDocument/2006/relationships" xmlns:p="http://schemas.openxmlformats.org/presentationml/2006/main">
  <p:tag name="SYNOPSYS-SHAPE" val="Y"/>
</p:tagLst>
</file>

<file path=ppt/tags/tag42.xml><?xml version="1.0" encoding="utf-8"?>
<p:tagLst xmlns:a="http://schemas.openxmlformats.org/drawingml/2006/main" xmlns:r="http://schemas.openxmlformats.org/officeDocument/2006/relationships" xmlns:p="http://schemas.openxmlformats.org/presentationml/2006/main">
  <p:tag name="SYNOPSYS-SHAPE" val="Y"/>
</p:tagLst>
</file>

<file path=ppt/tags/tag43.xml><?xml version="1.0" encoding="utf-8"?>
<p:tagLst xmlns:a="http://schemas.openxmlformats.org/drawingml/2006/main" xmlns:r="http://schemas.openxmlformats.org/officeDocument/2006/relationships" xmlns:p="http://schemas.openxmlformats.org/presentationml/2006/main">
  <p:tag name="SYNOPSYS-SHAPE" val="Y"/>
</p:tagLst>
</file>

<file path=ppt/tags/tag44.xml><?xml version="1.0" encoding="utf-8"?>
<p:tagLst xmlns:a="http://schemas.openxmlformats.org/drawingml/2006/main" xmlns:r="http://schemas.openxmlformats.org/officeDocument/2006/relationships" xmlns:p="http://schemas.openxmlformats.org/presentationml/2006/main">
  <p:tag name="SYNOPSYS-SHAPE" val="Y"/>
</p:tagLst>
</file>

<file path=ppt/tags/tag45.xml><?xml version="1.0" encoding="utf-8"?>
<p:tagLst xmlns:a="http://schemas.openxmlformats.org/drawingml/2006/main" xmlns:r="http://schemas.openxmlformats.org/officeDocument/2006/relationships" xmlns:p="http://schemas.openxmlformats.org/presentationml/2006/main">
  <p:tag name="SYNOPSYS-SHAPE" val="Y"/>
</p:tagLst>
</file>

<file path=ppt/tags/tag46.xml><?xml version="1.0" encoding="utf-8"?>
<p:tagLst xmlns:a="http://schemas.openxmlformats.org/drawingml/2006/main" xmlns:r="http://schemas.openxmlformats.org/officeDocument/2006/relationships" xmlns:p="http://schemas.openxmlformats.org/presentationml/2006/main">
  <p:tag name="SYNOPSYS-SHAPE" val="Y"/>
</p:tagLst>
</file>

<file path=ppt/tags/tag47.xml><?xml version="1.0" encoding="utf-8"?>
<p:tagLst xmlns:a="http://schemas.openxmlformats.org/drawingml/2006/main" xmlns:r="http://schemas.openxmlformats.org/officeDocument/2006/relationships" xmlns:p="http://schemas.openxmlformats.org/presentationml/2006/main">
  <p:tag name="SYNOPSYS-SHAPE" val="Y"/>
</p:tagLst>
</file>

<file path=ppt/tags/tag48.xml><?xml version="1.0" encoding="utf-8"?>
<p:tagLst xmlns:a="http://schemas.openxmlformats.org/drawingml/2006/main" xmlns:r="http://schemas.openxmlformats.org/officeDocument/2006/relationships" xmlns:p="http://schemas.openxmlformats.org/presentationml/2006/main">
  <p:tag name="SYNOPSYS-SHAPE" val="Y"/>
</p:tagLst>
</file>

<file path=ppt/tags/tag49.xml><?xml version="1.0" encoding="utf-8"?>
<p:tagLst xmlns:a="http://schemas.openxmlformats.org/drawingml/2006/main" xmlns:r="http://schemas.openxmlformats.org/officeDocument/2006/relationships" xmlns:p="http://schemas.openxmlformats.org/presentationml/2006/main">
  <p:tag name="SYNOPSYS-SHAPE" val="Y"/>
</p:tagLst>
</file>

<file path=ppt/tags/tag50.xml><?xml version="1.0" encoding="utf-8"?>
<p:tagLst xmlns:a="http://schemas.openxmlformats.org/drawingml/2006/main" xmlns:r="http://schemas.openxmlformats.org/officeDocument/2006/relationships" xmlns:p="http://schemas.openxmlformats.org/presentationml/2006/main">
  <p:tag name="SYNOPSYS-SHAPE" val="Y"/>
</p:tagLst>
</file>

<file path=ppt/tags/tag51.xml><?xml version="1.0" encoding="utf-8"?>
<p:tagLst xmlns:a="http://schemas.openxmlformats.org/drawingml/2006/main" xmlns:r="http://schemas.openxmlformats.org/officeDocument/2006/relationships" xmlns:p="http://schemas.openxmlformats.org/presentationml/2006/main">
  <p:tag name="SYNOPSYS-SHAPE" val="Y"/>
</p:tagLst>
</file>

<file path=ppt/tags/tag52.xml><?xml version="1.0" encoding="utf-8"?>
<p:tagLst xmlns:a="http://schemas.openxmlformats.org/drawingml/2006/main" xmlns:r="http://schemas.openxmlformats.org/officeDocument/2006/relationships" xmlns:p="http://schemas.openxmlformats.org/presentationml/2006/main">
  <p:tag name="SYNOPSYS-SHAPE" val="Y"/>
</p:tagLst>
</file>

<file path=ppt/tags/tag53.xml><?xml version="1.0" encoding="utf-8"?>
<p:tagLst xmlns:a="http://schemas.openxmlformats.org/drawingml/2006/main" xmlns:r="http://schemas.openxmlformats.org/officeDocument/2006/relationships" xmlns:p="http://schemas.openxmlformats.org/presentationml/2006/main">
  <p:tag name="SYNOPSYS:CONSTMT" val="TagValue"/>
  <p:tag name="SYNOPSYS-SHAPE" val="Y"/>
</p:tagLst>
</file>

<file path=ppt/tags/tag54.xml><?xml version="1.0" encoding="utf-8"?>
<p:tagLst xmlns:a="http://schemas.openxmlformats.org/drawingml/2006/main" xmlns:r="http://schemas.openxmlformats.org/officeDocument/2006/relationships" xmlns:p="http://schemas.openxmlformats.org/presentationml/2006/main">
  <p:tag name="SYNOPSYS-SHAPE" val="Y"/>
</p:tagLst>
</file>

<file path=ppt/tags/tag55.xml><?xml version="1.0" encoding="utf-8"?>
<p:tagLst xmlns:a="http://schemas.openxmlformats.org/drawingml/2006/main" xmlns:r="http://schemas.openxmlformats.org/officeDocument/2006/relationships" xmlns:p="http://schemas.openxmlformats.org/presentationml/2006/main">
  <p:tag name="SYNOPSYS-SHAPE" val="Y"/>
</p:tagLst>
</file>

<file path=ppt/theme/theme1.xml><?xml version="1.0" encoding="utf-8"?>
<a:theme xmlns:a="http://schemas.openxmlformats.org/drawingml/2006/main" name="2_Synopsys_2019">
  <a:themeElements>
    <a:clrScheme name="Synopsys">
      <a:dk1>
        <a:sysClr val="windowText" lastClr="000000"/>
      </a:dk1>
      <a:lt1>
        <a:sysClr val="window" lastClr="FFFFFF"/>
      </a:lt1>
      <a:dk2>
        <a:srgbClr val="000000"/>
      </a:dk2>
      <a:lt2>
        <a:srgbClr val="FFFFFF"/>
      </a:lt2>
      <a:accent1>
        <a:srgbClr val="4F2683"/>
      </a:accent1>
      <a:accent2>
        <a:srgbClr val="F69008"/>
      </a:accent2>
      <a:accent3>
        <a:srgbClr val="46AA42"/>
      </a:accent3>
      <a:accent4>
        <a:srgbClr val="F50505"/>
      </a:accent4>
      <a:accent5>
        <a:srgbClr val="B4B2B0"/>
      </a:accent5>
      <a:accent6>
        <a:srgbClr val="00638A"/>
      </a:accent6>
      <a:hlink>
        <a:srgbClr val="0000FF"/>
      </a:hlink>
      <a:folHlink>
        <a:srgbClr val="800080"/>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t"/>
      <a:lstStyle>
        <a:defPPr algn="l">
          <a:defRPr sz="1800"/>
        </a:defPPr>
      </a:lstStyle>
      <a:style>
        <a:lnRef idx="2">
          <a:schemeClr val="accent1">
            <a:shade val="50000"/>
          </a:schemeClr>
        </a:lnRef>
        <a:fillRef idx="1">
          <a:schemeClr val="accent1"/>
        </a:fillRef>
        <a:effectRef idx="0">
          <a:schemeClr val="accent1"/>
        </a:effectRef>
        <a:fontRef idx="minor">
          <a:schemeClr val="lt1"/>
        </a:fontRef>
      </a:style>
    </a:spDef>
    <a:lnDef>
      <a:spPr>
        <a:ln w="12700">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rtlCol="0">
        <a:spAutoFit/>
      </a:bodyPr>
      <a:lstStyle>
        <a:defPPr algn="l">
          <a:defRPr sz="2000"/>
        </a:defPPr>
      </a:lstStyle>
    </a:txDef>
  </a:objectDefaults>
  <a:extraClrSchemeLst/>
  <a:custClrLst>
    <a:custClr name="Light Purple">
      <a:srgbClr val="8446AD"/>
    </a:custClr>
    <a:custClr name="Midnight Blue">
      <a:srgbClr val="244289"/>
    </a:custClr>
    <a:custClr name="Teal">
      <a:srgbClr val="00AAB8"/>
    </a:custClr>
    <a:custClr name="Yellow">
      <a:srgbClr val="FFB718"/>
    </a:custClr>
    <a:custClr name="Aquamarine">
      <a:srgbClr val="00E6BA"/>
    </a:custClr>
    <a:custClr name="Red">
      <a:srgbClr val="F50505"/>
    </a:custClr>
    <a:custClr name="Light Red">
      <a:srgbClr val="F9A08B"/>
    </a:custClr>
    <a:custClr name="Yellow">
      <a:srgbClr val="FAF020"/>
    </a:custClr>
    <a:custClr name="Light Green">
      <a:srgbClr val="BFE973"/>
    </a:custClr>
    <a:custClr name="Green">
      <a:srgbClr val="47C73D"/>
    </a:custClr>
  </a:custClrLst>
  <a:extLst>
    <a:ext uri="{05A4C25C-085E-4340-85A3-A5531E510DB2}">
      <thm15:themeFamily xmlns:thm15="http://schemas.microsoft.com/office/thememl/2012/main" name="Presentation1" id="{46C17DE6-006F-4567-BE63-62228A6CCE2A}" vid="{73649181-4B6E-471C-A753-F50E138648EC}"/>
    </a:ext>
  </a:extLst>
</a:theme>
</file>

<file path=ppt/theme/theme2.xml><?xml version="1.0" encoding="utf-8"?>
<a:theme xmlns:a="http://schemas.openxmlformats.org/drawingml/2006/main" name="Office Theme">
  <a:themeElements>
    <a:clrScheme name="Synopsys">
      <a:dk1>
        <a:sysClr val="windowText" lastClr="000000"/>
      </a:dk1>
      <a:lt1>
        <a:sysClr val="window" lastClr="FFFFFF"/>
      </a:lt1>
      <a:dk2>
        <a:srgbClr val="000000"/>
      </a:dk2>
      <a:lt2>
        <a:srgbClr val="FFFFFF"/>
      </a:lt2>
      <a:accent1>
        <a:srgbClr val="4F2683"/>
      </a:accent1>
      <a:accent2>
        <a:srgbClr val="F69008"/>
      </a:accent2>
      <a:accent3>
        <a:srgbClr val="46AA42"/>
      </a:accent3>
      <a:accent4>
        <a:srgbClr val="F50505"/>
      </a:accent4>
      <a:accent5>
        <a:srgbClr val="B4B2B0"/>
      </a:accent5>
      <a:accent6>
        <a:srgbClr val="00638A"/>
      </a:accent6>
      <a:hlink>
        <a:srgbClr val="0000FF"/>
      </a:hlink>
      <a:folHlink>
        <a:srgbClr val="800080"/>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t"/>
      <a:lstStyle>
        <a:defPPr algn="l">
          <a:defRPr sz="1800"/>
        </a:defPPr>
      </a:lstStyle>
      <a:style>
        <a:lnRef idx="2">
          <a:schemeClr val="accent1">
            <a:shade val="50000"/>
          </a:schemeClr>
        </a:lnRef>
        <a:fillRef idx="1">
          <a:schemeClr val="accent1"/>
        </a:fillRef>
        <a:effectRef idx="0">
          <a:schemeClr val="accent1"/>
        </a:effectRef>
        <a:fontRef idx="minor">
          <a:schemeClr val="lt1"/>
        </a:fontRef>
      </a:style>
    </a:spDef>
    <a:lnDef>
      <a:spPr>
        <a:ln w="12700">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rtlCol="0">
        <a:spAutoFit/>
      </a:bodyPr>
      <a:lstStyle>
        <a:defPPr algn="l">
          <a:defRPr sz="2000"/>
        </a:defPPr>
      </a:lstStyle>
    </a:txDef>
  </a:objectDefaults>
  <a:extraClrSchemeLst/>
  <a:custClrLst>
    <a:custClr name="Light Purple">
      <a:srgbClr val="8446AD"/>
    </a:custClr>
    <a:custClr name="Midnight Blue">
      <a:srgbClr val="244289"/>
    </a:custClr>
    <a:custClr name="Teal">
      <a:srgbClr val="00AAB8"/>
    </a:custClr>
    <a:custClr name="Yellow">
      <a:srgbClr val="FFB718"/>
    </a:custClr>
    <a:custClr name="Aquamarine">
      <a:srgbClr val="00E6BA"/>
    </a:custClr>
    <a:custClr name="Red">
      <a:srgbClr val="F50505"/>
    </a:custClr>
    <a:custClr name="Light Red">
      <a:srgbClr val="F9A08B"/>
    </a:custClr>
    <a:custClr name="Yellow">
      <a:srgbClr val="FAF020"/>
    </a:custClr>
    <a:custClr name="Light Green">
      <a:srgbClr val="BFE973"/>
    </a:custClr>
    <a:custClr name="Green">
      <a:srgbClr val="47C73D"/>
    </a:custClr>
  </a:custClr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Synopsys">
      <a:dk1>
        <a:sysClr val="windowText" lastClr="000000"/>
      </a:dk1>
      <a:lt1>
        <a:sysClr val="window" lastClr="FFFFFF"/>
      </a:lt1>
      <a:dk2>
        <a:srgbClr val="000000"/>
      </a:dk2>
      <a:lt2>
        <a:srgbClr val="FFFFFF"/>
      </a:lt2>
      <a:accent1>
        <a:srgbClr val="4F2683"/>
      </a:accent1>
      <a:accent2>
        <a:srgbClr val="F69008"/>
      </a:accent2>
      <a:accent3>
        <a:srgbClr val="46AA42"/>
      </a:accent3>
      <a:accent4>
        <a:srgbClr val="F50505"/>
      </a:accent4>
      <a:accent5>
        <a:srgbClr val="B4B2B0"/>
      </a:accent5>
      <a:accent6>
        <a:srgbClr val="00638A"/>
      </a:accent6>
      <a:hlink>
        <a:srgbClr val="0000FF"/>
      </a:hlink>
      <a:folHlink>
        <a:srgbClr val="800080"/>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t"/>
      <a:lstStyle>
        <a:defPPr algn="l">
          <a:defRPr sz="1800"/>
        </a:defPPr>
      </a:lstStyle>
      <a:style>
        <a:lnRef idx="2">
          <a:schemeClr val="accent1">
            <a:shade val="50000"/>
          </a:schemeClr>
        </a:lnRef>
        <a:fillRef idx="1">
          <a:schemeClr val="accent1"/>
        </a:fillRef>
        <a:effectRef idx="0">
          <a:schemeClr val="accent1"/>
        </a:effectRef>
        <a:fontRef idx="minor">
          <a:schemeClr val="lt1"/>
        </a:fontRef>
      </a:style>
    </a:spDef>
    <a:lnDef>
      <a:spPr>
        <a:ln w="12700">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rtlCol="0">
        <a:spAutoFit/>
      </a:bodyPr>
      <a:lstStyle>
        <a:defPPr algn="l">
          <a:defRPr sz="2000"/>
        </a:defPPr>
      </a:lstStyle>
    </a:txDef>
  </a:objectDefaults>
  <a:extraClrSchemeLst/>
  <a:custClrLst>
    <a:custClr name="Light Purple">
      <a:srgbClr val="8446AD"/>
    </a:custClr>
    <a:custClr name="Midnight Blue">
      <a:srgbClr val="244289"/>
    </a:custClr>
    <a:custClr name="Teal">
      <a:srgbClr val="00AAB8"/>
    </a:custClr>
    <a:custClr name="Yellow">
      <a:srgbClr val="FFB718"/>
    </a:custClr>
    <a:custClr name="Aquamarine">
      <a:srgbClr val="00E6BA"/>
    </a:custClr>
    <a:custClr name="Red">
      <a:srgbClr val="F50505"/>
    </a:custClr>
    <a:custClr name="Light Red">
      <a:srgbClr val="F9A08B"/>
    </a:custClr>
    <a:custClr name="Yellow">
      <a:srgbClr val="FAF020"/>
    </a:custClr>
    <a:custClr name="Light Green">
      <a:srgbClr val="BFE973"/>
    </a:custClr>
    <a:custClr name="Green">
      <a:srgbClr val="47C73D"/>
    </a:custClr>
  </a:custClr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F98D47170EF3FA4EB3A4AC90251FDBB6" ma:contentTypeVersion="14" ma:contentTypeDescription="Create a new document." ma:contentTypeScope="" ma:versionID="8420c87bf64ff4dfc04fd3ce2101f073">
  <xsd:schema xmlns:xsd="http://www.w3.org/2001/XMLSchema" xmlns:xs="http://www.w3.org/2001/XMLSchema" xmlns:p="http://schemas.microsoft.com/office/2006/metadata/properties" xmlns:ns3="c4e338ac-e2c9-4a09-90bc-aa78cddd6f1f" xmlns:ns4="9d6f540b-f5ab-4529-997d-b1c359473666" targetNamespace="http://schemas.microsoft.com/office/2006/metadata/properties" ma:root="true" ma:fieldsID="9fb6f1b73bc330e6855601ecd1a486a5" ns3:_="" ns4:_="">
    <xsd:import namespace="c4e338ac-e2c9-4a09-90bc-aa78cddd6f1f"/>
    <xsd:import namespace="9d6f540b-f5ab-4529-997d-b1c359473666"/>
    <xsd:element name="properties">
      <xsd:complexType>
        <xsd:sequence>
          <xsd:element name="documentManagement">
            <xsd:complexType>
              <xsd:all>
                <xsd:element ref="ns3:MediaServiceMetadata" minOccurs="0"/>
                <xsd:element ref="ns3:MediaServiceFastMetadata" minOccurs="0"/>
                <xsd:element ref="ns4:SharedWithUsers" minOccurs="0"/>
                <xsd:element ref="ns4:SharedWithDetails" minOccurs="0"/>
                <xsd:element ref="ns4:SharingHintHash" minOccurs="0"/>
                <xsd:element ref="ns3:MediaServiceDateTaken" minOccurs="0"/>
                <xsd:element ref="ns3:MediaLengthInSeconds" minOccurs="0"/>
                <xsd:element ref="ns3:MediaServiceAutoKeyPoints" minOccurs="0"/>
                <xsd:element ref="ns3:MediaServiceKeyPoints" minOccurs="0"/>
                <xsd:element ref="ns3:MediaServiceAutoTags" minOccurs="0"/>
                <xsd:element ref="ns3:MediaServiceOCR" minOccurs="0"/>
                <xsd:element ref="ns3:MediaServiceGenerationTime" minOccurs="0"/>
                <xsd:element ref="ns3:MediaServiceEventHashCode" minOccurs="0"/>
                <xsd:element ref="ns3: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c4e338ac-e2c9-4a09-90bc-aa78cddd6f1f"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3" nillable="true" ma:displayName="MediaServiceDateTaken" ma:hidden="true" ma:internalName="MediaServiceDateTaken" ma:readOnly="true">
      <xsd:simpleType>
        <xsd:restriction base="dms:Text"/>
      </xsd:simpleType>
    </xsd:element>
    <xsd:element name="MediaLengthInSeconds" ma:index="14" nillable="true" ma:displayName="Length (seconds)" ma:internalName="MediaLengthInSeconds" ma:readOnly="true">
      <xsd:simpleType>
        <xsd:restriction base="dms:Unknown"/>
      </xsd:simpleType>
    </xsd:element>
    <xsd:element name="MediaServiceAutoKeyPoints" ma:index="15" nillable="true" ma:displayName="MediaServiceAutoKeyPoints" ma:hidden="true" ma:internalName="MediaServiceAutoKeyPoints" ma:readOnly="true">
      <xsd:simpleType>
        <xsd:restriction base="dms:Note"/>
      </xsd:simpleType>
    </xsd:element>
    <xsd:element name="MediaServiceKeyPoints" ma:index="16" nillable="true" ma:displayName="KeyPoints" ma:internalName="MediaServiceKeyPoints" ma:readOnly="true">
      <xsd:simpleType>
        <xsd:restriction base="dms:Note">
          <xsd:maxLength value="255"/>
        </xsd:restriction>
      </xsd:simpleType>
    </xsd:element>
    <xsd:element name="MediaServiceAutoTags" ma:index="17" nillable="true" ma:displayName="Tags" ma:internalName="MediaServiceAutoTags" ma:readOnly="true">
      <xsd:simpleType>
        <xsd:restriction base="dms:Text"/>
      </xsd:simpleType>
    </xsd:element>
    <xsd:element name="MediaServiceOCR" ma:index="18" nillable="true" ma:displayName="Extracted Text" ma:internalName="MediaServiceOCR" ma:readOnly="true">
      <xsd:simpleType>
        <xsd:restriction base="dms:Note">
          <xsd:maxLength value="255"/>
        </xsd:restriction>
      </xsd:simpleType>
    </xsd:element>
    <xsd:element name="MediaServiceGenerationTime" ma:index="19" nillable="true" ma:displayName="MediaServiceGenerationTime" ma:hidden="true" ma:internalName="MediaServiceGenerationTime" ma:readOnly="true">
      <xsd:simpleType>
        <xsd:restriction base="dms:Text"/>
      </xsd:simpleType>
    </xsd:element>
    <xsd:element name="MediaServiceEventHashCode" ma:index="20" nillable="true" ma:displayName="MediaServiceEventHashCode" ma:hidden="true" ma:internalName="MediaServiceEventHashCode" ma:readOnly="true">
      <xsd:simpleType>
        <xsd:restriction base="dms:Text"/>
      </xsd:simpleType>
    </xsd:element>
    <xsd:element name="MediaServiceLocation" ma:index="21" nillable="true" ma:displayName="Location" ma:internalName="MediaServiceLocatio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9d6f540b-f5ab-4529-997d-b1c359473666"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element name="SharingHintHash" ma:index="12"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911BE162-346D-48E0-9B29-CB08309D4C2E}">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c4e338ac-e2c9-4a09-90bc-aa78cddd6f1f"/>
    <ds:schemaRef ds:uri="9d6f540b-f5ab-4529-997d-b1c359473666"/>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FB2DC2BB-B596-4C3A-A9DC-0B51540F8820}">
  <ds:schemaRefs>
    <ds:schemaRef ds:uri="http://schemas.microsoft.com/office/2006/metadata/properties"/>
    <ds:schemaRef ds:uri="c4e338ac-e2c9-4a09-90bc-aa78cddd6f1f"/>
    <ds:schemaRef ds:uri="http://purl.org/dc/terms/"/>
    <ds:schemaRef ds:uri="http://schemas.openxmlformats.org/package/2006/metadata/core-properties"/>
    <ds:schemaRef ds:uri="http://schemas.microsoft.com/office/infopath/2007/PartnerControls"/>
    <ds:schemaRef ds:uri="http://schemas.microsoft.com/office/2006/documentManagement/types"/>
    <ds:schemaRef ds:uri="http://purl.org/dc/elements/1.1/"/>
    <ds:schemaRef ds:uri="9d6f540b-f5ab-4529-997d-b1c359473666"/>
    <ds:schemaRef ds:uri="http://www.w3.org/XML/1998/namespace"/>
    <ds:schemaRef ds:uri="http://purl.org/dc/dcmitype/"/>
  </ds:schemaRefs>
</ds:datastoreItem>
</file>

<file path=customXml/itemProps3.xml><?xml version="1.0" encoding="utf-8"?>
<ds:datastoreItem xmlns:ds="http://schemas.openxmlformats.org/officeDocument/2006/customXml" ds:itemID="{6B5A6964-B842-4343-98F0-22A6DEF09411}">
  <ds:schemaRefs>
    <ds:schemaRef ds:uri="http://schemas.microsoft.com/sharepoint/v3/contenttype/forms"/>
  </ds:schemaRefs>
</ds:datastoreItem>
</file>

<file path=docMetadata/LabelInfo.xml><?xml version="1.0" encoding="utf-8"?>
<clbl:labelList xmlns:clbl="http://schemas.microsoft.com/office/2020/mipLabelMetadata">
  <clbl:label id="{c33c9f88-1eb7-4099-9700-16013fd9e8aa}" enabled="0" method="" siteId="{c33c9f88-1eb7-4099-9700-16013fd9e8aa}" removed="1"/>
</clbl:labelList>
</file>

<file path=docProps/app.xml><?xml version="1.0" encoding="utf-8"?>
<Properties xmlns="http://schemas.openxmlformats.org/officeDocument/2006/extended-properties" xmlns:vt="http://schemas.openxmlformats.org/officeDocument/2006/docPropsVTypes">
  <Template/>
  <TotalTime>3467</TotalTime>
  <Words>908</Words>
  <Application>Microsoft Office PowerPoint</Application>
  <PresentationFormat>Widescreen</PresentationFormat>
  <Paragraphs>186</Paragraphs>
  <Slides>15</Slides>
  <Notes>2</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15</vt:i4>
      </vt:variant>
    </vt:vector>
  </HeadingPairs>
  <TitlesOfParts>
    <vt:vector size="21" baseType="lpstr">
      <vt:lpstr>.Lucida Grande UI Regular</vt:lpstr>
      <vt:lpstr>Arial</vt:lpstr>
      <vt:lpstr>Arial Unicode MS</vt:lpstr>
      <vt:lpstr>System Font Regular</vt:lpstr>
      <vt:lpstr>Wingdings</vt:lpstr>
      <vt:lpstr>2_Synopsys_2019</vt:lpstr>
      <vt:lpstr>Static Timing Analysis</vt:lpstr>
      <vt:lpstr>PowerPoint Presentation</vt:lpstr>
      <vt:lpstr>Course Overview</vt:lpstr>
      <vt:lpstr>PowerPoint Presentation</vt:lpstr>
      <vt:lpstr>Timing Checks</vt:lpstr>
      <vt:lpstr>Setup Timing Check</vt:lpstr>
      <vt:lpstr>Launch and Capture Flip-flops</vt:lpstr>
      <vt:lpstr>Data and Clock Signals for Setup Timing Check</vt:lpstr>
      <vt:lpstr>Hold Timing Check</vt:lpstr>
      <vt:lpstr>Data and Clock Signals for Hold Timing Check</vt:lpstr>
      <vt:lpstr>Hold Checks and Setup Check Cycles</vt:lpstr>
      <vt:lpstr>Removal Timing Check</vt:lpstr>
      <vt:lpstr>Min Pulse Width Checks</vt:lpstr>
      <vt:lpstr>Min Pulse Width Checks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CES Template Unit 1</dc:title>
  <dc:creator>abgaryan@synopsys.com</dc:creator>
  <cp:lastModifiedBy>Nane Lazaryan</cp:lastModifiedBy>
  <cp:revision>328</cp:revision>
  <dcterms:created xsi:type="dcterms:W3CDTF">2020-07-20T16:18:49Z</dcterms:created>
  <dcterms:modified xsi:type="dcterms:W3CDTF">2025-07-31T12:31:19Z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0x010100F98D47170EF3FA4EB3A4AC90251FDBB6</vt:lpwstr>
  </property>
</Properties>
</file>
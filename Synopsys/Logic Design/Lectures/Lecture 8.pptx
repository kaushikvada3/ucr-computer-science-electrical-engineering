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39"/>
  </p:notesMasterIdLst>
  <p:handoutMasterIdLst>
    <p:handoutMasterId r:id="rId40"/>
  </p:handoutMasterIdLst>
  <p:sldIdLst>
    <p:sldId id="4743" r:id="rId6"/>
    <p:sldId id="537" r:id="rId7"/>
    <p:sldId id="536" r:id="rId8"/>
    <p:sldId id="367" r:id="rId9"/>
    <p:sldId id="352" r:id="rId10"/>
    <p:sldId id="382" r:id="rId11"/>
    <p:sldId id="383" r:id="rId12"/>
    <p:sldId id="336" r:id="rId13"/>
    <p:sldId id="368" r:id="rId14"/>
    <p:sldId id="377" r:id="rId15"/>
    <p:sldId id="378" r:id="rId16"/>
    <p:sldId id="374" r:id="rId17"/>
    <p:sldId id="384" r:id="rId18"/>
    <p:sldId id="385" r:id="rId19"/>
    <p:sldId id="387" r:id="rId20"/>
    <p:sldId id="388" r:id="rId21"/>
    <p:sldId id="376" r:id="rId22"/>
    <p:sldId id="380" r:id="rId23"/>
    <p:sldId id="379" r:id="rId24"/>
    <p:sldId id="381" r:id="rId25"/>
    <p:sldId id="386" r:id="rId26"/>
    <p:sldId id="339" r:id="rId27"/>
    <p:sldId id="340" r:id="rId28"/>
    <p:sldId id="341" r:id="rId29"/>
    <p:sldId id="342" r:id="rId30"/>
    <p:sldId id="366" r:id="rId31"/>
    <p:sldId id="365" r:id="rId32"/>
    <p:sldId id="344" r:id="rId33"/>
    <p:sldId id="356" r:id="rId34"/>
    <p:sldId id="347" r:id="rId35"/>
    <p:sldId id="359" r:id="rId36"/>
    <p:sldId id="349" r:id="rId37"/>
    <p:sldId id="4790" r:id="rId38"/>
  </p:sldIdLst>
  <p:sldSz cx="12192000" cy="6858000"/>
  <p:notesSz cx="7315200" cy="9601200"/>
  <p:custDataLst>
    <p:tags r:id="rId4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367"/>
            <p14:sldId id="352"/>
            <p14:sldId id="382"/>
            <p14:sldId id="383"/>
            <p14:sldId id="336"/>
            <p14:sldId id="368"/>
            <p14:sldId id="377"/>
            <p14:sldId id="378"/>
            <p14:sldId id="374"/>
            <p14:sldId id="384"/>
            <p14:sldId id="385"/>
            <p14:sldId id="387"/>
            <p14:sldId id="388"/>
            <p14:sldId id="376"/>
            <p14:sldId id="380"/>
            <p14:sldId id="379"/>
            <p14:sldId id="381"/>
            <p14:sldId id="386"/>
            <p14:sldId id="339"/>
            <p14:sldId id="340"/>
            <p14:sldId id="341"/>
            <p14:sldId id="342"/>
            <p14:sldId id="366"/>
            <p14:sldId id="365"/>
            <p14:sldId id="344"/>
            <p14:sldId id="356"/>
            <p14:sldId id="347"/>
            <p14:sldId id="359"/>
            <p14:sldId id="349"/>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956622-E112-4737-ACE9-C888D468760D}" v="211" dt="2023-12-26T10:40:50.588"/>
    <p1510:client id="{D193BED0-260C-47BD-9A08-40414F114D3A}" v="1" dt="2023-12-27T10:03:48.6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4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D193BED0-260C-47BD-9A08-40414F114D3A}"/>
    <pc:docChg chg="custSel addSld delSld modSld modSection">
      <pc:chgData name="Margarit Meroyan" userId="630a6349-7c61-463e-804c-816773a1019c" providerId="ADAL" clId="{D193BED0-260C-47BD-9A08-40414F114D3A}" dt="2023-12-27T10:03:57.415" v="2" actId="478"/>
      <pc:docMkLst>
        <pc:docMk/>
      </pc:docMkLst>
      <pc:sldChg chg="delSp mod">
        <pc:chgData name="Margarit Meroyan" userId="630a6349-7c61-463e-804c-816773a1019c" providerId="ADAL" clId="{D193BED0-260C-47BD-9A08-40414F114D3A}" dt="2023-12-27T10:03:57.415" v="2" actId="478"/>
        <pc:sldMkLst>
          <pc:docMk/>
          <pc:sldMk cId="0" sldId="536"/>
        </pc:sldMkLst>
        <pc:spChg chg="del">
          <ac:chgData name="Margarit Meroyan" userId="630a6349-7c61-463e-804c-816773a1019c" providerId="ADAL" clId="{D193BED0-260C-47BD-9A08-40414F114D3A}" dt="2023-12-27T10:03:57.415" v="2" actId="478"/>
          <ac:spMkLst>
            <pc:docMk/>
            <pc:sldMk cId="0" sldId="536"/>
            <ac:spMk id="2" creationId="{C308CF19-6630-C492-B724-302243C015A0}"/>
          </ac:spMkLst>
        </pc:spChg>
      </pc:sldChg>
      <pc:sldChg chg="del">
        <pc:chgData name="Margarit Meroyan" userId="630a6349-7c61-463e-804c-816773a1019c" providerId="ADAL" clId="{D193BED0-260C-47BD-9A08-40414F114D3A}" dt="2023-12-27T10:03:21.345" v="0" actId="47"/>
        <pc:sldMkLst>
          <pc:docMk/>
          <pc:sldMk cId="0" sldId="611"/>
        </pc:sldMkLst>
      </pc:sldChg>
      <pc:sldChg chg="add">
        <pc:chgData name="Margarit Meroyan" userId="630a6349-7c61-463e-804c-816773a1019c" providerId="ADAL" clId="{D193BED0-260C-47BD-9A08-40414F114D3A}" dt="2023-12-27T10:03:48.592" v="1"/>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FBC43B79-C9E3-5F4E-B64B-67A94689199D}"/>
              </a:ext>
            </a:extLst>
          </p:cNvPr>
          <p:cNvSpPr>
            <a:spLocks noGrp="1" noRot="1" noChangeAspect="1" noChangeArrowheads="1" noTextEdit="1"/>
          </p:cNvSpPr>
          <p:nvPr>
            <p:ph type="sldImg"/>
          </p:nvPr>
        </p:nvSpPr>
        <p:spPr>
          <a:xfrm>
            <a:off x="393700" y="692150"/>
            <a:ext cx="6070600" cy="3416300"/>
          </a:xfrm>
          <a:ln/>
        </p:spPr>
      </p:sp>
      <p:sp>
        <p:nvSpPr>
          <p:cNvPr id="27651" name="Notes Placeholder 2">
            <a:extLst>
              <a:ext uri="{FF2B5EF4-FFF2-40B4-BE49-F238E27FC236}">
                <a16:creationId xmlns:a16="http://schemas.microsoft.com/office/drawing/2014/main" id="{2FAD2C6F-C927-A9BD-495A-F2C46402B9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2638C9F-A9D3-ED1A-0086-9915DCE55253}"/>
              </a:ext>
            </a:extLst>
          </p:cNvPr>
          <p:cNvSpPr>
            <a:spLocks noGrp="1"/>
          </p:cNvSpPr>
          <p:nvPr>
            <p:ph type="sldNum" sz="quarter" idx="5"/>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FFF3D06-31B7-4B3B-93AF-A967B4D9C187}"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7"/>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8"/>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4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0"/>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3"/>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1"/>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2"/>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4">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solidFill>
                  <a:srgbClr val="0000FF"/>
                </a:solidFill>
              </a:rPr>
              <a:t>Problems of Synchronous Design</a:t>
            </a:r>
          </a:p>
          <a:p>
            <a:pPr lvl="1"/>
            <a:r>
              <a:rPr lang="en-US" altLang="en-US" sz="1130" dirty="0">
                <a:solidFill>
                  <a:srgbClr val="0000FF"/>
                </a:solidFill>
              </a:rPr>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Problems of Synchronous Design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92DBC5A5-9A39-6D3C-93A4-C0BDC1B9F4E3}"/>
              </a:ext>
            </a:extLst>
          </p:cNvPr>
          <p:cNvSpPr>
            <a:spLocks noGrp="1" noChangeArrowheads="1"/>
          </p:cNvSpPr>
          <p:nvPr>
            <p:ph type="title"/>
          </p:nvPr>
        </p:nvSpPr>
        <p:spPr>
          <a:xfrm>
            <a:off x="0" y="183401"/>
            <a:ext cx="11612880" cy="704088"/>
          </a:xfrm>
        </p:spPr>
        <p:txBody>
          <a:bodyPr/>
          <a:lstStyle/>
          <a:p>
            <a:r>
              <a:rPr lang="en-US" altLang="en-US"/>
              <a:t>Timing Diagram of D Flip-Flop</a:t>
            </a:r>
            <a:endParaRPr lang="en-GB" altLang="en-US"/>
          </a:p>
        </p:txBody>
      </p:sp>
      <p:grpSp>
        <p:nvGrpSpPr>
          <p:cNvPr id="12291" name="Group 2">
            <a:extLst>
              <a:ext uri="{FF2B5EF4-FFF2-40B4-BE49-F238E27FC236}">
                <a16:creationId xmlns:a16="http://schemas.microsoft.com/office/drawing/2014/main" id="{97D13AEC-2B3E-FC2C-E479-29DEDD5C1611}"/>
              </a:ext>
            </a:extLst>
          </p:cNvPr>
          <p:cNvGrpSpPr>
            <a:grpSpLocks/>
          </p:cNvGrpSpPr>
          <p:nvPr/>
        </p:nvGrpSpPr>
        <p:grpSpPr bwMode="auto">
          <a:xfrm>
            <a:off x="2514600" y="1701800"/>
            <a:ext cx="7246938" cy="3276600"/>
            <a:chOff x="926" y="8320"/>
            <a:chExt cx="7349" cy="2960"/>
          </a:xfrm>
        </p:grpSpPr>
        <p:sp>
          <p:nvSpPr>
            <p:cNvPr id="1027" name="Text Box 3">
              <a:extLst>
                <a:ext uri="{FF2B5EF4-FFF2-40B4-BE49-F238E27FC236}">
                  <a16:creationId xmlns:a16="http://schemas.microsoft.com/office/drawing/2014/main" id="{BA152C64-64E6-4DA3-AE3B-D10CF50E8D2F}"/>
                </a:ext>
              </a:extLst>
            </p:cNvPr>
            <p:cNvSpPr txBox="1">
              <a:spLocks noChangeArrowheads="1"/>
            </p:cNvSpPr>
            <p:nvPr/>
          </p:nvSpPr>
          <p:spPr bwMode="auto">
            <a:xfrm>
              <a:off x="5537" y="10784"/>
              <a:ext cx="956" cy="496"/>
            </a:xfrm>
            <a:prstGeom prst="rect">
              <a:avLst/>
            </a:prstGeom>
            <a:noFill/>
            <a:ln w="19050">
              <a:noFill/>
              <a:miter lim="800000"/>
              <a:headEnd/>
              <a:tailEnd/>
            </a:ln>
          </p:spPr>
          <p:txBody>
            <a:bodyPr/>
            <a:lstStyle/>
            <a:p>
              <a:pPr>
                <a:spcAft>
                  <a:spcPts val="1000"/>
                </a:spcAft>
                <a:defRPr/>
              </a:pPr>
              <a:r>
                <a:rPr lang="en-GB" sz="1400" dirty="0"/>
                <a:t>T</a:t>
              </a:r>
              <a:r>
                <a:rPr lang="en-GB" sz="1400" baseline="-25000" dirty="0"/>
                <a:t>CCQ</a:t>
              </a:r>
              <a:endParaRPr lang="en-US" sz="1400" dirty="0"/>
            </a:p>
          </p:txBody>
        </p:sp>
        <p:grpSp>
          <p:nvGrpSpPr>
            <p:cNvPr id="12294" name="Group 4">
              <a:extLst>
                <a:ext uri="{FF2B5EF4-FFF2-40B4-BE49-F238E27FC236}">
                  <a16:creationId xmlns:a16="http://schemas.microsoft.com/office/drawing/2014/main" id="{13B11F9C-FFC9-8DF5-C422-400D1889C7C4}"/>
                </a:ext>
              </a:extLst>
            </p:cNvPr>
            <p:cNvGrpSpPr>
              <a:grpSpLocks/>
            </p:cNvGrpSpPr>
            <p:nvPr/>
          </p:nvGrpSpPr>
          <p:grpSpPr bwMode="auto">
            <a:xfrm>
              <a:off x="926" y="9071"/>
              <a:ext cx="2770" cy="1254"/>
              <a:chOff x="4295" y="12307"/>
              <a:chExt cx="2770" cy="1254"/>
            </a:xfrm>
          </p:grpSpPr>
          <p:sp>
            <p:nvSpPr>
              <p:cNvPr id="1029" name="Rectangle 5">
                <a:extLst>
                  <a:ext uri="{FF2B5EF4-FFF2-40B4-BE49-F238E27FC236}">
                    <a16:creationId xmlns:a16="http://schemas.microsoft.com/office/drawing/2014/main" id="{D5C6BB0B-C3F7-4A10-883C-CC7FED2AAB2B}"/>
                  </a:ext>
                </a:extLst>
              </p:cNvPr>
              <p:cNvSpPr>
                <a:spLocks noChangeArrowheads="1"/>
              </p:cNvSpPr>
              <p:nvPr/>
            </p:nvSpPr>
            <p:spPr bwMode="auto">
              <a:xfrm>
                <a:off x="5232" y="12307"/>
                <a:ext cx="963" cy="1245"/>
              </a:xfrm>
              <a:prstGeom prst="rect">
                <a:avLst/>
              </a:prstGeom>
              <a:solidFill>
                <a:schemeClr val="accent1">
                  <a:lumMod val="60000"/>
                  <a:lumOff val="40000"/>
                </a:schemeClr>
              </a:solidFill>
              <a:ln w="28575">
                <a:solidFill>
                  <a:schemeClr val="tx1"/>
                </a:solidFill>
                <a:miter lim="800000"/>
                <a:headEnd/>
                <a:tailEnd/>
              </a:ln>
            </p:spPr>
            <p:txBody>
              <a:bodyPr/>
              <a:lstStyle/>
              <a:p>
                <a:pPr>
                  <a:spcAft>
                    <a:spcPts val="1000"/>
                  </a:spcAft>
                  <a:defRPr/>
                </a:pPr>
                <a:r>
                  <a:rPr lang="en-GB" sz="1400"/>
                  <a:t>      </a:t>
                </a:r>
              </a:p>
              <a:p>
                <a:pPr>
                  <a:spcAft>
                    <a:spcPts val="1000"/>
                  </a:spcAft>
                  <a:defRPr/>
                </a:pPr>
                <a:endParaRPr lang="en-GB" sz="1400"/>
              </a:p>
              <a:p>
                <a:pPr>
                  <a:spcAft>
                    <a:spcPts val="1000"/>
                  </a:spcAft>
                  <a:defRPr/>
                </a:pPr>
                <a:endParaRPr lang="en-GB" sz="1400"/>
              </a:p>
              <a:p>
                <a:pPr>
                  <a:spcAft>
                    <a:spcPts val="1000"/>
                  </a:spcAft>
                  <a:defRPr/>
                </a:pPr>
                <a:r>
                  <a:rPr lang="en-GB" sz="1400"/>
                  <a:t> </a:t>
                </a:r>
              </a:p>
              <a:p>
                <a:pPr>
                  <a:spcAft>
                    <a:spcPts val="1000"/>
                  </a:spcAft>
                  <a:defRPr/>
                </a:pPr>
                <a:endParaRPr lang="en-GB" sz="1400"/>
              </a:p>
              <a:p>
                <a:pPr>
                  <a:spcAft>
                    <a:spcPts val="1000"/>
                  </a:spcAft>
                  <a:defRPr/>
                </a:pPr>
                <a:r>
                  <a:rPr lang="en-GB" sz="1400"/>
                  <a:t> </a:t>
                </a:r>
              </a:p>
              <a:p>
                <a:pPr eaLnBrk="1" hangingPunct="1">
                  <a:defRPr/>
                </a:pPr>
                <a:endParaRPr lang="en-US" sz="1400"/>
              </a:p>
            </p:txBody>
          </p:sp>
          <p:sp>
            <p:nvSpPr>
              <p:cNvPr id="1030" name="Line 6">
                <a:extLst>
                  <a:ext uri="{FF2B5EF4-FFF2-40B4-BE49-F238E27FC236}">
                    <a16:creationId xmlns:a16="http://schemas.microsoft.com/office/drawing/2014/main" id="{6363EED8-538F-432B-B855-ADBF296B88E4}"/>
                  </a:ext>
                </a:extLst>
              </p:cNvPr>
              <p:cNvSpPr>
                <a:spLocks noChangeShapeType="1"/>
              </p:cNvSpPr>
              <p:nvPr/>
            </p:nvSpPr>
            <p:spPr bwMode="auto">
              <a:xfrm flipH="1">
                <a:off x="4892" y="12656"/>
                <a:ext cx="340" cy="0"/>
              </a:xfrm>
              <a:prstGeom prst="line">
                <a:avLst/>
              </a:prstGeom>
              <a:noFill/>
              <a:ln w="19050">
                <a:solidFill>
                  <a:srgbClr val="000000"/>
                </a:solidFill>
                <a:round/>
                <a:headEnd/>
                <a:tailEnd/>
              </a:ln>
            </p:spPr>
            <p:txBody>
              <a:bodyPr/>
              <a:lstStyle/>
              <a:p>
                <a:pPr eaLnBrk="1" hangingPunct="1">
                  <a:defRPr/>
                </a:pPr>
                <a:endParaRPr lang="en-GB" sz="1400"/>
              </a:p>
            </p:txBody>
          </p:sp>
          <p:sp>
            <p:nvSpPr>
              <p:cNvPr id="1031" name="Line 7">
                <a:extLst>
                  <a:ext uri="{FF2B5EF4-FFF2-40B4-BE49-F238E27FC236}">
                    <a16:creationId xmlns:a16="http://schemas.microsoft.com/office/drawing/2014/main" id="{8DB7F149-DE76-4926-9CF8-6688E1D37DD8}"/>
                  </a:ext>
                </a:extLst>
              </p:cNvPr>
              <p:cNvSpPr>
                <a:spLocks noChangeShapeType="1"/>
              </p:cNvSpPr>
              <p:nvPr/>
            </p:nvSpPr>
            <p:spPr bwMode="auto">
              <a:xfrm flipH="1">
                <a:off x="4912" y="13164"/>
                <a:ext cx="328" cy="0"/>
              </a:xfrm>
              <a:prstGeom prst="line">
                <a:avLst/>
              </a:prstGeom>
              <a:noFill/>
              <a:ln w="19050">
                <a:solidFill>
                  <a:srgbClr val="000000"/>
                </a:solidFill>
                <a:round/>
                <a:headEnd/>
                <a:tailEnd/>
              </a:ln>
            </p:spPr>
            <p:txBody>
              <a:bodyPr/>
              <a:lstStyle/>
              <a:p>
                <a:pPr eaLnBrk="1" hangingPunct="1">
                  <a:defRPr/>
                </a:pPr>
                <a:endParaRPr lang="en-GB" sz="1400"/>
              </a:p>
            </p:txBody>
          </p:sp>
          <p:sp>
            <p:nvSpPr>
              <p:cNvPr id="1032" name="Line 8">
                <a:extLst>
                  <a:ext uri="{FF2B5EF4-FFF2-40B4-BE49-F238E27FC236}">
                    <a16:creationId xmlns:a16="http://schemas.microsoft.com/office/drawing/2014/main" id="{43A6C336-4E7A-409F-9FAC-0BB555E832E2}"/>
                  </a:ext>
                </a:extLst>
              </p:cNvPr>
              <p:cNvSpPr>
                <a:spLocks noChangeShapeType="1"/>
              </p:cNvSpPr>
              <p:nvPr/>
            </p:nvSpPr>
            <p:spPr bwMode="auto">
              <a:xfrm>
                <a:off x="6206" y="12639"/>
                <a:ext cx="341" cy="0"/>
              </a:xfrm>
              <a:prstGeom prst="line">
                <a:avLst/>
              </a:prstGeom>
              <a:noFill/>
              <a:ln w="19050">
                <a:solidFill>
                  <a:srgbClr val="000000"/>
                </a:solidFill>
                <a:round/>
                <a:headEnd/>
                <a:tailEnd/>
              </a:ln>
            </p:spPr>
            <p:txBody>
              <a:bodyPr/>
              <a:lstStyle/>
              <a:p>
                <a:pPr eaLnBrk="1" hangingPunct="1">
                  <a:defRPr/>
                </a:pPr>
                <a:endParaRPr lang="en-GB" sz="1400"/>
              </a:p>
            </p:txBody>
          </p:sp>
          <p:sp>
            <p:nvSpPr>
              <p:cNvPr id="1033" name="Line 9">
                <a:extLst>
                  <a:ext uri="{FF2B5EF4-FFF2-40B4-BE49-F238E27FC236}">
                    <a16:creationId xmlns:a16="http://schemas.microsoft.com/office/drawing/2014/main" id="{4AE20F9E-76AF-4011-AABD-2972207F57A1}"/>
                  </a:ext>
                </a:extLst>
              </p:cNvPr>
              <p:cNvSpPr>
                <a:spLocks noChangeShapeType="1"/>
              </p:cNvSpPr>
              <p:nvPr/>
            </p:nvSpPr>
            <p:spPr bwMode="auto">
              <a:xfrm>
                <a:off x="6293" y="13207"/>
                <a:ext cx="254" cy="0"/>
              </a:xfrm>
              <a:prstGeom prst="line">
                <a:avLst/>
              </a:prstGeom>
              <a:noFill/>
              <a:ln w="19050">
                <a:solidFill>
                  <a:srgbClr val="000000"/>
                </a:solidFill>
                <a:round/>
                <a:headEnd/>
                <a:tailEnd/>
              </a:ln>
            </p:spPr>
            <p:txBody>
              <a:bodyPr/>
              <a:lstStyle/>
              <a:p>
                <a:pPr eaLnBrk="1" hangingPunct="1">
                  <a:defRPr/>
                </a:pPr>
                <a:endParaRPr lang="en-GB" sz="1400"/>
              </a:p>
            </p:txBody>
          </p:sp>
          <p:sp>
            <p:nvSpPr>
              <p:cNvPr id="1034" name="Oval 10">
                <a:extLst>
                  <a:ext uri="{FF2B5EF4-FFF2-40B4-BE49-F238E27FC236}">
                    <a16:creationId xmlns:a16="http://schemas.microsoft.com/office/drawing/2014/main" id="{B966816D-1E9D-4F6A-A37C-1485618CD6EF}"/>
                  </a:ext>
                </a:extLst>
              </p:cNvPr>
              <p:cNvSpPr>
                <a:spLocks noChangeArrowheads="1"/>
              </p:cNvSpPr>
              <p:nvPr/>
            </p:nvSpPr>
            <p:spPr bwMode="auto">
              <a:xfrm>
                <a:off x="6185" y="13149"/>
                <a:ext cx="129" cy="129"/>
              </a:xfrm>
              <a:prstGeom prst="ellipse">
                <a:avLst/>
              </a:prstGeom>
              <a:solidFill>
                <a:srgbClr val="FFFFFF"/>
              </a:solidFill>
              <a:ln w="19050">
                <a:solidFill>
                  <a:srgbClr val="000000"/>
                </a:solidFill>
                <a:round/>
                <a:headEnd/>
                <a:tailEnd/>
              </a:ln>
            </p:spPr>
            <p:txBody>
              <a:bodyPr/>
              <a:lstStyle/>
              <a:p>
                <a:pPr eaLnBrk="1" hangingPunct="1">
                  <a:defRPr/>
                </a:pPr>
                <a:endParaRPr lang="en-GB" sz="1400"/>
              </a:p>
            </p:txBody>
          </p:sp>
          <p:sp>
            <p:nvSpPr>
              <p:cNvPr id="1035" name="Freeform 11">
                <a:extLst>
                  <a:ext uri="{FF2B5EF4-FFF2-40B4-BE49-F238E27FC236}">
                    <a16:creationId xmlns:a16="http://schemas.microsoft.com/office/drawing/2014/main" id="{B4C65D54-840A-4F8F-8658-159AD050DD4C}"/>
                  </a:ext>
                </a:extLst>
              </p:cNvPr>
              <p:cNvSpPr>
                <a:spLocks/>
              </p:cNvSpPr>
              <p:nvPr/>
            </p:nvSpPr>
            <p:spPr bwMode="auto">
              <a:xfrm>
                <a:off x="5238" y="13090"/>
                <a:ext cx="140" cy="145"/>
              </a:xfrm>
              <a:custGeom>
                <a:avLst/>
                <a:gdLst/>
                <a:ahLst/>
                <a:cxnLst>
                  <a:cxn ang="0">
                    <a:pos x="0" y="133"/>
                  </a:cxn>
                  <a:cxn ang="0">
                    <a:pos x="129" y="66"/>
                  </a:cxn>
                  <a:cxn ang="0">
                    <a:pos x="0" y="0"/>
                  </a:cxn>
                </a:cxnLst>
                <a:rect l="0" t="0" r="r" b="b"/>
                <a:pathLst>
                  <a:path w="129" h="133">
                    <a:moveTo>
                      <a:pt x="0" y="133"/>
                    </a:moveTo>
                    <a:lnTo>
                      <a:pt x="129" y="66"/>
                    </a:lnTo>
                    <a:lnTo>
                      <a:pt x="0" y="0"/>
                    </a:lnTo>
                  </a:path>
                </a:pathLst>
              </a:custGeom>
              <a:noFill/>
              <a:ln w="19050">
                <a:solidFill>
                  <a:srgbClr val="000000"/>
                </a:solidFill>
                <a:miter lim="800000"/>
                <a:headEnd/>
                <a:tailEnd/>
              </a:ln>
            </p:spPr>
            <p:txBody>
              <a:bodyPr/>
              <a:lstStyle/>
              <a:p>
                <a:pPr eaLnBrk="1" hangingPunct="1">
                  <a:defRPr/>
                </a:pPr>
                <a:endParaRPr lang="en-GB" sz="1400"/>
              </a:p>
            </p:txBody>
          </p:sp>
          <p:sp>
            <p:nvSpPr>
              <p:cNvPr id="1036" name="Text Box 12">
                <a:extLst>
                  <a:ext uri="{FF2B5EF4-FFF2-40B4-BE49-F238E27FC236}">
                    <a16:creationId xmlns:a16="http://schemas.microsoft.com/office/drawing/2014/main" id="{0915EBFC-F41B-4DD5-8685-6FC8EC85918C}"/>
                  </a:ext>
                </a:extLst>
              </p:cNvPr>
              <p:cNvSpPr txBox="1">
                <a:spLocks noChangeArrowheads="1"/>
              </p:cNvSpPr>
              <p:nvPr/>
            </p:nvSpPr>
            <p:spPr bwMode="auto">
              <a:xfrm>
                <a:off x="6486" y="12464"/>
                <a:ext cx="581" cy="536"/>
              </a:xfrm>
              <a:prstGeom prst="rect">
                <a:avLst/>
              </a:prstGeom>
              <a:noFill/>
              <a:ln w="19050">
                <a:noFill/>
                <a:miter lim="800000"/>
                <a:headEnd/>
                <a:tailEnd/>
              </a:ln>
            </p:spPr>
            <p:txBody>
              <a:bodyPr/>
              <a:lstStyle/>
              <a:p>
                <a:pPr>
                  <a:spcAft>
                    <a:spcPts val="1000"/>
                  </a:spcAft>
                  <a:defRPr/>
                </a:pPr>
                <a:r>
                  <a:rPr lang="en-GB" sz="1400"/>
                  <a:t>Q</a:t>
                </a:r>
                <a:endParaRPr lang="en-US" sz="1400"/>
              </a:p>
            </p:txBody>
          </p:sp>
          <p:sp>
            <p:nvSpPr>
              <p:cNvPr id="1037" name="Text Box 13">
                <a:extLst>
                  <a:ext uri="{FF2B5EF4-FFF2-40B4-BE49-F238E27FC236}">
                    <a16:creationId xmlns:a16="http://schemas.microsoft.com/office/drawing/2014/main" id="{0A52A44F-2650-4B1E-8E23-046E5031C503}"/>
                  </a:ext>
                </a:extLst>
              </p:cNvPr>
              <p:cNvSpPr txBox="1">
                <a:spLocks noChangeArrowheads="1"/>
              </p:cNvSpPr>
              <p:nvPr/>
            </p:nvSpPr>
            <p:spPr bwMode="auto">
              <a:xfrm>
                <a:off x="6396" y="13022"/>
                <a:ext cx="581" cy="539"/>
              </a:xfrm>
              <a:prstGeom prst="rect">
                <a:avLst/>
              </a:prstGeom>
              <a:noFill/>
              <a:ln w="19050">
                <a:noFill/>
                <a:miter lim="800000"/>
                <a:headEnd/>
                <a:tailEnd/>
              </a:ln>
            </p:spPr>
            <p:txBody>
              <a:bodyPr/>
              <a:lstStyle/>
              <a:p>
                <a:pPr>
                  <a:spcAft>
                    <a:spcPts val="1000"/>
                  </a:spcAft>
                  <a:defRPr/>
                </a:pPr>
                <a:r>
                  <a:rPr lang="en-GB" sz="1400">
                    <a:sym typeface="Symbol" pitchFamily="18" charset="2"/>
                  </a:rPr>
                  <a:t></a:t>
                </a:r>
                <a:r>
                  <a:rPr lang="en-GB" sz="1400"/>
                  <a:t>Q</a:t>
                </a:r>
                <a:endParaRPr lang="en-US" sz="1400"/>
              </a:p>
            </p:txBody>
          </p:sp>
          <p:sp>
            <p:nvSpPr>
              <p:cNvPr id="1038" name="Text Box 14">
                <a:extLst>
                  <a:ext uri="{FF2B5EF4-FFF2-40B4-BE49-F238E27FC236}">
                    <a16:creationId xmlns:a16="http://schemas.microsoft.com/office/drawing/2014/main" id="{10E1F19F-64C8-4B74-ABDC-CC43FF002058}"/>
                  </a:ext>
                </a:extLst>
              </p:cNvPr>
              <p:cNvSpPr txBox="1">
                <a:spLocks noChangeArrowheads="1"/>
              </p:cNvSpPr>
              <p:nvPr/>
            </p:nvSpPr>
            <p:spPr bwMode="auto">
              <a:xfrm>
                <a:off x="4295" y="12963"/>
                <a:ext cx="720" cy="406"/>
              </a:xfrm>
              <a:prstGeom prst="rect">
                <a:avLst/>
              </a:prstGeom>
              <a:noFill/>
              <a:ln w="19050">
                <a:noFill/>
                <a:miter lim="800000"/>
                <a:headEnd/>
                <a:tailEnd/>
              </a:ln>
            </p:spPr>
            <p:txBody>
              <a:bodyPr/>
              <a:lstStyle/>
              <a:p>
                <a:pPr>
                  <a:spcAft>
                    <a:spcPts val="1000"/>
                  </a:spcAft>
                  <a:defRPr/>
                </a:pPr>
                <a:r>
                  <a:rPr lang="en-GB" sz="1400"/>
                  <a:t>CLK</a:t>
                </a:r>
                <a:endParaRPr lang="en-US" sz="1400"/>
              </a:p>
            </p:txBody>
          </p:sp>
          <p:sp>
            <p:nvSpPr>
              <p:cNvPr id="1039" name="Text Box 15">
                <a:extLst>
                  <a:ext uri="{FF2B5EF4-FFF2-40B4-BE49-F238E27FC236}">
                    <a16:creationId xmlns:a16="http://schemas.microsoft.com/office/drawing/2014/main" id="{C831EB0E-93C7-4BCD-9BCF-51025EE9021E}"/>
                  </a:ext>
                </a:extLst>
              </p:cNvPr>
              <p:cNvSpPr txBox="1">
                <a:spLocks noChangeArrowheads="1"/>
              </p:cNvSpPr>
              <p:nvPr/>
            </p:nvSpPr>
            <p:spPr bwMode="auto">
              <a:xfrm>
                <a:off x="5216" y="12497"/>
                <a:ext cx="732" cy="383"/>
              </a:xfrm>
              <a:prstGeom prst="rect">
                <a:avLst/>
              </a:prstGeom>
              <a:noFill/>
              <a:ln w="19050">
                <a:noFill/>
                <a:miter lim="800000"/>
                <a:headEnd/>
                <a:tailEnd/>
              </a:ln>
            </p:spPr>
            <p:txBody>
              <a:bodyPr/>
              <a:lstStyle/>
              <a:p>
                <a:pPr>
                  <a:spcAft>
                    <a:spcPts val="1000"/>
                  </a:spcAft>
                  <a:defRPr/>
                </a:pPr>
                <a:r>
                  <a:rPr lang="en-GB" sz="1400"/>
                  <a:t>D</a:t>
                </a:r>
                <a:endParaRPr lang="en-US" sz="1400"/>
              </a:p>
            </p:txBody>
          </p:sp>
          <p:sp>
            <p:nvSpPr>
              <p:cNvPr id="1040" name="Text Box 16">
                <a:extLst>
                  <a:ext uri="{FF2B5EF4-FFF2-40B4-BE49-F238E27FC236}">
                    <a16:creationId xmlns:a16="http://schemas.microsoft.com/office/drawing/2014/main" id="{4FA98764-3916-4683-A390-0E329B215B0E}"/>
                  </a:ext>
                </a:extLst>
              </p:cNvPr>
              <p:cNvSpPr txBox="1">
                <a:spLocks noChangeArrowheads="1"/>
              </p:cNvSpPr>
              <p:nvPr/>
            </p:nvSpPr>
            <p:spPr bwMode="auto">
              <a:xfrm>
                <a:off x="5274" y="12992"/>
                <a:ext cx="721" cy="406"/>
              </a:xfrm>
              <a:prstGeom prst="rect">
                <a:avLst/>
              </a:prstGeom>
              <a:noFill/>
              <a:ln w="19050">
                <a:noFill/>
                <a:miter lim="800000"/>
                <a:headEnd/>
                <a:tailEnd/>
              </a:ln>
            </p:spPr>
            <p:txBody>
              <a:bodyPr/>
              <a:lstStyle/>
              <a:p>
                <a:pPr>
                  <a:spcAft>
                    <a:spcPts val="1000"/>
                  </a:spcAft>
                  <a:defRPr/>
                </a:pPr>
                <a:r>
                  <a:rPr lang="en-GB" sz="1400"/>
                  <a:t>CLK</a:t>
                </a:r>
                <a:endParaRPr lang="en-US" sz="1400"/>
              </a:p>
            </p:txBody>
          </p:sp>
        </p:grpSp>
        <p:cxnSp>
          <p:nvCxnSpPr>
            <p:cNvPr id="12295" name="AutoShape 17">
              <a:extLst>
                <a:ext uri="{FF2B5EF4-FFF2-40B4-BE49-F238E27FC236}">
                  <a16:creationId xmlns:a16="http://schemas.microsoft.com/office/drawing/2014/main" id="{F9314B96-24A1-30D6-0C40-F194B0F7A78B}"/>
                </a:ext>
              </a:extLst>
            </p:cNvPr>
            <p:cNvCxnSpPr>
              <a:cxnSpLocks noChangeShapeType="1"/>
            </p:cNvCxnSpPr>
            <p:nvPr/>
          </p:nvCxnSpPr>
          <p:spPr bwMode="auto">
            <a:xfrm flipV="1">
              <a:off x="5537" y="8551"/>
              <a:ext cx="644" cy="189"/>
            </a:xfrm>
            <a:prstGeom prst="straightConnector1">
              <a:avLst/>
            </a:prstGeom>
            <a:noFill/>
            <a:ln w="19050">
              <a:solidFill>
                <a:srgbClr val="000000"/>
              </a:solidFill>
              <a:prstDash val="dash"/>
              <a:round/>
              <a:headEnd/>
              <a:tailEnd type="triangle" w="med" len="med"/>
            </a:ln>
            <a:extLst>
              <a:ext uri="{909E8E84-426E-40DD-AFC4-6F175D3DCCD1}">
                <a14:hiddenFill xmlns:a14="http://schemas.microsoft.com/office/drawing/2010/main">
                  <a:noFill/>
                </a14:hiddenFill>
              </a:ext>
            </a:extLst>
          </p:spPr>
        </p:cxnSp>
        <p:sp>
          <p:nvSpPr>
            <p:cNvPr id="1042" name="Text Box 18">
              <a:extLst>
                <a:ext uri="{FF2B5EF4-FFF2-40B4-BE49-F238E27FC236}">
                  <a16:creationId xmlns:a16="http://schemas.microsoft.com/office/drawing/2014/main" id="{E062FADB-F8D9-4BDA-A34A-6CCC90263294}"/>
                </a:ext>
              </a:extLst>
            </p:cNvPr>
            <p:cNvSpPr txBox="1">
              <a:spLocks noChangeArrowheads="1"/>
            </p:cNvSpPr>
            <p:nvPr/>
          </p:nvSpPr>
          <p:spPr bwMode="auto">
            <a:xfrm>
              <a:off x="4889" y="10815"/>
              <a:ext cx="956" cy="360"/>
            </a:xfrm>
            <a:prstGeom prst="rect">
              <a:avLst/>
            </a:prstGeom>
            <a:noFill/>
            <a:ln w="19050">
              <a:noFill/>
              <a:miter lim="800000"/>
              <a:headEnd/>
              <a:tailEnd/>
            </a:ln>
          </p:spPr>
          <p:txBody>
            <a:bodyPr/>
            <a:lstStyle/>
            <a:p>
              <a:pPr>
                <a:spcAft>
                  <a:spcPts val="1000"/>
                </a:spcAft>
                <a:defRPr/>
              </a:pPr>
              <a:r>
                <a:rPr lang="en-GB" sz="1400"/>
                <a:t>Tsetup</a:t>
              </a:r>
              <a:endParaRPr lang="en-US" sz="1400"/>
            </a:p>
          </p:txBody>
        </p:sp>
        <p:cxnSp>
          <p:nvCxnSpPr>
            <p:cNvPr id="12297" name="AutoShape 19">
              <a:extLst>
                <a:ext uri="{FF2B5EF4-FFF2-40B4-BE49-F238E27FC236}">
                  <a16:creationId xmlns:a16="http://schemas.microsoft.com/office/drawing/2014/main" id="{557D4CA1-91A5-62FF-F22A-17DAECF1D901}"/>
                </a:ext>
              </a:extLst>
            </p:cNvPr>
            <p:cNvCxnSpPr>
              <a:cxnSpLocks noChangeShapeType="1"/>
            </p:cNvCxnSpPr>
            <p:nvPr/>
          </p:nvCxnSpPr>
          <p:spPr bwMode="auto">
            <a:xfrm>
              <a:off x="4250" y="9001"/>
              <a:ext cx="0" cy="164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298" name="AutoShape 20">
              <a:extLst>
                <a:ext uri="{FF2B5EF4-FFF2-40B4-BE49-F238E27FC236}">
                  <a16:creationId xmlns:a16="http://schemas.microsoft.com/office/drawing/2014/main" id="{6E0EBB4B-189F-6E8A-D647-71D66357B5A0}"/>
                </a:ext>
              </a:extLst>
            </p:cNvPr>
            <p:cNvCxnSpPr>
              <a:cxnSpLocks noChangeShapeType="1"/>
            </p:cNvCxnSpPr>
            <p:nvPr/>
          </p:nvCxnSpPr>
          <p:spPr bwMode="auto">
            <a:xfrm>
              <a:off x="4257" y="9654"/>
              <a:ext cx="73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299" name="AutoShape 21">
              <a:extLst>
                <a:ext uri="{FF2B5EF4-FFF2-40B4-BE49-F238E27FC236}">
                  <a16:creationId xmlns:a16="http://schemas.microsoft.com/office/drawing/2014/main" id="{23046B04-DD77-252E-BC88-4357F45EFFF8}"/>
                </a:ext>
              </a:extLst>
            </p:cNvPr>
            <p:cNvCxnSpPr>
              <a:cxnSpLocks noChangeShapeType="1"/>
            </p:cNvCxnSpPr>
            <p:nvPr/>
          </p:nvCxnSpPr>
          <p:spPr bwMode="auto">
            <a:xfrm>
              <a:off x="4997" y="9654"/>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00" name="AutoShape 22">
              <a:extLst>
                <a:ext uri="{FF2B5EF4-FFF2-40B4-BE49-F238E27FC236}">
                  <a16:creationId xmlns:a16="http://schemas.microsoft.com/office/drawing/2014/main" id="{E620C8ED-1FBF-6076-ADC7-2975E62BE5B0}"/>
                </a:ext>
              </a:extLst>
            </p:cNvPr>
            <p:cNvCxnSpPr>
              <a:cxnSpLocks noChangeShapeType="1"/>
            </p:cNvCxnSpPr>
            <p:nvPr/>
          </p:nvCxnSpPr>
          <p:spPr bwMode="auto">
            <a:xfrm flipH="1">
              <a:off x="4982" y="9639"/>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01" name="AutoShape 23">
              <a:extLst>
                <a:ext uri="{FF2B5EF4-FFF2-40B4-BE49-F238E27FC236}">
                  <a16:creationId xmlns:a16="http://schemas.microsoft.com/office/drawing/2014/main" id="{970ED323-5880-3090-8484-FFD039EC88C1}"/>
                </a:ext>
              </a:extLst>
            </p:cNvPr>
            <p:cNvCxnSpPr>
              <a:cxnSpLocks noChangeShapeType="1"/>
            </p:cNvCxnSpPr>
            <p:nvPr/>
          </p:nvCxnSpPr>
          <p:spPr bwMode="auto">
            <a:xfrm>
              <a:off x="5152" y="9639"/>
              <a:ext cx="1474"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02" name="AutoShape 24">
              <a:extLst>
                <a:ext uri="{FF2B5EF4-FFF2-40B4-BE49-F238E27FC236}">
                  <a16:creationId xmlns:a16="http://schemas.microsoft.com/office/drawing/2014/main" id="{21B16F34-1C92-6955-AE85-F20D4A85AC17}"/>
                </a:ext>
              </a:extLst>
            </p:cNvPr>
            <p:cNvCxnSpPr>
              <a:cxnSpLocks noChangeShapeType="1"/>
            </p:cNvCxnSpPr>
            <p:nvPr/>
          </p:nvCxnSpPr>
          <p:spPr bwMode="auto">
            <a:xfrm>
              <a:off x="6639" y="9655"/>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03" name="AutoShape 25">
              <a:extLst>
                <a:ext uri="{FF2B5EF4-FFF2-40B4-BE49-F238E27FC236}">
                  <a16:creationId xmlns:a16="http://schemas.microsoft.com/office/drawing/2014/main" id="{B4CC39BF-C8A8-0FE0-1F92-522B8FCEBB2B}"/>
                </a:ext>
              </a:extLst>
            </p:cNvPr>
            <p:cNvCxnSpPr>
              <a:cxnSpLocks noChangeShapeType="1"/>
            </p:cNvCxnSpPr>
            <p:nvPr/>
          </p:nvCxnSpPr>
          <p:spPr bwMode="auto">
            <a:xfrm flipH="1">
              <a:off x="6624" y="9640"/>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04" name="AutoShape 26">
              <a:extLst>
                <a:ext uri="{FF2B5EF4-FFF2-40B4-BE49-F238E27FC236}">
                  <a16:creationId xmlns:a16="http://schemas.microsoft.com/office/drawing/2014/main" id="{2F3508D3-F891-703B-AFEF-E93AC71FB0F5}"/>
                </a:ext>
              </a:extLst>
            </p:cNvPr>
            <p:cNvCxnSpPr>
              <a:cxnSpLocks noChangeShapeType="1"/>
            </p:cNvCxnSpPr>
            <p:nvPr/>
          </p:nvCxnSpPr>
          <p:spPr bwMode="auto">
            <a:xfrm>
              <a:off x="6801" y="9638"/>
              <a:ext cx="1474"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05" name="AutoShape 27">
              <a:extLst>
                <a:ext uri="{FF2B5EF4-FFF2-40B4-BE49-F238E27FC236}">
                  <a16:creationId xmlns:a16="http://schemas.microsoft.com/office/drawing/2014/main" id="{889A84AD-BF0E-44E6-C365-233870F56E62}"/>
                </a:ext>
              </a:extLst>
            </p:cNvPr>
            <p:cNvCxnSpPr>
              <a:cxnSpLocks noChangeShapeType="1"/>
            </p:cNvCxnSpPr>
            <p:nvPr/>
          </p:nvCxnSpPr>
          <p:spPr bwMode="auto">
            <a:xfrm>
              <a:off x="4256" y="9993"/>
              <a:ext cx="395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nvGrpSpPr>
            <p:cNvPr id="12306" name="Group 28">
              <a:extLst>
                <a:ext uri="{FF2B5EF4-FFF2-40B4-BE49-F238E27FC236}">
                  <a16:creationId xmlns:a16="http://schemas.microsoft.com/office/drawing/2014/main" id="{837DEB92-8DB6-F217-ED59-F5BCA64820FC}"/>
                </a:ext>
              </a:extLst>
            </p:cNvPr>
            <p:cNvGrpSpPr>
              <a:grpSpLocks/>
            </p:cNvGrpSpPr>
            <p:nvPr/>
          </p:nvGrpSpPr>
          <p:grpSpPr bwMode="auto">
            <a:xfrm>
              <a:off x="5502" y="9086"/>
              <a:ext cx="2494" cy="340"/>
              <a:chOff x="5514" y="4852"/>
              <a:chExt cx="2494" cy="340"/>
            </a:xfrm>
          </p:grpSpPr>
          <p:cxnSp>
            <p:nvCxnSpPr>
              <p:cNvPr id="12338" name="AutoShape 29">
                <a:extLst>
                  <a:ext uri="{FF2B5EF4-FFF2-40B4-BE49-F238E27FC236}">
                    <a16:creationId xmlns:a16="http://schemas.microsoft.com/office/drawing/2014/main" id="{8BEF1BBE-F814-9885-C379-07E48437F6E9}"/>
                  </a:ext>
                </a:extLst>
              </p:cNvPr>
              <p:cNvCxnSpPr>
                <a:cxnSpLocks noChangeShapeType="1"/>
              </p:cNvCxnSpPr>
              <p:nvPr/>
            </p:nvCxnSpPr>
            <p:spPr bwMode="auto">
              <a:xfrm flipH="1">
                <a:off x="5514" y="4852"/>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39" name="AutoShape 30">
                <a:extLst>
                  <a:ext uri="{FF2B5EF4-FFF2-40B4-BE49-F238E27FC236}">
                    <a16:creationId xmlns:a16="http://schemas.microsoft.com/office/drawing/2014/main" id="{ECC254DD-90AA-F69B-9C18-5B3DEC07299E}"/>
                  </a:ext>
                </a:extLst>
              </p:cNvPr>
              <p:cNvCxnSpPr>
                <a:cxnSpLocks noChangeShapeType="1"/>
              </p:cNvCxnSpPr>
              <p:nvPr/>
            </p:nvCxnSpPr>
            <p:spPr bwMode="auto">
              <a:xfrm>
                <a:off x="5684" y="4852"/>
                <a:ext cx="2324"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2307" name="AutoShape 31">
              <a:extLst>
                <a:ext uri="{FF2B5EF4-FFF2-40B4-BE49-F238E27FC236}">
                  <a16:creationId xmlns:a16="http://schemas.microsoft.com/office/drawing/2014/main" id="{CAF4FB10-430E-F0CC-C5E4-A60BEF6574F2}"/>
                </a:ext>
              </a:extLst>
            </p:cNvPr>
            <p:cNvCxnSpPr>
              <a:cxnSpLocks noChangeShapeType="1"/>
            </p:cNvCxnSpPr>
            <p:nvPr/>
          </p:nvCxnSpPr>
          <p:spPr bwMode="auto">
            <a:xfrm>
              <a:off x="4250" y="10561"/>
              <a:ext cx="1757"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56" name="Text Box 32">
              <a:extLst>
                <a:ext uri="{FF2B5EF4-FFF2-40B4-BE49-F238E27FC236}">
                  <a16:creationId xmlns:a16="http://schemas.microsoft.com/office/drawing/2014/main" id="{F4FB126D-3746-4700-9AC8-1E4AA2F7DBBB}"/>
                </a:ext>
              </a:extLst>
            </p:cNvPr>
            <p:cNvSpPr txBox="1">
              <a:spLocks noChangeArrowheads="1"/>
            </p:cNvSpPr>
            <p:nvPr/>
          </p:nvSpPr>
          <p:spPr bwMode="auto">
            <a:xfrm>
              <a:off x="3697" y="9001"/>
              <a:ext cx="982" cy="521"/>
            </a:xfrm>
            <a:prstGeom prst="rect">
              <a:avLst/>
            </a:prstGeom>
            <a:noFill/>
            <a:ln w="19050">
              <a:noFill/>
              <a:miter lim="800000"/>
              <a:headEnd/>
              <a:tailEnd/>
            </a:ln>
          </p:spPr>
          <p:txBody>
            <a:bodyPr/>
            <a:lstStyle/>
            <a:p>
              <a:pPr>
                <a:spcAft>
                  <a:spcPts val="1000"/>
                </a:spcAft>
                <a:defRPr/>
              </a:pPr>
              <a:r>
                <a:rPr lang="en-GB" sz="1400"/>
                <a:t>CLK</a:t>
              </a:r>
              <a:endParaRPr lang="en-US" sz="1400"/>
            </a:p>
          </p:txBody>
        </p:sp>
        <p:sp>
          <p:nvSpPr>
            <p:cNvPr id="1057" name="Text Box 33">
              <a:extLst>
                <a:ext uri="{FF2B5EF4-FFF2-40B4-BE49-F238E27FC236}">
                  <a16:creationId xmlns:a16="http://schemas.microsoft.com/office/drawing/2014/main" id="{A822CEBA-E8AC-45A1-883C-4D729D663E9C}"/>
                </a:ext>
              </a:extLst>
            </p:cNvPr>
            <p:cNvSpPr txBox="1">
              <a:spLocks noChangeArrowheads="1"/>
            </p:cNvSpPr>
            <p:nvPr/>
          </p:nvSpPr>
          <p:spPr bwMode="auto">
            <a:xfrm>
              <a:off x="3755" y="9619"/>
              <a:ext cx="982" cy="521"/>
            </a:xfrm>
            <a:prstGeom prst="rect">
              <a:avLst/>
            </a:prstGeom>
            <a:noFill/>
            <a:ln w="19050">
              <a:noFill/>
              <a:miter lim="800000"/>
              <a:headEnd/>
              <a:tailEnd/>
            </a:ln>
          </p:spPr>
          <p:txBody>
            <a:bodyPr/>
            <a:lstStyle/>
            <a:p>
              <a:pPr>
                <a:spcAft>
                  <a:spcPts val="1000"/>
                </a:spcAft>
                <a:defRPr/>
              </a:pPr>
              <a:r>
                <a:rPr lang="en-GB" sz="1400" dirty="0"/>
                <a:t>d</a:t>
              </a:r>
              <a:endParaRPr lang="en-US" sz="1400" dirty="0"/>
            </a:p>
          </p:txBody>
        </p:sp>
        <p:sp>
          <p:nvSpPr>
            <p:cNvPr id="1058" name="Text Box 34">
              <a:extLst>
                <a:ext uri="{FF2B5EF4-FFF2-40B4-BE49-F238E27FC236}">
                  <a16:creationId xmlns:a16="http://schemas.microsoft.com/office/drawing/2014/main" id="{478E52D6-B8C6-4E71-A2BD-22C13447DC4B}"/>
                </a:ext>
              </a:extLst>
            </p:cNvPr>
            <p:cNvSpPr txBox="1">
              <a:spLocks noChangeArrowheads="1"/>
            </p:cNvSpPr>
            <p:nvPr/>
          </p:nvSpPr>
          <p:spPr bwMode="auto">
            <a:xfrm>
              <a:off x="3821" y="10255"/>
              <a:ext cx="818" cy="522"/>
            </a:xfrm>
            <a:prstGeom prst="rect">
              <a:avLst/>
            </a:prstGeom>
            <a:noFill/>
            <a:ln w="19050">
              <a:noFill/>
              <a:miter lim="800000"/>
              <a:headEnd/>
              <a:tailEnd/>
            </a:ln>
          </p:spPr>
          <p:txBody>
            <a:bodyPr/>
            <a:lstStyle/>
            <a:p>
              <a:pPr>
                <a:spcAft>
                  <a:spcPts val="1000"/>
                </a:spcAft>
                <a:defRPr/>
              </a:pPr>
              <a:r>
                <a:rPr lang="en-GB" sz="1400"/>
                <a:t>Q</a:t>
              </a:r>
              <a:endParaRPr lang="en-US" sz="1400"/>
            </a:p>
          </p:txBody>
        </p:sp>
        <p:cxnSp>
          <p:nvCxnSpPr>
            <p:cNvPr id="12311" name="AutoShape 35">
              <a:extLst>
                <a:ext uri="{FF2B5EF4-FFF2-40B4-BE49-F238E27FC236}">
                  <a16:creationId xmlns:a16="http://schemas.microsoft.com/office/drawing/2014/main" id="{08AAE5FC-CD7A-46EF-24CC-05CC10ECE243}"/>
                </a:ext>
              </a:extLst>
            </p:cNvPr>
            <p:cNvCxnSpPr>
              <a:cxnSpLocks noChangeShapeType="1"/>
            </p:cNvCxnSpPr>
            <p:nvPr/>
          </p:nvCxnSpPr>
          <p:spPr bwMode="auto">
            <a:xfrm>
              <a:off x="5619" y="9001"/>
              <a:ext cx="0" cy="181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12" name="AutoShape 36">
              <a:extLst>
                <a:ext uri="{FF2B5EF4-FFF2-40B4-BE49-F238E27FC236}">
                  <a16:creationId xmlns:a16="http://schemas.microsoft.com/office/drawing/2014/main" id="{D1FB9F88-57D9-DEAF-4DA6-D8D36542242D}"/>
                </a:ext>
              </a:extLst>
            </p:cNvPr>
            <p:cNvCxnSpPr>
              <a:cxnSpLocks noChangeShapeType="1"/>
            </p:cNvCxnSpPr>
            <p:nvPr/>
          </p:nvCxnSpPr>
          <p:spPr bwMode="auto">
            <a:xfrm>
              <a:off x="4280" y="10224"/>
              <a:ext cx="1723"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13" name="AutoShape 37">
              <a:extLst>
                <a:ext uri="{FF2B5EF4-FFF2-40B4-BE49-F238E27FC236}">
                  <a16:creationId xmlns:a16="http://schemas.microsoft.com/office/drawing/2014/main" id="{4D0AEBDE-4F0A-7271-313F-0B3121AED5B8}"/>
                </a:ext>
              </a:extLst>
            </p:cNvPr>
            <p:cNvCxnSpPr>
              <a:cxnSpLocks noChangeShapeType="1"/>
            </p:cNvCxnSpPr>
            <p:nvPr/>
          </p:nvCxnSpPr>
          <p:spPr bwMode="auto">
            <a:xfrm>
              <a:off x="6011" y="10235"/>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14" name="AutoShape 38">
              <a:extLst>
                <a:ext uri="{FF2B5EF4-FFF2-40B4-BE49-F238E27FC236}">
                  <a16:creationId xmlns:a16="http://schemas.microsoft.com/office/drawing/2014/main" id="{ED40EA8D-AE57-9938-A3B0-FA2C64C4340F}"/>
                </a:ext>
              </a:extLst>
            </p:cNvPr>
            <p:cNvCxnSpPr>
              <a:cxnSpLocks noChangeShapeType="1"/>
            </p:cNvCxnSpPr>
            <p:nvPr/>
          </p:nvCxnSpPr>
          <p:spPr bwMode="auto">
            <a:xfrm flipH="1">
              <a:off x="5996" y="10220"/>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15" name="AutoShape 39">
              <a:extLst>
                <a:ext uri="{FF2B5EF4-FFF2-40B4-BE49-F238E27FC236}">
                  <a16:creationId xmlns:a16="http://schemas.microsoft.com/office/drawing/2014/main" id="{1B424362-1E00-1933-3119-E10CDBD04D8C}"/>
                </a:ext>
              </a:extLst>
            </p:cNvPr>
            <p:cNvCxnSpPr>
              <a:cxnSpLocks noChangeShapeType="1"/>
            </p:cNvCxnSpPr>
            <p:nvPr/>
          </p:nvCxnSpPr>
          <p:spPr bwMode="auto">
            <a:xfrm>
              <a:off x="6175" y="10217"/>
              <a:ext cx="34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16" name="AutoShape 40">
              <a:extLst>
                <a:ext uri="{FF2B5EF4-FFF2-40B4-BE49-F238E27FC236}">
                  <a16:creationId xmlns:a16="http://schemas.microsoft.com/office/drawing/2014/main" id="{10CB2FEA-DFD0-E17E-66A6-40A632E06318}"/>
                </a:ext>
              </a:extLst>
            </p:cNvPr>
            <p:cNvCxnSpPr>
              <a:cxnSpLocks noChangeShapeType="1"/>
            </p:cNvCxnSpPr>
            <p:nvPr/>
          </p:nvCxnSpPr>
          <p:spPr bwMode="auto">
            <a:xfrm>
              <a:off x="6682" y="10224"/>
              <a:ext cx="1134"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17" name="AutoShape 41">
              <a:extLst>
                <a:ext uri="{FF2B5EF4-FFF2-40B4-BE49-F238E27FC236}">
                  <a16:creationId xmlns:a16="http://schemas.microsoft.com/office/drawing/2014/main" id="{AE7DCB4C-10F6-87FE-51A3-F964D631C186}"/>
                </a:ext>
              </a:extLst>
            </p:cNvPr>
            <p:cNvCxnSpPr>
              <a:cxnSpLocks noChangeShapeType="1"/>
            </p:cNvCxnSpPr>
            <p:nvPr/>
          </p:nvCxnSpPr>
          <p:spPr bwMode="auto">
            <a:xfrm flipH="1">
              <a:off x="6174" y="10232"/>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18" name="AutoShape 42">
              <a:extLst>
                <a:ext uri="{FF2B5EF4-FFF2-40B4-BE49-F238E27FC236}">
                  <a16:creationId xmlns:a16="http://schemas.microsoft.com/office/drawing/2014/main" id="{803C317F-F102-B893-9932-DB5CE65B8B48}"/>
                </a:ext>
              </a:extLst>
            </p:cNvPr>
            <p:cNvCxnSpPr>
              <a:cxnSpLocks noChangeShapeType="1"/>
            </p:cNvCxnSpPr>
            <p:nvPr/>
          </p:nvCxnSpPr>
          <p:spPr bwMode="auto">
            <a:xfrm>
              <a:off x="6356" y="10232"/>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19" name="AutoShape 43">
              <a:extLst>
                <a:ext uri="{FF2B5EF4-FFF2-40B4-BE49-F238E27FC236}">
                  <a16:creationId xmlns:a16="http://schemas.microsoft.com/office/drawing/2014/main" id="{9D93EE3A-08D9-C1EA-B74F-8BFC5E4A47DA}"/>
                </a:ext>
              </a:extLst>
            </p:cNvPr>
            <p:cNvCxnSpPr>
              <a:cxnSpLocks noChangeShapeType="1"/>
            </p:cNvCxnSpPr>
            <p:nvPr/>
          </p:nvCxnSpPr>
          <p:spPr bwMode="auto">
            <a:xfrm>
              <a:off x="6181" y="10232"/>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20" name="AutoShape 44">
              <a:extLst>
                <a:ext uri="{FF2B5EF4-FFF2-40B4-BE49-F238E27FC236}">
                  <a16:creationId xmlns:a16="http://schemas.microsoft.com/office/drawing/2014/main" id="{8D568FFF-C737-8B2B-9FA3-F54DF71D6F5C}"/>
                </a:ext>
              </a:extLst>
            </p:cNvPr>
            <p:cNvCxnSpPr>
              <a:cxnSpLocks noChangeShapeType="1"/>
            </p:cNvCxnSpPr>
            <p:nvPr/>
          </p:nvCxnSpPr>
          <p:spPr bwMode="auto">
            <a:xfrm flipH="1">
              <a:off x="6504" y="10216"/>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21" name="AutoShape 45">
              <a:extLst>
                <a:ext uri="{FF2B5EF4-FFF2-40B4-BE49-F238E27FC236}">
                  <a16:creationId xmlns:a16="http://schemas.microsoft.com/office/drawing/2014/main" id="{FD1D0975-BDE5-2616-9C0C-6CCFF6835995}"/>
                </a:ext>
              </a:extLst>
            </p:cNvPr>
            <p:cNvCxnSpPr>
              <a:cxnSpLocks noChangeShapeType="1"/>
            </p:cNvCxnSpPr>
            <p:nvPr/>
          </p:nvCxnSpPr>
          <p:spPr bwMode="auto">
            <a:xfrm flipH="1">
              <a:off x="6344" y="10224"/>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22" name="AutoShape 46">
              <a:extLst>
                <a:ext uri="{FF2B5EF4-FFF2-40B4-BE49-F238E27FC236}">
                  <a16:creationId xmlns:a16="http://schemas.microsoft.com/office/drawing/2014/main" id="{1A189BC3-6680-69E3-24B6-F704EB896DB0}"/>
                </a:ext>
              </a:extLst>
            </p:cNvPr>
            <p:cNvCxnSpPr>
              <a:cxnSpLocks noChangeShapeType="1"/>
            </p:cNvCxnSpPr>
            <p:nvPr/>
          </p:nvCxnSpPr>
          <p:spPr bwMode="auto">
            <a:xfrm>
              <a:off x="6514" y="10209"/>
              <a:ext cx="170" cy="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23" name="AutoShape 47">
              <a:extLst>
                <a:ext uri="{FF2B5EF4-FFF2-40B4-BE49-F238E27FC236}">
                  <a16:creationId xmlns:a16="http://schemas.microsoft.com/office/drawing/2014/main" id="{4FD7ED19-DB2F-24D8-83F9-8F4AA3A7BD3E}"/>
                </a:ext>
              </a:extLst>
            </p:cNvPr>
            <p:cNvCxnSpPr>
              <a:cxnSpLocks noChangeShapeType="1"/>
            </p:cNvCxnSpPr>
            <p:nvPr/>
          </p:nvCxnSpPr>
          <p:spPr bwMode="auto">
            <a:xfrm>
              <a:off x="6175" y="10561"/>
              <a:ext cx="34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24" name="AutoShape 48">
              <a:extLst>
                <a:ext uri="{FF2B5EF4-FFF2-40B4-BE49-F238E27FC236}">
                  <a16:creationId xmlns:a16="http://schemas.microsoft.com/office/drawing/2014/main" id="{1A38285B-D615-1596-E03F-75E64976DCD8}"/>
                </a:ext>
              </a:extLst>
            </p:cNvPr>
            <p:cNvCxnSpPr>
              <a:cxnSpLocks noChangeShapeType="1"/>
            </p:cNvCxnSpPr>
            <p:nvPr/>
          </p:nvCxnSpPr>
          <p:spPr bwMode="auto">
            <a:xfrm>
              <a:off x="6697" y="10568"/>
              <a:ext cx="1134"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25" name="AutoShape 49">
              <a:extLst>
                <a:ext uri="{FF2B5EF4-FFF2-40B4-BE49-F238E27FC236}">
                  <a16:creationId xmlns:a16="http://schemas.microsoft.com/office/drawing/2014/main" id="{BCC48A06-0DDC-6D30-73D4-EAB75BA08E60}"/>
                </a:ext>
              </a:extLst>
            </p:cNvPr>
            <p:cNvCxnSpPr>
              <a:cxnSpLocks noChangeShapeType="1"/>
            </p:cNvCxnSpPr>
            <p:nvPr/>
          </p:nvCxnSpPr>
          <p:spPr bwMode="auto">
            <a:xfrm>
              <a:off x="4250" y="9426"/>
              <a:ext cx="1252"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26" name="AutoShape 50">
              <a:extLst>
                <a:ext uri="{FF2B5EF4-FFF2-40B4-BE49-F238E27FC236}">
                  <a16:creationId xmlns:a16="http://schemas.microsoft.com/office/drawing/2014/main" id="{ADF24B59-B78F-90BD-BA4B-3065A5F0FF7D}"/>
                </a:ext>
              </a:extLst>
            </p:cNvPr>
            <p:cNvCxnSpPr>
              <a:cxnSpLocks noChangeShapeType="1"/>
            </p:cNvCxnSpPr>
            <p:nvPr/>
          </p:nvCxnSpPr>
          <p:spPr bwMode="auto">
            <a:xfrm>
              <a:off x="6101" y="9924"/>
              <a:ext cx="0" cy="90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27" name="AutoShape 51">
              <a:extLst>
                <a:ext uri="{FF2B5EF4-FFF2-40B4-BE49-F238E27FC236}">
                  <a16:creationId xmlns:a16="http://schemas.microsoft.com/office/drawing/2014/main" id="{72250E40-EC59-0EB5-967F-BA49AC7AFA35}"/>
                </a:ext>
              </a:extLst>
            </p:cNvPr>
            <p:cNvCxnSpPr>
              <a:cxnSpLocks noChangeShapeType="1"/>
            </p:cNvCxnSpPr>
            <p:nvPr/>
          </p:nvCxnSpPr>
          <p:spPr bwMode="auto">
            <a:xfrm>
              <a:off x="5090" y="8540"/>
              <a:ext cx="0" cy="232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28" name="AutoShape 52">
              <a:extLst>
                <a:ext uri="{FF2B5EF4-FFF2-40B4-BE49-F238E27FC236}">
                  <a16:creationId xmlns:a16="http://schemas.microsoft.com/office/drawing/2014/main" id="{8B86FD1A-9208-43D0-07E4-10A3BEE59807}"/>
                </a:ext>
              </a:extLst>
            </p:cNvPr>
            <p:cNvCxnSpPr>
              <a:cxnSpLocks noChangeShapeType="1"/>
            </p:cNvCxnSpPr>
            <p:nvPr/>
          </p:nvCxnSpPr>
          <p:spPr bwMode="auto">
            <a:xfrm>
              <a:off x="5090" y="10765"/>
              <a:ext cx="510" cy="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2329" name="AutoShape 53">
              <a:extLst>
                <a:ext uri="{FF2B5EF4-FFF2-40B4-BE49-F238E27FC236}">
                  <a16:creationId xmlns:a16="http://schemas.microsoft.com/office/drawing/2014/main" id="{C3DBDDBF-F47F-1711-8811-1D05C08CCFA9}"/>
                </a:ext>
              </a:extLst>
            </p:cNvPr>
            <p:cNvCxnSpPr>
              <a:cxnSpLocks noChangeShapeType="1"/>
            </p:cNvCxnSpPr>
            <p:nvPr/>
          </p:nvCxnSpPr>
          <p:spPr bwMode="auto">
            <a:xfrm>
              <a:off x="5638" y="10777"/>
              <a:ext cx="454" cy="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2330" name="AutoShape 54">
              <a:extLst>
                <a:ext uri="{FF2B5EF4-FFF2-40B4-BE49-F238E27FC236}">
                  <a16:creationId xmlns:a16="http://schemas.microsoft.com/office/drawing/2014/main" id="{8FA938E9-8EF7-D338-C392-C703A439AD62}"/>
                </a:ext>
              </a:extLst>
            </p:cNvPr>
            <p:cNvCxnSpPr>
              <a:cxnSpLocks noChangeShapeType="1"/>
            </p:cNvCxnSpPr>
            <p:nvPr/>
          </p:nvCxnSpPr>
          <p:spPr bwMode="auto">
            <a:xfrm>
              <a:off x="6624" y="9380"/>
              <a:ext cx="0" cy="148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31" name="AutoShape 55">
              <a:extLst>
                <a:ext uri="{FF2B5EF4-FFF2-40B4-BE49-F238E27FC236}">
                  <a16:creationId xmlns:a16="http://schemas.microsoft.com/office/drawing/2014/main" id="{AB260DFD-D852-595B-EE8C-176C908D6CE6}"/>
                </a:ext>
              </a:extLst>
            </p:cNvPr>
            <p:cNvCxnSpPr>
              <a:cxnSpLocks noChangeShapeType="1"/>
            </p:cNvCxnSpPr>
            <p:nvPr/>
          </p:nvCxnSpPr>
          <p:spPr bwMode="auto">
            <a:xfrm>
              <a:off x="5979" y="8536"/>
              <a:ext cx="0" cy="119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32" name="AutoShape 56">
              <a:extLst>
                <a:ext uri="{FF2B5EF4-FFF2-40B4-BE49-F238E27FC236}">
                  <a16:creationId xmlns:a16="http://schemas.microsoft.com/office/drawing/2014/main" id="{57A94898-B3B9-964E-16E3-D6DE6CF64982}"/>
                </a:ext>
              </a:extLst>
            </p:cNvPr>
            <p:cNvCxnSpPr>
              <a:cxnSpLocks noChangeShapeType="1"/>
            </p:cNvCxnSpPr>
            <p:nvPr/>
          </p:nvCxnSpPr>
          <p:spPr bwMode="auto">
            <a:xfrm>
              <a:off x="5639" y="9227"/>
              <a:ext cx="340" cy="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1081" name="Text Box 57">
              <a:extLst>
                <a:ext uri="{FF2B5EF4-FFF2-40B4-BE49-F238E27FC236}">
                  <a16:creationId xmlns:a16="http://schemas.microsoft.com/office/drawing/2014/main" id="{08A3D0F3-7220-428E-8ADF-62F1CD0FB2B3}"/>
                </a:ext>
              </a:extLst>
            </p:cNvPr>
            <p:cNvSpPr txBox="1">
              <a:spLocks noChangeArrowheads="1"/>
            </p:cNvSpPr>
            <p:nvPr/>
          </p:nvSpPr>
          <p:spPr bwMode="auto">
            <a:xfrm>
              <a:off x="5400" y="8724"/>
              <a:ext cx="956" cy="360"/>
            </a:xfrm>
            <a:prstGeom prst="rect">
              <a:avLst/>
            </a:prstGeom>
            <a:noFill/>
            <a:ln w="19050">
              <a:noFill/>
              <a:miter lim="800000"/>
              <a:headEnd/>
              <a:tailEnd/>
            </a:ln>
          </p:spPr>
          <p:txBody>
            <a:bodyPr/>
            <a:lstStyle/>
            <a:p>
              <a:pPr>
                <a:spcAft>
                  <a:spcPts val="1000"/>
                </a:spcAft>
                <a:defRPr/>
              </a:pPr>
              <a:r>
                <a:rPr lang="en-GB" sz="1400" dirty="0" err="1"/>
                <a:t>Thold</a:t>
              </a:r>
              <a:endParaRPr lang="en-US" sz="1400" dirty="0"/>
            </a:p>
          </p:txBody>
        </p:sp>
        <p:cxnSp>
          <p:nvCxnSpPr>
            <p:cNvPr id="12334" name="AutoShape 58">
              <a:extLst>
                <a:ext uri="{FF2B5EF4-FFF2-40B4-BE49-F238E27FC236}">
                  <a16:creationId xmlns:a16="http://schemas.microsoft.com/office/drawing/2014/main" id="{5DBEE0FE-AD94-65C7-5DA4-68241EC87B38}"/>
                </a:ext>
              </a:extLst>
            </p:cNvPr>
            <p:cNvCxnSpPr>
              <a:cxnSpLocks noChangeShapeType="1"/>
            </p:cNvCxnSpPr>
            <p:nvPr/>
          </p:nvCxnSpPr>
          <p:spPr bwMode="auto">
            <a:xfrm>
              <a:off x="5605" y="9456"/>
              <a:ext cx="1005" cy="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1083" name="Text Box 59">
              <a:extLst>
                <a:ext uri="{FF2B5EF4-FFF2-40B4-BE49-F238E27FC236}">
                  <a16:creationId xmlns:a16="http://schemas.microsoft.com/office/drawing/2014/main" id="{D3D7AC35-CB74-45FD-8B63-F92CCA8C2774}"/>
                </a:ext>
              </a:extLst>
            </p:cNvPr>
            <p:cNvSpPr txBox="1">
              <a:spLocks noChangeArrowheads="1"/>
            </p:cNvSpPr>
            <p:nvPr/>
          </p:nvSpPr>
          <p:spPr bwMode="auto">
            <a:xfrm>
              <a:off x="5957" y="9041"/>
              <a:ext cx="718" cy="496"/>
            </a:xfrm>
            <a:prstGeom prst="rect">
              <a:avLst/>
            </a:prstGeom>
            <a:noFill/>
            <a:ln w="19050">
              <a:noFill/>
              <a:miter lim="800000"/>
              <a:headEnd/>
              <a:tailEnd/>
            </a:ln>
          </p:spPr>
          <p:txBody>
            <a:bodyPr/>
            <a:lstStyle/>
            <a:p>
              <a:pPr>
                <a:spcAft>
                  <a:spcPts val="1000"/>
                </a:spcAft>
                <a:defRPr/>
              </a:pPr>
              <a:r>
                <a:rPr lang="en-GB" sz="1600" dirty="0"/>
                <a:t>T</a:t>
              </a:r>
              <a:r>
                <a:rPr lang="en-GB" sz="1600" baseline="-25000" dirty="0"/>
                <a:t>PDQ</a:t>
              </a:r>
              <a:endParaRPr lang="en-US" sz="1600" dirty="0"/>
            </a:p>
          </p:txBody>
        </p:sp>
        <p:cxnSp>
          <p:nvCxnSpPr>
            <p:cNvPr id="12336" name="AutoShape 60">
              <a:extLst>
                <a:ext uri="{FF2B5EF4-FFF2-40B4-BE49-F238E27FC236}">
                  <a16:creationId xmlns:a16="http://schemas.microsoft.com/office/drawing/2014/main" id="{864683A6-403D-B8BD-ED3A-E29237561BEE}"/>
                </a:ext>
              </a:extLst>
            </p:cNvPr>
            <p:cNvCxnSpPr>
              <a:cxnSpLocks noChangeShapeType="1"/>
            </p:cNvCxnSpPr>
            <p:nvPr/>
          </p:nvCxnSpPr>
          <p:spPr bwMode="auto">
            <a:xfrm>
              <a:off x="5090" y="8725"/>
              <a:ext cx="907" cy="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1085" name="Text Box 61">
              <a:extLst>
                <a:ext uri="{FF2B5EF4-FFF2-40B4-BE49-F238E27FC236}">
                  <a16:creationId xmlns:a16="http://schemas.microsoft.com/office/drawing/2014/main" id="{5324ED6D-0A5C-4FB6-BC7D-D7A88FC69852}"/>
                </a:ext>
              </a:extLst>
            </p:cNvPr>
            <p:cNvSpPr txBox="1">
              <a:spLocks noChangeArrowheads="1"/>
            </p:cNvSpPr>
            <p:nvPr/>
          </p:nvSpPr>
          <p:spPr bwMode="auto">
            <a:xfrm>
              <a:off x="6102" y="8320"/>
              <a:ext cx="1080" cy="591"/>
            </a:xfrm>
            <a:prstGeom prst="rect">
              <a:avLst/>
            </a:prstGeom>
            <a:noFill/>
            <a:ln w="19050">
              <a:noFill/>
              <a:miter lim="800000"/>
              <a:headEnd/>
              <a:tailEnd/>
            </a:ln>
          </p:spPr>
          <p:txBody>
            <a:bodyPr/>
            <a:lstStyle/>
            <a:p>
              <a:pPr>
                <a:defRPr/>
              </a:pPr>
              <a:r>
                <a:rPr lang="en-GB" sz="1400" dirty="0"/>
                <a:t>Decision</a:t>
              </a:r>
            </a:p>
            <a:p>
              <a:pPr>
                <a:defRPr/>
              </a:pPr>
              <a:r>
                <a:rPr lang="en-GB" sz="1400" dirty="0"/>
                <a:t>window</a:t>
              </a:r>
              <a:endParaRPr lang="en-US" sz="1400" dirty="0"/>
            </a:p>
          </p:txBody>
        </p:sp>
      </p:grpSp>
      <p:sp>
        <p:nvSpPr>
          <p:cNvPr id="12292" name="TextBox 62">
            <a:extLst>
              <a:ext uri="{FF2B5EF4-FFF2-40B4-BE49-F238E27FC236}">
                <a16:creationId xmlns:a16="http://schemas.microsoft.com/office/drawing/2014/main" id="{0CC6F85F-12B4-89B8-DC5D-E98B850140CC}"/>
              </a:ext>
            </a:extLst>
          </p:cNvPr>
          <p:cNvSpPr txBox="1">
            <a:spLocks noChangeArrowheads="1"/>
          </p:cNvSpPr>
          <p:nvPr/>
        </p:nvSpPr>
        <p:spPr bwMode="auto">
          <a:xfrm>
            <a:off x="1981200" y="4868864"/>
            <a:ext cx="81534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baseline="-25000"/>
              <a:t>CCQ </a:t>
            </a:r>
            <a:r>
              <a:rPr lang="en-US" altLang="en-US"/>
              <a:t>– Contamination delay (reaction minimal time)</a:t>
            </a:r>
          </a:p>
          <a:p>
            <a:pPr eaLnBrk="1" hangingPunct="1"/>
            <a:r>
              <a:rPr lang="en-US" altLang="en-US"/>
              <a:t>T</a:t>
            </a:r>
            <a:r>
              <a:rPr lang="en-US" altLang="en-US" baseline="-25000"/>
              <a:t>PDQ</a:t>
            </a:r>
            <a:r>
              <a:rPr lang="en-US" altLang="en-US"/>
              <a:t> – Propagation delay or maximal  reaction time </a:t>
            </a:r>
          </a:p>
          <a:p>
            <a:pPr eaLnBrk="1" hangingPunct="1"/>
            <a:r>
              <a:rPr lang="en-US" altLang="en-US"/>
              <a:t>Thold &lt;= T</a:t>
            </a:r>
            <a:r>
              <a:rPr lang="en-US" altLang="en-US" baseline="-25000"/>
              <a:t>CCQ </a:t>
            </a:r>
            <a:r>
              <a:rPr lang="en-US" altLang="en-US"/>
              <a:t> </a:t>
            </a:r>
            <a:endParaRPr lang="en-GB"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4E7A2BA9-A444-0818-0320-D54C1E76B948}"/>
              </a:ext>
            </a:extLst>
          </p:cNvPr>
          <p:cNvSpPr>
            <a:spLocks noGrp="1" noChangeArrowheads="1"/>
          </p:cNvSpPr>
          <p:nvPr>
            <p:ph type="title"/>
          </p:nvPr>
        </p:nvSpPr>
        <p:spPr>
          <a:xfrm>
            <a:off x="0" y="183401"/>
            <a:ext cx="11612880" cy="704088"/>
          </a:xfrm>
        </p:spPr>
        <p:txBody>
          <a:bodyPr/>
          <a:lstStyle/>
          <a:p>
            <a:r>
              <a:rPr lang="en-US" altLang="en-US"/>
              <a:t>Synchronous  System </a:t>
            </a:r>
            <a:endParaRPr lang="ru-RU" altLang="en-US"/>
          </a:p>
        </p:txBody>
      </p:sp>
      <p:grpSp>
        <p:nvGrpSpPr>
          <p:cNvPr id="13315" name="Group 129">
            <a:extLst>
              <a:ext uri="{FF2B5EF4-FFF2-40B4-BE49-F238E27FC236}">
                <a16:creationId xmlns:a16="http://schemas.microsoft.com/office/drawing/2014/main" id="{0DA90D03-C579-975C-6014-CF6279514054}"/>
              </a:ext>
            </a:extLst>
          </p:cNvPr>
          <p:cNvGrpSpPr>
            <a:grpSpLocks/>
          </p:cNvGrpSpPr>
          <p:nvPr/>
        </p:nvGrpSpPr>
        <p:grpSpPr bwMode="auto">
          <a:xfrm>
            <a:off x="2598738" y="990601"/>
            <a:ext cx="5326062" cy="4614863"/>
            <a:chOff x="1447800" y="990600"/>
            <a:chExt cx="5325372" cy="4614132"/>
          </a:xfrm>
        </p:grpSpPr>
        <p:sp>
          <p:nvSpPr>
            <p:cNvPr id="6148" name="Rectangle 6">
              <a:extLst>
                <a:ext uri="{FF2B5EF4-FFF2-40B4-BE49-F238E27FC236}">
                  <a16:creationId xmlns:a16="http://schemas.microsoft.com/office/drawing/2014/main" id="{2BC2228A-10CA-46E0-B2D1-D8793CEE32E0}"/>
                </a:ext>
              </a:extLst>
            </p:cNvPr>
            <p:cNvSpPr>
              <a:spLocks noChangeArrowheads="1"/>
            </p:cNvSpPr>
            <p:nvPr/>
          </p:nvSpPr>
          <p:spPr bwMode="auto">
            <a:xfrm>
              <a:off x="2608112" y="990600"/>
              <a:ext cx="582538" cy="173327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ru-RU"/>
            </a:p>
          </p:txBody>
        </p:sp>
        <p:sp>
          <p:nvSpPr>
            <p:cNvPr id="6149" name="Rectangle 7">
              <a:extLst>
                <a:ext uri="{FF2B5EF4-FFF2-40B4-BE49-F238E27FC236}">
                  <a16:creationId xmlns:a16="http://schemas.microsoft.com/office/drawing/2014/main" id="{2B5D5845-6233-4B05-B39D-4251B0A8FE6E}"/>
                </a:ext>
              </a:extLst>
            </p:cNvPr>
            <p:cNvSpPr>
              <a:spLocks noChangeArrowheads="1"/>
            </p:cNvSpPr>
            <p:nvPr/>
          </p:nvSpPr>
          <p:spPr bwMode="auto">
            <a:xfrm>
              <a:off x="5422385" y="1049329"/>
              <a:ext cx="582537" cy="1731688"/>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ru-RU"/>
            </a:p>
          </p:txBody>
        </p:sp>
        <p:sp>
          <p:nvSpPr>
            <p:cNvPr id="13320" name="Line 8">
              <a:extLst>
                <a:ext uri="{FF2B5EF4-FFF2-40B4-BE49-F238E27FC236}">
                  <a16:creationId xmlns:a16="http://schemas.microsoft.com/office/drawing/2014/main" id="{83E74241-A939-AFB1-30AD-9068A74761A0}"/>
                </a:ext>
              </a:extLst>
            </p:cNvPr>
            <p:cNvSpPr>
              <a:spLocks noChangeShapeType="1"/>
            </p:cNvSpPr>
            <p:nvPr/>
          </p:nvSpPr>
          <p:spPr bwMode="auto">
            <a:xfrm>
              <a:off x="3209951" y="1780294"/>
              <a:ext cx="54864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3321" name="Line 9">
              <a:extLst>
                <a:ext uri="{FF2B5EF4-FFF2-40B4-BE49-F238E27FC236}">
                  <a16:creationId xmlns:a16="http://schemas.microsoft.com/office/drawing/2014/main" id="{D7C9621E-E05A-6F68-B0E1-36C03548F0E8}"/>
                </a:ext>
              </a:extLst>
            </p:cNvPr>
            <p:cNvSpPr>
              <a:spLocks noChangeShapeType="1"/>
            </p:cNvSpPr>
            <p:nvPr/>
          </p:nvSpPr>
          <p:spPr bwMode="auto">
            <a:xfrm>
              <a:off x="4899848" y="1797008"/>
              <a:ext cx="54864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3322" name="Text Box 11">
              <a:extLst>
                <a:ext uri="{FF2B5EF4-FFF2-40B4-BE49-F238E27FC236}">
                  <a16:creationId xmlns:a16="http://schemas.microsoft.com/office/drawing/2014/main" id="{50B96F0E-D9F1-B6B0-C556-114167DCFA6B}"/>
                </a:ext>
              </a:extLst>
            </p:cNvPr>
            <p:cNvSpPr txBox="1">
              <a:spLocks noChangeArrowheads="1"/>
            </p:cNvSpPr>
            <p:nvPr/>
          </p:nvSpPr>
          <p:spPr bwMode="auto">
            <a:xfrm>
              <a:off x="2608669" y="1106199"/>
              <a:ext cx="775147" cy="462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R1</a:t>
              </a:r>
            </a:p>
          </p:txBody>
        </p:sp>
        <p:sp>
          <p:nvSpPr>
            <p:cNvPr id="13323" name="Text Box 12">
              <a:extLst>
                <a:ext uri="{FF2B5EF4-FFF2-40B4-BE49-F238E27FC236}">
                  <a16:creationId xmlns:a16="http://schemas.microsoft.com/office/drawing/2014/main" id="{21B521E5-04CE-3D19-C619-D1D638D60BD7}"/>
                </a:ext>
              </a:extLst>
            </p:cNvPr>
            <p:cNvSpPr txBox="1">
              <a:spLocks noChangeArrowheads="1"/>
            </p:cNvSpPr>
            <p:nvPr/>
          </p:nvSpPr>
          <p:spPr bwMode="auto">
            <a:xfrm>
              <a:off x="5406896" y="1086700"/>
              <a:ext cx="775147" cy="462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R2</a:t>
              </a:r>
            </a:p>
          </p:txBody>
        </p:sp>
        <p:sp>
          <p:nvSpPr>
            <p:cNvPr id="13324" name="Freeform 13">
              <a:extLst>
                <a:ext uri="{FF2B5EF4-FFF2-40B4-BE49-F238E27FC236}">
                  <a16:creationId xmlns:a16="http://schemas.microsoft.com/office/drawing/2014/main" id="{B4D28F33-3897-9CDD-A0F8-DD077F5E9E8B}"/>
                </a:ext>
              </a:extLst>
            </p:cNvPr>
            <p:cNvSpPr>
              <a:spLocks/>
            </p:cNvSpPr>
            <p:nvPr/>
          </p:nvSpPr>
          <p:spPr bwMode="auto">
            <a:xfrm>
              <a:off x="2608669" y="2274064"/>
              <a:ext cx="186905" cy="222841"/>
            </a:xfrm>
            <a:custGeom>
              <a:avLst/>
              <a:gdLst>
                <a:gd name="T0" fmla="*/ 0 w 129"/>
                <a:gd name="T1" fmla="*/ 937634504 h 133"/>
                <a:gd name="T2" fmla="*/ 270802163 w 129"/>
                <a:gd name="T3" fmla="*/ 46320266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25" name="Freeform 14">
              <a:extLst>
                <a:ext uri="{FF2B5EF4-FFF2-40B4-BE49-F238E27FC236}">
                  <a16:creationId xmlns:a16="http://schemas.microsoft.com/office/drawing/2014/main" id="{5937F438-8AEF-D9DA-3205-567FFD6E8EE1}"/>
                </a:ext>
              </a:extLst>
            </p:cNvPr>
            <p:cNvSpPr>
              <a:spLocks/>
            </p:cNvSpPr>
            <p:nvPr/>
          </p:nvSpPr>
          <p:spPr bwMode="auto">
            <a:xfrm>
              <a:off x="5422834" y="2262189"/>
              <a:ext cx="186905" cy="222841"/>
            </a:xfrm>
            <a:custGeom>
              <a:avLst/>
              <a:gdLst>
                <a:gd name="T0" fmla="*/ 0 w 129"/>
                <a:gd name="T1" fmla="*/ 937634504 h 133"/>
                <a:gd name="T2" fmla="*/ 270802163 w 129"/>
                <a:gd name="T3" fmla="*/ 46320266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26" name="Line 15">
              <a:extLst>
                <a:ext uri="{FF2B5EF4-FFF2-40B4-BE49-F238E27FC236}">
                  <a16:creationId xmlns:a16="http://schemas.microsoft.com/office/drawing/2014/main" id="{C5A9DEA8-A1F4-4513-F9CC-08C8F3680C3B}"/>
                </a:ext>
              </a:extLst>
            </p:cNvPr>
            <p:cNvSpPr>
              <a:spLocks noChangeShapeType="1"/>
            </p:cNvSpPr>
            <p:nvPr/>
          </p:nvSpPr>
          <p:spPr bwMode="auto">
            <a:xfrm>
              <a:off x="2330486" y="2391056"/>
              <a:ext cx="2680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7" name="Line 16">
              <a:extLst>
                <a:ext uri="{FF2B5EF4-FFF2-40B4-BE49-F238E27FC236}">
                  <a16:creationId xmlns:a16="http://schemas.microsoft.com/office/drawing/2014/main" id="{EF9F0A90-D2C9-362E-2BCE-1A46ED10BD1B}"/>
                </a:ext>
              </a:extLst>
            </p:cNvPr>
            <p:cNvSpPr>
              <a:spLocks noChangeShapeType="1"/>
            </p:cNvSpPr>
            <p:nvPr/>
          </p:nvSpPr>
          <p:spPr bwMode="auto">
            <a:xfrm>
              <a:off x="5147548" y="2379181"/>
              <a:ext cx="2694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8" name="Line 17">
              <a:extLst>
                <a:ext uri="{FF2B5EF4-FFF2-40B4-BE49-F238E27FC236}">
                  <a16:creationId xmlns:a16="http://schemas.microsoft.com/office/drawing/2014/main" id="{2C38FE55-E75D-DAA5-B223-189BE8E1949A}"/>
                </a:ext>
              </a:extLst>
            </p:cNvPr>
            <p:cNvSpPr>
              <a:spLocks noChangeShapeType="1"/>
            </p:cNvSpPr>
            <p:nvPr/>
          </p:nvSpPr>
          <p:spPr bwMode="auto">
            <a:xfrm>
              <a:off x="2326423" y="2379180"/>
              <a:ext cx="0" cy="59436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329" name="Line 18">
              <a:extLst>
                <a:ext uri="{FF2B5EF4-FFF2-40B4-BE49-F238E27FC236}">
                  <a16:creationId xmlns:a16="http://schemas.microsoft.com/office/drawing/2014/main" id="{70F1AD55-47D7-7C60-92E6-BD5DF0959C38}"/>
                </a:ext>
              </a:extLst>
            </p:cNvPr>
            <p:cNvSpPr>
              <a:spLocks noChangeShapeType="1"/>
            </p:cNvSpPr>
            <p:nvPr/>
          </p:nvSpPr>
          <p:spPr bwMode="auto">
            <a:xfrm>
              <a:off x="5131611" y="2379181"/>
              <a:ext cx="0" cy="589137"/>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3330" name="Text Box 20">
              <a:extLst>
                <a:ext uri="{FF2B5EF4-FFF2-40B4-BE49-F238E27FC236}">
                  <a16:creationId xmlns:a16="http://schemas.microsoft.com/office/drawing/2014/main" id="{B9F8B6D9-FDFC-3F72-08CB-30C1F7F1E078}"/>
                </a:ext>
              </a:extLst>
            </p:cNvPr>
            <p:cNvSpPr txBox="1">
              <a:spLocks noChangeArrowheads="1"/>
            </p:cNvSpPr>
            <p:nvPr/>
          </p:nvSpPr>
          <p:spPr bwMode="auto">
            <a:xfrm>
              <a:off x="1468576" y="2674446"/>
              <a:ext cx="990600" cy="449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CLK</a:t>
              </a:r>
            </a:p>
          </p:txBody>
        </p:sp>
        <p:sp>
          <p:nvSpPr>
            <p:cNvPr id="13331" name="Rectangle 21">
              <a:extLst>
                <a:ext uri="{FF2B5EF4-FFF2-40B4-BE49-F238E27FC236}">
                  <a16:creationId xmlns:a16="http://schemas.microsoft.com/office/drawing/2014/main" id="{822B1FBA-B4E6-EDDD-C27A-0579F5111EAC}"/>
                </a:ext>
              </a:extLst>
            </p:cNvPr>
            <p:cNvSpPr>
              <a:spLocks noChangeArrowheads="1"/>
            </p:cNvSpPr>
            <p:nvPr/>
          </p:nvSpPr>
          <p:spPr bwMode="auto">
            <a:xfrm>
              <a:off x="3781602" y="1202299"/>
              <a:ext cx="1111286" cy="1118386"/>
            </a:xfrm>
            <a:prstGeom prst="rect">
              <a:avLst/>
            </a:prstGeom>
            <a:solidFill>
              <a:srgbClr val="C0C0C0"/>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ru-RU" altLang="en-US"/>
                <a:t>Comb</a:t>
              </a:r>
              <a:r>
                <a:rPr lang="en-US" altLang="en-US"/>
                <a:t>.</a:t>
              </a:r>
              <a:br>
                <a:rPr lang="ru-RU" altLang="en-US"/>
              </a:br>
              <a:r>
                <a:rPr lang="ru-RU" altLang="en-US"/>
                <a:t>Logic</a:t>
              </a:r>
              <a:r>
                <a:rPr lang="en-US" altLang="en-US"/>
                <a:t>  (CL)</a:t>
              </a:r>
              <a:endParaRPr lang="ru-RU" altLang="en-US"/>
            </a:p>
          </p:txBody>
        </p:sp>
        <p:sp>
          <p:nvSpPr>
            <p:cNvPr id="13332" name="Line 22">
              <a:extLst>
                <a:ext uri="{FF2B5EF4-FFF2-40B4-BE49-F238E27FC236}">
                  <a16:creationId xmlns:a16="http://schemas.microsoft.com/office/drawing/2014/main" id="{3A315992-55F1-8884-2FE6-AD7CA044EB89}"/>
                </a:ext>
              </a:extLst>
            </p:cNvPr>
            <p:cNvSpPr>
              <a:spLocks noChangeShapeType="1"/>
            </p:cNvSpPr>
            <p:nvPr/>
          </p:nvSpPr>
          <p:spPr bwMode="auto">
            <a:xfrm>
              <a:off x="1932186" y="1511492"/>
              <a:ext cx="64008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13333" name="Group 128">
              <a:extLst>
                <a:ext uri="{FF2B5EF4-FFF2-40B4-BE49-F238E27FC236}">
                  <a16:creationId xmlns:a16="http://schemas.microsoft.com/office/drawing/2014/main" id="{1B5049DB-D5F3-D18B-4654-CE2FF3F09918}"/>
                </a:ext>
              </a:extLst>
            </p:cNvPr>
            <p:cNvGrpSpPr>
              <a:grpSpLocks/>
            </p:cNvGrpSpPr>
            <p:nvPr/>
          </p:nvGrpSpPr>
          <p:grpSpPr bwMode="auto">
            <a:xfrm>
              <a:off x="1447800" y="2973845"/>
              <a:ext cx="4860308" cy="2630887"/>
              <a:chOff x="1540492" y="2973845"/>
              <a:chExt cx="4860308" cy="2630887"/>
            </a:xfrm>
          </p:grpSpPr>
          <p:sp>
            <p:nvSpPr>
              <p:cNvPr id="6161" name="Line 19">
                <a:extLst>
                  <a:ext uri="{FF2B5EF4-FFF2-40B4-BE49-F238E27FC236}">
                    <a16:creationId xmlns:a16="http://schemas.microsoft.com/office/drawing/2014/main" id="{AEA718EA-C9C4-4F42-ACCF-E052C20E495B}"/>
                  </a:ext>
                </a:extLst>
              </p:cNvPr>
              <p:cNvSpPr>
                <a:spLocks noChangeShapeType="1"/>
              </p:cNvSpPr>
              <p:nvPr/>
            </p:nvSpPr>
            <p:spPr bwMode="auto">
              <a:xfrm>
                <a:off x="2116679" y="2973074"/>
                <a:ext cx="3107922" cy="0"/>
              </a:xfrm>
              <a:prstGeom prst="line">
                <a:avLst/>
              </a:prstGeom>
              <a:noFill/>
              <a:ln w="25400">
                <a:solidFill>
                  <a:srgbClr val="000000"/>
                </a:solidFill>
                <a:round/>
                <a:headEnd/>
                <a:tailEnd/>
              </a:ln>
            </p:spPr>
            <p:txBody>
              <a:bodyPr/>
              <a:lstStyle/>
              <a:p>
                <a:pPr eaLnBrk="1" hangingPunct="1">
                  <a:defRPr/>
                </a:pPr>
                <a:endParaRPr lang="en-GB">
                  <a:latin typeface="+mj-lt"/>
                </a:endParaRPr>
              </a:p>
            </p:txBody>
          </p:sp>
          <p:grpSp>
            <p:nvGrpSpPr>
              <p:cNvPr id="13343" name="Group 127">
                <a:extLst>
                  <a:ext uri="{FF2B5EF4-FFF2-40B4-BE49-F238E27FC236}">
                    <a16:creationId xmlns:a16="http://schemas.microsoft.com/office/drawing/2014/main" id="{B65274AC-C984-7F5F-12C9-74475F2999F5}"/>
                  </a:ext>
                </a:extLst>
              </p:cNvPr>
              <p:cNvGrpSpPr>
                <a:grpSpLocks/>
              </p:cNvGrpSpPr>
              <p:nvPr/>
            </p:nvGrpSpPr>
            <p:grpSpPr bwMode="auto">
              <a:xfrm>
                <a:off x="1540492" y="3242755"/>
                <a:ext cx="4860308" cy="2361977"/>
                <a:chOff x="1540492" y="3124200"/>
                <a:chExt cx="4860308" cy="2361977"/>
              </a:xfrm>
            </p:grpSpPr>
            <p:sp>
              <p:nvSpPr>
                <p:cNvPr id="1027" name="Line 3">
                  <a:extLst>
                    <a:ext uri="{FF2B5EF4-FFF2-40B4-BE49-F238E27FC236}">
                      <a16:creationId xmlns:a16="http://schemas.microsoft.com/office/drawing/2014/main" id="{D8852AAA-BEDD-491E-B2F9-82879E3F366D}"/>
                    </a:ext>
                  </a:extLst>
                </p:cNvPr>
                <p:cNvSpPr>
                  <a:spLocks noChangeShapeType="1"/>
                </p:cNvSpPr>
                <p:nvPr/>
              </p:nvSpPr>
              <p:spPr bwMode="auto">
                <a:xfrm>
                  <a:off x="2054775" y="3525924"/>
                  <a:ext cx="215872" cy="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028" name="Line 4">
                  <a:extLst>
                    <a:ext uri="{FF2B5EF4-FFF2-40B4-BE49-F238E27FC236}">
                      <a16:creationId xmlns:a16="http://schemas.microsoft.com/office/drawing/2014/main" id="{2B034E6A-A36C-413F-A2C4-41A28EBE737F}"/>
                    </a:ext>
                  </a:extLst>
                </p:cNvPr>
                <p:cNvSpPr>
                  <a:spLocks noChangeShapeType="1"/>
                </p:cNvSpPr>
                <p:nvPr/>
              </p:nvSpPr>
              <p:spPr bwMode="auto">
                <a:xfrm flipV="1">
                  <a:off x="2272234" y="3224347"/>
                  <a:ext cx="68254" cy="30157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1029" name="Line 5">
                  <a:extLst>
                    <a:ext uri="{FF2B5EF4-FFF2-40B4-BE49-F238E27FC236}">
                      <a16:creationId xmlns:a16="http://schemas.microsoft.com/office/drawing/2014/main" id="{D76E6BD3-E20A-4394-918C-AB9660AB6D97}"/>
                    </a:ext>
                  </a:extLst>
                </p:cNvPr>
                <p:cNvSpPr>
                  <a:spLocks noChangeShapeType="1"/>
                </p:cNvSpPr>
                <p:nvPr/>
              </p:nvSpPr>
              <p:spPr bwMode="auto">
                <a:xfrm>
                  <a:off x="2337314" y="3219586"/>
                  <a:ext cx="957138" cy="0"/>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030" name="Line 6">
                  <a:extLst>
                    <a:ext uri="{FF2B5EF4-FFF2-40B4-BE49-F238E27FC236}">
                      <a16:creationId xmlns:a16="http://schemas.microsoft.com/office/drawing/2014/main" id="{DCC88B01-2BA2-4930-8E63-18EB7C88B313}"/>
                    </a:ext>
                  </a:extLst>
                </p:cNvPr>
                <p:cNvSpPr>
                  <a:spLocks noChangeShapeType="1"/>
                </p:cNvSpPr>
                <p:nvPr/>
              </p:nvSpPr>
              <p:spPr bwMode="auto">
                <a:xfrm>
                  <a:off x="3292865" y="3219586"/>
                  <a:ext cx="61904" cy="315862"/>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31" name="Line 7">
                  <a:extLst>
                    <a:ext uri="{FF2B5EF4-FFF2-40B4-BE49-F238E27FC236}">
                      <a16:creationId xmlns:a16="http://schemas.microsoft.com/office/drawing/2014/main" id="{7C246B1E-FAD1-4E6E-90C7-C1F1A8563883}"/>
                    </a:ext>
                  </a:extLst>
                </p:cNvPr>
                <p:cNvSpPr>
                  <a:spLocks noChangeShapeType="1"/>
                </p:cNvSpPr>
                <p:nvPr/>
              </p:nvSpPr>
              <p:spPr bwMode="auto">
                <a:xfrm>
                  <a:off x="3356357" y="3535448"/>
                  <a:ext cx="1944435" cy="0"/>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032" name="Line 8">
                  <a:extLst>
                    <a:ext uri="{FF2B5EF4-FFF2-40B4-BE49-F238E27FC236}">
                      <a16:creationId xmlns:a16="http://schemas.microsoft.com/office/drawing/2014/main" id="{C568B146-26E4-4A9F-840A-0FF2DCBD9F3B}"/>
                    </a:ext>
                  </a:extLst>
                </p:cNvPr>
                <p:cNvSpPr>
                  <a:spLocks noChangeShapeType="1"/>
                </p:cNvSpPr>
                <p:nvPr/>
              </p:nvSpPr>
              <p:spPr bwMode="auto">
                <a:xfrm flipV="1">
                  <a:off x="5302379" y="3222760"/>
                  <a:ext cx="68253" cy="299989"/>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33" name="Line 9">
                  <a:extLst>
                    <a:ext uri="{FF2B5EF4-FFF2-40B4-BE49-F238E27FC236}">
                      <a16:creationId xmlns:a16="http://schemas.microsoft.com/office/drawing/2014/main" id="{75F72FCB-7D77-4BFF-B14D-C46E5BFAD3EA}"/>
                    </a:ext>
                  </a:extLst>
                </p:cNvPr>
                <p:cNvSpPr>
                  <a:spLocks noChangeShapeType="1"/>
                </p:cNvSpPr>
                <p:nvPr/>
              </p:nvSpPr>
              <p:spPr bwMode="auto">
                <a:xfrm>
                  <a:off x="5365871" y="3216411"/>
                  <a:ext cx="966662" cy="0"/>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034" name="Line 10">
                  <a:extLst>
                    <a:ext uri="{FF2B5EF4-FFF2-40B4-BE49-F238E27FC236}">
                      <a16:creationId xmlns:a16="http://schemas.microsoft.com/office/drawing/2014/main" id="{408D6252-C13D-406E-AC3E-D77C935D102E}"/>
                    </a:ext>
                  </a:extLst>
                </p:cNvPr>
                <p:cNvSpPr>
                  <a:spLocks noChangeShapeType="1"/>
                </p:cNvSpPr>
                <p:nvPr/>
              </p:nvSpPr>
              <p:spPr bwMode="auto">
                <a:xfrm>
                  <a:off x="2318266" y="3203713"/>
                  <a:ext cx="0" cy="2196752"/>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035" name="Line 11">
                  <a:extLst>
                    <a:ext uri="{FF2B5EF4-FFF2-40B4-BE49-F238E27FC236}">
                      <a16:creationId xmlns:a16="http://schemas.microsoft.com/office/drawing/2014/main" id="{B052C5CE-0EE4-4274-BE1B-10AEE0B01DF3}"/>
                    </a:ext>
                  </a:extLst>
                </p:cNvPr>
                <p:cNvSpPr>
                  <a:spLocks noChangeShapeType="1"/>
                </p:cNvSpPr>
                <p:nvPr/>
              </p:nvSpPr>
              <p:spPr bwMode="auto">
                <a:xfrm flipV="1">
                  <a:off x="2778582" y="3940197"/>
                  <a:ext cx="2914272" cy="0"/>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036" name="Line 12">
                  <a:extLst>
                    <a:ext uri="{FF2B5EF4-FFF2-40B4-BE49-F238E27FC236}">
                      <a16:creationId xmlns:a16="http://schemas.microsoft.com/office/drawing/2014/main" id="{EE1DD3E0-436A-43AC-81E4-196F1076D2DD}"/>
                    </a:ext>
                  </a:extLst>
                </p:cNvPr>
                <p:cNvSpPr>
                  <a:spLocks noChangeShapeType="1"/>
                </p:cNvSpPr>
                <p:nvPr/>
              </p:nvSpPr>
              <p:spPr bwMode="auto">
                <a:xfrm>
                  <a:off x="2805565" y="4248123"/>
                  <a:ext cx="2914272" cy="0"/>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037" name="Line 13">
                  <a:extLst>
                    <a:ext uri="{FF2B5EF4-FFF2-40B4-BE49-F238E27FC236}">
                      <a16:creationId xmlns:a16="http://schemas.microsoft.com/office/drawing/2014/main" id="{E9FFD984-4B17-483B-8B32-B8DB8B900721}"/>
                    </a:ext>
                  </a:extLst>
                </p:cNvPr>
                <p:cNvSpPr>
                  <a:spLocks noChangeShapeType="1"/>
                </p:cNvSpPr>
                <p:nvPr/>
              </p:nvSpPr>
              <p:spPr bwMode="auto">
                <a:xfrm>
                  <a:off x="2699217" y="3940197"/>
                  <a:ext cx="98412" cy="295228"/>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38" name="Line 14">
                  <a:extLst>
                    <a:ext uri="{FF2B5EF4-FFF2-40B4-BE49-F238E27FC236}">
                      <a16:creationId xmlns:a16="http://schemas.microsoft.com/office/drawing/2014/main" id="{469756E1-5BBB-406C-95F5-2F826FD58C05}"/>
                    </a:ext>
                  </a:extLst>
                </p:cNvPr>
                <p:cNvSpPr>
                  <a:spLocks noChangeShapeType="1"/>
                </p:cNvSpPr>
                <p:nvPr/>
              </p:nvSpPr>
              <p:spPr bwMode="auto">
                <a:xfrm flipV="1">
                  <a:off x="2723026" y="3940197"/>
                  <a:ext cx="68254" cy="30316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39" name="Line 15">
                  <a:extLst>
                    <a:ext uri="{FF2B5EF4-FFF2-40B4-BE49-F238E27FC236}">
                      <a16:creationId xmlns:a16="http://schemas.microsoft.com/office/drawing/2014/main" id="{616BD0BA-258D-4679-8526-6BB7E9A03D24}"/>
                    </a:ext>
                  </a:extLst>
                </p:cNvPr>
                <p:cNvSpPr>
                  <a:spLocks noChangeShapeType="1"/>
                </p:cNvSpPr>
                <p:nvPr/>
              </p:nvSpPr>
              <p:spPr bwMode="auto">
                <a:xfrm>
                  <a:off x="2603979" y="3940197"/>
                  <a:ext cx="98412" cy="29205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40" name="Line 16">
                  <a:extLst>
                    <a:ext uri="{FF2B5EF4-FFF2-40B4-BE49-F238E27FC236}">
                      <a16:creationId xmlns:a16="http://schemas.microsoft.com/office/drawing/2014/main" id="{2262CD3B-42F0-4801-B8BB-08337DD5EF2B}"/>
                    </a:ext>
                  </a:extLst>
                </p:cNvPr>
                <p:cNvSpPr>
                  <a:spLocks noChangeShapeType="1"/>
                </p:cNvSpPr>
                <p:nvPr/>
              </p:nvSpPr>
              <p:spPr bwMode="auto">
                <a:xfrm flipV="1">
                  <a:off x="2627788" y="3930673"/>
                  <a:ext cx="60317" cy="30316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41" name="Line 17">
                  <a:extLst>
                    <a:ext uri="{FF2B5EF4-FFF2-40B4-BE49-F238E27FC236}">
                      <a16:creationId xmlns:a16="http://schemas.microsoft.com/office/drawing/2014/main" id="{9D2E988F-84D3-4015-9C60-40F9DE891D2A}"/>
                    </a:ext>
                  </a:extLst>
                </p:cNvPr>
                <p:cNvSpPr>
                  <a:spLocks noChangeShapeType="1"/>
                </p:cNvSpPr>
                <p:nvPr/>
              </p:nvSpPr>
              <p:spPr bwMode="auto">
                <a:xfrm>
                  <a:off x="2510328" y="3954482"/>
                  <a:ext cx="98412" cy="293642"/>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42" name="Line 18">
                  <a:extLst>
                    <a:ext uri="{FF2B5EF4-FFF2-40B4-BE49-F238E27FC236}">
                      <a16:creationId xmlns:a16="http://schemas.microsoft.com/office/drawing/2014/main" id="{997BDD90-DCD7-4CAA-B19C-6815D5BB6635}"/>
                    </a:ext>
                  </a:extLst>
                </p:cNvPr>
                <p:cNvSpPr>
                  <a:spLocks noChangeShapeType="1"/>
                </p:cNvSpPr>
                <p:nvPr/>
              </p:nvSpPr>
              <p:spPr bwMode="auto">
                <a:xfrm flipV="1">
                  <a:off x="2523027" y="3940197"/>
                  <a:ext cx="68254" cy="301577"/>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43" name="Line 19">
                  <a:extLst>
                    <a:ext uri="{FF2B5EF4-FFF2-40B4-BE49-F238E27FC236}">
                      <a16:creationId xmlns:a16="http://schemas.microsoft.com/office/drawing/2014/main" id="{84AFFA65-A2D8-46AF-8EFF-70A0E08106B7}"/>
                    </a:ext>
                  </a:extLst>
                </p:cNvPr>
                <p:cNvSpPr>
                  <a:spLocks noChangeShapeType="1"/>
                </p:cNvSpPr>
                <p:nvPr/>
              </p:nvSpPr>
              <p:spPr bwMode="auto">
                <a:xfrm>
                  <a:off x="4075400" y="4687790"/>
                  <a:ext cx="98412" cy="29205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44" name="Line 20">
                  <a:extLst>
                    <a:ext uri="{FF2B5EF4-FFF2-40B4-BE49-F238E27FC236}">
                      <a16:creationId xmlns:a16="http://schemas.microsoft.com/office/drawing/2014/main" id="{503213DB-5C97-4077-83DE-699F531C8BCC}"/>
                    </a:ext>
                  </a:extLst>
                </p:cNvPr>
                <p:cNvSpPr>
                  <a:spLocks noChangeShapeType="1"/>
                </p:cNvSpPr>
                <p:nvPr/>
              </p:nvSpPr>
              <p:spPr bwMode="auto">
                <a:xfrm flipV="1">
                  <a:off x="4081750" y="4689378"/>
                  <a:ext cx="68254" cy="299989"/>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45" name="Line 21">
                  <a:extLst>
                    <a:ext uri="{FF2B5EF4-FFF2-40B4-BE49-F238E27FC236}">
                      <a16:creationId xmlns:a16="http://schemas.microsoft.com/office/drawing/2014/main" id="{F139CBA9-C14B-4A2B-B033-A7DF5F0709B3}"/>
                    </a:ext>
                  </a:extLst>
                </p:cNvPr>
                <p:cNvSpPr>
                  <a:spLocks noChangeShapeType="1"/>
                </p:cNvSpPr>
                <p:nvPr/>
              </p:nvSpPr>
              <p:spPr bwMode="auto">
                <a:xfrm flipV="1">
                  <a:off x="3986512" y="4689378"/>
                  <a:ext cx="68254" cy="299989"/>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46" name="Line 22">
                  <a:extLst>
                    <a:ext uri="{FF2B5EF4-FFF2-40B4-BE49-F238E27FC236}">
                      <a16:creationId xmlns:a16="http://schemas.microsoft.com/office/drawing/2014/main" id="{DC4EBF86-CCC4-4D87-A768-2CC21BC45F9B}"/>
                    </a:ext>
                  </a:extLst>
                </p:cNvPr>
                <p:cNvSpPr>
                  <a:spLocks noChangeShapeType="1"/>
                </p:cNvSpPr>
                <p:nvPr/>
              </p:nvSpPr>
              <p:spPr bwMode="auto">
                <a:xfrm>
                  <a:off x="3962703" y="4684616"/>
                  <a:ext cx="98412" cy="29205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47" name="Line 23">
                  <a:extLst>
                    <a:ext uri="{FF2B5EF4-FFF2-40B4-BE49-F238E27FC236}">
                      <a16:creationId xmlns:a16="http://schemas.microsoft.com/office/drawing/2014/main" id="{B58CDF8F-2FFF-41D6-A549-BCC835D808C3}"/>
                    </a:ext>
                  </a:extLst>
                </p:cNvPr>
                <p:cNvSpPr>
                  <a:spLocks noChangeShapeType="1"/>
                </p:cNvSpPr>
                <p:nvPr/>
              </p:nvSpPr>
              <p:spPr bwMode="auto">
                <a:xfrm>
                  <a:off x="3864291" y="4690965"/>
                  <a:ext cx="98412" cy="293642"/>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48" name="Line 24">
                  <a:extLst>
                    <a:ext uri="{FF2B5EF4-FFF2-40B4-BE49-F238E27FC236}">
                      <a16:creationId xmlns:a16="http://schemas.microsoft.com/office/drawing/2014/main" id="{8FE4BAE5-7977-43C4-AE63-C911DAF62173}"/>
                    </a:ext>
                  </a:extLst>
                </p:cNvPr>
                <p:cNvSpPr>
                  <a:spLocks noChangeShapeType="1"/>
                </p:cNvSpPr>
                <p:nvPr/>
              </p:nvSpPr>
              <p:spPr bwMode="auto">
                <a:xfrm flipV="1">
                  <a:off x="3888100" y="4690965"/>
                  <a:ext cx="68254" cy="301577"/>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49" name="Line 25">
                  <a:extLst>
                    <a:ext uri="{FF2B5EF4-FFF2-40B4-BE49-F238E27FC236}">
                      <a16:creationId xmlns:a16="http://schemas.microsoft.com/office/drawing/2014/main" id="{0C2124C6-3CCF-43F1-823F-1DD3040171F7}"/>
                    </a:ext>
                  </a:extLst>
                </p:cNvPr>
                <p:cNvSpPr>
                  <a:spLocks noChangeShapeType="1"/>
                </p:cNvSpPr>
                <p:nvPr/>
              </p:nvSpPr>
              <p:spPr bwMode="auto">
                <a:xfrm>
                  <a:off x="3767465" y="4689378"/>
                  <a:ext cx="98412" cy="29205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50" name="Line 26">
                  <a:extLst>
                    <a:ext uri="{FF2B5EF4-FFF2-40B4-BE49-F238E27FC236}">
                      <a16:creationId xmlns:a16="http://schemas.microsoft.com/office/drawing/2014/main" id="{2471DF2B-4C07-4E15-B6D3-27F68ECD12E0}"/>
                    </a:ext>
                  </a:extLst>
                </p:cNvPr>
                <p:cNvSpPr>
                  <a:spLocks noChangeShapeType="1"/>
                </p:cNvSpPr>
                <p:nvPr/>
              </p:nvSpPr>
              <p:spPr bwMode="auto">
                <a:xfrm flipV="1">
                  <a:off x="3791275" y="4681441"/>
                  <a:ext cx="68253" cy="299990"/>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51" name="Line 27">
                  <a:extLst>
                    <a:ext uri="{FF2B5EF4-FFF2-40B4-BE49-F238E27FC236}">
                      <a16:creationId xmlns:a16="http://schemas.microsoft.com/office/drawing/2014/main" id="{7697461D-13A7-4183-BB70-E477364D620A}"/>
                    </a:ext>
                  </a:extLst>
                </p:cNvPr>
                <p:cNvSpPr>
                  <a:spLocks noChangeShapeType="1"/>
                </p:cNvSpPr>
                <p:nvPr/>
              </p:nvSpPr>
              <p:spPr bwMode="auto">
                <a:xfrm>
                  <a:off x="3673815" y="4705251"/>
                  <a:ext cx="98412" cy="290466"/>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52" name="Line 28">
                  <a:extLst>
                    <a:ext uri="{FF2B5EF4-FFF2-40B4-BE49-F238E27FC236}">
                      <a16:creationId xmlns:a16="http://schemas.microsoft.com/office/drawing/2014/main" id="{C14666AE-44B1-4502-80F0-468C45C19A0A}"/>
                    </a:ext>
                  </a:extLst>
                </p:cNvPr>
                <p:cNvSpPr>
                  <a:spLocks noChangeShapeType="1"/>
                </p:cNvSpPr>
                <p:nvPr/>
              </p:nvSpPr>
              <p:spPr bwMode="auto">
                <a:xfrm flipV="1">
                  <a:off x="3688101" y="4689378"/>
                  <a:ext cx="68254" cy="301577"/>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53" name="Line 29">
                  <a:extLst>
                    <a:ext uri="{FF2B5EF4-FFF2-40B4-BE49-F238E27FC236}">
                      <a16:creationId xmlns:a16="http://schemas.microsoft.com/office/drawing/2014/main" id="{88D38245-BADE-4A48-8D8D-554DA64A3BA2}"/>
                    </a:ext>
                  </a:extLst>
                </p:cNvPr>
                <p:cNvSpPr>
                  <a:spLocks noChangeShapeType="1"/>
                </p:cNvSpPr>
                <p:nvPr/>
              </p:nvSpPr>
              <p:spPr bwMode="auto">
                <a:xfrm>
                  <a:off x="3578578" y="4681441"/>
                  <a:ext cx="98412" cy="29205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54" name="Line 30">
                  <a:extLst>
                    <a:ext uri="{FF2B5EF4-FFF2-40B4-BE49-F238E27FC236}">
                      <a16:creationId xmlns:a16="http://schemas.microsoft.com/office/drawing/2014/main" id="{A0620723-633B-48B8-B6CA-E4BF1B4623AC}"/>
                    </a:ext>
                  </a:extLst>
                </p:cNvPr>
                <p:cNvSpPr>
                  <a:spLocks noChangeShapeType="1"/>
                </p:cNvSpPr>
                <p:nvPr/>
              </p:nvSpPr>
              <p:spPr bwMode="auto">
                <a:xfrm flipV="1">
                  <a:off x="3584927" y="4683029"/>
                  <a:ext cx="68253" cy="301577"/>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55" name="Line 31">
                  <a:extLst>
                    <a:ext uri="{FF2B5EF4-FFF2-40B4-BE49-F238E27FC236}">
                      <a16:creationId xmlns:a16="http://schemas.microsoft.com/office/drawing/2014/main" id="{EDE064FB-6ABA-4C58-ABF8-B5F83F20CB14}"/>
                    </a:ext>
                  </a:extLst>
                </p:cNvPr>
                <p:cNvSpPr>
                  <a:spLocks noChangeShapeType="1"/>
                </p:cNvSpPr>
                <p:nvPr/>
              </p:nvSpPr>
              <p:spPr bwMode="auto">
                <a:xfrm flipV="1">
                  <a:off x="3489689" y="4683029"/>
                  <a:ext cx="68253" cy="301577"/>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56" name="Line 32">
                  <a:extLst>
                    <a:ext uri="{FF2B5EF4-FFF2-40B4-BE49-F238E27FC236}">
                      <a16:creationId xmlns:a16="http://schemas.microsoft.com/office/drawing/2014/main" id="{DBC2EEEE-8BCB-4CEB-94BC-E3CBAD7F0DB1}"/>
                    </a:ext>
                  </a:extLst>
                </p:cNvPr>
                <p:cNvSpPr>
                  <a:spLocks noChangeShapeType="1"/>
                </p:cNvSpPr>
                <p:nvPr/>
              </p:nvSpPr>
              <p:spPr bwMode="auto">
                <a:xfrm>
                  <a:off x="3467467" y="4678267"/>
                  <a:ext cx="98412" cy="293642"/>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57" name="Line 33">
                  <a:extLst>
                    <a:ext uri="{FF2B5EF4-FFF2-40B4-BE49-F238E27FC236}">
                      <a16:creationId xmlns:a16="http://schemas.microsoft.com/office/drawing/2014/main" id="{43752760-0C00-42A5-81D8-5D5A88C44133}"/>
                    </a:ext>
                  </a:extLst>
                </p:cNvPr>
                <p:cNvSpPr>
                  <a:spLocks noChangeShapeType="1"/>
                </p:cNvSpPr>
                <p:nvPr/>
              </p:nvSpPr>
              <p:spPr bwMode="auto">
                <a:xfrm>
                  <a:off x="3367467" y="4686204"/>
                  <a:ext cx="98412" cy="29205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58" name="Line 34">
                  <a:extLst>
                    <a:ext uri="{FF2B5EF4-FFF2-40B4-BE49-F238E27FC236}">
                      <a16:creationId xmlns:a16="http://schemas.microsoft.com/office/drawing/2014/main" id="{DD7DC808-BE1B-4DB8-8673-519546180EF2}"/>
                    </a:ext>
                  </a:extLst>
                </p:cNvPr>
                <p:cNvSpPr>
                  <a:spLocks noChangeShapeType="1"/>
                </p:cNvSpPr>
                <p:nvPr/>
              </p:nvSpPr>
              <p:spPr bwMode="auto">
                <a:xfrm flipV="1">
                  <a:off x="3391277" y="4684616"/>
                  <a:ext cx="68253" cy="299990"/>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59" name="Line 35">
                  <a:extLst>
                    <a:ext uri="{FF2B5EF4-FFF2-40B4-BE49-F238E27FC236}">
                      <a16:creationId xmlns:a16="http://schemas.microsoft.com/office/drawing/2014/main" id="{5ADCB072-5EE1-4F95-B714-AEFF7C55974C}"/>
                    </a:ext>
                  </a:extLst>
                </p:cNvPr>
                <p:cNvSpPr>
                  <a:spLocks noChangeShapeType="1"/>
                </p:cNvSpPr>
                <p:nvPr/>
              </p:nvSpPr>
              <p:spPr bwMode="auto">
                <a:xfrm>
                  <a:off x="3272230" y="4683029"/>
                  <a:ext cx="98412" cy="293641"/>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60" name="Line 36">
                  <a:extLst>
                    <a:ext uri="{FF2B5EF4-FFF2-40B4-BE49-F238E27FC236}">
                      <a16:creationId xmlns:a16="http://schemas.microsoft.com/office/drawing/2014/main" id="{395B478A-DABD-423F-ADC0-70EF93AE764B}"/>
                    </a:ext>
                  </a:extLst>
                </p:cNvPr>
                <p:cNvSpPr>
                  <a:spLocks noChangeShapeType="1"/>
                </p:cNvSpPr>
                <p:nvPr/>
              </p:nvSpPr>
              <p:spPr bwMode="auto">
                <a:xfrm flipV="1">
                  <a:off x="3296039" y="4676680"/>
                  <a:ext cx="68253" cy="299989"/>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61" name="Line 37">
                  <a:extLst>
                    <a:ext uri="{FF2B5EF4-FFF2-40B4-BE49-F238E27FC236}">
                      <a16:creationId xmlns:a16="http://schemas.microsoft.com/office/drawing/2014/main" id="{B0AC7D89-1430-4CBA-AE52-6A77A1119991}"/>
                    </a:ext>
                  </a:extLst>
                </p:cNvPr>
                <p:cNvSpPr>
                  <a:spLocks noChangeShapeType="1"/>
                </p:cNvSpPr>
                <p:nvPr/>
              </p:nvSpPr>
              <p:spPr bwMode="auto">
                <a:xfrm>
                  <a:off x="3178580" y="4698902"/>
                  <a:ext cx="98412" cy="293641"/>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62" name="Line 38">
                  <a:extLst>
                    <a:ext uri="{FF2B5EF4-FFF2-40B4-BE49-F238E27FC236}">
                      <a16:creationId xmlns:a16="http://schemas.microsoft.com/office/drawing/2014/main" id="{136DC1C0-A79F-448C-BBB2-244DCBCBDDE4}"/>
                    </a:ext>
                  </a:extLst>
                </p:cNvPr>
                <p:cNvSpPr>
                  <a:spLocks noChangeShapeType="1"/>
                </p:cNvSpPr>
                <p:nvPr/>
              </p:nvSpPr>
              <p:spPr bwMode="auto">
                <a:xfrm flipV="1">
                  <a:off x="3191278" y="4684616"/>
                  <a:ext cx="68253" cy="299990"/>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63" name="Line 39">
                  <a:extLst>
                    <a:ext uri="{FF2B5EF4-FFF2-40B4-BE49-F238E27FC236}">
                      <a16:creationId xmlns:a16="http://schemas.microsoft.com/office/drawing/2014/main" id="{3A4A5140-2878-4902-A28B-4FD8B3D4DE26}"/>
                    </a:ext>
                  </a:extLst>
                </p:cNvPr>
                <p:cNvSpPr>
                  <a:spLocks noChangeShapeType="1"/>
                </p:cNvSpPr>
                <p:nvPr/>
              </p:nvSpPr>
              <p:spPr bwMode="auto">
                <a:xfrm>
                  <a:off x="3089691" y="4684616"/>
                  <a:ext cx="98412" cy="29205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64" name="Line 40">
                  <a:extLst>
                    <a:ext uri="{FF2B5EF4-FFF2-40B4-BE49-F238E27FC236}">
                      <a16:creationId xmlns:a16="http://schemas.microsoft.com/office/drawing/2014/main" id="{07BE0574-B303-472D-B4A9-1EF9316F8BE5}"/>
                    </a:ext>
                  </a:extLst>
                </p:cNvPr>
                <p:cNvSpPr>
                  <a:spLocks noChangeShapeType="1"/>
                </p:cNvSpPr>
                <p:nvPr/>
              </p:nvSpPr>
              <p:spPr bwMode="auto">
                <a:xfrm flipV="1">
                  <a:off x="3096040" y="4686204"/>
                  <a:ext cx="68253" cy="299989"/>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65" name="Line 41">
                  <a:extLst>
                    <a:ext uri="{FF2B5EF4-FFF2-40B4-BE49-F238E27FC236}">
                      <a16:creationId xmlns:a16="http://schemas.microsoft.com/office/drawing/2014/main" id="{1686899E-712E-4F78-B1E4-E96727C1891B}"/>
                    </a:ext>
                  </a:extLst>
                </p:cNvPr>
                <p:cNvSpPr>
                  <a:spLocks noChangeShapeType="1"/>
                </p:cNvSpPr>
                <p:nvPr/>
              </p:nvSpPr>
              <p:spPr bwMode="auto">
                <a:xfrm flipV="1">
                  <a:off x="3000803" y="4686204"/>
                  <a:ext cx="68253" cy="299989"/>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66" name="Line 42">
                  <a:extLst>
                    <a:ext uri="{FF2B5EF4-FFF2-40B4-BE49-F238E27FC236}">
                      <a16:creationId xmlns:a16="http://schemas.microsoft.com/office/drawing/2014/main" id="{AD41EBD7-3CC6-49F5-9D4D-4E72FCBF2B3F}"/>
                    </a:ext>
                  </a:extLst>
                </p:cNvPr>
                <p:cNvSpPr>
                  <a:spLocks noChangeShapeType="1"/>
                </p:cNvSpPr>
                <p:nvPr/>
              </p:nvSpPr>
              <p:spPr bwMode="auto">
                <a:xfrm>
                  <a:off x="2976993" y="4681441"/>
                  <a:ext cx="98412" cy="29205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67" name="Line 43">
                  <a:extLst>
                    <a:ext uri="{FF2B5EF4-FFF2-40B4-BE49-F238E27FC236}">
                      <a16:creationId xmlns:a16="http://schemas.microsoft.com/office/drawing/2014/main" id="{76236508-1EF3-49AC-A6EC-E18CA0B28DBE}"/>
                    </a:ext>
                  </a:extLst>
                </p:cNvPr>
                <p:cNvSpPr>
                  <a:spLocks noChangeShapeType="1"/>
                </p:cNvSpPr>
                <p:nvPr/>
              </p:nvSpPr>
              <p:spPr bwMode="auto">
                <a:xfrm flipV="1">
                  <a:off x="5715076" y="3948133"/>
                  <a:ext cx="68253" cy="301577"/>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68" name="Line 44">
                  <a:extLst>
                    <a:ext uri="{FF2B5EF4-FFF2-40B4-BE49-F238E27FC236}">
                      <a16:creationId xmlns:a16="http://schemas.microsoft.com/office/drawing/2014/main" id="{AAE34C6D-43EB-40D1-9FC8-FE7AD0356AC8}"/>
                    </a:ext>
                  </a:extLst>
                </p:cNvPr>
                <p:cNvSpPr>
                  <a:spLocks noChangeShapeType="1"/>
                </p:cNvSpPr>
                <p:nvPr/>
              </p:nvSpPr>
              <p:spPr bwMode="auto">
                <a:xfrm>
                  <a:off x="5692854" y="3943371"/>
                  <a:ext cx="98412" cy="293641"/>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69" name="Line 45">
                  <a:extLst>
                    <a:ext uri="{FF2B5EF4-FFF2-40B4-BE49-F238E27FC236}">
                      <a16:creationId xmlns:a16="http://schemas.microsoft.com/office/drawing/2014/main" id="{9774D507-A90F-4240-BC14-A4A5CBFB5803}"/>
                    </a:ext>
                  </a:extLst>
                </p:cNvPr>
                <p:cNvSpPr>
                  <a:spLocks noChangeShapeType="1"/>
                </p:cNvSpPr>
                <p:nvPr/>
              </p:nvSpPr>
              <p:spPr bwMode="auto">
                <a:xfrm>
                  <a:off x="5592854" y="3951307"/>
                  <a:ext cx="98412" cy="29205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70" name="Line 46">
                  <a:extLst>
                    <a:ext uri="{FF2B5EF4-FFF2-40B4-BE49-F238E27FC236}">
                      <a16:creationId xmlns:a16="http://schemas.microsoft.com/office/drawing/2014/main" id="{75E468F7-CC17-479B-A151-9CFE92BC86F2}"/>
                    </a:ext>
                  </a:extLst>
                </p:cNvPr>
                <p:cNvSpPr>
                  <a:spLocks noChangeShapeType="1"/>
                </p:cNvSpPr>
                <p:nvPr/>
              </p:nvSpPr>
              <p:spPr bwMode="auto">
                <a:xfrm flipV="1">
                  <a:off x="5616664" y="3948133"/>
                  <a:ext cx="68253" cy="303165"/>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71" name="Line 47">
                  <a:extLst>
                    <a:ext uri="{FF2B5EF4-FFF2-40B4-BE49-F238E27FC236}">
                      <a16:creationId xmlns:a16="http://schemas.microsoft.com/office/drawing/2014/main" id="{9193B744-CDD7-46F2-908A-983EA20162E9}"/>
                    </a:ext>
                  </a:extLst>
                </p:cNvPr>
                <p:cNvSpPr>
                  <a:spLocks noChangeShapeType="1"/>
                </p:cNvSpPr>
                <p:nvPr/>
              </p:nvSpPr>
              <p:spPr bwMode="auto">
                <a:xfrm>
                  <a:off x="5497616" y="3948133"/>
                  <a:ext cx="98412" cy="293642"/>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72" name="Line 48">
                  <a:extLst>
                    <a:ext uri="{FF2B5EF4-FFF2-40B4-BE49-F238E27FC236}">
                      <a16:creationId xmlns:a16="http://schemas.microsoft.com/office/drawing/2014/main" id="{9FF27BF2-4696-4CA9-8758-2C7B95EE3582}"/>
                    </a:ext>
                  </a:extLst>
                </p:cNvPr>
                <p:cNvSpPr>
                  <a:spLocks noChangeShapeType="1"/>
                </p:cNvSpPr>
                <p:nvPr/>
              </p:nvSpPr>
              <p:spPr bwMode="auto">
                <a:xfrm flipV="1">
                  <a:off x="5521426" y="3940197"/>
                  <a:ext cx="68253" cy="30316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73" name="Line 49">
                  <a:extLst>
                    <a:ext uri="{FF2B5EF4-FFF2-40B4-BE49-F238E27FC236}">
                      <a16:creationId xmlns:a16="http://schemas.microsoft.com/office/drawing/2014/main" id="{482DE110-62D1-466A-AEF6-34B0F894F299}"/>
                    </a:ext>
                  </a:extLst>
                </p:cNvPr>
                <p:cNvSpPr>
                  <a:spLocks noChangeShapeType="1"/>
                </p:cNvSpPr>
                <p:nvPr/>
              </p:nvSpPr>
              <p:spPr bwMode="auto">
                <a:xfrm>
                  <a:off x="5799202" y="3940197"/>
                  <a:ext cx="382538" cy="0"/>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074" name="Line 50">
                  <a:extLst>
                    <a:ext uri="{FF2B5EF4-FFF2-40B4-BE49-F238E27FC236}">
                      <a16:creationId xmlns:a16="http://schemas.microsoft.com/office/drawing/2014/main" id="{4F5F592F-A09A-46FA-BF41-9D7450A6BB44}"/>
                    </a:ext>
                  </a:extLst>
                </p:cNvPr>
                <p:cNvSpPr>
                  <a:spLocks noChangeShapeType="1"/>
                </p:cNvSpPr>
                <p:nvPr/>
              </p:nvSpPr>
              <p:spPr bwMode="auto">
                <a:xfrm>
                  <a:off x="2088108" y="4994130"/>
                  <a:ext cx="2176181" cy="0"/>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075" name="Line 51">
                  <a:extLst>
                    <a:ext uri="{FF2B5EF4-FFF2-40B4-BE49-F238E27FC236}">
                      <a16:creationId xmlns:a16="http://schemas.microsoft.com/office/drawing/2014/main" id="{11449B03-1CC5-49CB-AF72-56C2488D72D3}"/>
                    </a:ext>
                  </a:extLst>
                </p:cNvPr>
                <p:cNvSpPr>
                  <a:spLocks noChangeShapeType="1"/>
                </p:cNvSpPr>
                <p:nvPr/>
              </p:nvSpPr>
              <p:spPr bwMode="auto">
                <a:xfrm>
                  <a:off x="2102394" y="4684616"/>
                  <a:ext cx="2131736" cy="0"/>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076" name="Line 52">
                  <a:extLst>
                    <a:ext uri="{FF2B5EF4-FFF2-40B4-BE49-F238E27FC236}">
                      <a16:creationId xmlns:a16="http://schemas.microsoft.com/office/drawing/2014/main" id="{EF34493E-9AA7-4D5D-BDF0-FBC8625BFD04}"/>
                    </a:ext>
                  </a:extLst>
                </p:cNvPr>
                <p:cNvSpPr>
                  <a:spLocks noChangeShapeType="1"/>
                </p:cNvSpPr>
                <p:nvPr/>
              </p:nvSpPr>
              <p:spPr bwMode="auto">
                <a:xfrm>
                  <a:off x="4356352" y="4995717"/>
                  <a:ext cx="2044435" cy="0"/>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077" name="Line 53">
                  <a:extLst>
                    <a:ext uri="{FF2B5EF4-FFF2-40B4-BE49-F238E27FC236}">
                      <a16:creationId xmlns:a16="http://schemas.microsoft.com/office/drawing/2014/main" id="{004C19FE-4A5C-490B-B0AD-B82436C702AC}"/>
                    </a:ext>
                  </a:extLst>
                </p:cNvPr>
                <p:cNvSpPr>
                  <a:spLocks noChangeShapeType="1"/>
                </p:cNvSpPr>
                <p:nvPr/>
              </p:nvSpPr>
              <p:spPr bwMode="auto">
                <a:xfrm>
                  <a:off x="5335712" y="3200539"/>
                  <a:ext cx="0" cy="2101517"/>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78" name="Text Box 54">
                  <a:extLst>
                    <a:ext uri="{FF2B5EF4-FFF2-40B4-BE49-F238E27FC236}">
                      <a16:creationId xmlns:a16="http://schemas.microsoft.com/office/drawing/2014/main" id="{CCF2951E-C7C2-4AB8-BC15-CBB793F85CC0}"/>
                    </a:ext>
                  </a:extLst>
                </p:cNvPr>
                <p:cNvSpPr txBox="1">
                  <a:spLocks noChangeArrowheads="1"/>
                </p:cNvSpPr>
                <p:nvPr/>
              </p:nvSpPr>
              <p:spPr bwMode="auto">
                <a:xfrm>
                  <a:off x="1623031" y="3748139"/>
                  <a:ext cx="685711" cy="442843"/>
                </a:xfrm>
                <a:prstGeom prst="rect">
                  <a:avLst/>
                </a:prstGeom>
                <a:noFill/>
                <a:ln w="9525">
                  <a:noFill/>
                  <a:miter lim="800000"/>
                  <a:headEnd/>
                  <a:tailEnd/>
                </a:ln>
              </p:spPr>
              <p:txBody>
                <a:bodyPr/>
                <a:lstStyle/>
                <a:p>
                  <a:pPr eaLnBrk="1" hangingPunct="1">
                    <a:defRPr/>
                  </a:pPr>
                  <a:r>
                    <a:rPr lang="en-US" sz="1600" dirty="0">
                      <a:latin typeface="+mj-lt"/>
                    </a:rPr>
                    <a:t>Q1</a:t>
                  </a:r>
                </a:p>
                <a:p>
                  <a:pPr eaLnBrk="1" hangingPunct="1">
                    <a:defRPr/>
                  </a:pPr>
                  <a:endParaRPr lang="en-US" sz="1600" dirty="0">
                    <a:latin typeface="+mj-lt"/>
                  </a:endParaRPr>
                </a:p>
              </p:txBody>
            </p:sp>
            <p:sp>
              <p:nvSpPr>
                <p:cNvPr id="1079" name="Line 55">
                  <a:extLst>
                    <a:ext uri="{FF2B5EF4-FFF2-40B4-BE49-F238E27FC236}">
                      <a16:creationId xmlns:a16="http://schemas.microsoft.com/office/drawing/2014/main" id="{EC63641B-608D-4D13-8165-063706F8D96D}"/>
                    </a:ext>
                  </a:extLst>
                </p:cNvPr>
                <p:cNvSpPr>
                  <a:spLocks noChangeShapeType="1"/>
                </p:cNvSpPr>
                <p:nvPr/>
              </p:nvSpPr>
              <p:spPr bwMode="auto">
                <a:xfrm>
                  <a:off x="2307155" y="3652904"/>
                  <a:ext cx="353967" cy="0"/>
                </a:xfrm>
                <a:prstGeom prst="line">
                  <a:avLst/>
                </a:prstGeom>
                <a:noFill/>
                <a:ln w="9525">
                  <a:solidFill>
                    <a:srgbClr val="000000"/>
                  </a:solidFill>
                  <a:round/>
                  <a:headEnd type="triangle" w="sm" len="med"/>
                  <a:tailEnd type="none" w="sm" len="sm"/>
                </a:ln>
              </p:spPr>
              <p:txBody>
                <a:bodyPr/>
                <a:lstStyle/>
                <a:p>
                  <a:pPr eaLnBrk="1" hangingPunct="1">
                    <a:defRPr/>
                  </a:pPr>
                  <a:endParaRPr lang="en-GB">
                    <a:latin typeface="+mj-lt"/>
                  </a:endParaRPr>
                </a:p>
              </p:txBody>
            </p:sp>
            <p:sp>
              <p:nvSpPr>
                <p:cNvPr id="1080" name="Line 56">
                  <a:extLst>
                    <a:ext uri="{FF2B5EF4-FFF2-40B4-BE49-F238E27FC236}">
                      <a16:creationId xmlns:a16="http://schemas.microsoft.com/office/drawing/2014/main" id="{718A254D-4DA6-48C7-81EF-75F5F41F86AB}"/>
                    </a:ext>
                  </a:extLst>
                </p:cNvPr>
                <p:cNvSpPr>
                  <a:spLocks noChangeShapeType="1"/>
                </p:cNvSpPr>
                <p:nvPr/>
              </p:nvSpPr>
              <p:spPr bwMode="auto">
                <a:xfrm>
                  <a:off x="2962708" y="3644969"/>
                  <a:ext cx="353966" cy="0"/>
                </a:xfrm>
                <a:prstGeom prst="line">
                  <a:avLst/>
                </a:prstGeom>
                <a:noFill/>
                <a:ln w="9525">
                  <a:solidFill>
                    <a:srgbClr val="000000"/>
                  </a:solidFill>
                  <a:round/>
                  <a:headEnd type="none" w="sm" len="med"/>
                  <a:tailEnd type="triangle" w="sm" len="med"/>
                </a:ln>
              </p:spPr>
              <p:txBody>
                <a:bodyPr/>
                <a:lstStyle/>
                <a:p>
                  <a:pPr eaLnBrk="1" hangingPunct="1">
                    <a:defRPr/>
                  </a:pPr>
                  <a:endParaRPr lang="en-GB">
                    <a:latin typeface="+mj-lt"/>
                  </a:endParaRPr>
                </a:p>
              </p:txBody>
            </p:sp>
            <p:sp>
              <p:nvSpPr>
                <p:cNvPr id="1081" name="Text Box 57">
                  <a:extLst>
                    <a:ext uri="{FF2B5EF4-FFF2-40B4-BE49-F238E27FC236}">
                      <a16:creationId xmlns:a16="http://schemas.microsoft.com/office/drawing/2014/main" id="{1C0A6CB1-9F53-4B95-80BF-859A1CD213BA}"/>
                    </a:ext>
                  </a:extLst>
                </p:cNvPr>
                <p:cNvSpPr txBox="1">
                  <a:spLocks noChangeArrowheads="1"/>
                </p:cNvSpPr>
                <p:nvPr/>
              </p:nvSpPr>
              <p:spPr bwMode="auto">
                <a:xfrm>
                  <a:off x="2634137" y="3491005"/>
                  <a:ext cx="463490" cy="387289"/>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H</a:t>
                  </a:r>
                  <a:endParaRPr lang="en-US" sz="1600" dirty="0">
                    <a:latin typeface="+mj-lt"/>
                  </a:endParaRPr>
                </a:p>
              </p:txBody>
            </p:sp>
            <p:sp>
              <p:nvSpPr>
                <p:cNvPr id="1082" name="Line 58">
                  <a:extLst>
                    <a:ext uri="{FF2B5EF4-FFF2-40B4-BE49-F238E27FC236}">
                      <a16:creationId xmlns:a16="http://schemas.microsoft.com/office/drawing/2014/main" id="{C0FB7FBD-5DA0-48EC-8BBC-5B98758411A0}"/>
                    </a:ext>
                  </a:extLst>
                </p:cNvPr>
                <p:cNvSpPr>
                  <a:spLocks noChangeShapeType="1"/>
                </p:cNvSpPr>
                <p:nvPr/>
              </p:nvSpPr>
              <p:spPr bwMode="auto">
                <a:xfrm>
                  <a:off x="4464288" y="3630683"/>
                  <a:ext cx="861900" cy="0"/>
                </a:xfrm>
                <a:prstGeom prst="line">
                  <a:avLst/>
                </a:prstGeom>
                <a:noFill/>
                <a:ln w="9525">
                  <a:solidFill>
                    <a:srgbClr val="000000"/>
                  </a:solidFill>
                  <a:round/>
                  <a:headEnd/>
                  <a:tailEnd type="triangle" w="sm" len="med"/>
                </a:ln>
              </p:spPr>
              <p:txBody>
                <a:bodyPr/>
                <a:lstStyle/>
                <a:p>
                  <a:pPr eaLnBrk="1" hangingPunct="1">
                    <a:defRPr/>
                  </a:pPr>
                  <a:endParaRPr lang="en-GB">
                    <a:latin typeface="+mj-lt"/>
                  </a:endParaRPr>
                </a:p>
              </p:txBody>
            </p:sp>
            <p:sp>
              <p:nvSpPr>
                <p:cNvPr id="1083" name="Line 59">
                  <a:extLst>
                    <a:ext uri="{FF2B5EF4-FFF2-40B4-BE49-F238E27FC236}">
                      <a16:creationId xmlns:a16="http://schemas.microsoft.com/office/drawing/2014/main" id="{8E8C3F76-26FC-4E65-A46E-0B2F53C1C480}"/>
                    </a:ext>
                  </a:extLst>
                </p:cNvPr>
                <p:cNvSpPr>
                  <a:spLocks noChangeShapeType="1"/>
                </p:cNvSpPr>
                <p:nvPr/>
              </p:nvSpPr>
              <p:spPr bwMode="auto">
                <a:xfrm>
                  <a:off x="3346833" y="3654492"/>
                  <a:ext cx="861900" cy="0"/>
                </a:xfrm>
                <a:prstGeom prst="line">
                  <a:avLst/>
                </a:prstGeom>
                <a:noFill/>
                <a:ln w="9525">
                  <a:solidFill>
                    <a:srgbClr val="000000"/>
                  </a:solidFill>
                  <a:round/>
                  <a:headEnd type="triangle" w="sm" len="med"/>
                  <a:tailEnd type="none" w="sm" len="med"/>
                </a:ln>
              </p:spPr>
              <p:txBody>
                <a:bodyPr/>
                <a:lstStyle/>
                <a:p>
                  <a:pPr eaLnBrk="1" hangingPunct="1">
                    <a:defRPr/>
                  </a:pPr>
                  <a:endParaRPr lang="en-GB">
                    <a:latin typeface="+mj-lt"/>
                  </a:endParaRPr>
                </a:p>
              </p:txBody>
            </p:sp>
            <p:sp>
              <p:nvSpPr>
                <p:cNvPr id="1084" name="Text Box 60">
                  <a:extLst>
                    <a:ext uri="{FF2B5EF4-FFF2-40B4-BE49-F238E27FC236}">
                      <a16:creationId xmlns:a16="http://schemas.microsoft.com/office/drawing/2014/main" id="{3F5A4844-DEFF-4C5B-A56B-61E6891A113C}"/>
                    </a:ext>
                  </a:extLst>
                </p:cNvPr>
                <p:cNvSpPr txBox="1">
                  <a:spLocks noChangeArrowheads="1"/>
                </p:cNvSpPr>
                <p:nvPr/>
              </p:nvSpPr>
              <p:spPr bwMode="auto">
                <a:xfrm>
                  <a:off x="4157940" y="3483069"/>
                  <a:ext cx="736505" cy="384114"/>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L</a:t>
                  </a:r>
                  <a:endParaRPr lang="en-US" sz="1600" dirty="0">
                    <a:latin typeface="+mj-lt"/>
                  </a:endParaRPr>
                </a:p>
              </p:txBody>
            </p:sp>
            <p:sp>
              <p:nvSpPr>
                <p:cNvPr id="1085" name="Line 61">
                  <a:extLst>
                    <a:ext uri="{FF2B5EF4-FFF2-40B4-BE49-F238E27FC236}">
                      <a16:creationId xmlns:a16="http://schemas.microsoft.com/office/drawing/2014/main" id="{3A88C63F-F2DE-4920-BC61-CC5EC74D430D}"/>
                    </a:ext>
                  </a:extLst>
                </p:cNvPr>
                <p:cNvSpPr>
                  <a:spLocks noChangeShapeType="1"/>
                </p:cNvSpPr>
                <p:nvPr/>
              </p:nvSpPr>
              <p:spPr bwMode="auto">
                <a:xfrm>
                  <a:off x="4067464" y="3802106"/>
                  <a:ext cx="1244439" cy="0"/>
                </a:xfrm>
                <a:prstGeom prst="line">
                  <a:avLst/>
                </a:prstGeom>
                <a:noFill/>
                <a:ln w="9525">
                  <a:solidFill>
                    <a:srgbClr val="000000"/>
                  </a:solidFill>
                  <a:round/>
                  <a:headEnd/>
                  <a:tailEnd type="triangle" w="sm" len="med"/>
                </a:ln>
              </p:spPr>
              <p:txBody>
                <a:bodyPr/>
                <a:lstStyle/>
                <a:p>
                  <a:pPr eaLnBrk="1" hangingPunct="1">
                    <a:defRPr/>
                  </a:pPr>
                  <a:endParaRPr lang="en-GB">
                    <a:latin typeface="+mj-lt"/>
                  </a:endParaRPr>
                </a:p>
              </p:txBody>
            </p:sp>
            <p:sp>
              <p:nvSpPr>
                <p:cNvPr id="1086" name="Line 62">
                  <a:extLst>
                    <a:ext uri="{FF2B5EF4-FFF2-40B4-BE49-F238E27FC236}">
                      <a16:creationId xmlns:a16="http://schemas.microsoft.com/office/drawing/2014/main" id="{C5BDEE58-EB75-4D19-AC5E-E565179C4FA2}"/>
                    </a:ext>
                  </a:extLst>
                </p:cNvPr>
                <p:cNvSpPr>
                  <a:spLocks noChangeShapeType="1"/>
                </p:cNvSpPr>
                <p:nvPr/>
              </p:nvSpPr>
              <p:spPr bwMode="auto">
                <a:xfrm>
                  <a:off x="2307155" y="3802106"/>
                  <a:ext cx="1242852" cy="0"/>
                </a:xfrm>
                <a:prstGeom prst="line">
                  <a:avLst/>
                </a:prstGeom>
                <a:noFill/>
                <a:ln w="9525">
                  <a:solidFill>
                    <a:srgbClr val="000000"/>
                  </a:solidFill>
                  <a:round/>
                  <a:headEnd type="triangle" w="sm" len="med"/>
                  <a:tailEnd type="none" w="sm" len="med"/>
                </a:ln>
              </p:spPr>
              <p:txBody>
                <a:bodyPr/>
                <a:lstStyle/>
                <a:p>
                  <a:pPr eaLnBrk="1" hangingPunct="1">
                    <a:defRPr/>
                  </a:pPr>
                  <a:endParaRPr lang="en-GB">
                    <a:latin typeface="+mj-lt"/>
                  </a:endParaRPr>
                </a:p>
              </p:txBody>
            </p:sp>
            <p:sp>
              <p:nvSpPr>
                <p:cNvPr id="1087" name="Text Box 63">
                  <a:extLst>
                    <a:ext uri="{FF2B5EF4-FFF2-40B4-BE49-F238E27FC236}">
                      <a16:creationId xmlns:a16="http://schemas.microsoft.com/office/drawing/2014/main" id="{B01A55E4-47EB-4869-9FF0-767D1B28C8EC}"/>
                    </a:ext>
                  </a:extLst>
                </p:cNvPr>
                <p:cNvSpPr txBox="1">
                  <a:spLocks noChangeArrowheads="1"/>
                </p:cNvSpPr>
                <p:nvPr/>
              </p:nvSpPr>
              <p:spPr bwMode="auto">
                <a:xfrm>
                  <a:off x="3483340" y="3589414"/>
                  <a:ext cx="690472" cy="388876"/>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CLK</a:t>
                  </a:r>
                  <a:endParaRPr lang="en-US" sz="1600" dirty="0">
                    <a:latin typeface="+mj-lt"/>
                  </a:endParaRPr>
                </a:p>
              </p:txBody>
            </p:sp>
            <p:sp>
              <p:nvSpPr>
                <p:cNvPr id="1088" name="Line 64">
                  <a:extLst>
                    <a:ext uri="{FF2B5EF4-FFF2-40B4-BE49-F238E27FC236}">
                      <a16:creationId xmlns:a16="http://schemas.microsoft.com/office/drawing/2014/main" id="{6FD6A020-9584-4C63-8947-69D4808B363C}"/>
                    </a:ext>
                  </a:extLst>
                </p:cNvPr>
                <p:cNvSpPr>
                  <a:spLocks noChangeShapeType="1"/>
                </p:cNvSpPr>
                <p:nvPr/>
              </p:nvSpPr>
              <p:spPr bwMode="auto">
                <a:xfrm>
                  <a:off x="2764295" y="3940197"/>
                  <a:ext cx="0" cy="136503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089" name="Line 65">
                  <a:extLst>
                    <a:ext uri="{FF2B5EF4-FFF2-40B4-BE49-F238E27FC236}">
                      <a16:creationId xmlns:a16="http://schemas.microsoft.com/office/drawing/2014/main" id="{93335DE2-6CBE-47CF-9407-BEA1A500B00D}"/>
                    </a:ext>
                  </a:extLst>
                </p:cNvPr>
                <p:cNvSpPr>
                  <a:spLocks noChangeShapeType="1"/>
                </p:cNvSpPr>
                <p:nvPr/>
              </p:nvSpPr>
              <p:spPr bwMode="auto">
                <a:xfrm>
                  <a:off x="3983337" y="5202059"/>
                  <a:ext cx="365078" cy="0"/>
                </a:xfrm>
                <a:prstGeom prst="line">
                  <a:avLst/>
                </a:prstGeom>
                <a:noFill/>
                <a:ln w="9525">
                  <a:solidFill>
                    <a:srgbClr val="000000"/>
                  </a:solidFill>
                  <a:round/>
                  <a:headEnd/>
                  <a:tailEnd type="triangle" w="sm" len="med"/>
                </a:ln>
              </p:spPr>
              <p:txBody>
                <a:bodyPr/>
                <a:lstStyle/>
                <a:p>
                  <a:pPr eaLnBrk="1" hangingPunct="1">
                    <a:defRPr/>
                  </a:pPr>
                  <a:endParaRPr lang="en-GB">
                    <a:latin typeface="+mj-lt"/>
                  </a:endParaRPr>
                </a:p>
              </p:txBody>
            </p:sp>
            <p:sp>
              <p:nvSpPr>
                <p:cNvPr id="1090" name="Line 66">
                  <a:extLst>
                    <a:ext uri="{FF2B5EF4-FFF2-40B4-BE49-F238E27FC236}">
                      <a16:creationId xmlns:a16="http://schemas.microsoft.com/office/drawing/2014/main" id="{DFE32B2E-A190-428B-B0C0-EDE71F051FCE}"/>
                    </a:ext>
                  </a:extLst>
                </p:cNvPr>
                <p:cNvSpPr>
                  <a:spLocks noChangeShapeType="1"/>
                </p:cNvSpPr>
                <p:nvPr/>
              </p:nvSpPr>
              <p:spPr bwMode="auto">
                <a:xfrm>
                  <a:off x="2750010" y="5168727"/>
                  <a:ext cx="457141" cy="0"/>
                </a:xfrm>
                <a:prstGeom prst="line">
                  <a:avLst/>
                </a:prstGeom>
                <a:noFill/>
                <a:ln w="9525">
                  <a:solidFill>
                    <a:srgbClr val="000000"/>
                  </a:solidFill>
                  <a:round/>
                  <a:headEnd type="triangle" w="sm" len="med"/>
                  <a:tailEnd type="none" w="sm" len="med"/>
                </a:ln>
              </p:spPr>
              <p:txBody>
                <a:bodyPr/>
                <a:lstStyle/>
                <a:p>
                  <a:pPr eaLnBrk="1" hangingPunct="1">
                    <a:defRPr/>
                  </a:pPr>
                  <a:endParaRPr lang="en-GB">
                    <a:latin typeface="+mj-lt"/>
                  </a:endParaRPr>
                </a:p>
              </p:txBody>
            </p:sp>
            <p:sp>
              <p:nvSpPr>
                <p:cNvPr id="1091" name="Text Box 67">
                  <a:extLst>
                    <a:ext uri="{FF2B5EF4-FFF2-40B4-BE49-F238E27FC236}">
                      <a16:creationId xmlns:a16="http://schemas.microsoft.com/office/drawing/2014/main" id="{179E8BE4-0447-4BD2-8079-095B5952B02F}"/>
                    </a:ext>
                  </a:extLst>
                </p:cNvPr>
                <p:cNvSpPr txBox="1">
                  <a:spLocks noChangeArrowheads="1"/>
                </p:cNvSpPr>
                <p:nvPr/>
              </p:nvSpPr>
              <p:spPr bwMode="auto">
                <a:xfrm>
                  <a:off x="3173817" y="4959210"/>
                  <a:ext cx="841266" cy="407922"/>
                </a:xfrm>
                <a:prstGeom prst="rect">
                  <a:avLst/>
                </a:prstGeom>
                <a:noFill/>
                <a:ln w="9525">
                  <a:noFill/>
                  <a:miter lim="800000"/>
                  <a:headEnd/>
                  <a:tailEnd/>
                </a:ln>
              </p:spPr>
              <p:txBody>
                <a:bodyPr/>
                <a:lstStyle/>
                <a:p>
                  <a:pPr>
                    <a:spcAft>
                      <a:spcPts val="1000"/>
                    </a:spcAft>
                    <a:defRPr/>
                  </a:pPr>
                  <a:r>
                    <a:rPr lang="en-GB" dirty="0">
                      <a:latin typeface="+mj-lt"/>
                    </a:rPr>
                    <a:t> </a:t>
                  </a:r>
                  <a:r>
                    <a:rPr lang="en-GB" dirty="0" err="1">
                      <a:latin typeface="+mj-lt"/>
                    </a:rPr>
                    <a:t>T</a:t>
                  </a:r>
                  <a:r>
                    <a:rPr lang="en-GB" baseline="-25000" dirty="0" err="1">
                      <a:latin typeface="+mj-lt"/>
                    </a:rPr>
                    <a:t>pd</a:t>
                  </a:r>
                  <a:endParaRPr lang="en-US" dirty="0">
                    <a:latin typeface="+mj-lt"/>
                  </a:endParaRPr>
                </a:p>
              </p:txBody>
            </p:sp>
            <p:sp>
              <p:nvSpPr>
                <p:cNvPr id="1093" name="Line 69">
                  <a:extLst>
                    <a:ext uri="{FF2B5EF4-FFF2-40B4-BE49-F238E27FC236}">
                      <a16:creationId xmlns:a16="http://schemas.microsoft.com/office/drawing/2014/main" id="{C0024CEA-B42B-47D6-A675-30F56EDEF5B7}"/>
                    </a:ext>
                  </a:extLst>
                </p:cNvPr>
                <p:cNvSpPr>
                  <a:spLocks noChangeShapeType="1"/>
                </p:cNvSpPr>
                <p:nvPr/>
              </p:nvSpPr>
              <p:spPr bwMode="auto">
                <a:xfrm>
                  <a:off x="2323028" y="4352881"/>
                  <a:ext cx="457141"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a:latin typeface="+mj-lt"/>
                  </a:endParaRPr>
                </a:p>
              </p:txBody>
            </p:sp>
            <p:sp>
              <p:nvSpPr>
                <p:cNvPr id="1094" name="Text Box 70">
                  <a:extLst>
                    <a:ext uri="{FF2B5EF4-FFF2-40B4-BE49-F238E27FC236}">
                      <a16:creationId xmlns:a16="http://schemas.microsoft.com/office/drawing/2014/main" id="{A2847836-F834-4579-A8BB-6B81147F87F3}"/>
                    </a:ext>
                  </a:extLst>
                </p:cNvPr>
                <p:cNvSpPr txBox="1">
                  <a:spLocks noChangeArrowheads="1"/>
                </p:cNvSpPr>
                <p:nvPr/>
              </p:nvSpPr>
              <p:spPr bwMode="auto">
                <a:xfrm>
                  <a:off x="2683344" y="4181459"/>
                  <a:ext cx="944440" cy="347607"/>
                </a:xfrm>
                <a:prstGeom prst="rect">
                  <a:avLst/>
                </a:prstGeom>
                <a:noFill/>
                <a:ln w="9525">
                  <a:noFill/>
                  <a:miter lim="800000"/>
                  <a:headEnd/>
                  <a:tailEnd/>
                </a:ln>
              </p:spPr>
              <p:txBody>
                <a:bodyPr/>
                <a:lstStyle/>
                <a:p>
                  <a:pPr>
                    <a:spcAft>
                      <a:spcPts val="1000"/>
                    </a:spcAft>
                    <a:defRPr/>
                  </a:pPr>
                  <a:r>
                    <a:rPr lang="en-GB" dirty="0">
                      <a:latin typeface="+mj-lt"/>
                    </a:rPr>
                    <a:t>T</a:t>
                  </a:r>
                  <a:r>
                    <a:rPr lang="en-GB" baseline="-25000" dirty="0">
                      <a:latin typeface="+mj-lt"/>
                    </a:rPr>
                    <a:t>CLK-Q</a:t>
                  </a:r>
                  <a:endParaRPr lang="en-US" dirty="0">
                    <a:latin typeface="+mj-lt"/>
                  </a:endParaRPr>
                </a:p>
              </p:txBody>
            </p:sp>
            <p:sp>
              <p:nvSpPr>
                <p:cNvPr id="1095" name="Text Box 71">
                  <a:extLst>
                    <a:ext uri="{FF2B5EF4-FFF2-40B4-BE49-F238E27FC236}">
                      <a16:creationId xmlns:a16="http://schemas.microsoft.com/office/drawing/2014/main" id="{D8C57E9F-F015-4283-A41F-1F3D15A6CFB1}"/>
                    </a:ext>
                  </a:extLst>
                </p:cNvPr>
                <p:cNvSpPr txBox="1">
                  <a:spLocks noChangeArrowheads="1"/>
                </p:cNvSpPr>
                <p:nvPr/>
              </p:nvSpPr>
              <p:spPr bwMode="auto">
                <a:xfrm>
                  <a:off x="1540492" y="3341804"/>
                  <a:ext cx="622219" cy="352369"/>
                </a:xfrm>
                <a:prstGeom prst="rect">
                  <a:avLst/>
                </a:prstGeom>
                <a:noFill/>
                <a:ln w="9525">
                  <a:noFill/>
                  <a:miter lim="800000"/>
                  <a:headEnd/>
                  <a:tailEnd/>
                </a:ln>
              </p:spPr>
              <p:txBody>
                <a:bodyPr/>
                <a:lstStyle/>
                <a:p>
                  <a:pPr>
                    <a:spcAft>
                      <a:spcPts val="1000"/>
                    </a:spcAft>
                    <a:defRPr/>
                  </a:pPr>
                  <a:r>
                    <a:rPr lang="en-GB" sz="1600" dirty="0">
                      <a:latin typeface="+mj-lt"/>
                    </a:rPr>
                    <a:t>CLK</a:t>
                  </a:r>
                  <a:endParaRPr lang="en-US" sz="1600" dirty="0">
                    <a:latin typeface="+mj-lt"/>
                  </a:endParaRPr>
                </a:p>
              </p:txBody>
            </p:sp>
            <p:sp>
              <p:nvSpPr>
                <p:cNvPr id="1096" name="Text Box 72">
                  <a:extLst>
                    <a:ext uri="{FF2B5EF4-FFF2-40B4-BE49-F238E27FC236}">
                      <a16:creationId xmlns:a16="http://schemas.microsoft.com/office/drawing/2014/main" id="{ED511377-059B-438A-917B-1D25E9FC9B3F}"/>
                    </a:ext>
                  </a:extLst>
                </p:cNvPr>
                <p:cNvSpPr txBox="1">
                  <a:spLocks noChangeArrowheads="1"/>
                </p:cNvSpPr>
                <p:nvPr/>
              </p:nvSpPr>
              <p:spPr bwMode="auto">
                <a:xfrm>
                  <a:off x="1629380" y="4492559"/>
                  <a:ext cx="685711" cy="423795"/>
                </a:xfrm>
                <a:prstGeom prst="rect">
                  <a:avLst/>
                </a:prstGeom>
                <a:noFill/>
                <a:ln w="9525">
                  <a:noFill/>
                  <a:miter lim="800000"/>
                  <a:headEnd/>
                  <a:tailEnd/>
                </a:ln>
              </p:spPr>
              <p:txBody>
                <a:bodyPr/>
                <a:lstStyle/>
                <a:p>
                  <a:pPr eaLnBrk="1" hangingPunct="1">
                    <a:defRPr/>
                  </a:pPr>
                  <a:r>
                    <a:rPr lang="en-US" sz="1600" dirty="0">
                      <a:latin typeface="+mj-lt"/>
                    </a:rPr>
                    <a:t>D2</a:t>
                  </a:r>
                </a:p>
                <a:p>
                  <a:pPr eaLnBrk="1" hangingPunct="1">
                    <a:defRPr/>
                  </a:pPr>
                  <a:endParaRPr lang="en-US" sz="1600" dirty="0">
                    <a:latin typeface="+mj-lt"/>
                  </a:endParaRPr>
                </a:p>
              </p:txBody>
            </p:sp>
            <p:sp>
              <p:nvSpPr>
                <p:cNvPr id="1097" name="Line 73">
                  <a:extLst>
                    <a:ext uri="{FF2B5EF4-FFF2-40B4-BE49-F238E27FC236}">
                      <a16:creationId xmlns:a16="http://schemas.microsoft.com/office/drawing/2014/main" id="{8B2644E5-95C1-4A56-B329-32A9070BEB43}"/>
                    </a:ext>
                  </a:extLst>
                </p:cNvPr>
                <p:cNvSpPr>
                  <a:spLocks noChangeShapeType="1"/>
                </p:cNvSpPr>
                <p:nvPr/>
              </p:nvSpPr>
              <p:spPr bwMode="auto">
                <a:xfrm flipV="1">
                  <a:off x="6049994" y="4695727"/>
                  <a:ext cx="68254" cy="301577"/>
                </a:xfrm>
                <a:prstGeom prst="line">
                  <a:avLst/>
                </a:prstGeom>
                <a:noFill/>
                <a:ln w="9525">
                  <a:solidFill>
                    <a:srgbClr val="000000"/>
                  </a:solidFill>
                  <a:round/>
                  <a:headEnd/>
                  <a:tailEnd/>
                </a:ln>
              </p:spPr>
              <p:txBody>
                <a:bodyPr/>
                <a:lstStyle/>
                <a:p>
                  <a:pPr eaLnBrk="1" hangingPunct="1">
                    <a:defRPr/>
                  </a:pPr>
                  <a:endParaRPr lang="en-GB">
                    <a:latin typeface="+mj-lt"/>
                  </a:endParaRPr>
                </a:p>
              </p:txBody>
            </p:sp>
            <p:cxnSp>
              <p:nvCxnSpPr>
                <p:cNvPr id="13414" name="AutoShape 74">
                  <a:extLst>
                    <a:ext uri="{FF2B5EF4-FFF2-40B4-BE49-F238E27FC236}">
                      <a16:creationId xmlns:a16="http://schemas.microsoft.com/office/drawing/2014/main" id="{A9338211-E16A-D0B8-0F03-4DB462BA96D6}"/>
                    </a:ext>
                  </a:extLst>
                </p:cNvPr>
                <p:cNvCxnSpPr>
                  <a:cxnSpLocks noChangeShapeType="1"/>
                </p:cNvCxnSpPr>
                <p:nvPr/>
              </p:nvCxnSpPr>
              <p:spPr bwMode="auto">
                <a:xfrm>
                  <a:off x="6141436" y="4682156"/>
                  <a:ext cx="77502" cy="29049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099" name="Line 75">
                  <a:extLst>
                    <a:ext uri="{FF2B5EF4-FFF2-40B4-BE49-F238E27FC236}">
                      <a16:creationId xmlns:a16="http://schemas.microsoft.com/office/drawing/2014/main" id="{0DC00587-3077-4837-8EAC-FAE053F86C0E}"/>
                    </a:ext>
                  </a:extLst>
                </p:cNvPr>
                <p:cNvSpPr>
                  <a:spLocks noChangeShapeType="1"/>
                </p:cNvSpPr>
                <p:nvPr/>
              </p:nvSpPr>
              <p:spPr bwMode="auto">
                <a:xfrm flipV="1">
                  <a:off x="6137296" y="4695727"/>
                  <a:ext cx="68253" cy="301577"/>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100" name="Line 76">
                  <a:extLst>
                    <a:ext uri="{FF2B5EF4-FFF2-40B4-BE49-F238E27FC236}">
                      <a16:creationId xmlns:a16="http://schemas.microsoft.com/office/drawing/2014/main" id="{983791BE-5AC2-412F-80D4-0EC6E93A7F62}"/>
                    </a:ext>
                  </a:extLst>
                </p:cNvPr>
                <p:cNvSpPr>
                  <a:spLocks noChangeShapeType="1"/>
                </p:cNvSpPr>
                <p:nvPr/>
              </p:nvSpPr>
              <p:spPr bwMode="auto">
                <a:xfrm>
                  <a:off x="4254765" y="4690965"/>
                  <a:ext cx="98412" cy="293642"/>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101" name="Line 77">
                  <a:extLst>
                    <a:ext uri="{FF2B5EF4-FFF2-40B4-BE49-F238E27FC236}">
                      <a16:creationId xmlns:a16="http://schemas.microsoft.com/office/drawing/2014/main" id="{0999CDC7-4677-407B-9D87-B4BA519F8531}"/>
                    </a:ext>
                  </a:extLst>
                </p:cNvPr>
                <p:cNvSpPr>
                  <a:spLocks noChangeShapeType="1"/>
                </p:cNvSpPr>
                <p:nvPr/>
              </p:nvSpPr>
              <p:spPr bwMode="auto">
                <a:xfrm flipV="1">
                  <a:off x="4267464" y="4690965"/>
                  <a:ext cx="68253" cy="301577"/>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102" name="Line 78">
                  <a:extLst>
                    <a:ext uri="{FF2B5EF4-FFF2-40B4-BE49-F238E27FC236}">
                      <a16:creationId xmlns:a16="http://schemas.microsoft.com/office/drawing/2014/main" id="{9B6296A2-BF0D-4452-9333-0739C4B2C26B}"/>
                    </a:ext>
                  </a:extLst>
                </p:cNvPr>
                <p:cNvSpPr>
                  <a:spLocks noChangeShapeType="1"/>
                </p:cNvSpPr>
                <p:nvPr/>
              </p:nvSpPr>
              <p:spPr bwMode="auto">
                <a:xfrm>
                  <a:off x="4157940" y="4689378"/>
                  <a:ext cx="98412" cy="292054"/>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103" name="Line 79">
                  <a:extLst>
                    <a:ext uri="{FF2B5EF4-FFF2-40B4-BE49-F238E27FC236}">
                      <a16:creationId xmlns:a16="http://schemas.microsoft.com/office/drawing/2014/main" id="{A624152D-3739-43D4-AAFE-6AF5CBC09F03}"/>
                    </a:ext>
                  </a:extLst>
                </p:cNvPr>
                <p:cNvSpPr>
                  <a:spLocks noChangeShapeType="1"/>
                </p:cNvSpPr>
                <p:nvPr/>
              </p:nvSpPr>
              <p:spPr bwMode="auto">
                <a:xfrm flipV="1">
                  <a:off x="4181750" y="4681441"/>
                  <a:ext cx="68253" cy="299990"/>
                </a:xfrm>
                <a:prstGeom prst="line">
                  <a:avLst/>
                </a:prstGeom>
                <a:noFill/>
                <a:ln w="9525">
                  <a:solidFill>
                    <a:srgbClr val="000000"/>
                  </a:solidFill>
                  <a:round/>
                  <a:headEnd/>
                  <a:tailEnd/>
                </a:ln>
              </p:spPr>
              <p:txBody>
                <a:bodyPr/>
                <a:lstStyle/>
                <a:p>
                  <a:pPr eaLnBrk="1" hangingPunct="1">
                    <a:defRPr/>
                  </a:pPr>
                  <a:endParaRPr lang="en-GB">
                    <a:latin typeface="+mj-lt"/>
                  </a:endParaRPr>
                </a:p>
              </p:txBody>
            </p:sp>
            <p:cxnSp>
              <p:nvCxnSpPr>
                <p:cNvPr id="13420" name="AutoShape 80">
                  <a:extLst>
                    <a:ext uri="{FF2B5EF4-FFF2-40B4-BE49-F238E27FC236}">
                      <a16:creationId xmlns:a16="http://schemas.microsoft.com/office/drawing/2014/main" id="{2EE2AF1E-F302-0CCB-4A4D-970E06A359B1}"/>
                    </a:ext>
                  </a:extLst>
                </p:cNvPr>
                <p:cNvCxnSpPr>
                  <a:cxnSpLocks noChangeShapeType="1"/>
                </p:cNvCxnSpPr>
                <p:nvPr/>
              </p:nvCxnSpPr>
              <p:spPr bwMode="auto">
                <a:xfrm flipH="1" flipV="1">
                  <a:off x="2091373" y="3942034"/>
                  <a:ext cx="418972"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421" name="AutoShape 81">
                  <a:extLst>
                    <a:ext uri="{FF2B5EF4-FFF2-40B4-BE49-F238E27FC236}">
                      <a16:creationId xmlns:a16="http://schemas.microsoft.com/office/drawing/2014/main" id="{44E82900-8FA4-0B6B-6891-EAB44639372D}"/>
                    </a:ext>
                  </a:extLst>
                </p:cNvPr>
                <p:cNvCxnSpPr>
                  <a:cxnSpLocks noChangeShapeType="1"/>
                </p:cNvCxnSpPr>
                <p:nvPr/>
              </p:nvCxnSpPr>
              <p:spPr bwMode="auto">
                <a:xfrm>
                  <a:off x="2603194" y="3942034"/>
                  <a:ext cx="97453"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3422" name="AutoShape 82">
                  <a:extLst>
                    <a:ext uri="{FF2B5EF4-FFF2-40B4-BE49-F238E27FC236}">
                      <a16:creationId xmlns:a16="http://schemas.microsoft.com/office/drawing/2014/main" id="{2190C5ED-D558-AAD8-A6D2-AF4790EA9E71}"/>
                    </a:ext>
                  </a:extLst>
                </p:cNvPr>
                <p:cNvCxnSpPr>
                  <a:cxnSpLocks noChangeShapeType="1"/>
                </p:cNvCxnSpPr>
                <p:nvPr/>
              </p:nvCxnSpPr>
              <p:spPr bwMode="auto">
                <a:xfrm flipH="1" flipV="1">
                  <a:off x="2600124" y="4243634"/>
                  <a:ext cx="130449"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3423" name="AutoShape 83">
                  <a:extLst>
                    <a:ext uri="{FF2B5EF4-FFF2-40B4-BE49-F238E27FC236}">
                      <a16:creationId xmlns:a16="http://schemas.microsoft.com/office/drawing/2014/main" id="{0B69B857-C8A8-A681-808D-DE7558EDFFDA}"/>
                    </a:ext>
                  </a:extLst>
                </p:cNvPr>
                <p:cNvCxnSpPr>
                  <a:cxnSpLocks noChangeShapeType="1"/>
                </p:cNvCxnSpPr>
                <p:nvPr/>
              </p:nvCxnSpPr>
              <p:spPr bwMode="auto">
                <a:xfrm flipH="1" flipV="1">
                  <a:off x="2092907" y="4247334"/>
                  <a:ext cx="418972"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108" name="Line 84">
                  <a:extLst>
                    <a:ext uri="{FF2B5EF4-FFF2-40B4-BE49-F238E27FC236}">
                      <a16:creationId xmlns:a16="http://schemas.microsoft.com/office/drawing/2014/main" id="{12DDFA9E-05C3-443C-866A-464804652689}"/>
                    </a:ext>
                  </a:extLst>
                </p:cNvPr>
                <p:cNvSpPr>
                  <a:spLocks noChangeShapeType="1"/>
                </p:cNvSpPr>
                <p:nvPr/>
              </p:nvSpPr>
              <p:spPr bwMode="auto">
                <a:xfrm>
                  <a:off x="5786504" y="4244949"/>
                  <a:ext cx="384125" cy="1587"/>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109" name="Line 85">
                  <a:extLst>
                    <a:ext uri="{FF2B5EF4-FFF2-40B4-BE49-F238E27FC236}">
                      <a16:creationId xmlns:a16="http://schemas.microsoft.com/office/drawing/2014/main" id="{91B5E364-5FB0-422A-ABCA-9BFBC5C1FC1A}"/>
                    </a:ext>
                  </a:extLst>
                </p:cNvPr>
                <p:cNvSpPr>
                  <a:spLocks noChangeShapeType="1"/>
                </p:cNvSpPr>
                <p:nvPr/>
              </p:nvSpPr>
              <p:spPr bwMode="auto">
                <a:xfrm>
                  <a:off x="4343654" y="4689378"/>
                  <a:ext cx="2001578" cy="0"/>
                </a:xfrm>
                <a:prstGeom prst="line">
                  <a:avLst/>
                </a:prstGeom>
                <a:noFill/>
                <a:ln w="19050">
                  <a:solidFill>
                    <a:srgbClr val="000000"/>
                  </a:solidFill>
                  <a:round/>
                  <a:headEnd/>
                  <a:tailEnd/>
                </a:ln>
              </p:spPr>
              <p:txBody>
                <a:bodyPr/>
                <a:lstStyle/>
                <a:p>
                  <a:pPr eaLnBrk="1" hangingPunct="1">
                    <a:defRPr/>
                  </a:pPr>
                  <a:endParaRPr lang="en-GB">
                    <a:latin typeface="+mj-lt"/>
                  </a:endParaRPr>
                </a:p>
              </p:txBody>
            </p:sp>
            <p:sp>
              <p:nvSpPr>
                <p:cNvPr id="1110" name="Line 86">
                  <a:extLst>
                    <a:ext uri="{FF2B5EF4-FFF2-40B4-BE49-F238E27FC236}">
                      <a16:creationId xmlns:a16="http://schemas.microsoft.com/office/drawing/2014/main" id="{1B63EC83-CC6D-4E84-A819-856E347258B3}"/>
                    </a:ext>
                  </a:extLst>
                </p:cNvPr>
                <p:cNvSpPr>
                  <a:spLocks noChangeShapeType="1"/>
                </p:cNvSpPr>
                <p:nvPr/>
              </p:nvSpPr>
              <p:spPr bwMode="auto">
                <a:xfrm flipV="1">
                  <a:off x="6049994" y="4690965"/>
                  <a:ext cx="68254" cy="301577"/>
                </a:xfrm>
                <a:prstGeom prst="line">
                  <a:avLst/>
                </a:prstGeom>
                <a:noFill/>
                <a:ln w="9525">
                  <a:solidFill>
                    <a:srgbClr val="000000"/>
                  </a:solidFill>
                  <a:round/>
                  <a:headEnd/>
                  <a:tailEnd/>
                </a:ln>
              </p:spPr>
              <p:txBody>
                <a:bodyPr/>
                <a:lstStyle/>
                <a:p>
                  <a:pPr eaLnBrk="1" hangingPunct="1">
                    <a:defRPr/>
                  </a:pPr>
                  <a:endParaRPr lang="en-GB">
                    <a:latin typeface="+mj-lt"/>
                  </a:endParaRPr>
                </a:p>
              </p:txBody>
            </p:sp>
            <p:cxnSp>
              <p:nvCxnSpPr>
                <p:cNvPr id="13427" name="AutoShape 87">
                  <a:extLst>
                    <a:ext uri="{FF2B5EF4-FFF2-40B4-BE49-F238E27FC236}">
                      <a16:creationId xmlns:a16="http://schemas.microsoft.com/office/drawing/2014/main" id="{ADF708D5-AB33-C4C4-7C3C-2A4C95C9A805}"/>
                    </a:ext>
                  </a:extLst>
                </p:cNvPr>
                <p:cNvCxnSpPr>
                  <a:cxnSpLocks noChangeShapeType="1"/>
                </p:cNvCxnSpPr>
                <p:nvPr/>
              </p:nvCxnSpPr>
              <p:spPr bwMode="auto">
                <a:xfrm>
                  <a:off x="6036310" y="4676605"/>
                  <a:ext cx="105127" cy="29049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112" name="Line 88">
                  <a:extLst>
                    <a:ext uri="{FF2B5EF4-FFF2-40B4-BE49-F238E27FC236}">
                      <a16:creationId xmlns:a16="http://schemas.microsoft.com/office/drawing/2014/main" id="{8F25DB8F-4F8E-4E45-9746-8AF21DC9E46B}"/>
                    </a:ext>
                  </a:extLst>
                </p:cNvPr>
                <p:cNvSpPr>
                  <a:spLocks noChangeShapeType="1"/>
                </p:cNvSpPr>
                <p:nvPr/>
              </p:nvSpPr>
              <p:spPr bwMode="auto">
                <a:xfrm>
                  <a:off x="3327785" y="3121176"/>
                  <a:ext cx="0" cy="1209483"/>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113" name="Line 89">
                  <a:extLst>
                    <a:ext uri="{FF2B5EF4-FFF2-40B4-BE49-F238E27FC236}">
                      <a16:creationId xmlns:a16="http://schemas.microsoft.com/office/drawing/2014/main" id="{B6DB40EF-1E2D-4C6B-815A-AE8938234B4C}"/>
                    </a:ext>
                  </a:extLst>
                </p:cNvPr>
                <p:cNvSpPr>
                  <a:spLocks noChangeShapeType="1"/>
                </p:cNvSpPr>
                <p:nvPr/>
              </p:nvSpPr>
              <p:spPr bwMode="auto">
                <a:xfrm>
                  <a:off x="4316669" y="4343358"/>
                  <a:ext cx="0" cy="944412"/>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114" name="Freeform 90">
                  <a:extLst>
                    <a:ext uri="{FF2B5EF4-FFF2-40B4-BE49-F238E27FC236}">
                      <a16:creationId xmlns:a16="http://schemas.microsoft.com/office/drawing/2014/main" id="{40707564-222D-44FE-834D-BC796C943D4D}"/>
                    </a:ext>
                  </a:extLst>
                </p:cNvPr>
                <p:cNvSpPr>
                  <a:spLocks/>
                </p:cNvSpPr>
                <p:nvPr/>
              </p:nvSpPr>
              <p:spPr bwMode="auto">
                <a:xfrm>
                  <a:off x="2353187" y="3400532"/>
                  <a:ext cx="174602" cy="734896"/>
                </a:xfrm>
                <a:custGeom>
                  <a:avLst/>
                  <a:gdLst/>
                  <a:ahLst/>
                  <a:cxnLst>
                    <a:cxn ang="0">
                      <a:pos x="0" y="0"/>
                    </a:cxn>
                    <a:cxn ang="0">
                      <a:pos x="267" y="161"/>
                    </a:cxn>
                    <a:cxn ang="0">
                      <a:pos x="29" y="636"/>
                    </a:cxn>
                    <a:cxn ang="0">
                      <a:pos x="267" y="866"/>
                    </a:cxn>
                  </a:cxnLst>
                  <a:rect l="0" t="0" r="r" b="b"/>
                  <a:pathLst>
                    <a:path w="272" h="866">
                      <a:moveTo>
                        <a:pt x="0" y="0"/>
                      </a:moveTo>
                      <a:cubicBezTo>
                        <a:pt x="131" y="27"/>
                        <a:pt x="262" y="55"/>
                        <a:pt x="267" y="161"/>
                      </a:cubicBezTo>
                      <a:cubicBezTo>
                        <a:pt x="272" y="267"/>
                        <a:pt x="29" y="519"/>
                        <a:pt x="29" y="636"/>
                      </a:cubicBezTo>
                      <a:cubicBezTo>
                        <a:pt x="29" y="753"/>
                        <a:pt x="227" y="828"/>
                        <a:pt x="267" y="866"/>
                      </a:cubicBezTo>
                    </a:path>
                  </a:pathLst>
                </a:custGeom>
                <a:noFill/>
                <a:ln w="9525">
                  <a:solidFill>
                    <a:srgbClr val="000000"/>
                  </a:solidFill>
                  <a:prstDash val="dash"/>
                  <a:round/>
                  <a:headEnd/>
                  <a:tailEnd type="triangle" w="med" len="med"/>
                </a:ln>
              </p:spPr>
              <p:txBody>
                <a:bodyPr/>
                <a:lstStyle/>
                <a:p>
                  <a:pPr eaLnBrk="1" hangingPunct="1">
                    <a:defRPr/>
                  </a:pPr>
                  <a:endParaRPr lang="en-GB">
                    <a:latin typeface="+mj-lt"/>
                  </a:endParaRPr>
                </a:p>
              </p:txBody>
            </p:sp>
            <p:sp>
              <p:nvSpPr>
                <p:cNvPr id="1115" name="Freeform 91">
                  <a:extLst>
                    <a:ext uri="{FF2B5EF4-FFF2-40B4-BE49-F238E27FC236}">
                      <a16:creationId xmlns:a16="http://schemas.microsoft.com/office/drawing/2014/main" id="{9AA609F4-2FAC-44E9-82C0-3A3C93CE19CA}"/>
                    </a:ext>
                  </a:extLst>
                </p:cNvPr>
                <p:cNvSpPr>
                  <a:spLocks/>
                </p:cNvSpPr>
                <p:nvPr/>
              </p:nvSpPr>
              <p:spPr bwMode="auto">
                <a:xfrm>
                  <a:off x="2529376" y="4132253"/>
                  <a:ext cx="442856" cy="738071"/>
                </a:xfrm>
                <a:custGeom>
                  <a:avLst/>
                  <a:gdLst/>
                  <a:ahLst/>
                  <a:cxnLst>
                    <a:cxn ang="0">
                      <a:pos x="0" y="0"/>
                    </a:cxn>
                    <a:cxn ang="0">
                      <a:pos x="256" y="223"/>
                    </a:cxn>
                    <a:cxn ang="0">
                      <a:pos x="95" y="522"/>
                    </a:cxn>
                    <a:cxn ang="0">
                      <a:pos x="587" y="744"/>
                    </a:cxn>
                  </a:cxnLst>
                  <a:rect l="0" t="0" r="r" b="b"/>
                  <a:pathLst>
                    <a:path w="587" h="744">
                      <a:moveTo>
                        <a:pt x="0" y="0"/>
                      </a:moveTo>
                      <a:cubicBezTo>
                        <a:pt x="120" y="68"/>
                        <a:pt x="240" y="136"/>
                        <a:pt x="256" y="223"/>
                      </a:cubicBezTo>
                      <a:cubicBezTo>
                        <a:pt x="272" y="310"/>
                        <a:pt x="40" y="435"/>
                        <a:pt x="95" y="522"/>
                      </a:cubicBezTo>
                      <a:cubicBezTo>
                        <a:pt x="150" y="609"/>
                        <a:pt x="505" y="707"/>
                        <a:pt x="587" y="744"/>
                      </a:cubicBezTo>
                    </a:path>
                  </a:pathLst>
                </a:custGeom>
                <a:noFill/>
                <a:ln w="9525">
                  <a:solidFill>
                    <a:srgbClr val="000000"/>
                  </a:solidFill>
                  <a:prstDash val="dash"/>
                  <a:round/>
                  <a:headEnd/>
                  <a:tailEnd type="triangle" w="med" len="med"/>
                </a:ln>
              </p:spPr>
              <p:txBody>
                <a:bodyPr/>
                <a:lstStyle/>
                <a:p>
                  <a:pPr eaLnBrk="1" hangingPunct="1">
                    <a:defRPr/>
                  </a:pPr>
                  <a:endParaRPr lang="en-GB">
                    <a:latin typeface="+mj-lt"/>
                  </a:endParaRPr>
                </a:p>
              </p:txBody>
            </p:sp>
            <p:sp>
              <p:nvSpPr>
                <p:cNvPr id="1116" name="Freeform 92">
                  <a:extLst>
                    <a:ext uri="{FF2B5EF4-FFF2-40B4-BE49-F238E27FC236}">
                      <a16:creationId xmlns:a16="http://schemas.microsoft.com/office/drawing/2014/main" id="{48B3F8B4-12E5-48AB-A934-A2E77FA2A55A}"/>
                    </a:ext>
                  </a:extLst>
                </p:cNvPr>
                <p:cNvSpPr>
                  <a:spLocks/>
                </p:cNvSpPr>
                <p:nvPr/>
              </p:nvSpPr>
              <p:spPr bwMode="auto">
                <a:xfrm>
                  <a:off x="2764295" y="4010036"/>
                  <a:ext cx="1519041" cy="982506"/>
                </a:xfrm>
                <a:custGeom>
                  <a:avLst/>
                  <a:gdLst/>
                  <a:ahLst/>
                  <a:cxnLst>
                    <a:cxn ang="0">
                      <a:pos x="0" y="132"/>
                    </a:cxn>
                    <a:cxn ang="0">
                      <a:pos x="946" y="132"/>
                    </a:cxn>
                    <a:cxn ang="0">
                      <a:pos x="1433" y="926"/>
                    </a:cxn>
                    <a:cxn ang="0">
                      <a:pos x="1979" y="926"/>
                    </a:cxn>
                  </a:cxnLst>
                  <a:rect l="0" t="0" r="r" b="b"/>
                  <a:pathLst>
                    <a:path w="1979" h="1058">
                      <a:moveTo>
                        <a:pt x="0" y="132"/>
                      </a:moveTo>
                      <a:cubicBezTo>
                        <a:pt x="353" y="66"/>
                        <a:pt x="707" y="0"/>
                        <a:pt x="946" y="132"/>
                      </a:cubicBezTo>
                      <a:cubicBezTo>
                        <a:pt x="1185" y="264"/>
                        <a:pt x="1261" y="794"/>
                        <a:pt x="1433" y="926"/>
                      </a:cubicBezTo>
                      <a:cubicBezTo>
                        <a:pt x="1605" y="1058"/>
                        <a:pt x="1888" y="926"/>
                        <a:pt x="1979" y="926"/>
                      </a:cubicBezTo>
                    </a:path>
                  </a:pathLst>
                </a:custGeom>
                <a:noFill/>
                <a:ln w="9525">
                  <a:solidFill>
                    <a:srgbClr val="000000"/>
                  </a:solidFill>
                  <a:round/>
                  <a:headEnd/>
                  <a:tailEnd type="triangle" w="med" len="med"/>
                </a:ln>
              </p:spPr>
              <p:txBody>
                <a:bodyPr/>
                <a:lstStyle/>
                <a:p>
                  <a:pPr eaLnBrk="1" hangingPunct="1">
                    <a:defRPr/>
                  </a:pPr>
                  <a:endParaRPr lang="en-GB">
                    <a:latin typeface="+mj-lt"/>
                  </a:endParaRPr>
                </a:p>
              </p:txBody>
            </p:sp>
            <p:sp>
              <p:nvSpPr>
                <p:cNvPr id="1117" name="Freeform 93">
                  <a:extLst>
                    <a:ext uri="{FF2B5EF4-FFF2-40B4-BE49-F238E27FC236}">
                      <a16:creationId xmlns:a16="http://schemas.microsoft.com/office/drawing/2014/main" id="{CE8A63DD-ED0B-47B7-AB1E-823A3D45E802}"/>
                    </a:ext>
                  </a:extLst>
                </p:cNvPr>
                <p:cNvSpPr>
                  <a:spLocks/>
                </p:cNvSpPr>
                <p:nvPr/>
              </p:nvSpPr>
              <p:spPr bwMode="auto">
                <a:xfrm>
                  <a:off x="2329377" y="3400532"/>
                  <a:ext cx="479363" cy="731721"/>
                </a:xfrm>
                <a:custGeom>
                  <a:avLst/>
                  <a:gdLst/>
                  <a:ahLst/>
                  <a:cxnLst>
                    <a:cxn ang="0">
                      <a:pos x="0" y="0"/>
                    </a:cxn>
                    <a:cxn ang="0">
                      <a:pos x="534" y="98"/>
                    </a:cxn>
                    <a:cxn ang="0">
                      <a:pos x="349" y="516"/>
                    </a:cxn>
                    <a:cxn ang="0">
                      <a:pos x="499" y="791"/>
                    </a:cxn>
                  </a:cxnLst>
                  <a:rect l="0" t="0" r="r" b="b"/>
                  <a:pathLst>
                    <a:path w="592" h="791">
                      <a:moveTo>
                        <a:pt x="0" y="0"/>
                      </a:moveTo>
                      <a:cubicBezTo>
                        <a:pt x="238" y="6"/>
                        <a:pt x="476" y="12"/>
                        <a:pt x="534" y="98"/>
                      </a:cubicBezTo>
                      <a:cubicBezTo>
                        <a:pt x="592" y="184"/>
                        <a:pt x="355" y="401"/>
                        <a:pt x="349" y="516"/>
                      </a:cubicBezTo>
                      <a:cubicBezTo>
                        <a:pt x="343" y="631"/>
                        <a:pt x="474" y="745"/>
                        <a:pt x="499" y="791"/>
                      </a:cubicBezTo>
                    </a:path>
                  </a:pathLst>
                </a:custGeom>
                <a:noFill/>
                <a:ln w="9525">
                  <a:solidFill>
                    <a:srgbClr val="000000"/>
                  </a:solidFill>
                  <a:round/>
                  <a:headEnd/>
                  <a:tailEnd type="triangle" w="med" len="med"/>
                </a:ln>
              </p:spPr>
              <p:txBody>
                <a:bodyPr/>
                <a:lstStyle/>
                <a:p>
                  <a:pPr eaLnBrk="1" hangingPunct="1">
                    <a:defRPr/>
                  </a:pPr>
                  <a:endParaRPr lang="en-GB">
                    <a:latin typeface="+mj-lt"/>
                  </a:endParaRPr>
                </a:p>
              </p:txBody>
            </p:sp>
            <p:sp>
              <p:nvSpPr>
                <p:cNvPr id="122" name="Line 64">
                  <a:extLst>
                    <a:ext uri="{FF2B5EF4-FFF2-40B4-BE49-F238E27FC236}">
                      <a16:creationId xmlns:a16="http://schemas.microsoft.com/office/drawing/2014/main" id="{63C53A5C-A330-4409-BF58-03A5E81B1223}"/>
                    </a:ext>
                  </a:extLst>
                </p:cNvPr>
                <p:cNvSpPr>
                  <a:spLocks noChangeShapeType="1"/>
                </p:cNvSpPr>
                <p:nvPr/>
              </p:nvSpPr>
              <p:spPr bwMode="auto">
                <a:xfrm>
                  <a:off x="2551598" y="3917975"/>
                  <a:ext cx="0" cy="1465030"/>
                </a:xfrm>
                <a:prstGeom prst="line">
                  <a:avLst/>
                </a:prstGeom>
                <a:noFill/>
                <a:ln w="9525">
                  <a:solidFill>
                    <a:srgbClr val="000000"/>
                  </a:solidFill>
                  <a:round/>
                  <a:headEnd/>
                  <a:tailEnd/>
                </a:ln>
              </p:spPr>
              <p:txBody>
                <a:bodyPr/>
                <a:lstStyle/>
                <a:p>
                  <a:pPr eaLnBrk="1" hangingPunct="1">
                    <a:defRPr/>
                  </a:pPr>
                  <a:endParaRPr lang="en-GB">
                    <a:latin typeface="+mj-lt"/>
                  </a:endParaRPr>
                </a:p>
              </p:txBody>
            </p:sp>
            <p:sp>
              <p:nvSpPr>
                <p:cNvPr id="123" name="Line 69">
                  <a:extLst>
                    <a:ext uri="{FF2B5EF4-FFF2-40B4-BE49-F238E27FC236}">
                      <a16:creationId xmlns:a16="http://schemas.microsoft.com/office/drawing/2014/main" id="{4A845E2C-BDD6-4309-AB8D-05C9949950C0}"/>
                    </a:ext>
                  </a:extLst>
                </p:cNvPr>
                <p:cNvSpPr>
                  <a:spLocks noChangeShapeType="1"/>
                </p:cNvSpPr>
                <p:nvPr/>
              </p:nvSpPr>
              <p:spPr bwMode="auto">
                <a:xfrm>
                  <a:off x="2302393" y="5290945"/>
                  <a:ext cx="274601"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a:latin typeface="+mj-lt"/>
                  </a:endParaRPr>
                </a:p>
              </p:txBody>
            </p:sp>
            <p:sp>
              <p:nvSpPr>
                <p:cNvPr id="124" name="Text Box 70">
                  <a:extLst>
                    <a:ext uri="{FF2B5EF4-FFF2-40B4-BE49-F238E27FC236}">
                      <a16:creationId xmlns:a16="http://schemas.microsoft.com/office/drawing/2014/main" id="{2FD317E8-51ED-438F-A28E-614E68DED7A3}"/>
                    </a:ext>
                  </a:extLst>
                </p:cNvPr>
                <p:cNvSpPr txBox="1">
                  <a:spLocks noChangeArrowheads="1"/>
                </p:cNvSpPr>
                <p:nvPr/>
              </p:nvSpPr>
              <p:spPr bwMode="auto">
                <a:xfrm>
                  <a:off x="2454773" y="5138569"/>
                  <a:ext cx="685711" cy="347608"/>
                </a:xfrm>
                <a:prstGeom prst="rect">
                  <a:avLst/>
                </a:prstGeom>
                <a:noFill/>
                <a:ln w="9525">
                  <a:noFill/>
                  <a:miter lim="800000"/>
                  <a:headEnd/>
                  <a:tailEnd/>
                </a:ln>
              </p:spPr>
              <p:txBody>
                <a:bodyPr/>
                <a:lstStyle/>
                <a:p>
                  <a:pPr>
                    <a:spcAft>
                      <a:spcPts val="1000"/>
                    </a:spcAft>
                    <a:defRPr/>
                  </a:pPr>
                  <a:r>
                    <a:rPr lang="en-GB" dirty="0">
                      <a:latin typeface="+mj-lt"/>
                    </a:rPr>
                    <a:t>T</a:t>
                  </a:r>
                  <a:r>
                    <a:rPr lang="en-GB" baseline="-25000" dirty="0">
                      <a:latin typeface="+mj-lt"/>
                    </a:rPr>
                    <a:t>CCQ</a:t>
                  </a:r>
                  <a:endParaRPr lang="en-US" dirty="0">
                    <a:latin typeface="+mj-lt"/>
                  </a:endParaRPr>
                </a:p>
              </p:txBody>
            </p:sp>
          </p:grpSp>
        </p:grpSp>
        <p:cxnSp>
          <p:nvCxnSpPr>
            <p:cNvPr id="13334" name="Straight Connector 113">
              <a:extLst>
                <a:ext uri="{FF2B5EF4-FFF2-40B4-BE49-F238E27FC236}">
                  <a16:creationId xmlns:a16="http://schemas.microsoft.com/office/drawing/2014/main" id="{1D2792AD-A86C-33BE-52D3-3467BB8A81B6}"/>
                </a:ext>
              </a:extLst>
            </p:cNvPr>
            <p:cNvCxnSpPr>
              <a:cxnSpLocks noChangeShapeType="1"/>
            </p:cNvCxnSpPr>
            <p:nvPr/>
          </p:nvCxnSpPr>
          <p:spPr bwMode="auto">
            <a:xfrm rot="5400000">
              <a:off x="2139696" y="1419100"/>
              <a:ext cx="146304" cy="14630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5" name="Straight Connector 114">
              <a:extLst>
                <a:ext uri="{FF2B5EF4-FFF2-40B4-BE49-F238E27FC236}">
                  <a16:creationId xmlns:a16="http://schemas.microsoft.com/office/drawing/2014/main" id="{0BBBECDA-CD03-97F1-0AAE-E188424C85D2}"/>
                </a:ext>
              </a:extLst>
            </p:cNvPr>
            <p:cNvCxnSpPr>
              <a:cxnSpLocks noChangeShapeType="1"/>
            </p:cNvCxnSpPr>
            <p:nvPr/>
          </p:nvCxnSpPr>
          <p:spPr bwMode="auto">
            <a:xfrm rot="5400000">
              <a:off x="3342071" y="1700150"/>
              <a:ext cx="146304" cy="14630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6" name="Straight Connector 115">
              <a:extLst>
                <a:ext uri="{FF2B5EF4-FFF2-40B4-BE49-F238E27FC236}">
                  <a16:creationId xmlns:a16="http://schemas.microsoft.com/office/drawing/2014/main" id="{6C87941F-F062-412C-54BF-70CF0206EBE4}"/>
                </a:ext>
              </a:extLst>
            </p:cNvPr>
            <p:cNvCxnSpPr>
              <a:cxnSpLocks noChangeShapeType="1"/>
            </p:cNvCxnSpPr>
            <p:nvPr/>
          </p:nvCxnSpPr>
          <p:spPr bwMode="auto">
            <a:xfrm rot="5400000">
              <a:off x="5091696" y="1723900"/>
              <a:ext cx="146304" cy="14630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37" name="Line 9">
              <a:extLst>
                <a:ext uri="{FF2B5EF4-FFF2-40B4-BE49-F238E27FC236}">
                  <a16:creationId xmlns:a16="http://schemas.microsoft.com/office/drawing/2014/main" id="{C6218A2A-3F85-A6CC-C919-343FDAA16502}"/>
                </a:ext>
              </a:extLst>
            </p:cNvPr>
            <p:cNvSpPr>
              <a:spLocks noChangeShapeType="1"/>
            </p:cNvSpPr>
            <p:nvPr/>
          </p:nvSpPr>
          <p:spPr bwMode="auto">
            <a:xfrm>
              <a:off x="6019800" y="1793175"/>
              <a:ext cx="54864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cxnSp>
          <p:nvCxnSpPr>
            <p:cNvPr id="13338" name="Straight Connector 117">
              <a:extLst>
                <a:ext uri="{FF2B5EF4-FFF2-40B4-BE49-F238E27FC236}">
                  <a16:creationId xmlns:a16="http://schemas.microsoft.com/office/drawing/2014/main" id="{A1C824CF-1F50-55F6-F96A-25DF0EEB4892}"/>
                </a:ext>
              </a:extLst>
            </p:cNvPr>
            <p:cNvCxnSpPr>
              <a:cxnSpLocks noChangeShapeType="1"/>
            </p:cNvCxnSpPr>
            <p:nvPr/>
          </p:nvCxnSpPr>
          <p:spPr bwMode="auto">
            <a:xfrm rot="5400000">
              <a:off x="6166421" y="1716975"/>
              <a:ext cx="146304" cy="14630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339" name="Text Box 11">
              <a:extLst>
                <a:ext uri="{FF2B5EF4-FFF2-40B4-BE49-F238E27FC236}">
                  <a16:creationId xmlns:a16="http://schemas.microsoft.com/office/drawing/2014/main" id="{BC403D04-532F-AB7E-2003-8EAB6ECC93F1}"/>
                </a:ext>
              </a:extLst>
            </p:cNvPr>
            <p:cNvSpPr txBox="1">
              <a:spLocks noChangeArrowheads="1"/>
            </p:cNvSpPr>
            <p:nvPr/>
          </p:nvSpPr>
          <p:spPr bwMode="auto">
            <a:xfrm>
              <a:off x="3200401" y="1354775"/>
              <a:ext cx="533400" cy="32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a:t>
              </a:r>
              <a:r>
                <a:rPr lang="ru-RU" altLang="en-US"/>
                <a:t>1</a:t>
              </a:r>
            </a:p>
          </p:txBody>
        </p:sp>
        <p:sp>
          <p:nvSpPr>
            <p:cNvPr id="13340" name="Text Box 11">
              <a:extLst>
                <a:ext uri="{FF2B5EF4-FFF2-40B4-BE49-F238E27FC236}">
                  <a16:creationId xmlns:a16="http://schemas.microsoft.com/office/drawing/2014/main" id="{8A0444C9-C399-7DD9-390E-7A66476B53AC}"/>
                </a:ext>
              </a:extLst>
            </p:cNvPr>
            <p:cNvSpPr txBox="1">
              <a:spLocks noChangeArrowheads="1"/>
            </p:cNvSpPr>
            <p:nvPr/>
          </p:nvSpPr>
          <p:spPr bwMode="auto">
            <a:xfrm>
              <a:off x="5998025" y="1359725"/>
              <a:ext cx="775147" cy="462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Q2</a:t>
              </a:r>
              <a:endParaRPr lang="ru-RU" altLang="en-US"/>
            </a:p>
          </p:txBody>
        </p:sp>
        <p:sp>
          <p:nvSpPr>
            <p:cNvPr id="13341" name="Text Box 11">
              <a:extLst>
                <a:ext uri="{FF2B5EF4-FFF2-40B4-BE49-F238E27FC236}">
                  <a16:creationId xmlns:a16="http://schemas.microsoft.com/office/drawing/2014/main" id="{7E2CAB0D-C395-0880-2EDC-F8270A875201}"/>
                </a:ext>
              </a:extLst>
            </p:cNvPr>
            <p:cNvSpPr txBox="1">
              <a:spLocks noChangeArrowheads="1"/>
            </p:cNvSpPr>
            <p:nvPr/>
          </p:nvSpPr>
          <p:spPr bwMode="auto">
            <a:xfrm>
              <a:off x="4985651" y="1359725"/>
              <a:ext cx="700650" cy="34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D2</a:t>
              </a:r>
              <a:endParaRPr lang="ru-RU" altLang="en-US"/>
            </a:p>
          </p:txBody>
        </p:sp>
      </p:grpSp>
      <p:sp>
        <p:nvSpPr>
          <p:cNvPr id="13316" name="TextBox 130">
            <a:extLst>
              <a:ext uri="{FF2B5EF4-FFF2-40B4-BE49-F238E27FC236}">
                <a16:creationId xmlns:a16="http://schemas.microsoft.com/office/drawing/2014/main" id="{7A9BEA65-E5AE-326F-6350-2777ADC96014}"/>
              </a:ext>
            </a:extLst>
          </p:cNvPr>
          <p:cNvSpPr txBox="1">
            <a:spLocks noChangeArrowheads="1"/>
          </p:cNvSpPr>
          <p:nvPr/>
        </p:nvSpPr>
        <p:spPr bwMode="auto">
          <a:xfrm>
            <a:off x="4572000" y="5421314"/>
            <a:ext cx="548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Timing Diagram of the Path Between Registers</a:t>
            </a:r>
            <a:endParaRPr lang="en-GB" altLang="en-US"/>
          </a:p>
        </p:txBody>
      </p:sp>
      <p:sp>
        <p:nvSpPr>
          <p:cNvPr id="13317" name="TextBox 124">
            <a:extLst>
              <a:ext uri="{FF2B5EF4-FFF2-40B4-BE49-F238E27FC236}">
                <a16:creationId xmlns:a16="http://schemas.microsoft.com/office/drawing/2014/main" id="{22B7D701-5E43-19C6-16D1-B8BD963E43EB}"/>
              </a:ext>
            </a:extLst>
          </p:cNvPr>
          <p:cNvSpPr txBox="1">
            <a:spLocks noChangeArrowheads="1"/>
          </p:cNvSpPr>
          <p:nvPr/>
        </p:nvSpPr>
        <p:spPr bwMode="auto">
          <a:xfrm>
            <a:off x="8001000" y="2362200"/>
            <a:ext cx="2362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baseline="-25000"/>
              <a:t>PD</a:t>
            </a:r>
            <a:r>
              <a:rPr lang="en-US" altLang="en-US"/>
              <a:t> – propagation delay   through combinational logic (Tcomb_max) </a:t>
            </a:r>
          </a:p>
          <a:p>
            <a:pPr eaLnBrk="1" hangingPunct="1"/>
            <a:endParaRPr lang="en-GB" altLang="en-US" baseline="-25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239FAD33-3743-10AA-3B9D-F5BC47CEEFEE}"/>
              </a:ext>
            </a:extLst>
          </p:cNvPr>
          <p:cNvSpPr>
            <a:spLocks noGrp="1" noChangeArrowheads="1"/>
          </p:cNvSpPr>
          <p:nvPr>
            <p:ph type="title"/>
          </p:nvPr>
        </p:nvSpPr>
        <p:spPr>
          <a:xfrm>
            <a:off x="0" y="183401"/>
            <a:ext cx="11612880" cy="704088"/>
          </a:xfrm>
        </p:spPr>
        <p:txBody>
          <a:bodyPr/>
          <a:lstStyle/>
          <a:p>
            <a:r>
              <a:rPr lang="en-US" altLang="en-US"/>
              <a:t>Maximum  Delay for Setup Time Constraint</a:t>
            </a:r>
            <a:endParaRPr lang="en-GB" altLang="en-US"/>
          </a:p>
        </p:txBody>
      </p:sp>
      <p:sp>
        <p:nvSpPr>
          <p:cNvPr id="14339" name="TextBox 108">
            <a:extLst>
              <a:ext uri="{FF2B5EF4-FFF2-40B4-BE49-F238E27FC236}">
                <a16:creationId xmlns:a16="http://schemas.microsoft.com/office/drawing/2014/main" id="{13411A11-A0AB-F6BF-1432-E925EA77397B}"/>
              </a:ext>
            </a:extLst>
          </p:cNvPr>
          <p:cNvSpPr txBox="1">
            <a:spLocks noChangeArrowheads="1"/>
          </p:cNvSpPr>
          <p:nvPr/>
        </p:nvSpPr>
        <p:spPr bwMode="auto">
          <a:xfrm>
            <a:off x="2133601" y="4876800"/>
            <a:ext cx="383381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600"/>
              </a:spcAft>
            </a:pPr>
            <a:r>
              <a:rPr lang="en-GB" altLang="en-US"/>
              <a:t>T</a:t>
            </a:r>
            <a:r>
              <a:rPr lang="en-GB" altLang="en-US" baseline="-25000"/>
              <a:t>CLK </a:t>
            </a:r>
            <a:r>
              <a:rPr lang="en-GB" altLang="en-US"/>
              <a:t>&gt;= T </a:t>
            </a:r>
            <a:r>
              <a:rPr lang="en-GB" altLang="en-US" baseline="-25000"/>
              <a:t>CLK-Q</a:t>
            </a:r>
            <a:r>
              <a:rPr lang="en-GB" altLang="en-US"/>
              <a:t> + T</a:t>
            </a:r>
            <a:r>
              <a:rPr lang="en-GB" altLang="en-US" baseline="-25000"/>
              <a:t>pd</a:t>
            </a:r>
            <a:r>
              <a:rPr lang="en-GB" altLang="en-US"/>
              <a:t> +T</a:t>
            </a:r>
            <a:r>
              <a:rPr lang="en-GB" altLang="en-US" baseline="-25000"/>
              <a:t>SETUP</a:t>
            </a:r>
            <a:endParaRPr lang="en-GB" altLang="en-US"/>
          </a:p>
          <a:p>
            <a:pPr eaLnBrk="1" hangingPunct="1"/>
            <a:r>
              <a:rPr lang="en-GB" altLang="en-US"/>
              <a:t>Tpd&lt;= T</a:t>
            </a:r>
            <a:r>
              <a:rPr lang="en-GB" altLang="en-US" baseline="-25000"/>
              <a:t>CLK</a:t>
            </a:r>
            <a:r>
              <a:rPr lang="en-GB" altLang="en-US"/>
              <a:t> </a:t>
            </a:r>
            <a:r>
              <a:rPr lang="en-US" altLang="en-US"/>
              <a:t>– (</a:t>
            </a:r>
            <a:r>
              <a:rPr lang="en-GB" altLang="en-US"/>
              <a:t>T</a:t>
            </a:r>
            <a:r>
              <a:rPr lang="en-GB" altLang="en-US" baseline="-25000"/>
              <a:t>CLK-Q</a:t>
            </a:r>
            <a:r>
              <a:rPr lang="en-GB" altLang="en-US"/>
              <a:t> + T</a:t>
            </a:r>
            <a:r>
              <a:rPr lang="en-GB" altLang="en-US" baseline="-25000"/>
              <a:t>SETUP</a:t>
            </a:r>
            <a:r>
              <a:rPr lang="en-GB" altLang="en-US"/>
              <a:t>)</a:t>
            </a:r>
          </a:p>
        </p:txBody>
      </p:sp>
      <p:sp>
        <p:nvSpPr>
          <p:cNvPr id="14340" name="TextBox 109">
            <a:extLst>
              <a:ext uri="{FF2B5EF4-FFF2-40B4-BE49-F238E27FC236}">
                <a16:creationId xmlns:a16="http://schemas.microsoft.com/office/drawing/2014/main" id="{E5D35C7A-B9A8-E46A-4DD7-9D7722830A94}"/>
              </a:ext>
            </a:extLst>
          </p:cNvPr>
          <p:cNvSpPr txBox="1">
            <a:spLocks noChangeArrowheads="1"/>
          </p:cNvSpPr>
          <p:nvPr/>
        </p:nvSpPr>
        <p:spPr bwMode="auto">
          <a:xfrm>
            <a:off x="7391400" y="2895601"/>
            <a:ext cx="2971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Setup  time constraint</a:t>
            </a:r>
          </a:p>
          <a:p>
            <a:pPr eaLnBrk="1" hangingPunct="1"/>
            <a:r>
              <a:rPr lang="en-US" altLang="en-US"/>
              <a:t>limits the maximum  delay  through combinational logic </a:t>
            </a:r>
            <a:endParaRPr lang="en-GB" altLang="en-US"/>
          </a:p>
        </p:txBody>
      </p:sp>
      <p:grpSp>
        <p:nvGrpSpPr>
          <p:cNvPr id="14341" name="Group 146">
            <a:extLst>
              <a:ext uri="{FF2B5EF4-FFF2-40B4-BE49-F238E27FC236}">
                <a16:creationId xmlns:a16="http://schemas.microsoft.com/office/drawing/2014/main" id="{1BF75727-C8AD-8F1D-B7E3-7942EC7DCB79}"/>
              </a:ext>
            </a:extLst>
          </p:cNvPr>
          <p:cNvGrpSpPr>
            <a:grpSpLocks/>
          </p:cNvGrpSpPr>
          <p:nvPr/>
        </p:nvGrpSpPr>
        <p:grpSpPr bwMode="auto">
          <a:xfrm>
            <a:off x="1873251" y="1411289"/>
            <a:ext cx="5332413" cy="3354387"/>
            <a:chOff x="423513" y="1293631"/>
            <a:chExt cx="5333086" cy="3354569"/>
          </a:xfrm>
        </p:grpSpPr>
        <p:sp>
          <p:nvSpPr>
            <p:cNvPr id="2052" name="Text Box 4">
              <a:extLst>
                <a:ext uri="{FF2B5EF4-FFF2-40B4-BE49-F238E27FC236}">
                  <a16:creationId xmlns:a16="http://schemas.microsoft.com/office/drawing/2014/main" id="{2EB823F6-35A0-44B6-8E6D-4E09B668E661}"/>
                </a:ext>
              </a:extLst>
            </p:cNvPr>
            <p:cNvSpPr txBox="1">
              <a:spLocks noChangeArrowheads="1"/>
            </p:cNvSpPr>
            <p:nvPr/>
          </p:nvSpPr>
          <p:spPr bwMode="auto">
            <a:xfrm>
              <a:off x="3113077" y="4389424"/>
              <a:ext cx="1692489" cy="258776"/>
            </a:xfrm>
            <a:prstGeom prst="rect">
              <a:avLst/>
            </a:prstGeom>
            <a:noFill/>
            <a:ln w="9525">
              <a:noFill/>
              <a:miter lim="800000"/>
              <a:headEnd/>
              <a:tailEnd/>
            </a:ln>
          </p:spPr>
          <p:txBody>
            <a:bodyPr/>
            <a:lstStyle/>
            <a:p>
              <a:pPr>
                <a:spcAft>
                  <a:spcPts val="1000"/>
                </a:spcAft>
                <a:defRPr/>
              </a:pPr>
              <a:r>
                <a:rPr lang="en-GB" sz="1400" dirty="0">
                  <a:latin typeface="+mj-lt"/>
                </a:rPr>
                <a:t>Setup Slack</a:t>
              </a:r>
              <a:endParaRPr lang="en-US" sz="1400" dirty="0">
                <a:latin typeface="+mj-lt"/>
              </a:endParaRPr>
            </a:p>
          </p:txBody>
        </p:sp>
        <p:grpSp>
          <p:nvGrpSpPr>
            <p:cNvPr id="14343" name="Group 166">
              <a:extLst>
                <a:ext uri="{FF2B5EF4-FFF2-40B4-BE49-F238E27FC236}">
                  <a16:creationId xmlns:a16="http://schemas.microsoft.com/office/drawing/2014/main" id="{1630655A-CFB9-1CF1-3659-619C4AF66A9B}"/>
                </a:ext>
              </a:extLst>
            </p:cNvPr>
            <p:cNvGrpSpPr>
              <a:grpSpLocks/>
            </p:cNvGrpSpPr>
            <p:nvPr/>
          </p:nvGrpSpPr>
          <p:grpSpPr bwMode="auto">
            <a:xfrm>
              <a:off x="423513" y="1578491"/>
              <a:ext cx="5333086" cy="3060846"/>
              <a:chOff x="838200" y="1466223"/>
              <a:chExt cx="5333086" cy="3060846"/>
            </a:xfrm>
          </p:grpSpPr>
          <p:grpSp>
            <p:nvGrpSpPr>
              <p:cNvPr id="14349" name="Group 126">
                <a:extLst>
                  <a:ext uri="{FF2B5EF4-FFF2-40B4-BE49-F238E27FC236}">
                    <a16:creationId xmlns:a16="http://schemas.microsoft.com/office/drawing/2014/main" id="{C334F6D2-7DBE-E237-63F1-DC88FD10C871}"/>
                  </a:ext>
                </a:extLst>
              </p:cNvPr>
              <p:cNvGrpSpPr>
                <a:grpSpLocks/>
              </p:cNvGrpSpPr>
              <p:nvPr/>
            </p:nvGrpSpPr>
            <p:grpSpPr bwMode="auto">
              <a:xfrm>
                <a:off x="838200" y="2362199"/>
                <a:ext cx="5333086" cy="2164870"/>
                <a:chOff x="1067714" y="2057548"/>
                <a:chExt cx="5316070" cy="2093950"/>
              </a:xfrm>
            </p:grpSpPr>
            <p:sp>
              <p:nvSpPr>
                <p:cNvPr id="2051" name="Freeform 3">
                  <a:extLst>
                    <a:ext uri="{FF2B5EF4-FFF2-40B4-BE49-F238E27FC236}">
                      <a16:creationId xmlns:a16="http://schemas.microsoft.com/office/drawing/2014/main" id="{D773855F-555A-40FF-B63A-1AF5897B209B}"/>
                    </a:ext>
                  </a:extLst>
                </p:cNvPr>
                <p:cNvSpPr>
                  <a:spLocks/>
                </p:cNvSpPr>
                <p:nvPr/>
              </p:nvSpPr>
              <p:spPr bwMode="auto">
                <a:xfrm>
                  <a:off x="1911259" y="2248277"/>
                  <a:ext cx="640967" cy="681796"/>
                </a:xfrm>
                <a:custGeom>
                  <a:avLst/>
                  <a:gdLst/>
                  <a:ahLst/>
                  <a:cxnLst>
                    <a:cxn ang="0">
                      <a:pos x="0" y="0"/>
                    </a:cxn>
                    <a:cxn ang="0">
                      <a:pos x="267" y="161"/>
                    </a:cxn>
                    <a:cxn ang="0">
                      <a:pos x="29" y="636"/>
                    </a:cxn>
                    <a:cxn ang="0">
                      <a:pos x="267" y="866"/>
                    </a:cxn>
                  </a:cxnLst>
                  <a:rect l="0" t="0" r="r" b="b"/>
                  <a:pathLst>
                    <a:path w="272" h="866">
                      <a:moveTo>
                        <a:pt x="0" y="0"/>
                      </a:moveTo>
                      <a:cubicBezTo>
                        <a:pt x="131" y="27"/>
                        <a:pt x="262" y="55"/>
                        <a:pt x="267" y="161"/>
                      </a:cubicBezTo>
                      <a:cubicBezTo>
                        <a:pt x="272" y="267"/>
                        <a:pt x="29" y="519"/>
                        <a:pt x="29" y="636"/>
                      </a:cubicBezTo>
                      <a:cubicBezTo>
                        <a:pt x="29" y="753"/>
                        <a:pt x="227" y="828"/>
                        <a:pt x="267" y="866"/>
                      </a:cubicBezTo>
                    </a:path>
                  </a:pathLst>
                </a:custGeom>
                <a:noFill/>
                <a:ln w="19050">
                  <a:solidFill>
                    <a:srgbClr val="0000FF"/>
                  </a:solidFill>
                  <a:round/>
                  <a:headEnd/>
                  <a:tailEnd type="triangle" w="med" len="med"/>
                </a:ln>
              </p:spPr>
              <p:txBody>
                <a:bodyPr/>
                <a:lstStyle/>
                <a:p>
                  <a:pPr eaLnBrk="1" hangingPunct="1">
                    <a:defRPr/>
                  </a:pPr>
                  <a:endParaRPr lang="en-GB" sz="1600">
                    <a:latin typeface="+mj-lt"/>
                  </a:endParaRPr>
                </a:p>
              </p:txBody>
            </p:sp>
            <p:sp>
              <p:nvSpPr>
                <p:cNvPr id="2053" name="Line 5">
                  <a:extLst>
                    <a:ext uri="{FF2B5EF4-FFF2-40B4-BE49-F238E27FC236}">
                      <a16:creationId xmlns:a16="http://schemas.microsoft.com/office/drawing/2014/main" id="{9497B6A3-8C07-4AB8-AF7B-7B1AA0870170}"/>
                    </a:ext>
                  </a:extLst>
                </p:cNvPr>
                <p:cNvSpPr>
                  <a:spLocks noChangeShapeType="1"/>
                </p:cNvSpPr>
                <p:nvPr/>
              </p:nvSpPr>
              <p:spPr bwMode="auto">
                <a:xfrm>
                  <a:off x="1608975" y="2403370"/>
                  <a:ext cx="246891"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54" name="Line 6">
                  <a:extLst>
                    <a:ext uri="{FF2B5EF4-FFF2-40B4-BE49-F238E27FC236}">
                      <a16:creationId xmlns:a16="http://schemas.microsoft.com/office/drawing/2014/main" id="{56FAF409-CD6F-453C-83AC-E410F3DEDBE4}"/>
                    </a:ext>
                  </a:extLst>
                </p:cNvPr>
                <p:cNvSpPr>
                  <a:spLocks noChangeShapeType="1"/>
                </p:cNvSpPr>
                <p:nvPr/>
              </p:nvSpPr>
              <p:spPr bwMode="auto">
                <a:xfrm flipV="1">
                  <a:off x="1846370" y="2123895"/>
                  <a:ext cx="77550" cy="279475"/>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055" name="Line 7">
                  <a:extLst>
                    <a:ext uri="{FF2B5EF4-FFF2-40B4-BE49-F238E27FC236}">
                      <a16:creationId xmlns:a16="http://schemas.microsoft.com/office/drawing/2014/main" id="{0CE91C3D-8A72-493B-8903-E974C375E66B}"/>
                    </a:ext>
                  </a:extLst>
                </p:cNvPr>
                <p:cNvSpPr>
                  <a:spLocks noChangeShapeType="1"/>
                </p:cNvSpPr>
                <p:nvPr/>
              </p:nvSpPr>
              <p:spPr bwMode="auto">
                <a:xfrm>
                  <a:off x="1919171" y="2119288"/>
                  <a:ext cx="108410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56" name="Line 8">
                  <a:extLst>
                    <a:ext uri="{FF2B5EF4-FFF2-40B4-BE49-F238E27FC236}">
                      <a16:creationId xmlns:a16="http://schemas.microsoft.com/office/drawing/2014/main" id="{9E768A0C-BEA8-4E3F-9ED1-9BB1BB78412A}"/>
                    </a:ext>
                  </a:extLst>
                </p:cNvPr>
                <p:cNvSpPr>
                  <a:spLocks noChangeShapeType="1"/>
                </p:cNvSpPr>
                <p:nvPr/>
              </p:nvSpPr>
              <p:spPr bwMode="auto">
                <a:xfrm>
                  <a:off x="3003277" y="2119288"/>
                  <a:ext cx="69636" cy="29176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057" name="Line 9">
                  <a:extLst>
                    <a:ext uri="{FF2B5EF4-FFF2-40B4-BE49-F238E27FC236}">
                      <a16:creationId xmlns:a16="http://schemas.microsoft.com/office/drawing/2014/main" id="{79C479E2-BC21-4FBF-8681-3FDB999BDD39}"/>
                    </a:ext>
                  </a:extLst>
                </p:cNvPr>
                <p:cNvSpPr>
                  <a:spLocks noChangeShapeType="1"/>
                </p:cNvSpPr>
                <p:nvPr/>
              </p:nvSpPr>
              <p:spPr bwMode="auto">
                <a:xfrm>
                  <a:off x="3074495" y="2411048"/>
                  <a:ext cx="220302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58" name="Line 10">
                  <a:extLst>
                    <a:ext uri="{FF2B5EF4-FFF2-40B4-BE49-F238E27FC236}">
                      <a16:creationId xmlns:a16="http://schemas.microsoft.com/office/drawing/2014/main" id="{5AC981CC-B4E1-4A23-9F5B-E248AC34B696}"/>
                    </a:ext>
                  </a:extLst>
                </p:cNvPr>
                <p:cNvSpPr>
                  <a:spLocks noChangeShapeType="1"/>
                </p:cNvSpPr>
                <p:nvPr/>
              </p:nvSpPr>
              <p:spPr bwMode="auto">
                <a:xfrm flipV="1">
                  <a:off x="5279105" y="2120823"/>
                  <a:ext cx="77549" cy="27794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059" name="Line 11">
                  <a:extLst>
                    <a:ext uri="{FF2B5EF4-FFF2-40B4-BE49-F238E27FC236}">
                      <a16:creationId xmlns:a16="http://schemas.microsoft.com/office/drawing/2014/main" id="{8C81281D-A92A-4A07-BA90-48A9B9F78DC9}"/>
                    </a:ext>
                  </a:extLst>
                </p:cNvPr>
                <p:cNvSpPr>
                  <a:spLocks noChangeShapeType="1"/>
                </p:cNvSpPr>
                <p:nvPr/>
              </p:nvSpPr>
              <p:spPr bwMode="auto">
                <a:xfrm>
                  <a:off x="5351906" y="2116217"/>
                  <a:ext cx="936920"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60" name="Line 12">
                  <a:extLst>
                    <a:ext uri="{FF2B5EF4-FFF2-40B4-BE49-F238E27FC236}">
                      <a16:creationId xmlns:a16="http://schemas.microsoft.com/office/drawing/2014/main" id="{AA708BF3-FE0E-464F-95A8-06EE67CC94B5}"/>
                    </a:ext>
                  </a:extLst>
                </p:cNvPr>
                <p:cNvSpPr>
                  <a:spLocks noChangeShapeType="1"/>
                </p:cNvSpPr>
                <p:nvPr/>
              </p:nvSpPr>
              <p:spPr bwMode="auto">
                <a:xfrm>
                  <a:off x="1865362" y="2103933"/>
                  <a:ext cx="0" cy="195018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61" name="Line 13">
                  <a:extLst>
                    <a:ext uri="{FF2B5EF4-FFF2-40B4-BE49-F238E27FC236}">
                      <a16:creationId xmlns:a16="http://schemas.microsoft.com/office/drawing/2014/main" id="{08F273C5-9E84-4D36-93C6-49A5CC829222}"/>
                    </a:ext>
                  </a:extLst>
                </p:cNvPr>
                <p:cNvSpPr>
                  <a:spLocks noChangeShapeType="1"/>
                </p:cNvSpPr>
                <p:nvPr/>
              </p:nvSpPr>
              <p:spPr bwMode="auto">
                <a:xfrm flipV="1">
                  <a:off x="1574157" y="2794942"/>
                  <a:ext cx="541261"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62" name="Line 14">
                  <a:extLst>
                    <a:ext uri="{FF2B5EF4-FFF2-40B4-BE49-F238E27FC236}">
                      <a16:creationId xmlns:a16="http://schemas.microsoft.com/office/drawing/2014/main" id="{74A0300C-AB00-44A3-9AE2-57B93052132A}"/>
                    </a:ext>
                  </a:extLst>
                </p:cNvPr>
                <p:cNvSpPr>
                  <a:spLocks noChangeShapeType="1"/>
                </p:cNvSpPr>
                <p:nvPr/>
              </p:nvSpPr>
              <p:spPr bwMode="auto">
                <a:xfrm flipV="1">
                  <a:off x="1593149" y="3066739"/>
                  <a:ext cx="54917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63" name="Line 15">
                  <a:extLst>
                    <a:ext uri="{FF2B5EF4-FFF2-40B4-BE49-F238E27FC236}">
                      <a16:creationId xmlns:a16="http://schemas.microsoft.com/office/drawing/2014/main" id="{6CD4633C-10FE-4081-9C2B-D8E9B31F6328}"/>
                    </a:ext>
                  </a:extLst>
                </p:cNvPr>
                <p:cNvSpPr>
                  <a:spLocks noChangeShapeType="1"/>
                </p:cNvSpPr>
                <p:nvPr/>
              </p:nvSpPr>
              <p:spPr bwMode="auto">
                <a:xfrm flipV="1">
                  <a:off x="2644018" y="2787264"/>
                  <a:ext cx="316368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64" name="Line 16">
                  <a:extLst>
                    <a:ext uri="{FF2B5EF4-FFF2-40B4-BE49-F238E27FC236}">
                      <a16:creationId xmlns:a16="http://schemas.microsoft.com/office/drawing/2014/main" id="{E409FFD8-72A1-4F70-9D2B-67890597EEF2}"/>
                    </a:ext>
                  </a:extLst>
                </p:cNvPr>
                <p:cNvSpPr>
                  <a:spLocks noChangeShapeType="1"/>
                </p:cNvSpPr>
                <p:nvPr/>
              </p:nvSpPr>
              <p:spPr bwMode="auto">
                <a:xfrm>
                  <a:off x="2634522" y="3071346"/>
                  <a:ext cx="3155773" cy="3071"/>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65" name="Line 17">
                  <a:extLst>
                    <a:ext uri="{FF2B5EF4-FFF2-40B4-BE49-F238E27FC236}">
                      <a16:creationId xmlns:a16="http://schemas.microsoft.com/office/drawing/2014/main" id="{1B3889C5-EA25-4345-BB63-2A11AD3C29BE}"/>
                    </a:ext>
                  </a:extLst>
                </p:cNvPr>
                <p:cNvSpPr>
                  <a:spLocks noChangeShapeType="1"/>
                </p:cNvSpPr>
                <p:nvPr/>
              </p:nvSpPr>
              <p:spPr bwMode="auto">
                <a:xfrm>
                  <a:off x="2226203" y="2787264"/>
                  <a:ext cx="112368" cy="27179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66" name="Line 18">
                  <a:extLst>
                    <a:ext uri="{FF2B5EF4-FFF2-40B4-BE49-F238E27FC236}">
                      <a16:creationId xmlns:a16="http://schemas.microsoft.com/office/drawing/2014/main" id="{C1C9AAF4-FA44-435D-958A-C47679EBD0E5}"/>
                    </a:ext>
                  </a:extLst>
                </p:cNvPr>
                <p:cNvSpPr>
                  <a:spLocks noChangeShapeType="1"/>
                </p:cNvSpPr>
                <p:nvPr/>
              </p:nvSpPr>
              <p:spPr bwMode="auto">
                <a:xfrm flipV="1">
                  <a:off x="2253108" y="2787264"/>
                  <a:ext cx="77549"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67" name="Line 19">
                  <a:extLst>
                    <a:ext uri="{FF2B5EF4-FFF2-40B4-BE49-F238E27FC236}">
                      <a16:creationId xmlns:a16="http://schemas.microsoft.com/office/drawing/2014/main" id="{474FEED4-8E5D-4994-9B88-1D0D4CF2D0A2}"/>
                    </a:ext>
                  </a:extLst>
                </p:cNvPr>
                <p:cNvSpPr>
                  <a:spLocks noChangeShapeType="1"/>
                </p:cNvSpPr>
                <p:nvPr/>
              </p:nvSpPr>
              <p:spPr bwMode="auto">
                <a:xfrm>
                  <a:off x="2118583" y="2799549"/>
                  <a:ext cx="110784" cy="270262"/>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068" name="Line 20">
                  <a:extLst>
                    <a:ext uri="{FF2B5EF4-FFF2-40B4-BE49-F238E27FC236}">
                      <a16:creationId xmlns:a16="http://schemas.microsoft.com/office/drawing/2014/main" id="{FAB5D326-CE9C-4A40-8549-72DA52F1AC1E}"/>
                    </a:ext>
                  </a:extLst>
                </p:cNvPr>
                <p:cNvSpPr>
                  <a:spLocks noChangeShapeType="1"/>
                </p:cNvSpPr>
                <p:nvPr/>
              </p:nvSpPr>
              <p:spPr bwMode="auto">
                <a:xfrm flipV="1">
                  <a:off x="2145489" y="2779587"/>
                  <a:ext cx="77549" cy="277939"/>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069" name="Line 21">
                  <a:extLst>
                    <a:ext uri="{FF2B5EF4-FFF2-40B4-BE49-F238E27FC236}">
                      <a16:creationId xmlns:a16="http://schemas.microsoft.com/office/drawing/2014/main" id="{93398732-06D7-45D0-A241-2628583DA09A}"/>
                    </a:ext>
                  </a:extLst>
                </p:cNvPr>
                <p:cNvSpPr>
                  <a:spLocks noChangeShapeType="1"/>
                </p:cNvSpPr>
                <p:nvPr/>
              </p:nvSpPr>
              <p:spPr bwMode="auto">
                <a:xfrm flipV="1">
                  <a:off x="5817201" y="2794942"/>
                  <a:ext cx="75966" cy="277939"/>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070" name="Line 22">
                  <a:extLst>
                    <a:ext uri="{FF2B5EF4-FFF2-40B4-BE49-F238E27FC236}">
                      <a16:creationId xmlns:a16="http://schemas.microsoft.com/office/drawing/2014/main" id="{4577B13C-3DC2-4EB0-A5B0-A02726C01795}"/>
                    </a:ext>
                  </a:extLst>
                </p:cNvPr>
                <p:cNvSpPr>
                  <a:spLocks noChangeShapeType="1"/>
                </p:cNvSpPr>
                <p:nvPr/>
              </p:nvSpPr>
              <p:spPr bwMode="auto">
                <a:xfrm>
                  <a:off x="5687425" y="2796477"/>
                  <a:ext cx="112367" cy="27179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1" name="Line 23">
                  <a:extLst>
                    <a:ext uri="{FF2B5EF4-FFF2-40B4-BE49-F238E27FC236}">
                      <a16:creationId xmlns:a16="http://schemas.microsoft.com/office/drawing/2014/main" id="{5CAD875E-C660-4AED-A6F4-E454FAAEE658}"/>
                    </a:ext>
                  </a:extLst>
                </p:cNvPr>
                <p:cNvSpPr>
                  <a:spLocks noChangeShapeType="1"/>
                </p:cNvSpPr>
                <p:nvPr/>
              </p:nvSpPr>
              <p:spPr bwMode="auto">
                <a:xfrm flipV="1">
                  <a:off x="5714329" y="2794942"/>
                  <a:ext cx="77550"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2" name="Line 24">
                  <a:extLst>
                    <a:ext uri="{FF2B5EF4-FFF2-40B4-BE49-F238E27FC236}">
                      <a16:creationId xmlns:a16="http://schemas.microsoft.com/office/drawing/2014/main" id="{FC469356-D9AC-4354-98C7-CF0621B98871}"/>
                    </a:ext>
                  </a:extLst>
                </p:cNvPr>
                <p:cNvSpPr>
                  <a:spLocks noChangeShapeType="1"/>
                </p:cNvSpPr>
                <p:nvPr/>
              </p:nvSpPr>
              <p:spPr bwMode="auto">
                <a:xfrm>
                  <a:off x="5579806" y="2794942"/>
                  <a:ext cx="110784" cy="27026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3" name="Line 25">
                  <a:extLst>
                    <a:ext uri="{FF2B5EF4-FFF2-40B4-BE49-F238E27FC236}">
                      <a16:creationId xmlns:a16="http://schemas.microsoft.com/office/drawing/2014/main" id="{5414D81E-3B48-4CEA-881B-C093622FC868}"/>
                    </a:ext>
                  </a:extLst>
                </p:cNvPr>
                <p:cNvSpPr>
                  <a:spLocks noChangeShapeType="1"/>
                </p:cNvSpPr>
                <p:nvPr/>
              </p:nvSpPr>
              <p:spPr bwMode="auto">
                <a:xfrm flipV="1">
                  <a:off x="5606710" y="2787264"/>
                  <a:ext cx="77550"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4" name="Line 26">
                  <a:extLst>
                    <a:ext uri="{FF2B5EF4-FFF2-40B4-BE49-F238E27FC236}">
                      <a16:creationId xmlns:a16="http://schemas.microsoft.com/office/drawing/2014/main" id="{46102609-C4B0-449C-B72D-F85FE458E57B}"/>
                    </a:ext>
                  </a:extLst>
                </p:cNvPr>
                <p:cNvSpPr>
                  <a:spLocks noChangeShapeType="1"/>
                </p:cNvSpPr>
                <p:nvPr/>
              </p:nvSpPr>
              <p:spPr bwMode="auto">
                <a:xfrm>
                  <a:off x="5446864" y="2787264"/>
                  <a:ext cx="137689" cy="29176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5" name="Line 27">
                  <a:extLst>
                    <a:ext uri="{FF2B5EF4-FFF2-40B4-BE49-F238E27FC236}">
                      <a16:creationId xmlns:a16="http://schemas.microsoft.com/office/drawing/2014/main" id="{AB1E6773-1514-4D4E-AE7A-14E4287E7772}"/>
                    </a:ext>
                  </a:extLst>
                </p:cNvPr>
                <p:cNvSpPr>
                  <a:spLocks noChangeShapeType="1"/>
                </p:cNvSpPr>
                <p:nvPr/>
              </p:nvSpPr>
              <p:spPr bwMode="auto">
                <a:xfrm flipV="1">
                  <a:off x="5488013" y="2794942"/>
                  <a:ext cx="77549" cy="277939"/>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6" name="Line 28">
                  <a:extLst>
                    <a:ext uri="{FF2B5EF4-FFF2-40B4-BE49-F238E27FC236}">
                      <a16:creationId xmlns:a16="http://schemas.microsoft.com/office/drawing/2014/main" id="{18983D61-7353-4684-A744-121F07475945}"/>
                    </a:ext>
                  </a:extLst>
                </p:cNvPr>
                <p:cNvSpPr>
                  <a:spLocks noChangeShapeType="1"/>
                </p:cNvSpPr>
                <p:nvPr/>
              </p:nvSpPr>
              <p:spPr bwMode="auto">
                <a:xfrm>
                  <a:off x="5896333" y="2787264"/>
                  <a:ext cx="435224"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77" name="Line 29">
                  <a:extLst>
                    <a:ext uri="{FF2B5EF4-FFF2-40B4-BE49-F238E27FC236}">
                      <a16:creationId xmlns:a16="http://schemas.microsoft.com/office/drawing/2014/main" id="{1A5E4252-A52E-4B1F-96D1-6F92E9A42FB0}"/>
                    </a:ext>
                  </a:extLst>
                </p:cNvPr>
                <p:cNvSpPr>
                  <a:spLocks noChangeShapeType="1"/>
                </p:cNvSpPr>
                <p:nvPr/>
              </p:nvSpPr>
              <p:spPr bwMode="auto">
                <a:xfrm>
                  <a:off x="5910576" y="3066739"/>
                  <a:ext cx="435225" cy="1536"/>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78" name="Line 30">
                  <a:extLst>
                    <a:ext uri="{FF2B5EF4-FFF2-40B4-BE49-F238E27FC236}">
                      <a16:creationId xmlns:a16="http://schemas.microsoft.com/office/drawing/2014/main" id="{1D572D58-BCF1-4AB4-9C55-5D37800AD3E1}"/>
                    </a:ext>
                  </a:extLst>
                </p:cNvPr>
                <p:cNvSpPr>
                  <a:spLocks noChangeShapeType="1"/>
                </p:cNvSpPr>
                <p:nvPr/>
              </p:nvSpPr>
              <p:spPr bwMode="auto">
                <a:xfrm>
                  <a:off x="5315505" y="2054794"/>
                  <a:ext cx="0" cy="1997786"/>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9" name="Line 31">
                  <a:extLst>
                    <a:ext uri="{FF2B5EF4-FFF2-40B4-BE49-F238E27FC236}">
                      <a16:creationId xmlns:a16="http://schemas.microsoft.com/office/drawing/2014/main" id="{A92EAD84-D1D8-47D7-BAD6-3BD044DEA58D}"/>
                    </a:ext>
                  </a:extLst>
                </p:cNvPr>
                <p:cNvSpPr>
                  <a:spLocks noChangeShapeType="1"/>
                </p:cNvSpPr>
                <p:nvPr/>
              </p:nvSpPr>
              <p:spPr bwMode="auto">
                <a:xfrm>
                  <a:off x="1605810" y="3452169"/>
                  <a:ext cx="1098348"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80" name="Line 32">
                  <a:extLst>
                    <a:ext uri="{FF2B5EF4-FFF2-40B4-BE49-F238E27FC236}">
                      <a16:creationId xmlns:a16="http://schemas.microsoft.com/office/drawing/2014/main" id="{C59258CA-8052-4469-9CE4-7FD00084299B}"/>
                    </a:ext>
                  </a:extLst>
                </p:cNvPr>
                <p:cNvSpPr>
                  <a:spLocks noChangeShapeType="1"/>
                </p:cNvSpPr>
                <p:nvPr/>
              </p:nvSpPr>
              <p:spPr bwMode="auto">
                <a:xfrm>
                  <a:off x="1626384" y="3739322"/>
                  <a:ext cx="109676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81" name="Line 33">
                  <a:extLst>
                    <a:ext uri="{FF2B5EF4-FFF2-40B4-BE49-F238E27FC236}">
                      <a16:creationId xmlns:a16="http://schemas.microsoft.com/office/drawing/2014/main" id="{9AA3DE19-3FF6-4D43-B450-72DDEFC7D0D8}"/>
                    </a:ext>
                  </a:extLst>
                </p:cNvPr>
                <p:cNvSpPr>
                  <a:spLocks noChangeShapeType="1"/>
                </p:cNvSpPr>
                <p:nvPr/>
              </p:nvSpPr>
              <p:spPr bwMode="auto">
                <a:xfrm>
                  <a:off x="3956023" y="3455241"/>
                  <a:ext cx="112367" cy="27333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2" name="Line 34">
                  <a:extLst>
                    <a:ext uri="{FF2B5EF4-FFF2-40B4-BE49-F238E27FC236}">
                      <a16:creationId xmlns:a16="http://schemas.microsoft.com/office/drawing/2014/main" id="{461359FC-BBBA-4C20-BE6D-FD8F39767814}"/>
                    </a:ext>
                  </a:extLst>
                </p:cNvPr>
                <p:cNvSpPr>
                  <a:spLocks noChangeShapeType="1"/>
                </p:cNvSpPr>
                <p:nvPr/>
              </p:nvSpPr>
              <p:spPr bwMode="auto">
                <a:xfrm flipV="1">
                  <a:off x="3963935" y="3456776"/>
                  <a:ext cx="77550" cy="28101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3" name="Line 35">
                  <a:extLst>
                    <a:ext uri="{FF2B5EF4-FFF2-40B4-BE49-F238E27FC236}">
                      <a16:creationId xmlns:a16="http://schemas.microsoft.com/office/drawing/2014/main" id="{5E64B067-402A-4C96-AC14-80E129CE781E}"/>
                    </a:ext>
                  </a:extLst>
                </p:cNvPr>
                <p:cNvSpPr>
                  <a:spLocks noChangeShapeType="1"/>
                </p:cNvSpPr>
                <p:nvPr/>
              </p:nvSpPr>
              <p:spPr bwMode="auto">
                <a:xfrm flipV="1">
                  <a:off x="3856316" y="3456776"/>
                  <a:ext cx="77550" cy="28101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4" name="Line 36">
                  <a:extLst>
                    <a:ext uri="{FF2B5EF4-FFF2-40B4-BE49-F238E27FC236}">
                      <a16:creationId xmlns:a16="http://schemas.microsoft.com/office/drawing/2014/main" id="{84D4080E-EC31-4E35-AABF-7912C3899F14}"/>
                    </a:ext>
                  </a:extLst>
                </p:cNvPr>
                <p:cNvSpPr>
                  <a:spLocks noChangeShapeType="1"/>
                </p:cNvSpPr>
                <p:nvPr/>
              </p:nvSpPr>
              <p:spPr bwMode="auto">
                <a:xfrm>
                  <a:off x="3829412" y="3453705"/>
                  <a:ext cx="112367" cy="27179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5" name="Line 37">
                  <a:extLst>
                    <a:ext uri="{FF2B5EF4-FFF2-40B4-BE49-F238E27FC236}">
                      <a16:creationId xmlns:a16="http://schemas.microsoft.com/office/drawing/2014/main" id="{F6E74081-6862-4FF3-940B-913211262CC2}"/>
                    </a:ext>
                  </a:extLst>
                </p:cNvPr>
                <p:cNvSpPr>
                  <a:spLocks noChangeShapeType="1"/>
                </p:cNvSpPr>
                <p:nvPr/>
              </p:nvSpPr>
              <p:spPr bwMode="auto">
                <a:xfrm>
                  <a:off x="3717044" y="3459847"/>
                  <a:ext cx="112368" cy="27179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6" name="Line 38">
                  <a:extLst>
                    <a:ext uri="{FF2B5EF4-FFF2-40B4-BE49-F238E27FC236}">
                      <a16:creationId xmlns:a16="http://schemas.microsoft.com/office/drawing/2014/main" id="{92773A09-457A-4B67-8617-7F09C77FDCF7}"/>
                    </a:ext>
                  </a:extLst>
                </p:cNvPr>
                <p:cNvSpPr>
                  <a:spLocks noChangeShapeType="1"/>
                </p:cNvSpPr>
                <p:nvPr/>
              </p:nvSpPr>
              <p:spPr bwMode="auto">
                <a:xfrm flipV="1">
                  <a:off x="3743950" y="3456776"/>
                  <a:ext cx="77549" cy="28101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7" name="Line 39">
                  <a:extLst>
                    <a:ext uri="{FF2B5EF4-FFF2-40B4-BE49-F238E27FC236}">
                      <a16:creationId xmlns:a16="http://schemas.microsoft.com/office/drawing/2014/main" id="{E08A34D6-169D-4803-9CBD-F076D53A779B}"/>
                    </a:ext>
                  </a:extLst>
                </p:cNvPr>
                <p:cNvSpPr>
                  <a:spLocks noChangeShapeType="1"/>
                </p:cNvSpPr>
                <p:nvPr/>
              </p:nvSpPr>
              <p:spPr bwMode="auto">
                <a:xfrm>
                  <a:off x="3609425" y="3456776"/>
                  <a:ext cx="110784" cy="27333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8" name="Line 40">
                  <a:extLst>
                    <a:ext uri="{FF2B5EF4-FFF2-40B4-BE49-F238E27FC236}">
                      <a16:creationId xmlns:a16="http://schemas.microsoft.com/office/drawing/2014/main" id="{EFA14357-2448-4CF2-8859-C733DF99EC9C}"/>
                    </a:ext>
                  </a:extLst>
                </p:cNvPr>
                <p:cNvSpPr>
                  <a:spLocks noChangeShapeType="1"/>
                </p:cNvSpPr>
                <p:nvPr/>
              </p:nvSpPr>
              <p:spPr bwMode="auto">
                <a:xfrm flipV="1">
                  <a:off x="3636330" y="3449098"/>
                  <a:ext cx="77549" cy="28101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9" name="Line 41">
                  <a:extLst>
                    <a:ext uri="{FF2B5EF4-FFF2-40B4-BE49-F238E27FC236}">
                      <a16:creationId xmlns:a16="http://schemas.microsoft.com/office/drawing/2014/main" id="{4AB76DBB-034D-4800-9DA6-3A8BA33CF504}"/>
                    </a:ext>
                  </a:extLst>
                </p:cNvPr>
                <p:cNvSpPr>
                  <a:spLocks noChangeShapeType="1"/>
                </p:cNvSpPr>
                <p:nvPr/>
              </p:nvSpPr>
              <p:spPr bwMode="auto">
                <a:xfrm>
                  <a:off x="3503389" y="3470596"/>
                  <a:ext cx="110784" cy="27333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0" name="Line 42">
                  <a:extLst>
                    <a:ext uri="{FF2B5EF4-FFF2-40B4-BE49-F238E27FC236}">
                      <a16:creationId xmlns:a16="http://schemas.microsoft.com/office/drawing/2014/main" id="{995F70E2-0774-49FF-AA42-FCFC150278E5}"/>
                    </a:ext>
                  </a:extLst>
                </p:cNvPr>
                <p:cNvSpPr>
                  <a:spLocks noChangeShapeType="1"/>
                </p:cNvSpPr>
                <p:nvPr/>
              </p:nvSpPr>
              <p:spPr bwMode="auto">
                <a:xfrm flipV="1">
                  <a:off x="3517632" y="3456776"/>
                  <a:ext cx="77550" cy="28101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1" name="Line 43">
                  <a:extLst>
                    <a:ext uri="{FF2B5EF4-FFF2-40B4-BE49-F238E27FC236}">
                      <a16:creationId xmlns:a16="http://schemas.microsoft.com/office/drawing/2014/main" id="{872FF088-50BC-455B-8751-834934D09FB5}"/>
                    </a:ext>
                  </a:extLst>
                </p:cNvPr>
                <p:cNvSpPr>
                  <a:spLocks noChangeShapeType="1"/>
                </p:cNvSpPr>
                <p:nvPr/>
              </p:nvSpPr>
              <p:spPr bwMode="auto">
                <a:xfrm>
                  <a:off x="3395770" y="3450633"/>
                  <a:ext cx="110784" cy="27333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2" name="Line 44">
                  <a:extLst>
                    <a:ext uri="{FF2B5EF4-FFF2-40B4-BE49-F238E27FC236}">
                      <a16:creationId xmlns:a16="http://schemas.microsoft.com/office/drawing/2014/main" id="{3312B8A7-7B1E-4E25-B8D1-B5838A1B6C91}"/>
                    </a:ext>
                  </a:extLst>
                </p:cNvPr>
                <p:cNvSpPr>
                  <a:spLocks noChangeShapeType="1"/>
                </p:cNvSpPr>
                <p:nvPr/>
              </p:nvSpPr>
              <p:spPr bwMode="auto">
                <a:xfrm flipV="1">
                  <a:off x="3402100" y="3452169"/>
                  <a:ext cx="77549"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3" name="Line 45">
                  <a:extLst>
                    <a:ext uri="{FF2B5EF4-FFF2-40B4-BE49-F238E27FC236}">
                      <a16:creationId xmlns:a16="http://schemas.microsoft.com/office/drawing/2014/main" id="{E18ACB56-EC76-4F6B-88D9-CB2A750CD775}"/>
                    </a:ext>
                  </a:extLst>
                </p:cNvPr>
                <p:cNvSpPr>
                  <a:spLocks noChangeShapeType="1"/>
                </p:cNvSpPr>
                <p:nvPr/>
              </p:nvSpPr>
              <p:spPr bwMode="auto">
                <a:xfrm flipV="1">
                  <a:off x="3294481" y="3452169"/>
                  <a:ext cx="77549"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4" name="Line 46">
                  <a:extLst>
                    <a:ext uri="{FF2B5EF4-FFF2-40B4-BE49-F238E27FC236}">
                      <a16:creationId xmlns:a16="http://schemas.microsoft.com/office/drawing/2014/main" id="{F10F468F-AFD7-491B-AE73-5557D77BC420}"/>
                    </a:ext>
                  </a:extLst>
                </p:cNvPr>
                <p:cNvSpPr>
                  <a:spLocks noChangeShapeType="1"/>
                </p:cNvSpPr>
                <p:nvPr/>
              </p:nvSpPr>
              <p:spPr bwMode="auto">
                <a:xfrm>
                  <a:off x="3267576" y="3447562"/>
                  <a:ext cx="112368" cy="27333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5" name="Line 47">
                  <a:extLst>
                    <a:ext uri="{FF2B5EF4-FFF2-40B4-BE49-F238E27FC236}">
                      <a16:creationId xmlns:a16="http://schemas.microsoft.com/office/drawing/2014/main" id="{42D90B47-404D-4558-92E8-DDBDB395B287}"/>
                    </a:ext>
                  </a:extLst>
                </p:cNvPr>
                <p:cNvSpPr>
                  <a:spLocks noChangeShapeType="1"/>
                </p:cNvSpPr>
                <p:nvPr/>
              </p:nvSpPr>
              <p:spPr bwMode="auto">
                <a:xfrm>
                  <a:off x="3156792" y="3453705"/>
                  <a:ext cx="110784" cy="27179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6" name="Line 48">
                  <a:extLst>
                    <a:ext uri="{FF2B5EF4-FFF2-40B4-BE49-F238E27FC236}">
                      <a16:creationId xmlns:a16="http://schemas.microsoft.com/office/drawing/2014/main" id="{AA7D7EDF-F699-4B99-BEAA-2B3BCA503BDA}"/>
                    </a:ext>
                  </a:extLst>
                </p:cNvPr>
                <p:cNvSpPr>
                  <a:spLocks noChangeShapeType="1"/>
                </p:cNvSpPr>
                <p:nvPr/>
              </p:nvSpPr>
              <p:spPr bwMode="auto">
                <a:xfrm flipV="1">
                  <a:off x="3183697" y="3452169"/>
                  <a:ext cx="75966"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7" name="Line 49">
                  <a:extLst>
                    <a:ext uri="{FF2B5EF4-FFF2-40B4-BE49-F238E27FC236}">
                      <a16:creationId xmlns:a16="http://schemas.microsoft.com/office/drawing/2014/main" id="{ABA046D5-C2A0-4AB8-A6CA-E767279C0AD3}"/>
                    </a:ext>
                  </a:extLst>
                </p:cNvPr>
                <p:cNvSpPr>
                  <a:spLocks noChangeShapeType="1"/>
                </p:cNvSpPr>
                <p:nvPr/>
              </p:nvSpPr>
              <p:spPr bwMode="auto">
                <a:xfrm>
                  <a:off x="3047590" y="3452169"/>
                  <a:ext cx="110784" cy="27179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8" name="Line 50">
                  <a:extLst>
                    <a:ext uri="{FF2B5EF4-FFF2-40B4-BE49-F238E27FC236}">
                      <a16:creationId xmlns:a16="http://schemas.microsoft.com/office/drawing/2014/main" id="{B747E9EB-F568-42BF-8AE3-ECF2F976A755}"/>
                    </a:ext>
                  </a:extLst>
                </p:cNvPr>
                <p:cNvSpPr>
                  <a:spLocks noChangeShapeType="1"/>
                </p:cNvSpPr>
                <p:nvPr/>
              </p:nvSpPr>
              <p:spPr bwMode="auto">
                <a:xfrm flipV="1">
                  <a:off x="3074495" y="3444491"/>
                  <a:ext cx="77550"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9" name="Line 51">
                  <a:extLst>
                    <a:ext uri="{FF2B5EF4-FFF2-40B4-BE49-F238E27FC236}">
                      <a16:creationId xmlns:a16="http://schemas.microsoft.com/office/drawing/2014/main" id="{63D3271E-AB1D-4106-8339-63858772AF02}"/>
                    </a:ext>
                  </a:extLst>
                </p:cNvPr>
                <p:cNvSpPr>
                  <a:spLocks noChangeShapeType="1"/>
                </p:cNvSpPr>
                <p:nvPr/>
              </p:nvSpPr>
              <p:spPr bwMode="auto">
                <a:xfrm>
                  <a:off x="2941553" y="3464454"/>
                  <a:ext cx="110784" cy="27333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0" name="Line 52">
                  <a:extLst>
                    <a:ext uri="{FF2B5EF4-FFF2-40B4-BE49-F238E27FC236}">
                      <a16:creationId xmlns:a16="http://schemas.microsoft.com/office/drawing/2014/main" id="{D1694D0C-CE5F-4D58-AB91-D6BBBFB9F237}"/>
                    </a:ext>
                  </a:extLst>
                </p:cNvPr>
                <p:cNvSpPr>
                  <a:spLocks noChangeShapeType="1"/>
                </p:cNvSpPr>
                <p:nvPr/>
              </p:nvSpPr>
              <p:spPr bwMode="auto">
                <a:xfrm flipV="1">
                  <a:off x="2955798" y="3452169"/>
                  <a:ext cx="77549"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1" name="Line 53">
                  <a:extLst>
                    <a:ext uri="{FF2B5EF4-FFF2-40B4-BE49-F238E27FC236}">
                      <a16:creationId xmlns:a16="http://schemas.microsoft.com/office/drawing/2014/main" id="{27116F7A-8746-40C7-81E1-D74030921B53}"/>
                    </a:ext>
                  </a:extLst>
                </p:cNvPr>
                <p:cNvSpPr>
                  <a:spLocks noChangeShapeType="1"/>
                </p:cNvSpPr>
                <p:nvPr/>
              </p:nvSpPr>
              <p:spPr bwMode="auto">
                <a:xfrm>
                  <a:off x="2840265" y="3452169"/>
                  <a:ext cx="110784" cy="27333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2" name="Line 54">
                  <a:extLst>
                    <a:ext uri="{FF2B5EF4-FFF2-40B4-BE49-F238E27FC236}">
                      <a16:creationId xmlns:a16="http://schemas.microsoft.com/office/drawing/2014/main" id="{60E91018-72A0-4615-B54B-E3AFC0CE91B6}"/>
                    </a:ext>
                  </a:extLst>
                </p:cNvPr>
                <p:cNvSpPr>
                  <a:spLocks noChangeShapeType="1"/>
                </p:cNvSpPr>
                <p:nvPr/>
              </p:nvSpPr>
              <p:spPr bwMode="auto">
                <a:xfrm flipV="1">
                  <a:off x="2846595" y="3453705"/>
                  <a:ext cx="77550"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3" name="Line 55">
                  <a:extLst>
                    <a:ext uri="{FF2B5EF4-FFF2-40B4-BE49-F238E27FC236}">
                      <a16:creationId xmlns:a16="http://schemas.microsoft.com/office/drawing/2014/main" id="{C27BC330-374B-4A0C-BF9D-D8BEF6160945}"/>
                    </a:ext>
                  </a:extLst>
                </p:cNvPr>
                <p:cNvSpPr>
                  <a:spLocks noChangeShapeType="1"/>
                </p:cNvSpPr>
                <p:nvPr/>
              </p:nvSpPr>
              <p:spPr bwMode="auto">
                <a:xfrm flipV="1">
                  <a:off x="2738976" y="3453705"/>
                  <a:ext cx="77550" cy="285617"/>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04" name="Line 56">
                  <a:extLst>
                    <a:ext uri="{FF2B5EF4-FFF2-40B4-BE49-F238E27FC236}">
                      <a16:creationId xmlns:a16="http://schemas.microsoft.com/office/drawing/2014/main" id="{96AB4783-C8B4-433D-B823-FAFEAA446D6D}"/>
                    </a:ext>
                  </a:extLst>
                </p:cNvPr>
                <p:cNvSpPr>
                  <a:spLocks noChangeShapeType="1"/>
                </p:cNvSpPr>
                <p:nvPr/>
              </p:nvSpPr>
              <p:spPr bwMode="auto">
                <a:xfrm>
                  <a:off x="2713654" y="3450633"/>
                  <a:ext cx="110784" cy="285617"/>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05" name="Line 57">
                  <a:extLst>
                    <a:ext uri="{FF2B5EF4-FFF2-40B4-BE49-F238E27FC236}">
                      <a16:creationId xmlns:a16="http://schemas.microsoft.com/office/drawing/2014/main" id="{65AC16C1-466F-4A1E-9759-702516F6C131}"/>
                    </a:ext>
                  </a:extLst>
                </p:cNvPr>
                <p:cNvSpPr>
                  <a:spLocks noChangeShapeType="1"/>
                </p:cNvSpPr>
                <p:nvPr/>
              </p:nvSpPr>
              <p:spPr bwMode="auto">
                <a:xfrm flipV="1">
                  <a:off x="6090996" y="3459847"/>
                  <a:ext cx="77550"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6" name="Line 58">
                  <a:extLst>
                    <a:ext uri="{FF2B5EF4-FFF2-40B4-BE49-F238E27FC236}">
                      <a16:creationId xmlns:a16="http://schemas.microsoft.com/office/drawing/2014/main" id="{9C3BECC3-3116-42FC-B4C6-318ED7A31521}"/>
                    </a:ext>
                  </a:extLst>
                </p:cNvPr>
                <p:cNvSpPr>
                  <a:spLocks noChangeShapeType="1"/>
                </p:cNvSpPr>
                <p:nvPr/>
              </p:nvSpPr>
              <p:spPr bwMode="auto">
                <a:xfrm>
                  <a:off x="6065674" y="3455241"/>
                  <a:ext cx="110784" cy="27333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7" name="Line 59">
                  <a:extLst>
                    <a:ext uri="{FF2B5EF4-FFF2-40B4-BE49-F238E27FC236}">
                      <a16:creationId xmlns:a16="http://schemas.microsoft.com/office/drawing/2014/main" id="{6A5B6FA9-9FA4-474C-9381-7FB9FE5D7680}"/>
                    </a:ext>
                  </a:extLst>
                </p:cNvPr>
                <p:cNvSpPr>
                  <a:spLocks noChangeShapeType="1"/>
                </p:cNvSpPr>
                <p:nvPr/>
              </p:nvSpPr>
              <p:spPr bwMode="auto">
                <a:xfrm>
                  <a:off x="5953307" y="3461383"/>
                  <a:ext cx="110784" cy="27179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8" name="Line 60">
                  <a:extLst>
                    <a:ext uri="{FF2B5EF4-FFF2-40B4-BE49-F238E27FC236}">
                      <a16:creationId xmlns:a16="http://schemas.microsoft.com/office/drawing/2014/main" id="{25CEF111-8D41-40E9-9931-FFFEA3907A4A}"/>
                    </a:ext>
                  </a:extLst>
                </p:cNvPr>
                <p:cNvSpPr>
                  <a:spLocks noChangeShapeType="1"/>
                </p:cNvSpPr>
                <p:nvPr/>
              </p:nvSpPr>
              <p:spPr bwMode="auto">
                <a:xfrm flipV="1">
                  <a:off x="5980212" y="3459847"/>
                  <a:ext cx="77550" cy="28101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9" name="Line 61">
                  <a:extLst>
                    <a:ext uri="{FF2B5EF4-FFF2-40B4-BE49-F238E27FC236}">
                      <a16:creationId xmlns:a16="http://schemas.microsoft.com/office/drawing/2014/main" id="{D6D3D45F-5209-46C3-B2FB-6FC69D97A2AD}"/>
                    </a:ext>
                  </a:extLst>
                </p:cNvPr>
                <p:cNvSpPr>
                  <a:spLocks noChangeShapeType="1"/>
                </p:cNvSpPr>
                <p:nvPr/>
              </p:nvSpPr>
              <p:spPr bwMode="auto">
                <a:xfrm>
                  <a:off x="5844105" y="3459847"/>
                  <a:ext cx="110784" cy="27179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10" name="Line 62">
                  <a:extLst>
                    <a:ext uri="{FF2B5EF4-FFF2-40B4-BE49-F238E27FC236}">
                      <a16:creationId xmlns:a16="http://schemas.microsoft.com/office/drawing/2014/main" id="{BAD3F240-4764-4C4B-89E2-D8FC0BEA809C}"/>
                    </a:ext>
                  </a:extLst>
                </p:cNvPr>
                <p:cNvSpPr>
                  <a:spLocks noChangeShapeType="1"/>
                </p:cNvSpPr>
                <p:nvPr/>
              </p:nvSpPr>
              <p:spPr bwMode="auto">
                <a:xfrm flipV="1">
                  <a:off x="5871010" y="3452169"/>
                  <a:ext cx="77549" cy="2794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11" name="Line 63">
                  <a:extLst>
                    <a:ext uri="{FF2B5EF4-FFF2-40B4-BE49-F238E27FC236}">
                      <a16:creationId xmlns:a16="http://schemas.microsoft.com/office/drawing/2014/main" id="{BB65A932-7076-4F5E-99EB-303054961175}"/>
                    </a:ext>
                  </a:extLst>
                </p:cNvPr>
                <p:cNvSpPr>
                  <a:spLocks noChangeShapeType="1"/>
                </p:cNvSpPr>
                <p:nvPr/>
              </p:nvSpPr>
              <p:spPr bwMode="auto">
                <a:xfrm>
                  <a:off x="5738069" y="3452169"/>
                  <a:ext cx="106036" cy="304044"/>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12" name="Line 64">
                  <a:extLst>
                    <a:ext uri="{FF2B5EF4-FFF2-40B4-BE49-F238E27FC236}">
                      <a16:creationId xmlns:a16="http://schemas.microsoft.com/office/drawing/2014/main" id="{C111ACB4-5C03-46C0-A776-DD78A28D19AF}"/>
                    </a:ext>
                  </a:extLst>
                </p:cNvPr>
                <p:cNvSpPr>
                  <a:spLocks noChangeShapeType="1"/>
                </p:cNvSpPr>
                <p:nvPr/>
              </p:nvSpPr>
              <p:spPr bwMode="auto">
                <a:xfrm flipV="1">
                  <a:off x="5752312" y="3459847"/>
                  <a:ext cx="77550" cy="279475"/>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13" name="Line 65">
                  <a:extLst>
                    <a:ext uri="{FF2B5EF4-FFF2-40B4-BE49-F238E27FC236}">
                      <a16:creationId xmlns:a16="http://schemas.microsoft.com/office/drawing/2014/main" id="{98EE5756-1400-4ADD-B997-C79431417912}"/>
                    </a:ext>
                  </a:extLst>
                </p:cNvPr>
                <p:cNvSpPr>
                  <a:spLocks noChangeShapeType="1"/>
                </p:cNvSpPr>
                <p:nvPr/>
              </p:nvSpPr>
              <p:spPr bwMode="auto">
                <a:xfrm flipV="1">
                  <a:off x="2811777" y="3450633"/>
                  <a:ext cx="1418041" cy="1536"/>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4" name="Line 66">
                  <a:extLst>
                    <a:ext uri="{FF2B5EF4-FFF2-40B4-BE49-F238E27FC236}">
                      <a16:creationId xmlns:a16="http://schemas.microsoft.com/office/drawing/2014/main" id="{A2FF16C2-FDB9-40F9-A47D-1B3DC7533028}"/>
                    </a:ext>
                  </a:extLst>
                </p:cNvPr>
                <p:cNvSpPr>
                  <a:spLocks noChangeShapeType="1"/>
                </p:cNvSpPr>
                <p:nvPr/>
              </p:nvSpPr>
              <p:spPr bwMode="auto">
                <a:xfrm>
                  <a:off x="2819691" y="3737787"/>
                  <a:ext cx="1399049"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5" name="Line 67">
                  <a:extLst>
                    <a:ext uri="{FF2B5EF4-FFF2-40B4-BE49-F238E27FC236}">
                      <a16:creationId xmlns:a16="http://schemas.microsoft.com/office/drawing/2014/main" id="{A7418851-26AF-4DDF-BEAC-61157B10CAAA}"/>
                    </a:ext>
                  </a:extLst>
                </p:cNvPr>
                <p:cNvSpPr>
                  <a:spLocks noChangeShapeType="1"/>
                </p:cNvSpPr>
                <p:nvPr/>
              </p:nvSpPr>
              <p:spPr bwMode="auto">
                <a:xfrm flipV="1">
                  <a:off x="4353263" y="3459847"/>
                  <a:ext cx="137214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6" name="Line 68">
                  <a:extLst>
                    <a:ext uri="{FF2B5EF4-FFF2-40B4-BE49-F238E27FC236}">
                      <a16:creationId xmlns:a16="http://schemas.microsoft.com/office/drawing/2014/main" id="{B9B06768-E14E-491C-86ED-B30772358D13}"/>
                    </a:ext>
                  </a:extLst>
                </p:cNvPr>
                <p:cNvSpPr>
                  <a:spLocks noChangeShapeType="1"/>
                </p:cNvSpPr>
                <p:nvPr/>
              </p:nvSpPr>
              <p:spPr bwMode="auto">
                <a:xfrm>
                  <a:off x="4365924" y="3745464"/>
                  <a:ext cx="137214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7" name="Line 69">
                  <a:extLst>
                    <a:ext uri="{FF2B5EF4-FFF2-40B4-BE49-F238E27FC236}">
                      <a16:creationId xmlns:a16="http://schemas.microsoft.com/office/drawing/2014/main" id="{1B6B33B7-D49C-495B-AF89-BA47548F8D16}"/>
                    </a:ext>
                  </a:extLst>
                </p:cNvPr>
                <p:cNvSpPr>
                  <a:spLocks noChangeShapeType="1"/>
                </p:cNvSpPr>
                <p:nvPr/>
              </p:nvSpPr>
              <p:spPr bwMode="auto">
                <a:xfrm>
                  <a:off x="5817201" y="3455241"/>
                  <a:ext cx="549174"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8" name="Line 70">
                  <a:extLst>
                    <a:ext uri="{FF2B5EF4-FFF2-40B4-BE49-F238E27FC236}">
                      <a16:creationId xmlns:a16="http://schemas.microsoft.com/office/drawing/2014/main" id="{5670BBD7-AF70-40D7-9253-22CC339C9C61}"/>
                    </a:ext>
                  </a:extLst>
                </p:cNvPr>
                <p:cNvSpPr>
                  <a:spLocks noChangeShapeType="1"/>
                </p:cNvSpPr>
                <p:nvPr/>
              </p:nvSpPr>
              <p:spPr bwMode="auto">
                <a:xfrm>
                  <a:off x="5834609" y="3751607"/>
                  <a:ext cx="54917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9" name="Text Box 71">
                  <a:extLst>
                    <a:ext uri="{FF2B5EF4-FFF2-40B4-BE49-F238E27FC236}">
                      <a16:creationId xmlns:a16="http://schemas.microsoft.com/office/drawing/2014/main" id="{ADE8C80E-1E08-4BCD-AF99-E89EB33EB325}"/>
                    </a:ext>
                  </a:extLst>
                </p:cNvPr>
                <p:cNvSpPr txBox="1">
                  <a:spLocks noChangeArrowheads="1"/>
                </p:cNvSpPr>
                <p:nvPr/>
              </p:nvSpPr>
              <p:spPr bwMode="auto">
                <a:xfrm>
                  <a:off x="1311440" y="2744268"/>
                  <a:ext cx="593488" cy="365467"/>
                </a:xfrm>
                <a:prstGeom prst="rect">
                  <a:avLst/>
                </a:prstGeom>
                <a:noFill/>
                <a:ln w="9525">
                  <a:noFill/>
                  <a:miter lim="800000"/>
                  <a:headEnd/>
                  <a:tailEnd/>
                </a:ln>
              </p:spPr>
              <p:txBody>
                <a:bodyPr/>
                <a:lstStyle/>
                <a:p>
                  <a:pPr eaLnBrk="1" hangingPunct="1">
                    <a:defRPr/>
                  </a:pPr>
                  <a:r>
                    <a:rPr lang="en-US" sz="1600" dirty="0">
                      <a:latin typeface="+mj-lt"/>
                    </a:rPr>
                    <a:t>Q1</a:t>
                  </a:r>
                  <a:endParaRPr lang="ru-RU" sz="1600" dirty="0">
                    <a:latin typeface="+mj-lt"/>
                  </a:endParaRPr>
                </a:p>
                <a:p>
                  <a:pPr eaLnBrk="1" hangingPunct="1">
                    <a:defRPr/>
                  </a:pPr>
                  <a:endParaRPr lang="ru-RU" sz="1600" dirty="0">
                    <a:latin typeface="+mj-lt"/>
                  </a:endParaRPr>
                </a:p>
                <a:p>
                  <a:pPr eaLnBrk="1" hangingPunct="1">
                    <a:defRPr/>
                  </a:pPr>
                  <a:endParaRPr lang="en-US" sz="1600" dirty="0">
                    <a:latin typeface="+mj-lt"/>
                  </a:endParaRPr>
                </a:p>
              </p:txBody>
            </p:sp>
            <p:sp>
              <p:nvSpPr>
                <p:cNvPr id="2120" name="Line 72">
                  <a:extLst>
                    <a:ext uri="{FF2B5EF4-FFF2-40B4-BE49-F238E27FC236}">
                      <a16:creationId xmlns:a16="http://schemas.microsoft.com/office/drawing/2014/main" id="{7EDD3F00-F91B-4286-BF1E-258E4E83D686}"/>
                    </a:ext>
                  </a:extLst>
                </p:cNvPr>
                <p:cNvSpPr>
                  <a:spLocks noChangeShapeType="1"/>
                </p:cNvSpPr>
                <p:nvPr/>
              </p:nvSpPr>
              <p:spPr bwMode="auto">
                <a:xfrm>
                  <a:off x="1911259" y="2507789"/>
                  <a:ext cx="401989" cy="0"/>
                </a:xfrm>
                <a:prstGeom prst="line">
                  <a:avLst/>
                </a:prstGeom>
                <a:noFill/>
                <a:ln w="9525">
                  <a:solidFill>
                    <a:srgbClr val="000000"/>
                  </a:solidFill>
                  <a:round/>
                  <a:headEnd type="triangle" w="sm" len="med"/>
                  <a:tailEnd type="none" w="sm" len="sm"/>
                </a:ln>
              </p:spPr>
              <p:txBody>
                <a:bodyPr/>
                <a:lstStyle/>
                <a:p>
                  <a:pPr eaLnBrk="1" hangingPunct="1">
                    <a:defRPr/>
                  </a:pPr>
                  <a:endParaRPr lang="en-GB" sz="1600">
                    <a:latin typeface="+mj-lt"/>
                  </a:endParaRPr>
                </a:p>
              </p:txBody>
            </p:sp>
            <p:sp>
              <p:nvSpPr>
                <p:cNvPr id="2121" name="Line 73">
                  <a:extLst>
                    <a:ext uri="{FF2B5EF4-FFF2-40B4-BE49-F238E27FC236}">
                      <a16:creationId xmlns:a16="http://schemas.microsoft.com/office/drawing/2014/main" id="{F4F8249D-E6C5-4041-8E8C-3492B07F68EA}"/>
                    </a:ext>
                  </a:extLst>
                </p:cNvPr>
                <p:cNvSpPr>
                  <a:spLocks noChangeShapeType="1"/>
                </p:cNvSpPr>
                <p:nvPr/>
              </p:nvSpPr>
              <p:spPr bwMode="auto">
                <a:xfrm>
                  <a:off x="2629775" y="2497040"/>
                  <a:ext cx="400406" cy="0"/>
                </a:xfrm>
                <a:prstGeom prst="line">
                  <a:avLst/>
                </a:prstGeom>
                <a:noFill/>
                <a:ln w="9525">
                  <a:solidFill>
                    <a:srgbClr val="000000"/>
                  </a:solidFill>
                  <a:round/>
                  <a:headEnd type="none" w="sm" len="med"/>
                  <a:tailEnd type="triangle" w="sm" len="med"/>
                </a:ln>
              </p:spPr>
              <p:txBody>
                <a:bodyPr/>
                <a:lstStyle/>
                <a:p>
                  <a:pPr eaLnBrk="1" hangingPunct="1">
                    <a:defRPr/>
                  </a:pPr>
                  <a:endParaRPr lang="en-GB" sz="1600">
                    <a:latin typeface="+mj-lt"/>
                  </a:endParaRPr>
                </a:p>
              </p:txBody>
            </p:sp>
            <p:sp>
              <p:nvSpPr>
                <p:cNvPr id="2122" name="Text Box 74">
                  <a:extLst>
                    <a:ext uri="{FF2B5EF4-FFF2-40B4-BE49-F238E27FC236}">
                      <a16:creationId xmlns:a16="http://schemas.microsoft.com/office/drawing/2014/main" id="{93EF5F67-50B4-40BD-909D-7297759BAC0A}"/>
                    </a:ext>
                  </a:extLst>
                </p:cNvPr>
                <p:cNvSpPr txBox="1">
                  <a:spLocks noChangeArrowheads="1"/>
                </p:cNvSpPr>
                <p:nvPr/>
              </p:nvSpPr>
              <p:spPr bwMode="auto">
                <a:xfrm>
                  <a:off x="2257855" y="2357302"/>
                  <a:ext cx="523853" cy="359325"/>
                </a:xfrm>
                <a:prstGeom prst="rect">
                  <a:avLst/>
                </a:prstGeom>
                <a:noFill/>
                <a:ln w="9525">
                  <a:noFill/>
                  <a:miter lim="800000"/>
                  <a:headEnd/>
                  <a:tailEnd/>
                </a:ln>
              </p:spPr>
              <p:txBody>
                <a:bodyPr/>
                <a:lstStyle/>
                <a:p>
                  <a:pPr>
                    <a:spcAft>
                      <a:spcPts val="1000"/>
                    </a:spcAft>
                    <a:defRPr/>
                  </a:pPr>
                  <a:r>
                    <a:rPr lang="en-GB" sz="1600">
                      <a:latin typeface="+mj-lt"/>
                    </a:rPr>
                    <a:t>T</a:t>
                  </a:r>
                  <a:r>
                    <a:rPr lang="en-GB" sz="1600" baseline="-25000">
                      <a:latin typeface="+mj-lt"/>
                    </a:rPr>
                    <a:t>H</a:t>
                  </a:r>
                  <a:endParaRPr lang="en-US" sz="1600">
                    <a:latin typeface="+mj-lt"/>
                  </a:endParaRPr>
                </a:p>
              </p:txBody>
            </p:sp>
            <p:sp>
              <p:nvSpPr>
                <p:cNvPr id="2123" name="Line 75">
                  <a:extLst>
                    <a:ext uri="{FF2B5EF4-FFF2-40B4-BE49-F238E27FC236}">
                      <a16:creationId xmlns:a16="http://schemas.microsoft.com/office/drawing/2014/main" id="{6E8AE233-CDC3-4AD5-AE43-A0975DDB602D}"/>
                    </a:ext>
                  </a:extLst>
                </p:cNvPr>
                <p:cNvSpPr>
                  <a:spLocks noChangeShapeType="1"/>
                </p:cNvSpPr>
                <p:nvPr/>
              </p:nvSpPr>
              <p:spPr bwMode="auto">
                <a:xfrm>
                  <a:off x="4304202" y="2507789"/>
                  <a:ext cx="976485" cy="0"/>
                </a:xfrm>
                <a:prstGeom prst="line">
                  <a:avLst/>
                </a:prstGeom>
                <a:noFill/>
                <a:ln w="9525">
                  <a:solidFill>
                    <a:srgbClr val="000000"/>
                  </a:solidFill>
                  <a:round/>
                  <a:headEnd/>
                  <a:tailEnd type="triangle" w="sm" len="med"/>
                </a:ln>
              </p:spPr>
              <p:txBody>
                <a:bodyPr/>
                <a:lstStyle/>
                <a:p>
                  <a:pPr eaLnBrk="1" hangingPunct="1">
                    <a:defRPr/>
                  </a:pPr>
                  <a:endParaRPr lang="en-GB" sz="1600">
                    <a:latin typeface="+mj-lt"/>
                  </a:endParaRPr>
                </a:p>
              </p:txBody>
            </p:sp>
            <p:sp>
              <p:nvSpPr>
                <p:cNvPr id="2124" name="Line 76">
                  <a:extLst>
                    <a:ext uri="{FF2B5EF4-FFF2-40B4-BE49-F238E27FC236}">
                      <a16:creationId xmlns:a16="http://schemas.microsoft.com/office/drawing/2014/main" id="{5F94CC5C-CC81-472D-BBB1-5E8B758812DE}"/>
                    </a:ext>
                  </a:extLst>
                </p:cNvPr>
                <p:cNvSpPr>
                  <a:spLocks noChangeShapeType="1"/>
                </p:cNvSpPr>
                <p:nvPr/>
              </p:nvSpPr>
              <p:spPr bwMode="auto">
                <a:xfrm>
                  <a:off x="3025433" y="2497040"/>
                  <a:ext cx="976485" cy="0"/>
                </a:xfrm>
                <a:prstGeom prst="line">
                  <a:avLst/>
                </a:prstGeom>
                <a:noFill/>
                <a:ln w="9525">
                  <a:solidFill>
                    <a:srgbClr val="000000"/>
                  </a:solidFill>
                  <a:round/>
                  <a:headEnd type="triangle" w="sm" len="med"/>
                  <a:tailEnd type="none" w="sm" len="med"/>
                </a:ln>
              </p:spPr>
              <p:txBody>
                <a:bodyPr/>
                <a:lstStyle/>
                <a:p>
                  <a:pPr eaLnBrk="1" hangingPunct="1">
                    <a:defRPr/>
                  </a:pPr>
                  <a:endParaRPr lang="en-GB" sz="1600">
                    <a:latin typeface="+mj-lt"/>
                  </a:endParaRPr>
                </a:p>
              </p:txBody>
            </p:sp>
            <p:sp>
              <p:nvSpPr>
                <p:cNvPr id="2125" name="Text Box 77">
                  <a:extLst>
                    <a:ext uri="{FF2B5EF4-FFF2-40B4-BE49-F238E27FC236}">
                      <a16:creationId xmlns:a16="http://schemas.microsoft.com/office/drawing/2014/main" id="{DA8BAC1F-8733-4A75-93D6-262C6396B460}"/>
                    </a:ext>
                  </a:extLst>
                </p:cNvPr>
                <p:cNvSpPr txBox="1">
                  <a:spLocks noChangeArrowheads="1"/>
                </p:cNvSpPr>
                <p:nvPr/>
              </p:nvSpPr>
              <p:spPr bwMode="auto">
                <a:xfrm>
                  <a:off x="3984510" y="2338875"/>
                  <a:ext cx="832466" cy="356254"/>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L</a:t>
                  </a:r>
                  <a:endParaRPr lang="en-US" sz="1600" dirty="0">
                    <a:latin typeface="+mj-lt"/>
                  </a:endParaRPr>
                </a:p>
              </p:txBody>
            </p:sp>
            <p:sp>
              <p:nvSpPr>
                <p:cNvPr id="2126" name="Line 78">
                  <a:extLst>
                    <a:ext uri="{FF2B5EF4-FFF2-40B4-BE49-F238E27FC236}">
                      <a16:creationId xmlns:a16="http://schemas.microsoft.com/office/drawing/2014/main" id="{66BF3367-18CA-4F60-8284-0ED8A35AF91B}"/>
                    </a:ext>
                  </a:extLst>
                </p:cNvPr>
                <p:cNvSpPr>
                  <a:spLocks noChangeShapeType="1"/>
                </p:cNvSpPr>
                <p:nvPr/>
              </p:nvSpPr>
              <p:spPr bwMode="auto">
                <a:xfrm>
                  <a:off x="3881638" y="2642920"/>
                  <a:ext cx="1408545" cy="0"/>
                </a:xfrm>
                <a:prstGeom prst="line">
                  <a:avLst/>
                </a:prstGeom>
                <a:noFill/>
                <a:ln w="9525">
                  <a:solidFill>
                    <a:srgbClr val="000000"/>
                  </a:solidFill>
                  <a:round/>
                  <a:headEnd/>
                  <a:tailEnd type="triangle" w="sm" len="med"/>
                </a:ln>
              </p:spPr>
              <p:txBody>
                <a:bodyPr/>
                <a:lstStyle/>
                <a:p>
                  <a:pPr eaLnBrk="1" hangingPunct="1">
                    <a:defRPr/>
                  </a:pPr>
                  <a:endParaRPr lang="en-GB" sz="1600">
                    <a:latin typeface="+mj-lt"/>
                  </a:endParaRPr>
                </a:p>
              </p:txBody>
            </p:sp>
            <p:sp>
              <p:nvSpPr>
                <p:cNvPr id="2127" name="Line 79">
                  <a:extLst>
                    <a:ext uri="{FF2B5EF4-FFF2-40B4-BE49-F238E27FC236}">
                      <a16:creationId xmlns:a16="http://schemas.microsoft.com/office/drawing/2014/main" id="{B085048A-F6B0-4B01-964D-3DBCDF3BF65F}"/>
                    </a:ext>
                  </a:extLst>
                </p:cNvPr>
                <p:cNvSpPr>
                  <a:spLocks noChangeShapeType="1"/>
                </p:cNvSpPr>
                <p:nvPr/>
              </p:nvSpPr>
              <p:spPr bwMode="auto">
                <a:xfrm>
                  <a:off x="1911259" y="2621422"/>
                  <a:ext cx="1332578" cy="0"/>
                </a:xfrm>
                <a:prstGeom prst="line">
                  <a:avLst/>
                </a:prstGeom>
                <a:noFill/>
                <a:ln w="9525">
                  <a:solidFill>
                    <a:srgbClr val="000000"/>
                  </a:solidFill>
                  <a:round/>
                  <a:headEnd type="triangle" w="sm" len="lg"/>
                  <a:tailEnd type="none" w="sm" len="med"/>
                </a:ln>
              </p:spPr>
              <p:txBody>
                <a:bodyPr/>
                <a:lstStyle/>
                <a:p>
                  <a:pPr eaLnBrk="1" hangingPunct="1">
                    <a:defRPr/>
                  </a:pPr>
                  <a:endParaRPr lang="en-GB" sz="1600">
                    <a:latin typeface="+mj-lt"/>
                  </a:endParaRPr>
                </a:p>
              </p:txBody>
            </p:sp>
            <p:sp>
              <p:nvSpPr>
                <p:cNvPr id="2128" name="Text Box 80">
                  <a:extLst>
                    <a:ext uri="{FF2B5EF4-FFF2-40B4-BE49-F238E27FC236}">
                      <a16:creationId xmlns:a16="http://schemas.microsoft.com/office/drawing/2014/main" id="{7A01AC5E-9A26-40E1-98A2-C57B1030E707}"/>
                    </a:ext>
                  </a:extLst>
                </p:cNvPr>
                <p:cNvSpPr txBox="1">
                  <a:spLocks noChangeArrowheads="1"/>
                </p:cNvSpPr>
                <p:nvPr/>
              </p:nvSpPr>
              <p:spPr bwMode="auto">
                <a:xfrm>
                  <a:off x="3303977" y="2463258"/>
                  <a:ext cx="781821" cy="360860"/>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CLK</a:t>
                  </a:r>
                  <a:endParaRPr lang="en-US" sz="1600" dirty="0">
                    <a:latin typeface="+mj-lt"/>
                  </a:endParaRPr>
                </a:p>
              </p:txBody>
            </p:sp>
            <p:sp>
              <p:nvSpPr>
                <p:cNvPr id="2129" name="Line 81">
                  <a:extLst>
                    <a:ext uri="{FF2B5EF4-FFF2-40B4-BE49-F238E27FC236}">
                      <a16:creationId xmlns:a16="http://schemas.microsoft.com/office/drawing/2014/main" id="{65246931-3711-46C0-B1EA-84C3AEED594A}"/>
                    </a:ext>
                  </a:extLst>
                </p:cNvPr>
                <p:cNvSpPr>
                  <a:spLocks noChangeShapeType="1"/>
                </p:cNvSpPr>
                <p:nvPr/>
              </p:nvSpPr>
              <p:spPr bwMode="auto">
                <a:xfrm>
                  <a:off x="2579131" y="2771908"/>
                  <a:ext cx="0" cy="119621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30" name="Line 82">
                  <a:extLst>
                    <a:ext uri="{FF2B5EF4-FFF2-40B4-BE49-F238E27FC236}">
                      <a16:creationId xmlns:a16="http://schemas.microsoft.com/office/drawing/2014/main" id="{BC5DD3E4-631C-4951-8D05-B8A2AC0AF58A}"/>
                    </a:ext>
                  </a:extLst>
                </p:cNvPr>
                <p:cNvSpPr>
                  <a:spLocks noChangeShapeType="1"/>
                </p:cNvSpPr>
                <p:nvPr/>
              </p:nvSpPr>
              <p:spPr bwMode="auto">
                <a:xfrm>
                  <a:off x="4272549" y="3369248"/>
                  <a:ext cx="0" cy="68486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31" name="Line 83">
                  <a:extLst>
                    <a:ext uri="{FF2B5EF4-FFF2-40B4-BE49-F238E27FC236}">
                      <a16:creationId xmlns:a16="http://schemas.microsoft.com/office/drawing/2014/main" id="{5ECEA9CC-D855-4CD3-A114-6FD9808976E2}"/>
                    </a:ext>
                  </a:extLst>
                </p:cNvPr>
                <p:cNvSpPr>
                  <a:spLocks noChangeShapeType="1"/>
                </p:cNvSpPr>
                <p:nvPr/>
              </p:nvSpPr>
              <p:spPr bwMode="auto">
                <a:xfrm flipH="1">
                  <a:off x="4753670" y="3410708"/>
                  <a:ext cx="4747" cy="566629"/>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32" name="Text Box 84">
                  <a:extLst>
                    <a:ext uri="{FF2B5EF4-FFF2-40B4-BE49-F238E27FC236}">
                      <a16:creationId xmlns:a16="http://schemas.microsoft.com/office/drawing/2014/main" id="{A435CE07-FC79-4316-91CE-7974B05F1EA1}"/>
                    </a:ext>
                  </a:extLst>
                </p:cNvPr>
                <p:cNvSpPr txBox="1">
                  <a:spLocks noChangeArrowheads="1"/>
                </p:cNvSpPr>
                <p:nvPr/>
              </p:nvSpPr>
              <p:spPr bwMode="auto">
                <a:xfrm>
                  <a:off x="2987450" y="3720895"/>
                  <a:ext cx="898936" cy="399250"/>
                </a:xfrm>
                <a:prstGeom prst="rect">
                  <a:avLst/>
                </a:prstGeom>
                <a:noFill/>
                <a:ln w="9525">
                  <a:noFill/>
                  <a:miter lim="800000"/>
                  <a:headEnd/>
                  <a:tailEnd/>
                </a:ln>
              </p:spPr>
              <p:txBody>
                <a:bodyPr/>
                <a:lstStyle/>
                <a:p>
                  <a:pPr>
                    <a:spcAft>
                      <a:spcPts val="1000"/>
                    </a:spcAft>
                    <a:defRPr/>
                  </a:pPr>
                  <a:r>
                    <a:rPr lang="en-GB" sz="1600" dirty="0" err="1">
                      <a:latin typeface="+mj-lt"/>
                    </a:rPr>
                    <a:t>Tpd</a:t>
                  </a:r>
                  <a:endParaRPr lang="en-US" sz="1600" dirty="0">
                    <a:latin typeface="+mj-lt"/>
                  </a:endParaRPr>
                </a:p>
              </p:txBody>
            </p:sp>
            <p:sp>
              <p:nvSpPr>
                <p:cNvPr id="2133" name="Line 85">
                  <a:extLst>
                    <a:ext uri="{FF2B5EF4-FFF2-40B4-BE49-F238E27FC236}">
                      <a16:creationId xmlns:a16="http://schemas.microsoft.com/office/drawing/2014/main" id="{4401AB3F-35F5-4D2C-BB4A-F0E313226DD5}"/>
                    </a:ext>
                  </a:extLst>
                </p:cNvPr>
                <p:cNvSpPr>
                  <a:spLocks noChangeShapeType="1"/>
                </p:cNvSpPr>
                <p:nvPr/>
              </p:nvSpPr>
              <p:spPr bwMode="auto">
                <a:xfrm>
                  <a:off x="1572575" y="3221833"/>
                  <a:ext cx="313362" cy="0"/>
                </a:xfrm>
                <a:prstGeom prst="line">
                  <a:avLst/>
                </a:prstGeom>
                <a:noFill/>
                <a:ln w="9525">
                  <a:solidFill>
                    <a:srgbClr val="000000"/>
                  </a:solidFill>
                  <a:round/>
                  <a:headEnd/>
                  <a:tailEnd type="triangle" w="sm" len="med"/>
                </a:ln>
              </p:spPr>
              <p:txBody>
                <a:bodyPr/>
                <a:lstStyle/>
                <a:p>
                  <a:pPr eaLnBrk="1" hangingPunct="1">
                    <a:defRPr/>
                  </a:pPr>
                  <a:endParaRPr lang="en-GB" sz="1600">
                    <a:latin typeface="+mj-lt"/>
                  </a:endParaRPr>
                </a:p>
              </p:txBody>
            </p:sp>
            <p:sp>
              <p:nvSpPr>
                <p:cNvPr id="2134" name="Line 86">
                  <a:extLst>
                    <a:ext uri="{FF2B5EF4-FFF2-40B4-BE49-F238E27FC236}">
                      <a16:creationId xmlns:a16="http://schemas.microsoft.com/office/drawing/2014/main" id="{1988940A-1364-4034-9E7E-E5EBC5F04E97}"/>
                    </a:ext>
                  </a:extLst>
                </p:cNvPr>
                <p:cNvSpPr>
                  <a:spLocks noChangeShapeType="1"/>
                </p:cNvSpPr>
                <p:nvPr/>
              </p:nvSpPr>
              <p:spPr bwMode="auto">
                <a:xfrm>
                  <a:off x="2568052" y="3231046"/>
                  <a:ext cx="313362" cy="0"/>
                </a:xfrm>
                <a:prstGeom prst="line">
                  <a:avLst/>
                </a:prstGeom>
                <a:noFill/>
                <a:ln w="9525">
                  <a:solidFill>
                    <a:srgbClr val="000000"/>
                  </a:solidFill>
                  <a:round/>
                  <a:headEnd type="triangle" w="sm" len="med"/>
                  <a:tailEnd type="none" w="sm" len="med"/>
                </a:ln>
              </p:spPr>
              <p:txBody>
                <a:bodyPr/>
                <a:lstStyle/>
                <a:p>
                  <a:pPr eaLnBrk="1" hangingPunct="1">
                    <a:defRPr/>
                  </a:pPr>
                  <a:endParaRPr lang="en-GB" sz="1600">
                    <a:latin typeface="+mj-lt"/>
                  </a:endParaRPr>
                </a:p>
              </p:txBody>
            </p:sp>
            <p:sp>
              <p:nvSpPr>
                <p:cNvPr id="2135" name="Text Box 87">
                  <a:extLst>
                    <a:ext uri="{FF2B5EF4-FFF2-40B4-BE49-F238E27FC236}">
                      <a16:creationId xmlns:a16="http://schemas.microsoft.com/office/drawing/2014/main" id="{5C3B6942-4DF8-4704-B0C6-23BAEFA445E2}"/>
                    </a:ext>
                  </a:extLst>
                </p:cNvPr>
                <p:cNvSpPr txBox="1">
                  <a:spLocks noChangeArrowheads="1"/>
                </p:cNvSpPr>
                <p:nvPr/>
              </p:nvSpPr>
              <p:spPr bwMode="auto">
                <a:xfrm>
                  <a:off x="1816301" y="3077489"/>
                  <a:ext cx="762830" cy="322471"/>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CLK-Q</a:t>
                  </a:r>
                  <a:endParaRPr lang="en-US" sz="1600" dirty="0">
                    <a:latin typeface="+mj-lt"/>
                  </a:endParaRPr>
                </a:p>
              </p:txBody>
            </p:sp>
            <p:sp>
              <p:nvSpPr>
                <p:cNvPr id="2136" name="Line 88">
                  <a:extLst>
                    <a:ext uri="{FF2B5EF4-FFF2-40B4-BE49-F238E27FC236}">
                      <a16:creationId xmlns:a16="http://schemas.microsoft.com/office/drawing/2014/main" id="{E078C48C-2FF7-4ABE-9FAC-DA81A2DFC8A7}"/>
                    </a:ext>
                  </a:extLst>
                </p:cNvPr>
                <p:cNvSpPr>
                  <a:spLocks noChangeShapeType="1"/>
                </p:cNvSpPr>
                <p:nvPr/>
              </p:nvSpPr>
              <p:spPr bwMode="auto">
                <a:xfrm flipV="1">
                  <a:off x="4275715" y="3891345"/>
                  <a:ext cx="457381"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2137" name="Line 89">
                  <a:extLst>
                    <a:ext uri="{FF2B5EF4-FFF2-40B4-BE49-F238E27FC236}">
                      <a16:creationId xmlns:a16="http://schemas.microsoft.com/office/drawing/2014/main" id="{9C7DCEFA-DEED-4E3D-BE8E-356858060F70}"/>
                    </a:ext>
                  </a:extLst>
                </p:cNvPr>
                <p:cNvSpPr>
                  <a:spLocks noChangeShapeType="1"/>
                </p:cNvSpPr>
                <p:nvPr/>
              </p:nvSpPr>
              <p:spPr bwMode="auto">
                <a:xfrm flipV="1">
                  <a:off x="4774244" y="3892880"/>
                  <a:ext cx="549175" cy="1536"/>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2138" name="Text Box 90">
                  <a:extLst>
                    <a:ext uri="{FF2B5EF4-FFF2-40B4-BE49-F238E27FC236}">
                      <a16:creationId xmlns:a16="http://schemas.microsoft.com/office/drawing/2014/main" id="{3812723C-E9BD-4654-ABA4-AA05CC07F60B}"/>
                    </a:ext>
                  </a:extLst>
                </p:cNvPr>
                <p:cNvSpPr txBox="1">
                  <a:spLocks noChangeArrowheads="1"/>
                </p:cNvSpPr>
                <p:nvPr/>
              </p:nvSpPr>
              <p:spPr bwMode="auto">
                <a:xfrm>
                  <a:off x="4736261" y="3856026"/>
                  <a:ext cx="783405" cy="294831"/>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SETUP</a:t>
                  </a:r>
                  <a:endParaRPr lang="en-US" sz="1600" dirty="0">
                    <a:latin typeface="+mj-lt"/>
                  </a:endParaRPr>
                </a:p>
              </p:txBody>
            </p:sp>
            <p:sp>
              <p:nvSpPr>
                <p:cNvPr id="2139" name="Line 91">
                  <a:extLst>
                    <a:ext uri="{FF2B5EF4-FFF2-40B4-BE49-F238E27FC236}">
                      <a16:creationId xmlns:a16="http://schemas.microsoft.com/office/drawing/2014/main" id="{5F5B036E-88FB-49B0-870A-45D58296BD59}"/>
                    </a:ext>
                  </a:extLst>
                </p:cNvPr>
                <p:cNvSpPr>
                  <a:spLocks noChangeShapeType="1"/>
                </p:cNvSpPr>
                <p:nvPr/>
              </p:nvSpPr>
              <p:spPr bwMode="auto">
                <a:xfrm flipV="1">
                  <a:off x="5043292" y="3895951"/>
                  <a:ext cx="0" cy="87528"/>
                </a:xfrm>
                <a:prstGeom prst="line">
                  <a:avLst/>
                </a:prstGeom>
                <a:noFill/>
                <a:ln w="9525">
                  <a:solidFill>
                    <a:srgbClr val="000000"/>
                  </a:solidFill>
                  <a:prstDash val="dash"/>
                  <a:round/>
                  <a:headEnd/>
                  <a:tailEnd/>
                </a:ln>
              </p:spPr>
              <p:txBody>
                <a:bodyPr/>
                <a:lstStyle/>
                <a:p>
                  <a:pPr eaLnBrk="1" hangingPunct="1">
                    <a:defRPr/>
                  </a:pPr>
                  <a:endParaRPr lang="en-GB" sz="1600">
                    <a:latin typeface="+mj-lt"/>
                  </a:endParaRPr>
                </a:p>
              </p:txBody>
            </p:sp>
            <p:sp>
              <p:nvSpPr>
                <p:cNvPr id="2140" name="Line 92">
                  <a:extLst>
                    <a:ext uri="{FF2B5EF4-FFF2-40B4-BE49-F238E27FC236}">
                      <a16:creationId xmlns:a16="http://schemas.microsoft.com/office/drawing/2014/main" id="{3075E1EA-757B-42E1-8B6A-D40999818726}"/>
                    </a:ext>
                  </a:extLst>
                </p:cNvPr>
                <p:cNvSpPr>
                  <a:spLocks noChangeShapeType="1"/>
                </p:cNvSpPr>
                <p:nvPr/>
              </p:nvSpPr>
              <p:spPr bwMode="auto">
                <a:xfrm flipH="1">
                  <a:off x="4359594" y="3891345"/>
                  <a:ext cx="136107" cy="222658"/>
                </a:xfrm>
                <a:prstGeom prst="line">
                  <a:avLst/>
                </a:prstGeom>
                <a:noFill/>
                <a:ln w="9525">
                  <a:solidFill>
                    <a:srgbClr val="000000"/>
                  </a:solidFill>
                  <a:prstDash val="dash"/>
                  <a:round/>
                  <a:headEnd/>
                  <a:tailEnd/>
                </a:ln>
              </p:spPr>
              <p:txBody>
                <a:bodyPr/>
                <a:lstStyle/>
                <a:p>
                  <a:pPr eaLnBrk="1" hangingPunct="1">
                    <a:defRPr/>
                  </a:pPr>
                  <a:endParaRPr lang="en-GB" sz="1600">
                    <a:latin typeface="+mj-lt"/>
                  </a:endParaRPr>
                </a:p>
              </p:txBody>
            </p:sp>
            <p:sp>
              <p:nvSpPr>
                <p:cNvPr id="2141" name="Text Box 93">
                  <a:extLst>
                    <a:ext uri="{FF2B5EF4-FFF2-40B4-BE49-F238E27FC236}">
                      <a16:creationId xmlns:a16="http://schemas.microsoft.com/office/drawing/2014/main" id="{C9E5081B-FEB4-4392-9DAF-B28960B2616A}"/>
                    </a:ext>
                  </a:extLst>
                </p:cNvPr>
                <p:cNvSpPr txBox="1">
                  <a:spLocks noChangeArrowheads="1"/>
                </p:cNvSpPr>
                <p:nvPr/>
              </p:nvSpPr>
              <p:spPr bwMode="auto">
                <a:xfrm>
                  <a:off x="1067714" y="2168427"/>
                  <a:ext cx="693194" cy="325542"/>
                </a:xfrm>
                <a:prstGeom prst="rect">
                  <a:avLst/>
                </a:prstGeom>
                <a:noFill/>
                <a:ln w="9525">
                  <a:noFill/>
                  <a:miter lim="800000"/>
                  <a:headEnd/>
                  <a:tailEnd/>
                </a:ln>
              </p:spPr>
              <p:txBody>
                <a:bodyPr/>
                <a:lstStyle/>
                <a:p>
                  <a:pPr>
                    <a:spcAft>
                      <a:spcPts val="1000"/>
                    </a:spcAft>
                    <a:defRPr/>
                  </a:pPr>
                  <a:r>
                    <a:rPr lang="en-GB" sz="1600" dirty="0">
                      <a:latin typeface="+mj-lt"/>
                    </a:rPr>
                    <a:t>CLK</a:t>
                  </a:r>
                  <a:endParaRPr lang="en-US" sz="1600" dirty="0">
                    <a:latin typeface="+mj-lt"/>
                  </a:endParaRPr>
                </a:p>
              </p:txBody>
            </p:sp>
            <p:sp>
              <p:nvSpPr>
                <p:cNvPr id="2142" name="Text Box 94">
                  <a:extLst>
                    <a:ext uri="{FF2B5EF4-FFF2-40B4-BE49-F238E27FC236}">
                      <a16:creationId xmlns:a16="http://schemas.microsoft.com/office/drawing/2014/main" id="{F88A075F-1D47-4342-BF1B-89755D86ED72}"/>
                    </a:ext>
                  </a:extLst>
                </p:cNvPr>
                <p:cNvSpPr txBox="1">
                  <a:spLocks noChangeArrowheads="1"/>
                </p:cNvSpPr>
                <p:nvPr/>
              </p:nvSpPr>
              <p:spPr bwMode="auto">
                <a:xfrm>
                  <a:off x="1351006" y="3418387"/>
                  <a:ext cx="553922" cy="368539"/>
                </a:xfrm>
                <a:prstGeom prst="rect">
                  <a:avLst/>
                </a:prstGeom>
                <a:noFill/>
                <a:ln w="9525">
                  <a:noFill/>
                  <a:miter lim="800000"/>
                  <a:headEnd/>
                  <a:tailEnd/>
                </a:ln>
              </p:spPr>
              <p:txBody>
                <a:bodyPr/>
                <a:lstStyle/>
                <a:p>
                  <a:pPr eaLnBrk="1" hangingPunct="1">
                    <a:defRPr/>
                  </a:pPr>
                  <a:r>
                    <a:rPr lang="en-GB" sz="1600" dirty="0">
                      <a:latin typeface="+mj-lt"/>
                    </a:rPr>
                    <a:t>D2</a:t>
                  </a:r>
                </a:p>
                <a:p>
                  <a:pPr eaLnBrk="1" hangingPunct="1">
                    <a:defRPr/>
                  </a:pPr>
                  <a:endParaRPr lang="ru-RU" sz="1600" dirty="0">
                    <a:latin typeface="+mj-lt"/>
                  </a:endParaRPr>
                </a:p>
                <a:p>
                  <a:pPr eaLnBrk="1" hangingPunct="1">
                    <a:defRPr/>
                  </a:pPr>
                  <a:endParaRPr lang="en-US" sz="1600" dirty="0">
                    <a:latin typeface="+mj-lt"/>
                  </a:endParaRPr>
                </a:p>
              </p:txBody>
            </p:sp>
            <p:sp>
              <p:nvSpPr>
                <p:cNvPr id="2143" name="Line 95">
                  <a:extLst>
                    <a:ext uri="{FF2B5EF4-FFF2-40B4-BE49-F238E27FC236}">
                      <a16:creationId xmlns:a16="http://schemas.microsoft.com/office/drawing/2014/main" id="{615BA40E-4017-4E5D-B1FE-872E5F7A97E4}"/>
                    </a:ext>
                  </a:extLst>
                </p:cNvPr>
                <p:cNvSpPr>
                  <a:spLocks noChangeShapeType="1"/>
                </p:cNvSpPr>
                <p:nvPr/>
              </p:nvSpPr>
              <p:spPr bwMode="auto">
                <a:xfrm flipV="1">
                  <a:off x="2336987" y="2796477"/>
                  <a:ext cx="77550" cy="281011"/>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2144" name="Line 96">
                  <a:extLst>
                    <a:ext uri="{FF2B5EF4-FFF2-40B4-BE49-F238E27FC236}">
                      <a16:creationId xmlns:a16="http://schemas.microsoft.com/office/drawing/2014/main" id="{A2443168-425C-43F1-B304-9D8D186C222B}"/>
                    </a:ext>
                  </a:extLst>
                </p:cNvPr>
                <p:cNvSpPr>
                  <a:spLocks noChangeShapeType="1"/>
                </p:cNvSpPr>
                <p:nvPr/>
              </p:nvSpPr>
              <p:spPr bwMode="auto">
                <a:xfrm>
                  <a:off x="2338570" y="2779587"/>
                  <a:ext cx="110784" cy="27179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45" name="Line 97">
                  <a:extLst>
                    <a:ext uri="{FF2B5EF4-FFF2-40B4-BE49-F238E27FC236}">
                      <a16:creationId xmlns:a16="http://schemas.microsoft.com/office/drawing/2014/main" id="{E1932873-4311-46C0-A2B6-2F62C3684B4A}"/>
                    </a:ext>
                  </a:extLst>
                </p:cNvPr>
                <p:cNvSpPr>
                  <a:spLocks noChangeShapeType="1"/>
                </p:cNvSpPr>
                <p:nvPr/>
              </p:nvSpPr>
              <p:spPr bwMode="auto">
                <a:xfrm>
                  <a:off x="2590208" y="3885202"/>
                  <a:ext cx="457382" cy="0"/>
                </a:xfrm>
                <a:prstGeom prst="line">
                  <a:avLst/>
                </a:prstGeom>
                <a:noFill/>
                <a:ln w="9525">
                  <a:solidFill>
                    <a:srgbClr val="000000"/>
                  </a:solidFill>
                  <a:round/>
                  <a:headEnd type="triangle" w="sm" len="med"/>
                  <a:tailEnd type="none" w="sm" len="med"/>
                </a:ln>
              </p:spPr>
              <p:txBody>
                <a:bodyPr/>
                <a:lstStyle/>
                <a:p>
                  <a:pPr eaLnBrk="1" hangingPunct="1">
                    <a:defRPr/>
                  </a:pPr>
                  <a:endParaRPr lang="en-GB" sz="1600">
                    <a:latin typeface="+mj-lt"/>
                  </a:endParaRPr>
                </a:p>
              </p:txBody>
            </p:sp>
            <p:sp>
              <p:nvSpPr>
                <p:cNvPr id="2146" name="Line 98">
                  <a:extLst>
                    <a:ext uri="{FF2B5EF4-FFF2-40B4-BE49-F238E27FC236}">
                      <a16:creationId xmlns:a16="http://schemas.microsoft.com/office/drawing/2014/main" id="{80FF029E-7D90-42F6-B6BE-4AE89054A6A2}"/>
                    </a:ext>
                  </a:extLst>
                </p:cNvPr>
                <p:cNvSpPr>
                  <a:spLocks noChangeShapeType="1"/>
                </p:cNvSpPr>
                <p:nvPr/>
              </p:nvSpPr>
              <p:spPr bwMode="auto">
                <a:xfrm>
                  <a:off x="3731288" y="3895951"/>
                  <a:ext cx="549174" cy="0"/>
                </a:xfrm>
                <a:prstGeom prst="line">
                  <a:avLst/>
                </a:prstGeom>
                <a:noFill/>
                <a:ln w="9525">
                  <a:solidFill>
                    <a:srgbClr val="000000"/>
                  </a:solidFill>
                  <a:round/>
                  <a:headEnd/>
                  <a:tailEnd type="triangle" w="sm" len="med"/>
                </a:ln>
              </p:spPr>
              <p:txBody>
                <a:bodyPr/>
                <a:lstStyle/>
                <a:p>
                  <a:pPr eaLnBrk="1" hangingPunct="1">
                    <a:defRPr/>
                  </a:pPr>
                  <a:endParaRPr lang="en-GB" sz="1600">
                    <a:latin typeface="+mj-lt"/>
                  </a:endParaRPr>
                </a:p>
              </p:txBody>
            </p:sp>
            <p:cxnSp>
              <p:nvCxnSpPr>
                <p:cNvPr id="14463" name="AutoShape 100">
                  <a:extLst>
                    <a:ext uri="{FF2B5EF4-FFF2-40B4-BE49-F238E27FC236}">
                      <a16:creationId xmlns:a16="http://schemas.microsoft.com/office/drawing/2014/main" id="{90380CC9-F7FC-17E7-7301-C730E19D1104}"/>
                    </a:ext>
                  </a:extLst>
                </p:cNvPr>
                <p:cNvCxnSpPr>
                  <a:cxnSpLocks noChangeShapeType="1"/>
                </p:cNvCxnSpPr>
                <p:nvPr/>
              </p:nvCxnSpPr>
              <p:spPr bwMode="auto">
                <a:xfrm flipV="1">
                  <a:off x="2222348" y="2781875"/>
                  <a:ext cx="329184"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4464" name="AutoShape 101">
                  <a:extLst>
                    <a:ext uri="{FF2B5EF4-FFF2-40B4-BE49-F238E27FC236}">
                      <a16:creationId xmlns:a16="http://schemas.microsoft.com/office/drawing/2014/main" id="{EC8D576E-71D1-AC24-F244-158C90323D0A}"/>
                    </a:ext>
                  </a:extLst>
                </p:cNvPr>
                <p:cNvCxnSpPr>
                  <a:cxnSpLocks noChangeShapeType="1"/>
                </p:cNvCxnSpPr>
                <p:nvPr/>
              </p:nvCxnSpPr>
              <p:spPr bwMode="auto">
                <a:xfrm>
                  <a:off x="2229304" y="3067550"/>
                  <a:ext cx="27432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150" name="Line 102">
                  <a:extLst>
                    <a:ext uri="{FF2B5EF4-FFF2-40B4-BE49-F238E27FC236}">
                      <a16:creationId xmlns:a16="http://schemas.microsoft.com/office/drawing/2014/main" id="{04F6EB5C-BD34-4A84-8CE4-165DF3BB37DC}"/>
                    </a:ext>
                  </a:extLst>
                </p:cNvPr>
                <p:cNvSpPr>
                  <a:spLocks noChangeShapeType="1"/>
                </p:cNvSpPr>
                <p:nvPr/>
              </p:nvSpPr>
              <p:spPr bwMode="auto">
                <a:xfrm>
                  <a:off x="4229818" y="3438349"/>
                  <a:ext cx="117115" cy="310187"/>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51" name="Line 103">
                  <a:extLst>
                    <a:ext uri="{FF2B5EF4-FFF2-40B4-BE49-F238E27FC236}">
                      <a16:creationId xmlns:a16="http://schemas.microsoft.com/office/drawing/2014/main" id="{8393F0D3-2F2F-42E4-916C-AEE8E3852C94}"/>
                    </a:ext>
                  </a:extLst>
                </p:cNvPr>
                <p:cNvSpPr>
                  <a:spLocks noChangeShapeType="1"/>
                </p:cNvSpPr>
                <p:nvPr/>
              </p:nvSpPr>
              <p:spPr bwMode="auto">
                <a:xfrm flipV="1">
                  <a:off x="4217157" y="3449098"/>
                  <a:ext cx="121863" cy="293295"/>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52" name="Line 104">
                  <a:extLst>
                    <a:ext uri="{FF2B5EF4-FFF2-40B4-BE49-F238E27FC236}">
                      <a16:creationId xmlns:a16="http://schemas.microsoft.com/office/drawing/2014/main" id="{753AEED7-ECF2-4D33-B70C-EBF464FCAD16}"/>
                    </a:ext>
                  </a:extLst>
                </p:cNvPr>
                <p:cNvSpPr>
                  <a:spLocks noChangeShapeType="1"/>
                </p:cNvSpPr>
                <p:nvPr/>
              </p:nvSpPr>
              <p:spPr bwMode="auto">
                <a:xfrm flipV="1">
                  <a:off x="4066807" y="3461383"/>
                  <a:ext cx="77549" cy="28101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53" name="Line 105">
                  <a:extLst>
                    <a:ext uri="{FF2B5EF4-FFF2-40B4-BE49-F238E27FC236}">
                      <a16:creationId xmlns:a16="http://schemas.microsoft.com/office/drawing/2014/main" id="{F0E16E76-1D36-4338-AFEF-0CDCBD16D2E8}"/>
                    </a:ext>
                  </a:extLst>
                </p:cNvPr>
                <p:cNvSpPr>
                  <a:spLocks noChangeShapeType="1"/>
                </p:cNvSpPr>
                <p:nvPr/>
              </p:nvSpPr>
              <p:spPr bwMode="auto">
                <a:xfrm>
                  <a:off x="4041485" y="3456776"/>
                  <a:ext cx="110784" cy="27333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54" name="Line 106">
                  <a:extLst>
                    <a:ext uri="{FF2B5EF4-FFF2-40B4-BE49-F238E27FC236}">
                      <a16:creationId xmlns:a16="http://schemas.microsoft.com/office/drawing/2014/main" id="{4A80CFFD-F8FE-4FBA-B921-D4089DEEDA7E}"/>
                    </a:ext>
                  </a:extLst>
                </p:cNvPr>
                <p:cNvSpPr>
                  <a:spLocks noChangeShapeType="1"/>
                </p:cNvSpPr>
                <p:nvPr/>
              </p:nvSpPr>
              <p:spPr bwMode="auto">
                <a:xfrm>
                  <a:off x="5801374" y="2793406"/>
                  <a:ext cx="110784" cy="270262"/>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4470" name="Freeform 112">
                  <a:extLst>
                    <a:ext uri="{FF2B5EF4-FFF2-40B4-BE49-F238E27FC236}">
                      <a16:creationId xmlns:a16="http://schemas.microsoft.com/office/drawing/2014/main" id="{F2ACB576-647B-15F6-4A88-B895E6BC0C5F}"/>
                    </a:ext>
                  </a:extLst>
                </p:cNvPr>
                <p:cNvSpPr>
                  <a:spLocks/>
                </p:cNvSpPr>
                <p:nvPr/>
              </p:nvSpPr>
              <p:spPr bwMode="auto">
                <a:xfrm>
                  <a:off x="2590800" y="2872739"/>
                  <a:ext cx="1737360" cy="762001"/>
                </a:xfrm>
                <a:custGeom>
                  <a:avLst/>
                  <a:gdLst>
                    <a:gd name="T0" fmla="*/ 0 w 1743739"/>
                    <a:gd name="T1" fmla="*/ 78762 h 731875"/>
                    <a:gd name="T2" fmla="*/ 527744 w 1743739"/>
                    <a:gd name="T3" fmla="*/ 55708 h 731875"/>
                    <a:gd name="T4" fmla="*/ 728288 w 1743739"/>
                    <a:gd name="T5" fmla="*/ 413013 h 731875"/>
                    <a:gd name="T6" fmla="*/ 1467131 w 1743739"/>
                    <a:gd name="T7" fmla="*/ 470642 h 731875"/>
                    <a:gd name="T8" fmla="*/ 1731004 w 1743739"/>
                    <a:gd name="T9" fmla="*/ 793367 h 731875"/>
                    <a:gd name="T10" fmla="*/ 1731004 w 1743739"/>
                    <a:gd name="T11" fmla="*/ 793367 h 7318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43739" h="731875">
                      <a:moveTo>
                        <a:pt x="0" y="72657"/>
                      </a:moveTo>
                      <a:cubicBezTo>
                        <a:pt x="204676" y="36328"/>
                        <a:pt x="409353" y="0"/>
                        <a:pt x="531627" y="51391"/>
                      </a:cubicBezTo>
                      <a:cubicBezTo>
                        <a:pt x="653901" y="102782"/>
                        <a:pt x="575930" y="317206"/>
                        <a:pt x="733646" y="381001"/>
                      </a:cubicBezTo>
                      <a:cubicBezTo>
                        <a:pt x="891362" y="444796"/>
                        <a:pt x="1309576" y="375685"/>
                        <a:pt x="1477925" y="434164"/>
                      </a:cubicBezTo>
                      <a:cubicBezTo>
                        <a:pt x="1646274" y="492643"/>
                        <a:pt x="1743739" y="731875"/>
                        <a:pt x="1743739" y="731875"/>
                      </a:cubicBezTo>
                    </a:path>
                  </a:pathLst>
                </a:custGeom>
                <a:noFill/>
                <a:ln w="19050" cap="flat" cmpd="sng" algn="ctr">
                  <a:solidFill>
                    <a:srgbClr val="0000FF"/>
                  </a:solidFill>
                  <a:prstDash val="solid"/>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11" name="Line 20">
                  <a:extLst>
                    <a:ext uri="{FF2B5EF4-FFF2-40B4-BE49-F238E27FC236}">
                      <a16:creationId xmlns:a16="http://schemas.microsoft.com/office/drawing/2014/main" id="{06AFDB39-7C0F-46B0-B4B4-BF3D23CFFCAC}"/>
                    </a:ext>
                  </a:extLst>
                </p:cNvPr>
                <p:cNvSpPr>
                  <a:spLocks noChangeShapeType="1"/>
                </p:cNvSpPr>
                <p:nvPr/>
              </p:nvSpPr>
              <p:spPr bwMode="auto">
                <a:xfrm flipV="1">
                  <a:off x="2544313" y="2784193"/>
                  <a:ext cx="77549" cy="279475"/>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cxnSp>
              <p:nvCxnSpPr>
                <p:cNvPr id="14472" name="Straight Connector 113">
                  <a:extLst>
                    <a:ext uri="{FF2B5EF4-FFF2-40B4-BE49-F238E27FC236}">
                      <a16:creationId xmlns:a16="http://schemas.microsoft.com/office/drawing/2014/main" id="{608C091B-D2D8-4D69-16F4-B279A15E52A2}"/>
                    </a:ext>
                  </a:extLst>
                </p:cNvPr>
                <p:cNvCxnSpPr>
                  <a:cxnSpLocks noChangeShapeType="1"/>
                </p:cNvCxnSpPr>
                <p:nvPr/>
              </p:nvCxnSpPr>
              <p:spPr bwMode="auto">
                <a:xfrm rot="16200000" flipH="1">
                  <a:off x="2340582" y="2883551"/>
                  <a:ext cx="287078" cy="9144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117" name="Line 105">
                  <a:extLst>
                    <a:ext uri="{FF2B5EF4-FFF2-40B4-BE49-F238E27FC236}">
                      <a16:creationId xmlns:a16="http://schemas.microsoft.com/office/drawing/2014/main" id="{76228601-473B-485C-88F6-DD2516CAAB69}"/>
                    </a:ext>
                  </a:extLst>
                </p:cNvPr>
                <p:cNvSpPr>
                  <a:spLocks noChangeShapeType="1"/>
                </p:cNvSpPr>
                <p:nvPr/>
              </p:nvSpPr>
              <p:spPr bwMode="auto">
                <a:xfrm>
                  <a:off x="4133278" y="3472132"/>
                  <a:ext cx="110784" cy="27179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cxnSp>
              <p:nvCxnSpPr>
                <p:cNvPr id="14474" name="Straight Connector 121">
                  <a:extLst>
                    <a:ext uri="{FF2B5EF4-FFF2-40B4-BE49-F238E27FC236}">
                      <a16:creationId xmlns:a16="http://schemas.microsoft.com/office/drawing/2014/main" id="{7D723153-D891-7161-1866-73EFF8775CF0}"/>
                    </a:ext>
                  </a:extLst>
                </p:cNvPr>
                <p:cNvCxnSpPr>
                  <a:cxnSpLocks noChangeShapeType="1"/>
                </p:cNvCxnSpPr>
                <p:nvPr/>
              </p:nvCxnSpPr>
              <p:spPr bwMode="auto">
                <a:xfrm rot="5400000">
                  <a:off x="4194277" y="3467100"/>
                  <a:ext cx="762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475" name="Straight Connector 123">
                  <a:extLst>
                    <a:ext uri="{FF2B5EF4-FFF2-40B4-BE49-F238E27FC236}">
                      <a16:creationId xmlns:a16="http://schemas.microsoft.com/office/drawing/2014/main" id="{FBD43C62-C4C3-0A7D-F004-ACA732A19929}"/>
                    </a:ext>
                  </a:extLst>
                </p:cNvPr>
                <p:cNvCxnSpPr>
                  <a:cxnSpLocks noChangeShapeType="1"/>
                </p:cNvCxnSpPr>
                <p:nvPr/>
              </p:nvCxnSpPr>
              <p:spPr bwMode="auto">
                <a:xfrm rot="5400000" flipH="1" flipV="1">
                  <a:off x="4072185" y="3562588"/>
                  <a:ext cx="225199" cy="7994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476" name="Straight Connector 124">
                  <a:extLst>
                    <a:ext uri="{FF2B5EF4-FFF2-40B4-BE49-F238E27FC236}">
                      <a16:creationId xmlns:a16="http://schemas.microsoft.com/office/drawing/2014/main" id="{165D3968-88DC-2975-EB41-F063FE7A1745}"/>
                    </a:ext>
                  </a:extLst>
                </p:cNvPr>
                <p:cNvCxnSpPr>
                  <a:cxnSpLocks noChangeShapeType="1"/>
                </p:cNvCxnSpPr>
                <p:nvPr/>
              </p:nvCxnSpPr>
              <p:spPr bwMode="auto">
                <a:xfrm rot="16200000" flipH="1">
                  <a:off x="2439641" y="2886739"/>
                  <a:ext cx="287078" cy="9144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26" name="Line 95">
                  <a:extLst>
                    <a:ext uri="{FF2B5EF4-FFF2-40B4-BE49-F238E27FC236}">
                      <a16:creationId xmlns:a16="http://schemas.microsoft.com/office/drawing/2014/main" id="{018E5B33-8298-4F28-A58D-0FF66E54A576}"/>
                    </a:ext>
                  </a:extLst>
                </p:cNvPr>
                <p:cNvSpPr>
                  <a:spLocks noChangeShapeType="1"/>
                </p:cNvSpPr>
                <p:nvPr/>
              </p:nvSpPr>
              <p:spPr bwMode="auto">
                <a:xfrm flipV="1">
                  <a:off x="2438276" y="2785729"/>
                  <a:ext cx="77550" cy="28101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grpSp>
          <p:sp>
            <p:nvSpPr>
              <p:cNvPr id="14350" name="Rectangle 128">
                <a:extLst>
                  <a:ext uri="{FF2B5EF4-FFF2-40B4-BE49-F238E27FC236}">
                    <a16:creationId xmlns:a16="http://schemas.microsoft.com/office/drawing/2014/main" id="{39A6AE03-B84F-8F33-67D0-1BB2C3D5A891}"/>
                  </a:ext>
                </a:extLst>
              </p:cNvPr>
              <p:cNvSpPr>
                <a:spLocks noChangeArrowheads="1"/>
              </p:cNvSpPr>
              <p:nvPr/>
            </p:nvSpPr>
            <p:spPr bwMode="auto">
              <a:xfrm>
                <a:off x="1600200" y="1492101"/>
                <a:ext cx="381000" cy="685800"/>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14351" name="Straight Arrow Connector 130">
                <a:extLst>
                  <a:ext uri="{FF2B5EF4-FFF2-40B4-BE49-F238E27FC236}">
                    <a16:creationId xmlns:a16="http://schemas.microsoft.com/office/drawing/2014/main" id="{5E8E7E12-4262-41CF-BC42-2E0340F601CF}"/>
                  </a:ext>
                </a:extLst>
              </p:cNvPr>
              <p:cNvCxnSpPr>
                <a:cxnSpLocks noChangeShapeType="1"/>
              </p:cNvCxnSpPr>
              <p:nvPr/>
            </p:nvCxnSpPr>
            <p:spPr bwMode="auto">
              <a:xfrm flipV="1">
                <a:off x="1981200" y="1828800"/>
                <a:ext cx="731520"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4352" name="Straight Arrow Connector 131">
                <a:extLst>
                  <a:ext uri="{FF2B5EF4-FFF2-40B4-BE49-F238E27FC236}">
                    <a16:creationId xmlns:a16="http://schemas.microsoft.com/office/drawing/2014/main" id="{59D5C088-7C1A-36C5-FDEC-D9EA08A6FC11}"/>
                  </a:ext>
                </a:extLst>
              </p:cNvPr>
              <p:cNvCxnSpPr>
                <a:cxnSpLocks noChangeShapeType="1"/>
              </p:cNvCxnSpPr>
              <p:nvPr/>
            </p:nvCxnSpPr>
            <p:spPr bwMode="auto">
              <a:xfrm flipV="1">
                <a:off x="1059724" y="1828800"/>
                <a:ext cx="548640"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4353" name="Rounded Rectangle 134">
                <a:extLst>
                  <a:ext uri="{FF2B5EF4-FFF2-40B4-BE49-F238E27FC236}">
                    <a16:creationId xmlns:a16="http://schemas.microsoft.com/office/drawing/2014/main" id="{2AB3DE41-129B-9618-DB25-4597A2B5049F}"/>
                  </a:ext>
                </a:extLst>
              </p:cNvPr>
              <p:cNvSpPr>
                <a:spLocks noChangeArrowheads="1"/>
              </p:cNvSpPr>
              <p:nvPr/>
            </p:nvSpPr>
            <p:spPr bwMode="auto">
              <a:xfrm>
                <a:off x="2734336" y="1589566"/>
                <a:ext cx="1534633" cy="457200"/>
              </a:xfrm>
              <a:prstGeom prst="roundRect">
                <a:avLst>
                  <a:gd name="adj" fmla="val 16667"/>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CL</a:t>
                </a:r>
                <a:endParaRPr lang="en-GB" altLang="en-US"/>
              </a:p>
            </p:txBody>
          </p:sp>
          <p:cxnSp>
            <p:nvCxnSpPr>
              <p:cNvPr id="14354" name="Straight Arrow Connector 135">
                <a:extLst>
                  <a:ext uri="{FF2B5EF4-FFF2-40B4-BE49-F238E27FC236}">
                    <a16:creationId xmlns:a16="http://schemas.microsoft.com/office/drawing/2014/main" id="{6E41D57D-488F-1CEF-BFFE-B1EE1994C7CE}"/>
                  </a:ext>
                </a:extLst>
              </p:cNvPr>
              <p:cNvCxnSpPr>
                <a:cxnSpLocks noChangeShapeType="1"/>
              </p:cNvCxnSpPr>
              <p:nvPr/>
            </p:nvCxnSpPr>
            <p:spPr bwMode="auto">
              <a:xfrm flipV="1">
                <a:off x="4267200" y="1828800"/>
                <a:ext cx="731520"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4355" name="Rectangle 136">
                <a:extLst>
                  <a:ext uri="{FF2B5EF4-FFF2-40B4-BE49-F238E27FC236}">
                    <a16:creationId xmlns:a16="http://schemas.microsoft.com/office/drawing/2014/main" id="{2D31BB59-1E33-6ADF-8EA8-52BF26856FB5}"/>
                  </a:ext>
                </a:extLst>
              </p:cNvPr>
              <p:cNvSpPr>
                <a:spLocks noChangeArrowheads="1"/>
              </p:cNvSpPr>
              <p:nvPr/>
            </p:nvSpPr>
            <p:spPr bwMode="auto">
              <a:xfrm>
                <a:off x="4974266" y="1466223"/>
                <a:ext cx="381000" cy="685800"/>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14356" name="Straight Connector 138">
                <a:extLst>
                  <a:ext uri="{FF2B5EF4-FFF2-40B4-BE49-F238E27FC236}">
                    <a16:creationId xmlns:a16="http://schemas.microsoft.com/office/drawing/2014/main" id="{2D7E0B08-C612-8673-EE6C-7EEB70E8140B}"/>
                  </a:ext>
                </a:extLst>
              </p:cNvPr>
              <p:cNvCxnSpPr>
                <a:cxnSpLocks noChangeShapeType="1"/>
              </p:cNvCxnSpPr>
              <p:nvPr/>
            </p:nvCxnSpPr>
            <p:spPr bwMode="auto">
              <a:xfrm rot="5400000">
                <a:off x="2209800" y="1752600"/>
                <a:ext cx="152400" cy="152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57" name="Straight Connector 139">
                <a:extLst>
                  <a:ext uri="{FF2B5EF4-FFF2-40B4-BE49-F238E27FC236}">
                    <a16:creationId xmlns:a16="http://schemas.microsoft.com/office/drawing/2014/main" id="{FD83B2AF-F3FC-C1A2-6FA5-BBEF8F6CCD5C}"/>
                  </a:ext>
                </a:extLst>
              </p:cNvPr>
              <p:cNvCxnSpPr>
                <a:cxnSpLocks noChangeShapeType="1"/>
              </p:cNvCxnSpPr>
              <p:nvPr/>
            </p:nvCxnSpPr>
            <p:spPr bwMode="auto">
              <a:xfrm rot="5400000">
                <a:off x="4495800" y="1752600"/>
                <a:ext cx="152400" cy="152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58" name="Straight Connector 140">
                <a:extLst>
                  <a:ext uri="{FF2B5EF4-FFF2-40B4-BE49-F238E27FC236}">
                    <a16:creationId xmlns:a16="http://schemas.microsoft.com/office/drawing/2014/main" id="{8FDD282C-1631-04C4-8688-5FEAFC3B4B2E}"/>
                  </a:ext>
                </a:extLst>
              </p:cNvPr>
              <p:cNvCxnSpPr>
                <a:cxnSpLocks noChangeShapeType="1"/>
              </p:cNvCxnSpPr>
              <p:nvPr/>
            </p:nvCxnSpPr>
            <p:spPr bwMode="auto">
              <a:xfrm rot="5400000">
                <a:off x="1263501" y="1754369"/>
                <a:ext cx="152400" cy="152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359" name="Straight Arrow Connector 141">
                <a:extLst>
                  <a:ext uri="{FF2B5EF4-FFF2-40B4-BE49-F238E27FC236}">
                    <a16:creationId xmlns:a16="http://schemas.microsoft.com/office/drawing/2014/main" id="{DB8D8A60-A0C5-27F1-5AF3-17FB18CAFE6D}"/>
                  </a:ext>
                </a:extLst>
              </p:cNvPr>
              <p:cNvCxnSpPr>
                <a:cxnSpLocks noChangeShapeType="1"/>
              </p:cNvCxnSpPr>
              <p:nvPr/>
            </p:nvCxnSpPr>
            <p:spPr bwMode="auto">
              <a:xfrm flipV="1">
                <a:off x="5344633" y="1828800"/>
                <a:ext cx="548640"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4360" name="Straight Connector 142">
                <a:extLst>
                  <a:ext uri="{FF2B5EF4-FFF2-40B4-BE49-F238E27FC236}">
                    <a16:creationId xmlns:a16="http://schemas.microsoft.com/office/drawing/2014/main" id="{BCCE6241-BC72-5813-A153-F8A09D2A339F}"/>
                  </a:ext>
                </a:extLst>
              </p:cNvPr>
              <p:cNvCxnSpPr>
                <a:cxnSpLocks noChangeShapeType="1"/>
              </p:cNvCxnSpPr>
              <p:nvPr/>
            </p:nvCxnSpPr>
            <p:spPr bwMode="auto">
              <a:xfrm rot="5400000">
                <a:off x="5486400" y="1752600"/>
                <a:ext cx="152400" cy="152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61" name="TextBox 143">
                <a:extLst>
                  <a:ext uri="{FF2B5EF4-FFF2-40B4-BE49-F238E27FC236}">
                    <a16:creationId xmlns:a16="http://schemas.microsoft.com/office/drawing/2014/main" id="{A3313118-B4DA-283E-DFBC-CD4F0ADF08AD}"/>
                  </a:ext>
                </a:extLst>
              </p:cNvPr>
              <p:cNvSpPr txBox="1">
                <a:spLocks noChangeArrowheads="1"/>
              </p:cNvSpPr>
              <p:nvPr/>
            </p:nvSpPr>
            <p:spPr bwMode="auto">
              <a:xfrm>
                <a:off x="1502734" y="1773866"/>
                <a:ext cx="457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&gt;</a:t>
                </a:r>
                <a:endParaRPr lang="en-GB" altLang="en-US" sz="2400"/>
              </a:p>
            </p:txBody>
          </p:sp>
          <p:sp>
            <p:nvSpPr>
              <p:cNvPr id="14362" name="TextBox 157">
                <a:extLst>
                  <a:ext uri="{FF2B5EF4-FFF2-40B4-BE49-F238E27FC236}">
                    <a16:creationId xmlns:a16="http://schemas.microsoft.com/office/drawing/2014/main" id="{C33F3E7E-F7D5-495E-CE53-C72B60C0FE01}"/>
                  </a:ext>
                </a:extLst>
              </p:cNvPr>
              <p:cNvSpPr txBox="1">
                <a:spLocks noChangeArrowheads="1"/>
              </p:cNvSpPr>
              <p:nvPr/>
            </p:nvSpPr>
            <p:spPr bwMode="auto">
              <a:xfrm>
                <a:off x="4869608" y="1785670"/>
                <a:ext cx="457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&gt;</a:t>
                </a:r>
                <a:endParaRPr lang="en-GB" altLang="en-US" sz="2400"/>
              </a:p>
            </p:txBody>
          </p:sp>
          <p:cxnSp>
            <p:nvCxnSpPr>
              <p:cNvPr id="14363" name="Straight Connector 159">
                <a:extLst>
                  <a:ext uri="{FF2B5EF4-FFF2-40B4-BE49-F238E27FC236}">
                    <a16:creationId xmlns:a16="http://schemas.microsoft.com/office/drawing/2014/main" id="{D0FE9E1E-7CF9-7B6C-9B82-7302DBED419E}"/>
                  </a:ext>
                </a:extLst>
              </p:cNvPr>
              <p:cNvCxnSpPr>
                <a:cxnSpLocks noChangeShapeType="1"/>
              </p:cNvCxnSpPr>
              <p:nvPr/>
            </p:nvCxnSpPr>
            <p:spPr bwMode="auto">
              <a:xfrm>
                <a:off x="1036598" y="2286000"/>
                <a:ext cx="374904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4364" name="Straight Connector 161">
                <a:extLst>
                  <a:ext uri="{FF2B5EF4-FFF2-40B4-BE49-F238E27FC236}">
                    <a16:creationId xmlns:a16="http://schemas.microsoft.com/office/drawing/2014/main" id="{C397FFED-F0CD-C161-EB20-0341DC9F1DC2}"/>
                  </a:ext>
                </a:extLst>
              </p:cNvPr>
              <p:cNvCxnSpPr>
                <a:cxnSpLocks noChangeShapeType="1"/>
              </p:cNvCxnSpPr>
              <p:nvPr/>
            </p:nvCxnSpPr>
            <p:spPr bwMode="auto">
              <a:xfrm rot="5400000">
                <a:off x="1251692" y="2144238"/>
                <a:ext cx="274320" cy="1588"/>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4365" name="Straight Connector 163">
                <a:extLst>
                  <a:ext uri="{FF2B5EF4-FFF2-40B4-BE49-F238E27FC236}">
                    <a16:creationId xmlns:a16="http://schemas.microsoft.com/office/drawing/2014/main" id="{2D0735AF-06BB-4066-AED1-3F551C90C574}"/>
                  </a:ext>
                </a:extLst>
              </p:cNvPr>
              <p:cNvCxnSpPr>
                <a:cxnSpLocks noChangeShapeType="1"/>
              </p:cNvCxnSpPr>
              <p:nvPr/>
            </p:nvCxnSpPr>
            <p:spPr bwMode="auto">
              <a:xfrm>
                <a:off x="1390286" y="2007078"/>
                <a:ext cx="207334"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4366" name="Straight Connector 164">
                <a:extLst>
                  <a:ext uri="{FF2B5EF4-FFF2-40B4-BE49-F238E27FC236}">
                    <a16:creationId xmlns:a16="http://schemas.microsoft.com/office/drawing/2014/main" id="{C1F4E200-7699-ABA8-60B9-712DE24BF03D}"/>
                  </a:ext>
                </a:extLst>
              </p:cNvPr>
              <p:cNvCxnSpPr>
                <a:cxnSpLocks noChangeShapeType="1"/>
              </p:cNvCxnSpPr>
              <p:nvPr/>
            </p:nvCxnSpPr>
            <p:spPr bwMode="auto">
              <a:xfrm rot="5400000">
                <a:off x="4662006" y="2160056"/>
                <a:ext cx="27432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4367" name="Straight Connector 165">
                <a:extLst>
                  <a:ext uri="{FF2B5EF4-FFF2-40B4-BE49-F238E27FC236}">
                    <a16:creationId xmlns:a16="http://schemas.microsoft.com/office/drawing/2014/main" id="{F64B37BE-8F3E-7B64-44B2-9ADB036DE702}"/>
                  </a:ext>
                </a:extLst>
              </p:cNvPr>
              <p:cNvCxnSpPr>
                <a:cxnSpLocks noChangeShapeType="1"/>
              </p:cNvCxnSpPr>
              <p:nvPr/>
            </p:nvCxnSpPr>
            <p:spPr bwMode="auto">
              <a:xfrm>
                <a:off x="4783348" y="2014270"/>
                <a:ext cx="207334"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grpSp>
        <p:sp>
          <p:nvSpPr>
            <p:cNvPr id="14344" name="TextBox 167">
              <a:extLst>
                <a:ext uri="{FF2B5EF4-FFF2-40B4-BE49-F238E27FC236}">
                  <a16:creationId xmlns:a16="http://schemas.microsoft.com/office/drawing/2014/main" id="{D03FD1EC-A7B7-583F-30CB-1BAEDD31EC29}"/>
                </a:ext>
              </a:extLst>
            </p:cNvPr>
            <p:cNvSpPr txBox="1">
              <a:spLocks noChangeArrowheads="1"/>
            </p:cNvSpPr>
            <p:nvPr/>
          </p:nvSpPr>
          <p:spPr bwMode="auto">
            <a:xfrm>
              <a:off x="1752600" y="16002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Q1</a:t>
              </a:r>
              <a:endParaRPr lang="en-GB" altLang="en-US" sz="1600"/>
            </a:p>
          </p:txBody>
        </p:sp>
        <p:sp>
          <p:nvSpPr>
            <p:cNvPr id="14345" name="TextBox 168">
              <a:extLst>
                <a:ext uri="{FF2B5EF4-FFF2-40B4-BE49-F238E27FC236}">
                  <a16:creationId xmlns:a16="http://schemas.microsoft.com/office/drawing/2014/main" id="{66D87498-E7EC-7650-B17E-EE8C5A383655}"/>
                </a:ext>
              </a:extLst>
            </p:cNvPr>
            <p:cNvSpPr txBox="1">
              <a:spLocks noChangeArrowheads="1"/>
            </p:cNvSpPr>
            <p:nvPr/>
          </p:nvSpPr>
          <p:spPr bwMode="auto">
            <a:xfrm>
              <a:off x="5029200" y="16002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Q2</a:t>
              </a:r>
              <a:endParaRPr lang="en-GB" altLang="en-US" sz="1600"/>
            </a:p>
          </p:txBody>
        </p:sp>
        <p:sp>
          <p:nvSpPr>
            <p:cNvPr id="14346" name="TextBox 169">
              <a:extLst>
                <a:ext uri="{FF2B5EF4-FFF2-40B4-BE49-F238E27FC236}">
                  <a16:creationId xmlns:a16="http://schemas.microsoft.com/office/drawing/2014/main" id="{3DC6644F-7F8D-BE60-4031-439E4BC57A74}"/>
                </a:ext>
              </a:extLst>
            </p:cNvPr>
            <p:cNvSpPr txBox="1">
              <a:spLocks noChangeArrowheads="1"/>
            </p:cNvSpPr>
            <p:nvPr/>
          </p:nvSpPr>
          <p:spPr bwMode="auto">
            <a:xfrm>
              <a:off x="4038600" y="16002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D2</a:t>
              </a:r>
              <a:endParaRPr lang="en-GB" altLang="en-US" sz="1600"/>
            </a:p>
          </p:txBody>
        </p:sp>
        <p:sp>
          <p:nvSpPr>
            <p:cNvPr id="14347" name="TextBox 144">
              <a:extLst>
                <a:ext uri="{FF2B5EF4-FFF2-40B4-BE49-F238E27FC236}">
                  <a16:creationId xmlns:a16="http://schemas.microsoft.com/office/drawing/2014/main" id="{E728BD69-ED12-950B-E86D-60EE15CCD32F}"/>
                </a:ext>
              </a:extLst>
            </p:cNvPr>
            <p:cNvSpPr txBox="1">
              <a:spLocks noChangeArrowheads="1"/>
            </p:cNvSpPr>
            <p:nvPr/>
          </p:nvSpPr>
          <p:spPr bwMode="auto">
            <a:xfrm>
              <a:off x="1143000" y="1330837"/>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R1</a:t>
              </a:r>
              <a:endParaRPr lang="en-GB" altLang="en-US" sz="1600"/>
            </a:p>
          </p:txBody>
        </p:sp>
        <p:sp>
          <p:nvSpPr>
            <p:cNvPr id="14348" name="TextBox 145">
              <a:extLst>
                <a:ext uri="{FF2B5EF4-FFF2-40B4-BE49-F238E27FC236}">
                  <a16:creationId xmlns:a16="http://schemas.microsoft.com/office/drawing/2014/main" id="{1BE79F66-C4AF-2B49-822C-B511DB14CB5B}"/>
                </a:ext>
              </a:extLst>
            </p:cNvPr>
            <p:cNvSpPr txBox="1">
              <a:spLocks noChangeArrowheads="1"/>
            </p:cNvSpPr>
            <p:nvPr/>
          </p:nvSpPr>
          <p:spPr bwMode="auto">
            <a:xfrm>
              <a:off x="4517066" y="1293631"/>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R2</a:t>
              </a:r>
              <a:endParaRPr lang="en-GB" altLang="en-US" sz="160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2AC6E15-D90B-381C-07FA-0DFB1CF5B7FF}"/>
              </a:ext>
            </a:extLst>
          </p:cNvPr>
          <p:cNvSpPr>
            <a:spLocks noGrp="1" noChangeArrowheads="1"/>
          </p:cNvSpPr>
          <p:nvPr>
            <p:ph type="title"/>
          </p:nvPr>
        </p:nvSpPr>
        <p:spPr>
          <a:xfrm>
            <a:off x="0" y="183401"/>
            <a:ext cx="11612880" cy="704088"/>
          </a:xfrm>
        </p:spPr>
        <p:txBody>
          <a:bodyPr/>
          <a:lstStyle/>
          <a:p>
            <a:r>
              <a:rPr lang="en-US" altLang="en-US"/>
              <a:t>Minimum Delay  for Hold Time  Constraint</a:t>
            </a:r>
            <a:endParaRPr lang="en-GB" altLang="en-US"/>
          </a:p>
        </p:txBody>
      </p:sp>
      <p:sp>
        <p:nvSpPr>
          <p:cNvPr id="15363" name="TextBox 88">
            <a:extLst>
              <a:ext uri="{FF2B5EF4-FFF2-40B4-BE49-F238E27FC236}">
                <a16:creationId xmlns:a16="http://schemas.microsoft.com/office/drawing/2014/main" id="{59E12FFA-535A-5DF5-D39C-14E78003016C}"/>
              </a:ext>
            </a:extLst>
          </p:cNvPr>
          <p:cNvSpPr txBox="1">
            <a:spLocks noChangeArrowheads="1"/>
          </p:cNvSpPr>
          <p:nvPr/>
        </p:nvSpPr>
        <p:spPr bwMode="auto">
          <a:xfrm>
            <a:off x="1998663" y="4687888"/>
            <a:ext cx="3810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 </a:t>
            </a:r>
            <a:r>
              <a:rPr lang="en-US" altLang="en-US" baseline="-25000"/>
              <a:t>HOLD</a:t>
            </a:r>
            <a:r>
              <a:rPr lang="en-US" altLang="en-US"/>
              <a:t> &lt; </a:t>
            </a:r>
            <a:r>
              <a:rPr lang="en-GB" altLang="en-US"/>
              <a:t>=</a:t>
            </a:r>
            <a:r>
              <a:rPr lang="en-US" altLang="en-US"/>
              <a:t>T</a:t>
            </a:r>
            <a:r>
              <a:rPr lang="en-US" altLang="en-US" baseline="-25000"/>
              <a:t>CC_Q</a:t>
            </a:r>
            <a:r>
              <a:rPr lang="en-US" altLang="en-US"/>
              <a:t>+T</a:t>
            </a:r>
            <a:r>
              <a:rPr lang="en-US" altLang="en-US" baseline="-25000"/>
              <a:t>CD   </a:t>
            </a:r>
            <a:endParaRPr lang="en-GB" altLang="en-US"/>
          </a:p>
          <a:p>
            <a:pPr eaLnBrk="1" hangingPunct="1"/>
            <a:r>
              <a:rPr lang="en-US" altLang="en-US"/>
              <a:t>T</a:t>
            </a:r>
            <a:r>
              <a:rPr lang="en-US" altLang="en-US" baseline="-25000"/>
              <a:t>COMB_MIN </a:t>
            </a:r>
            <a:r>
              <a:rPr lang="en-US" altLang="en-US"/>
              <a:t>&gt;= T </a:t>
            </a:r>
            <a:r>
              <a:rPr lang="en-US" altLang="en-US" baseline="-25000"/>
              <a:t>HOLD</a:t>
            </a:r>
            <a:r>
              <a:rPr lang="en-US" altLang="en-US"/>
              <a:t> - T</a:t>
            </a:r>
            <a:r>
              <a:rPr lang="en-US" altLang="en-US" baseline="-25000"/>
              <a:t>CC_Q</a:t>
            </a:r>
            <a:endParaRPr lang="en-US" altLang="en-US"/>
          </a:p>
        </p:txBody>
      </p:sp>
      <p:sp>
        <p:nvSpPr>
          <p:cNvPr id="15364" name="TextBox 89">
            <a:extLst>
              <a:ext uri="{FF2B5EF4-FFF2-40B4-BE49-F238E27FC236}">
                <a16:creationId xmlns:a16="http://schemas.microsoft.com/office/drawing/2014/main" id="{81CEE7FD-3FD1-50B4-959C-A9D9F596D2DD}"/>
              </a:ext>
            </a:extLst>
          </p:cNvPr>
          <p:cNvSpPr txBox="1">
            <a:spLocks noChangeArrowheads="1"/>
          </p:cNvSpPr>
          <p:nvPr/>
        </p:nvSpPr>
        <p:spPr bwMode="auto">
          <a:xfrm>
            <a:off x="5943600" y="4495800"/>
            <a:ext cx="4191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Hold  time constraint  limits the minimum  delay  through combinational logic </a:t>
            </a:r>
            <a:endParaRPr lang="en-GB" altLang="en-US"/>
          </a:p>
        </p:txBody>
      </p:sp>
      <p:grpSp>
        <p:nvGrpSpPr>
          <p:cNvPr id="15365" name="Group 91">
            <a:extLst>
              <a:ext uri="{FF2B5EF4-FFF2-40B4-BE49-F238E27FC236}">
                <a16:creationId xmlns:a16="http://schemas.microsoft.com/office/drawing/2014/main" id="{09AB9EDF-3258-13C7-09B0-C7AB61DD522A}"/>
              </a:ext>
            </a:extLst>
          </p:cNvPr>
          <p:cNvGrpSpPr>
            <a:grpSpLocks/>
          </p:cNvGrpSpPr>
          <p:nvPr/>
        </p:nvGrpSpPr>
        <p:grpSpPr bwMode="auto">
          <a:xfrm>
            <a:off x="2219326" y="1828800"/>
            <a:ext cx="4754563" cy="2592388"/>
            <a:chOff x="694645" y="1828800"/>
            <a:chExt cx="4754880" cy="2592705"/>
          </a:xfrm>
        </p:grpSpPr>
        <p:sp>
          <p:nvSpPr>
            <p:cNvPr id="3156" name="Text Box 84">
              <a:extLst>
                <a:ext uri="{FF2B5EF4-FFF2-40B4-BE49-F238E27FC236}">
                  <a16:creationId xmlns:a16="http://schemas.microsoft.com/office/drawing/2014/main" id="{83458473-19B5-41B2-B352-FF983F2AF513}"/>
                </a:ext>
              </a:extLst>
            </p:cNvPr>
            <p:cNvSpPr txBox="1">
              <a:spLocks noChangeArrowheads="1"/>
            </p:cNvSpPr>
            <p:nvPr/>
          </p:nvSpPr>
          <p:spPr bwMode="auto">
            <a:xfrm>
              <a:off x="2695028" y="3983301"/>
              <a:ext cx="1339939" cy="436615"/>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HOLD SLACK</a:t>
              </a:r>
              <a:endParaRPr lang="en-US" sz="1600" dirty="0">
                <a:latin typeface="+mj-lt"/>
              </a:endParaRPr>
            </a:p>
          </p:txBody>
        </p:sp>
        <p:grpSp>
          <p:nvGrpSpPr>
            <p:cNvPr id="15368" name="Group 87">
              <a:extLst>
                <a:ext uri="{FF2B5EF4-FFF2-40B4-BE49-F238E27FC236}">
                  <a16:creationId xmlns:a16="http://schemas.microsoft.com/office/drawing/2014/main" id="{9D509670-285F-D60F-C030-4B6E257EC841}"/>
                </a:ext>
              </a:extLst>
            </p:cNvPr>
            <p:cNvGrpSpPr>
              <a:grpSpLocks/>
            </p:cNvGrpSpPr>
            <p:nvPr/>
          </p:nvGrpSpPr>
          <p:grpSpPr bwMode="auto">
            <a:xfrm>
              <a:off x="694645" y="1828800"/>
              <a:ext cx="4754880" cy="2592705"/>
              <a:chOff x="1066800" y="1828800"/>
              <a:chExt cx="4754880" cy="2592705"/>
            </a:xfrm>
          </p:grpSpPr>
          <p:sp>
            <p:nvSpPr>
              <p:cNvPr id="3147" name="Text Box 75">
                <a:extLst>
                  <a:ext uri="{FF2B5EF4-FFF2-40B4-BE49-F238E27FC236}">
                    <a16:creationId xmlns:a16="http://schemas.microsoft.com/office/drawing/2014/main" id="{EAB298CB-D10D-476A-815E-169238026E1A}"/>
                  </a:ext>
                </a:extLst>
              </p:cNvPr>
              <p:cNvSpPr txBox="1">
                <a:spLocks noChangeArrowheads="1"/>
              </p:cNvSpPr>
              <p:nvPr/>
            </p:nvSpPr>
            <p:spPr bwMode="auto">
              <a:xfrm>
                <a:off x="1897118" y="4070624"/>
                <a:ext cx="755700" cy="350881"/>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HOLD</a:t>
                </a:r>
                <a:endParaRPr lang="en-US" sz="1600" dirty="0">
                  <a:latin typeface="+mj-lt"/>
                </a:endParaRPr>
              </a:p>
            </p:txBody>
          </p:sp>
          <p:grpSp>
            <p:nvGrpSpPr>
              <p:cNvPr id="15371" name="Group 86">
                <a:extLst>
                  <a:ext uri="{FF2B5EF4-FFF2-40B4-BE49-F238E27FC236}">
                    <a16:creationId xmlns:a16="http://schemas.microsoft.com/office/drawing/2014/main" id="{ECD29580-CE96-2FDD-CE0B-83F952CC8C3E}"/>
                  </a:ext>
                </a:extLst>
              </p:cNvPr>
              <p:cNvGrpSpPr>
                <a:grpSpLocks/>
              </p:cNvGrpSpPr>
              <p:nvPr/>
            </p:nvGrpSpPr>
            <p:grpSpPr bwMode="auto">
              <a:xfrm>
                <a:off x="1066800" y="1828800"/>
                <a:ext cx="4754880" cy="2431828"/>
                <a:chOff x="1066800" y="2019300"/>
                <a:chExt cx="4754880" cy="2431828"/>
              </a:xfrm>
            </p:grpSpPr>
            <p:sp>
              <p:nvSpPr>
                <p:cNvPr id="3075" name="Line 3">
                  <a:extLst>
                    <a:ext uri="{FF2B5EF4-FFF2-40B4-BE49-F238E27FC236}">
                      <a16:creationId xmlns:a16="http://schemas.microsoft.com/office/drawing/2014/main" id="{C7725EAA-D262-4C4F-B756-D80E4C41DD47}"/>
                    </a:ext>
                  </a:extLst>
                </p:cNvPr>
                <p:cNvSpPr>
                  <a:spLocks noChangeShapeType="1"/>
                </p:cNvSpPr>
                <p:nvPr/>
              </p:nvSpPr>
              <p:spPr bwMode="auto">
                <a:xfrm>
                  <a:off x="1285890" y="2416223"/>
                  <a:ext cx="604878" cy="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076" name="Line 4">
                  <a:extLst>
                    <a:ext uri="{FF2B5EF4-FFF2-40B4-BE49-F238E27FC236}">
                      <a16:creationId xmlns:a16="http://schemas.microsoft.com/office/drawing/2014/main" id="{D420E6BA-A422-45EF-89DF-9B00DA90808E}"/>
                    </a:ext>
                  </a:extLst>
                </p:cNvPr>
                <p:cNvSpPr>
                  <a:spLocks noChangeShapeType="1"/>
                </p:cNvSpPr>
                <p:nvPr/>
              </p:nvSpPr>
              <p:spPr bwMode="auto">
                <a:xfrm flipV="1">
                  <a:off x="1890768" y="2154254"/>
                  <a:ext cx="74617" cy="261969"/>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77" name="Line 5">
                  <a:extLst>
                    <a:ext uri="{FF2B5EF4-FFF2-40B4-BE49-F238E27FC236}">
                      <a16:creationId xmlns:a16="http://schemas.microsoft.com/office/drawing/2014/main" id="{F4B67B86-D647-4666-B336-9DB9A5D112F9}"/>
                    </a:ext>
                  </a:extLst>
                </p:cNvPr>
                <p:cNvSpPr>
                  <a:spLocks noChangeShapeType="1"/>
                </p:cNvSpPr>
                <p:nvPr/>
              </p:nvSpPr>
              <p:spPr bwMode="auto">
                <a:xfrm>
                  <a:off x="1960623" y="2151079"/>
                  <a:ext cx="1046232" cy="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078" name="Line 6">
                  <a:extLst>
                    <a:ext uri="{FF2B5EF4-FFF2-40B4-BE49-F238E27FC236}">
                      <a16:creationId xmlns:a16="http://schemas.microsoft.com/office/drawing/2014/main" id="{F9CA24DF-A5DD-48B1-912C-0A9B98B22430}"/>
                    </a:ext>
                  </a:extLst>
                </p:cNvPr>
                <p:cNvSpPr>
                  <a:spLocks noChangeShapeType="1"/>
                </p:cNvSpPr>
                <p:nvPr/>
              </p:nvSpPr>
              <p:spPr bwMode="auto">
                <a:xfrm>
                  <a:off x="3006854" y="2151079"/>
                  <a:ext cx="66679" cy="271495"/>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079" name="Line 7">
                  <a:extLst>
                    <a:ext uri="{FF2B5EF4-FFF2-40B4-BE49-F238E27FC236}">
                      <a16:creationId xmlns:a16="http://schemas.microsoft.com/office/drawing/2014/main" id="{1D73707F-1292-4490-9150-F7FDFF5D9CD9}"/>
                    </a:ext>
                  </a:extLst>
                </p:cNvPr>
                <p:cNvSpPr>
                  <a:spLocks noChangeShapeType="1"/>
                </p:cNvSpPr>
                <p:nvPr/>
              </p:nvSpPr>
              <p:spPr bwMode="auto">
                <a:xfrm>
                  <a:off x="3075122" y="2422574"/>
                  <a:ext cx="2125804" cy="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080" name="Line 8">
                  <a:extLst>
                    <a:ext uri="{FF2B5EF4-FFF2-40B4-BE49-F238E27FC236}">
                      <a16:creationId xmlns:a16="http://schemas.microsoft.com/office/drawing/2014/main" id="{C457D852-8866-4479-BE6F-0E8CB8DC8687}"/>
                    </a:ext>
                  </a:extLst>
                </p:cNvPr>
                <p:cNvSpPr>
                  <a:spLocks noChangeShapeType="1"/>
                </p:cNvSpPr>
                <p:nvPr/>
              </p:nvSpPr>
              <p:spPr bwMode="auto">
                <a:xfrm flipV="1">
                  <a:off x="5202514" y="2152666"/>
                  <a:ext cx="74617" cy="25879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81" name="Line 9">
                  <a:extLst>
                    <a:ext uri="{FF2B5EF4-FFF2-40B4-BE49-F238E27FC236}">
                      <a16:creationId xmlns:a16="http://schemas.microsoft.com/office/drawing/2014/main" id="{163FDB62-6238-46CE-A8C2-4DA7ABBFF093}"/>
                    </a:ext>
                  </a:extLst>
                </p:cNvPr>
                <p:cNvSpPr>
                  <a:spLocks noChangeShapeType="1"/>
                </p:cNvSpPr>
                <p:nvPr/>
              </p:nvSpPr>
              <p:spPr bwMode="auto">
                <a:xfrm>
                  <a:off x="5272368" y="2147904"/>
                  <a:ext cx="523910" cy="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082" name="Line 10">
                  <a:extLst>
                    <a:ext uri="{FF2B5EF4-FFF2-40B4-BE49-F238E27FC236}">
                      <a16:creationId xmlns:a16="http://schemas.microsoft.com/office/drawing/2014/main" id="{4E0CEC67-D350-462D-989F-6A12351AF89C}"/>
                    </a:ext>
                  </a:extLst>
                </p:cNvPr>
                <p:cNvSpPr>
                  <a:spLocks noChangeShapeType="1"/>
                </p:cNvSpPr>
                <p:nvPr/>
              </p:nvSpPr>
              <p:spPr bwMode="auto">
                <a:xfrm>
                  <a:off x="1928870" y="2136789"/>
                  <a:ext cx="0" cy="231485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83" name="Line 11">
                  <a:extLst>
                    <a:ext uri="{FF2B5EF4-FFF2-40B4-BE49-F238E27FC236}">
                      <a16:creationId xmlns:a16="http://schemas.microsoft.com/office/drawing/2014/main" id="{9189F12A-64D7-41D4-9426-F61DD767A901}"/>
                    </a:ext>
                  </a:extLst>
                </p:cNvPr>
                <p:cNvSpPr>
                  <a:spLocks noChangeShapeType="1"/>
                </p:cNvSpPr>
                <p:nvPr/>
              </p:nvSpPr>
              <p:spPr bwMode="auto">
                <a:xfrm flipV="1">
                  <a:off x="1304941" y="2773455"/>
                  <a:ext cx="760464"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84" name="Line 12">
                  <a:extLst>
                    <a:ext uri="{FF2B5EF4-FFF2-40B4-BE49-F238E27FC236}">
                      <a16:creationId xmlns:a16="http://schemas.microsoft.com/office/drawing/2014/main" id="{B9DD2FDC-4FA5-4BDC-AA5C-E0DCEC07DC9C}"/>
                    </a:ext>
                  </a:extLst>
                </p:cNvPr>
                <p:cNvSpPr>
                  <a:spLocks noChangeShapeType="1"/>
                </p:cNvSpPr>
                <p:nvPr/>
              </p:nvSpPr>
              <p:spPr bwMode="auto">
                <a:xfrm flipV="1">
                  <a:off x="1336693" y="3033837"/>
                  <a:ext cx="712836"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85" name="Line 13">
                  <a:extLst>
                    <a:ext uri="{FF2B5EF4-FFF2-40B4-BE49-F238E27FC236}">
                      <a16:creationId xmlns:a16="http://schemas.microsoft.com/office/drawing/2014/main" id="{682ED8B1-F63B-4A6C-8F0F-46E3C3AF0304}"/>
                    </a:ext>
                  </a:extLst>
                </p:cNvPr>
                <p:cNvSpPr>
                  <a:spLocks noChangeShapeType="1"/>
                </p:cNvSpPr>
                <p:nvPr/>
              </p:nvSpPr>
              <p:spPr bwMode="auto">
                <a:xfrm flipV="1">
                  <a:off x="2381338" y="2773455"/>
                  <a:ext cx="3424466"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86" name="Line 14">
                  <a:extLst>
                    <a:ext uri="{FF2B5EF4-FFF2-40B4-BE49-F238E27FC236}">
                      <a16:creationId xmlns:a16="http://schemas.microsoft.com/office/drawing/2014/main" id="{2801FCBC-B1A5-4CBC-A5D3-860062E254AB}"/>
                    </a:ext>
                  </a:extLst>
                </p:cNvPr>
                <p:cNvSpPr>
                  <a:spLocks noChangeShapeType="1"/>
                </p:cNvSpPr>
                <p:nvPr/>
              </p:nvSpPr>
              <p:spPr bwMode="auto">
                <a:xfrm>
                  <a:off x="2397214" y="3038599"/>
                  <a:ext cx="3424466"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87" name="Line 15">
                  <a:extLst>
                    <a:ext uri="{FF2B5EF4-FFF2-40B4-BE49-F238E27FC236}">
                      <a16:creationId xmlns:a16="http://schemas.microsoft.com/office/drawing/2014/main" id="{7FB9D66E-A301-4085-9D39-871F94448881}"/>
                    </a:ext>
                  </a:extLst>
                </p:cNvPr>
                <p:cNvSpPr>
                  <a:spLocks noChangeShapeType="1"/>
                </p:cNvSpPr>
                <p:nvPr/>
              </p:nvSpPr>
              <p:spPr bwMode="auto">
                <a:xfrm>
                  <a:off x="2152722" y="2773455"/>
                  <a:ext cx="133359"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88" name="Line 16">
                  <a:extLst>
                    <a:ext uri="{FF2B5EF4-FFF2-40B4-BE49-F238E27FC236}">
                      <a16:creationId xmlns:a16="http://schemas.microsoft.com/office/drawing/2014/main" id="{3FB717BF-0B52-4434-BBAF-3D027C2E7516}"/>
                    </a:ext>
                  </a:extLst>
                </p:cNvPr>
                <p:cNvSpPr>
                  <a:spLocks noChangeShapeType="1"/>
                </p:cNvSpPr>
                <p:nvPr/>
              </p:nvSpPr>
              <p:spPr bwMode="auto">
                <a:xfrm flipV="1">
                  <a:off x="2170187" y="2765516"/>
                  <a:ext cx="95256"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89" name="Line 17">
                  <a:extLst>
                    <a:ext uri="{FF2B5EF4-FFF2-40B4-BE49-F238E27FC236}">
                      <a16:creationId xmlns:a16="http://schemas.microsoft.com/office/drawing/2014/main" id="{5ADE1F3D-4D1E-48E2-B021-E0F5AB4028C3}"/>
                    </a:ext>
                  </a:extLst>
                </p:cNvPr>
                <p:cNvSpPr>
                  <a:spLocks noChangeShapeType="1"/>
                </p:cNvSpPr>
                <p:nvPr/>
              </p:nvSpPr>
              <p:spPr bwMode="auto">
                <a:xfrm>
                  <a:off x="2062229" y="2786157"/>
                  <a:ext cx="107957"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0" name="Line 18">
                  <a:extLst>
                    <a:ext uri="{FF2B5EF4-FFF2-40B4-BE49-F238E27FC236}">
                      <a16:creationId xmlns:a16="http://schemas.microsoft.com/office/drawing/2014/main" id="{B85A566D-9ABE-42E9-AA30-25C2E232E446}"/>
                    </a:ext>
                  </a:extLst>
                </p:cNvPr>
                <p:cNvSpPr>
                  <a:spLocks noChangeShapeType="1"/>
                </p:cNvSpPr>
                <p:nvPr/>
              </p:nvSpPr>
              <p:spPr bwMode="auto">
                <a:xfrm flipV="1">
                  <a:off x="2065405" y="2773455"/>
                  <a:ext cx="73030"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1" name="Line 19">
                  <a:extLst>
                    <a:ext uri="{FF2B5EF4-FFF2-40B4-BE49-F238E27FC236}">
                      <a16:creationId xmlns:a16="http://schemas.microsoft.com/office/drawing/2014/main" id="{6E380405-6639-43D3-A0AE-D3894F8EB7EC}"/>
                    </a:ext>
                  </a:extLst>
                </p:cNvPr>
                <p:cNvSpPr>
                  <a:spLocks noChangeShapeType="1"/>
                </p:cNvSpPr>
                <p:nvPr/>
              </p:nvSpPr>
              <p:spPr bwMode="auto">
                <a:xfrm>
                  <a:off x="5239028" y="2133614"/>
                  <a:ext cx="0" cy="186077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2" name="Line 20">
                  <a:extLst>
                    <a:ext uri="{FF2B5EF4-FFF2-40B4-BE49-F238E27FC236}">
                      <a16:creationId xmlns:a16="http://schemas.microsoft.com/office/drawing/2014/main" id="{7D4D4926-B13B-4798-9272-97F932A83767}"/>
                    </a:ext>
                  </a:extLst>
                </p:cNvPr>
                <p:cNvSpPr>
                  <a:spLocks noChangeShapeType="1"/>
                </p:cNvSpPr>
                <p:nvPr/>
              </p:nvSpPr>
              <p:spPr bwMode="auto">
                <a:xfrm>
                  <a:off x="1438300" y="3392656"/>
                  <a:ext cx="123515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93" name="Line 21">
                  <a:extLst>
                    <a:ext uri="{FF2B5EF4-FFF2-40B4-BE49-F238E27FC236}">
                      <a16:creationId xmlns:a16="http://schemas.microsoft.com/office/drawing/2014/main" id="{D838B20A-EE17-4842-B2FC-3FE9B77A6223}"/>
                    </a:ext>
                  </a:extLst>
                </p:cNvPr>
                <p:cNvSpPr>
                  <a:spLocks noChangeShapeType="1"/>
                </p:cNvSpPr>
                <p:nvPr/>
              </p:nvSpPr>
              <p:spPr bwMode="auto">
                <a:xfrm>
                  <a:off x="1438300" y="3659388"/>
                  <a:ext cx="123674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94" name="Line 22">
                  <a:extLst>
                    <a:ext uri="{FF2B5EF4-FFF2-40B4-BE49-F238E27FC236}">
                      <a16:creationId xmlns:a16="http://schemas.microsoft.com/office/drawing/2014/main" id="{2B048AEA-2738-48EC-9769-7A468EE4AB4C}"/>
                    </a:ext>
                  </a:extLst>
                </p:cNvPr>
                <p:cNvSpPr>
                  <a:spLocks noChangeShapeType="1"/>
                </p:cNvSpPr>
                <p:nvPr/>
              </p:nvSpPr>
              <p:spPr bwMode="auto">
                <a:xfrm>
                  <a:off x="3864161" y="3395831"/>
                  <a:ext cx="107957"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5" name="Line 23">
                  <a:extLst>
                    <a:ext uri="{FF2B5EF4-FFF2-40B4-BE49-F238E27FC236}">
                      <a16:creationId xmlns:a16="http://schemas.microsoft.com/office/drawing/2014/main" id="{6DFA6900-82D0-46D0-AB59-7B56FFC24DB6}"/>
                    </a:ext>
                  </a:extLst>
                </p:cNvPr>
                <p:cNvSpPr>
                  <a:spLocks noChangeShapeType="1"/>
                </p:cNvSpPr>
                <p:nvPr/>
              </p:nvSpPr>
              <p:spPr bwMode="auto">
                <a:xfrm flipV="1">
                  <a:off x="3864161" y="3384717"/>
                  <a:ext cx="74618" cy="25879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6" name="Line 24">
                  <a:extLst>
                    <a:ext uri="{FF2B5EF4-FFF2-40B4-BE49-F238E27FC236}">
                      <a16:creationId xmlns:a16="http://schemas.microsoft.com/office/drawing/2014/main" id="{171CBE5B-511A-4652-BC82-2DE252CE904B}"/>
                    </a:ext>
                  </a:extLst>
                </p:cNvPr>
                <p:cNvSpPr>
                  <a:spLocks noChangeShapeType="1"/>
                </p:cNvSpPr>
                <p:nvPr/>
              </p:nvSpPr>
              <p:spPr bwMode="auto">
                <a:xfrm flipV="1">
                  <a:off x="3767318" y="3397418"/>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7" name="Line 25">
                  <a:extLst>
                    <a:ext uri="{FF2B5EF4-FFF2-40B4-BE49-F238E27FC236}">
                      <a16:creationId xmlns:a16="http://schemas.microsoft.com/office/drawing/2014/main" id="{AF02A3A0-8E57-469A-9988-24A131043C21}"/>
                    </a:ext>
                  </a:extLst>
                </p:cNvPr>
                <p:cNvSpPr>
                  <a:spLocks noChangeShapeType="1"/>
                </p:cNvSpPr>
                <p:nvPr/>
              </p:nvSpPr>
              <p:spPr bwMode="auto">
                <a:xfrm>
                  <a:off x="3741916" y="3394243"/>
                  <a:ext cx="107957" cy="250856"/>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8" name="Line 26">
                  <a:extLst>
                    <a:ext uri="{FF2B5EF4-FFF2-40B4-BE49-F238E27FC236}">
                      <a16:creationId xmlns:a16="http://schemas.microsoft.com/office/drawing/2014/main" id="{DC6A7CB8-5EDB-432E-99F1-51B3F2239683}"/>
                    </a:ext>
                  </a:extLst>
                </p:cNvPr>
                <p:cNvSpPr>
                  <a:spLocks noChangeShapeType="1"/>
                </p:cNvSpPr>
                <p:nvPr/>
              </p:nvSpPr>
              <p:spPr bwMode="auto">
                <a:xfrm>
                  <a:off x="3633959" y="3399007"/>
                  <a:ext cx="107957" cy="25403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9" name="Line 27">
                  <a:extLst>
                    <a:ext uri="{FF2B5EF4-FFF2-40B4-BE49-F238E27FC236}">
                      <a16:creationId xmlns:a16="http://schemas.microsoft.com/office/drawing/2014/main" id="{BD2CBFC7-0B8F-4597-81F0-11707F5A65E0}"/>
                    </a:ext>
                  </a:extLst>
                </p:cNvPr>
                <p:cNvSpPr>
                  <a:spLocks noChangeShapeType="1"/>
                </p:cNvSpPr>
                <p:nvPr/>
              </p:nvSpPr>
              <p:spPr bwMode="auto">
                <a:xfrm flipV="1">
                  <a:off x="3659361" y="3397418"/>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0" name="Line 28">
                  <a:extLst>
                    <a:ext uri="{FF2B5EF4-FFF2-40B4-BE49-F238E27FC236}">
                      <a16:creationId xmlns:a16="http://schemas.microsoft.com/office/drawing/2014/main" id="{1A69BDC9-4DEF-473A-983D-86A858707F57}"/>
                    </a:ext>
                  </a:extLst>
                </p:cNvPr>
                <p:cNvSpPr>
                  <a:spLocks noChangeShapeType="1"/>
                </p:cNvSpPr>
                <p:nvPr/>
              </p:nvSpPr>
              <p:spPr bwMode="auto">
                <a:xfrm>
                  <a:off x="3529177" y="3397418"/>
                  <a:ext cx="107957" cy="252444"/>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1" name="Line 29">
                  <a:extLst>
                    <a:ext uri="{FF2B5EF4-FFF2-40B4-BE49-F238E27FC236}">
                      <a16:creationId xmlns:a16="http://schemas.microsoft.com/office/drawing/2014/main" id="{41D0B6C2-E76D-4B90-880F-9366FDBAF9B9}"/>
                    </a:ext>
                  </a:extLst>
                </p:cNvPr>
                <p:cNvSpPr>
                  <a:spLocks noChangeShapeType="1"/>
                </p:cNvSpPr>
                <p:nvPr/>
              </p:nvSpPr>
              <p:spPr bwMode="auto">
                <a:xfrm flipV="1">
                  <a:off x="3554579" y="3391068"/>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2" name="Line 30">
                  <a:extLst>
                    <a:ext uri="{FF2B5EF4-FFF2-40B4-BE49-F238E27FC236}">
                      <a16:creationId xmlns:a16="http://schemas.microsoft.com/office/drawing/2014/main" id="{5A289CB3-E7C5-49CF-B561-4B0AC183F216}"/>
                    </a:ext>
                  </a:extLst>
                </p:cNvPr>
                <p:cNvSpPr>
                  <a:spLocks noChangeShapeType="1"/>
                </p:cNvSpPr>
                <p:nvPr/>
              </p:nvSpPr>
              <p:spPr bwMode="auto">
                <a:xfrm>
                  <a:off x="3425982" y="3410120"/>
                  <a:ext cx="107957" cy="252444"/>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3" name="Line 31">
                  <a:extLst>
                    <a:ext uri="{FF2B5EF4-FFF2-40B4-BE49-F238E27FC236}">
                      <a16:creationId xmlns:a16="http://schemas.microsoft.com/office/drawing/2014/main" id="{EABA7198-8534-4EEB-AEF0-364130F305DD}"/>
                    </a:ext>
                  </a:extLst>
                </p:cNvPr>
                <p:cNvSpPr>
                  <a:spLocks noChangeShapeType="1"/>
                </p:cNvSpPr>
                <p:nvPr/>
              </p:nvSpPr>
              <p:spPr bwMode="auto">
                <a:xfrm flipV="1">
                  <a:off x="3440271" y="3397418"/>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4" name="Line 32">
                  <a:extLst>
                    <a:ext uri="{FF2B5EF4-FFF2-40B4-BE49-F238E27FC236}">
                      <a16:creationId xmlns:a16="http://schemas.microsoft.com/office/drawing/2014/main" id="{3EA149D6-517F-4538-B93A-8AE2C2834735}"/>
                    </a:ext>
                  </a:extLst>
                </p:cNvPr>
                <p:cNvSpPr>
                  <a:spLocks noChangeShapeType="1"/>
                </p:cNvSpPr>
                <p:nvPr/>
              </p:nvSpPr>
              <p:spPr bwMode="auto">
                <a:xfrm>
                  <a:off x="3322788" y="3391068"/>
                  <a:ext cx="107957" cy="252444"/>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5" name="Line 33">
                  <a:extLst>
                    <a:ext uri="{FF2B5EF4-FFF2-40B4-BE49-F238E27FC236}">
                      <a16:creationId xmlns:a16="http://schemas.microsoft.com/office/drawing/2014/main" id="{BEF73AFE-2731-4E69-95F5-8A3159CC97E1}"/>
                    </a:ext>
                  </a:extLst>
                </p:cNvPr>
                <p:cNvSpPr>
                  <a:spLocks noChangeShapeType="1"/>
                </p:cNvSpPr>
                <p:nvPr/>
              </p:nvSpPr>
              <p:spPr bwMode="auto">
                <a:xfrm flipV="1">
                  <a:off x="3329139" y="3392656"/>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6" name="Line 34">
                  <a:extLst>
                    <a:ext uri="{FF2B5EF4-FFF2-40B4-BE49-F238E27FC236}">
                      <a16:creationId xmlns:a16="http://schemas.microsoft.com/office/drawing/2014/main" id="{4DA5D1E0-10A0-4226-9B99-4F60664A798D}"/>
                    </a:ext>
                  </a:extLst>
                </p:cNvPr>
                <p:cNvSpPr>
                  <a:spLocks noChangeShapeType="1"/>
                </p:cNvSpPr>
                <p:nvPr/>
              </p:nvSpPr>
              <p:spPr bwMode="auto">
                <a:xfrm flipV="1">
                  <a:off x="3225944" y="3392656"/>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7" name="Line 35">
                  <a:extLst>
                    <a:ext uri="{FF2B5EF4-FFF2-40B4-BE49-F238E27FC236}">
                      <a16:creationId xmlns:a16="http://schemas.microsoft.com/office/drawing/2014/main" id="{2DFCF8A3-15C9-4857-9C19-9058D5764521}"/>
                    </a:ext>
                  </a:extLst>
                </p:cNvPr>
                <p:cNvSpPr>
                  <a:spLocks noChangeShapeType="1"/>
                </p:cNvSpPr>
                <p:nvPr/>
              </p:nvSpPr>
              <p:spPr bwMode="auto">
                <a:xfrm>
                  <a:off x="3200542" y="3387892"/>
                  <a:ext cx="106370" cy="252444"/>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8" name="Line 36">
                  <a:extLst>
                    <a:ext uri="{FF2B5EF4-FFF2-40B4-BE49-F238E27FC236}">
                      <a16:creationId xmlns:a16="http://schemas.microsoft.com/office/drawing/2014/main" id="{E45A8506-40FA-4122-B403-5E8F551B6417}"/>
                    </a:ext>
                  </a:extLst>
                </p:cNvPr>
                <p:cNvSpPr>
                  <a:spLocks noChangeShapeType="1"/>
                </p:cNvSpPr>
                <p:nvPr/>
              </p:nvSpPr>
              <p:spPr bwMode="auto">
                <a:xfrm>
                  <a:off x="3092585" y="3394243"/>
                  <a:ext cx="106370" cy="252444"/>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9" name="Line 37">
                  <a:extLst>
                    <a:ext uri="{FF2B5EF4-FFF2-40B4-BE49-F238E27FC236}">
                      <a16:creationId xmlns:a16="http://schemas.microsoft.com/office/drawing/2014/main" id="{1B81C67A-CD7E-4D55-9E51-CE592D7FC6FF}"/>
                    </a:ext>
                  </a:extLst>
                </p:cNvPr>
                <p:cNvSpPr>
                  <a:spLocks noChangeShapeType="1"/>
                </p:cNvSpPr>
                <p:nvPr/>
              </p:nvSpPr>
              <p:spPr bwMode="auto">
                <a:xfrm flipV="1">
                  <a:off x="3117987" y="3392656"/>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0" name="Line 38">
                  <a:extLst>
                    <a:ext uri="{FF2B5EF4-FFF2-40B4-BE49-F238E27FC236}">
                      <a16:creationId xmlns:a16="http://schemas.microsoft.com/office/drawing/2014/main" id="{F2826350-FFB2-4EFF-9794-3C29416CABC0}"/>
                    </a:ext>
                  </a:extLst>
                </p:cNvPr>
                <p:cNvSpPr>
                  <a:spLocks noChangeShapeType="1"/>
                </p:cNvSpPr>
                <p:nvPr/>
              </p:nvSpPr>
              <p:spPr bwMode="auto">
                <a:xfrm>
                  <a:off x="2987803" y="3392656"/>
                  <a:ext cx="106370" cy="250856"/>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1" name="Line 39">
                  <a:extLst>
                    <a:ext uri="{FF2B5EF4-FFF2-40B4-BE49-F238E27FC236}">
                      <a16:creationId xmlns:a16="http://schemas.microsoft.com/office/drawing/2014/main" id="{4A37DB38-B8AC-45BD-A54E-F9CA9C53A112}"/>
                    </a:ext>
                  </a:extLst>
                </p:cNvPr>
                <p:cNvSpPr>
                  <a:spLocks noChangeShapeType="1"/>
                </p:cNvSpPr>
                <p:nvPr/>
              </p:nvSpPr>
              <p:spPr bwMode="auto">
                <a:xfrm flipV="1">
                  <a:off x="3013205" y="3384717"/>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2" name="Line 40">
                  <a:extLst>
                    <a:ext uri="{FF2B5EF4-FFF2-40B4-BE49-F238E27FC236}">
                      <a16:creationId xmlns:a16="http://schemas.microsoft.com/office/drawing/2014/main" id="{E73A4EEB-64F0-4284-8F73-9948C333AE77}"/>
                    </a:ext>
                  </a:extLst>
                </p:cNvPr>
                <p:cNvSpPr>
                  <a:spLocks noChangeShapeType="1"/>
                </p:cNvSpPr>
                <p:nvPr/>
              </p:nvSpPr>
              <p:spPr bwMode="auto">
                <a:xfrm>
                  <a:off x="2884609" y="3403769"/>
                  <a:ext cx="107957" cy="25403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3" name="Line 41">
                  <a:extLst>
                    <a:ext uri="{FF2B5EF4-FFF2-40B4-BE49-F238E27FC236}">
                      <a16:creationId xmlns:a16="http://schemas.microsoft.com/office/drawing/2014/main" id="{5C665373-AE62-4D4F-A339-8A43E287BC98}"/>
                    </a:ext>
                  </a:extLst>
                </p:cNvPr>
                <p:cNvSpPr>
                  <a:spLocks noChangeShapeType="1"/>
                </p:cNvSpPr>
                <p:nvPr/>
              </p:nvSpPr>
              <p:spPr bwMode="auto">
                <a:xfrm flipV="1">
                  <a:off x="2898897" y="3392656"/>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4" name="Line 42">
                  <a:extLst>
                    <a:ext uri="{FF2B5EF4-FFF2-40B4-BE49-F238E27FC236}">
                      <a16:creationId xmlns:a16="http://schemas.microsoft.com/office/drawing/2014/main" id="{EC5CA218-7F72-4CAB-BA17-EC619386C2B3}"/>
                    </a:ext>
                  </a:extLst>
                </p:cNvPr>
                <p:cNvSpPr>
                  <a:spLocks noChangeShapeType="1"/>
                </p:cNvSpPr>
                <p:nvPr/>
              </p:nvSpPr>
              <p:spPr bwMode="auto">
                <a:xfrm>
                  <a:off x="2787765" y="3392656"/>
                  <a:ext cx="106370"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5" name="Line 43">
                  <a:extLst>
                    <a:ext uri="{FF2B5EF4-FFF2-40B4-BE49-F238E27FC236}">
                      <a16:creationId xmlns:a16="http://schemas.microsoft.com/office/drawing/2014/main" id="{DF594246-257D-4DF1-B9D1-35575EA300B5}"/>
                    </a:ext>
                  </a:extLst>
                </p:cNvPr>
                <p:cNvSpPr>
                  <a:spLocks noChangeShapeType="1"/>
                </p:cNvSpPr>
                <p:nvPr/>
              </p:nvSpPr>
              <p:spPr bwMode="auto">
                <a:xfrm flipV="1">
                  <a:off x="2794115" y="3394243"/>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6" name="Line 44">
                  <a:extLst>
                    <a:ext uri="{FF2B5EF4-FFF2-40B4-BE49-F238E27FC236}">
                      <a16:creationId xmlns:a16="http://schemas.microsoft.com/office/drawing/2014/main" id="{4EAC6915-B813-45A4-86A6-53EBD1BAF6F1}"/>
                    </a:ext>
                  </a:extLst>
                </p:cNvPr>
                <p:cNvSpPr>
                  <a:spLocks noChangeShapeType="1"/>
                </p:cNvSpPr>
                <p:nvPr/>
              </p:nvSpPr>
              <p:spPr bwMode="auto">
                <a:xfrm flipV="1">
                  <a:off x="2689333" y="3394243"/>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7" name="Line 45">
                  <a:extLst>
                    <a:ext uri="{FF2B5EF4-FFF2-40B4-BE49-F238E27FC236}">
                      <a16:creationId xmlns:a16="http://schemas.microsoft.com/office/drawing/2014/main" id="{1BAE6FC8-536F-491C-8329-A250939891FB}"/>
                    </a:ext>
                  </a:extLst>
                </p:cNvPr>
                <p:cNvSpPr>
                  <a:spLocks noChangeShapeType="1"/>
                </p:cNvSpPr>
                <p:nvPr/>
              </p:nvSpPr>
              <p:spPr bwMode="auto">
                <a:xfrm>
                  <a:off x="2667107" y="3397418"/>
                  <a:ext cx="106370" cy="25403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8" name="Line 46">
                  <a:extLst>
                    <a:ext uri="{FF2B5EF4-FFF2-40B4-BE49-F238E27FC236}">
                      <a16:creationId xmlns:a16="http://schemas.microsoft.com/office/drawing/2014/main" id="{382A6E82-A39A-4311-84D6-FCF96126B726}"/>
                    </a:ext>
                  </a:extLst>
                </p:cNvPr>
                <p:cNvSpPr>
                  <a:spLocks noChangeShapeType="1"/>
                </p:cNvSpPr>
                <p:nvPr/>
              </p:nvSpPr>
              <p:spPr bwMode="auto">
                <a:xfrm flipV="1">
                  <a:off x="2775064" y="3391068"/>
                  <a:ext cx="1165303" cy="1588"/>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119" name="Line 47">
                  <a:extLst>
                    <a:ext uri="{FF2B5EF4-FFF2-40B4-BE49-F238E27FC236}">
                      <a16:creationId xmlns:a16="http://schemas.microsoft.com/office/drawing/2014/main" id="{D2F3930B-A065-41C4-A670-90C2DEB215F4}"/>
                    </a:ext>
                  </a:extLst>
                </p:cNvPr>
                <p:cNvSpPr>
                  <a:spLocks noChangeShapeType="1"/>
                </p:cNvSpPr>
                <p:nvPr/>
              </p:nvSpPr>
              <p:spPr bwMode="auto">
                <a:xfrm>
                  <a:off x="2773477" y="3657800"/>
                  <a:ext cx="1189116" cy="1588"/>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120" name="Text Box 48">
                  <a:extLst>
                    <a:ext uri="{FF2B5EF4-FFF2-40B4-BE49-F238E27FC236}">
                      <a16:creationId xmlns:a16="http://schemas.microsoft.com/office/drawing/2014/main" id="{F8C45F92-5E33-4B41-B4A6-F2A341DA801E}"/>
                    </a:ext>
                  </a:extLst>
                </p:cNvPr>
                <p:cNvSpPr txBox="1">
                  <a:spLocks noChangeArrowheads="1"/>
                </p:cNvSpPr>
                <p:nvPr/>
              </p:nvSpPr>
              <p:spPr bwMode="auto">
                <a:xfrm>
                  <a:off x="1247787" y="2721061"/>
                  <a:ext cx="552487" cy="341355"/>
                </a:xfrm>
                <a:prstGeom prst="rect">
                  <a:avLst/>
                </a:prstGeom>
                <a:noFill/>
                <a:ln w="9525">
                  <a:noFill/>
                  <a:miter lim="800000"/>
                  <a:headEnd/>
                  <a:tailEnd/>
                </a:ln>
              </p:spPr>
              <p:txBody>
                <a:bodyPr/>
                <a:lstStyle/>
                <a:p>
                  <a:pPr eaLnBrk="1" hangingPunct="1">
                    <a:defRPr/>
                  </a:pPr>
                  <a:r>
                    <a:rPr lang="en-US" sz="1600" dirty="0">
                      <a:latin typeface="+mj-lt"/>
                    </a:rPr>
                    <a:t>Q1</a:t>
                  </a:r>
                </a:p>
                <a:p>
                  <a:pPr eaLnBrk="1" hangingPunct="1">
                    <a:defRPr/>
                  </a:pPr>
                  <a:endParaRPr lang="ru-RU" sz="1600" dirty="0">
                    <a:latin typeface="+mj-lt"/>
                  </a:endParaRPr>
                </a:p>
                <a:p>
                  <a:pPr eaLnBrk="1" hangingPunct="1">
                    <a:defRPr/>
                  </a:pPr>
                  <a:endParaRPr lang="en-US" sz="1600" dirty="0">
                    <a:latin typeface="+mj-lt"/>
                  </a:endParaRPr>
                </a:p>
              </p:txBody>
            </p:sp>
            <p:sp>
              <p:nvSpPr>
                <p:cNvPr id="3121" name="Line 49">
                  <a:extLst>
                    <a:ext uri="{FF2B5EF4-FFF2-40B4-BE49-F238E27FC236}">
                      <a16:creationId xmlns:a16="http://schemas.microsoft.com/office/drawing/2014/main" id="{82435F2C-5BBD-47F5-B831-A4C5D25CE632}"/>
                    </a:ext>
                  </a:extLst>
                </p:cNvPr>
                <p:cNvSpPr>
                  <a:spLocks noChangeShapeType="1"/>
                </p:cNvSpPr>
                <p:nvPr/>
              </p:nvSpPr>
              <p:spPr bwMode="auto">
                <a:xfrm>
                  <a:off x="1954272" y="2513073"/>
                  <a:ext cx="385788" cy="0"/>
                </a:xfrm>
                <a:prstGeom prst="line">
                  <a:avLst/>
                </a:prstGeom>
                <a:noFill/>
                <a:ln w="19050">
                  <a:solidFill>
                    <a:srgbClr val="0000FF"/>
                  </a:solidFill>
                  <a:round/>
                  <a:headEnd type="triangle" w="sm" len="med"/>
                  <a:tailEnd type="none" w="sm" len="sm"/>
                </a:ln>
              </p:spPr>
              <p:txBody>
                <a:bodyPr/>
                <a:lstStyle/>
                <a:p>
                  <a:pPr eaLnBrk="1" hangingPunct="1">
                    <a:defRPr/>
                  </a:pPr>
                  <a:endParaRPr lang="en-GB" sz="1600">
                    <a:latin typeface="+mj-lt"/>
                  </a:endParaRPr>
                </a:p>
              </p:txBody>
            </p:sp>
            <p:sp>
              <p:nvSpPr>
                <p:cNvPr id="3122" name="Line 50">
                  <a:extLst>
                    <a:ext uri="{FF2B5EF4-FFF2-40B4-BE49-F238E27FC236}">
                      <a16:creationId xmlns:a16="http://schemas.microsoft.com/office/drawing/2014/main" id="{057EFF76-BC5A-4E95-9E1B-D0C70E5B4339}"/>
                    </a:ext>
                  </a:extLst>
                </p:cNvPr>
                <p:cNvSpPr>
                  <a:spLocks noChangeShapeType="1"/>
                </p:cNvSpPr>
                <p:nvPr/>
              </p:nvSpPr>
              <p:spPr bwMode="auto">
                <a:xfrm>
                  <a:off x="2644880" y="2494021"/>
                  <a:ext cx="387376" cy="0"/>
                </a:xfrm>
                <a:prstGeom prst="line">
                  <a:avLst/>
                </a:prstGeom>
                <a:noFill/>
                <a:ln w="19050">
                  <a:solidFill>
                    <a:srgbClr val="0000FF"/>
                  </a:solidFill>
                  <a:round/>
                  <a:headEnd type="none" w="sm" len="med"/>
                  <a:tailEnd type="triangle" w="sm" len="med"/>
                </a:ln>
              </p:spPr>
              <p:txBody>
                <a:bodyPr/>
                <a:lstStyle/>
                <a:p>
                  <a:pPr eaLnBrk="1" hangingPunct="1">
                    <a:defRPr/>
                  </a:pPr>
                  <a:endParaRPr lang="en-GB" sz="1600">
                    <a:latin typeface="+mj-lt"/>
                  </a:endParaRPr>
                </a:p>
              </p:txBody>
            </p:sp>
            <p:sp>
              <p:nvSpPr>
                <p:cNvPr id="3123" name="Text Box 51">
                  <a:extLst>
                    <a:ext uri="{FF2B5EF4-FFF2-40B4-BE49-F238E27FC236}">
                      <a16:creationId xmlns:a16="http://schemas.microsoft.com/office/drawing/2014/main" id="{89D6FF13-E3E4-47D5-A52A-4F729E25CE1E}"/>
                    </a:ext>
                  </a:extLst>
                </p:cNvPr>
                <p:cNvSpPr txBox="1">
                  <a:spLocks noChangeArrowheads="1"/>
                </p:cNvSpPr>
                <p:nvPr/>
              </p:nvSpPr>
              <p:spPr bwMode="auto">
                <a:xfrm>
                  <a:off x="2286081" y="2290796"/>
                  <a:ext cx="506447" cy="335003"/>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H</a:t>
                  </a:r>
                  <a:endParaRPr lang="en-US" sz="1600" dirty="0">
                    <a:latin typeface="+mj-lt"/>
                  </a:endParaRPr>
                </a:p>
              </p:txBody>
            </p:sp>
            <p:sp>
              <p:nvSpPr>
                <p:cNvPr id="3124" name="Line 52">
                  <a:extLst>
                    <a:ext uri="{FF2B5EF4-FFF2-40B4-BE49-F238E27FC236}">
                      <a16:creationId xmlns:a16="http://schemas.microsoft.com/office/drawing/2014/main" id="{9509A3A7-026F-4BC1-BD3F-B14AD1706A90}"/>
                    </a:ext>
                  </a:extLst>
                </p:cNvPr>
                <p:cNvSpPr>
                  <a:spLocks noChangeShapeType="1"/>
                </p:cNvSpPr>
                <p:nvPr/>
              </p:nvSpPr>
              <p:spPr bwMode="auto">
                <a:xfrm>
                  <a:off x="4261063" y="2494021"/>
                  <a:ext cx="943038" cy="0"/>
                </a:xfrm>
                <a:prstGeom prst="line">
                  <a:avLst/>
                </a:prstGeom>
                <a:noFill/>
                <a:ln w="19050">
                  <a:solidFill>
                    <a:srgbClr val="0000FF"/>
                  </a:solidFill>
                  <a:round/>
                  <a:headEnd/>
                  <a:tailEnd type="triangle" w="sm" len="med"/>
                </a:ln>
              </p:spPr>
              <p:txBody>
                <a:bodyPr/>
                <a:lstStyle/>
                <a:p>
                  <a:pPr eaLnBrk="1" hangingPunct="1">
                    <a:defRPr/>
                  </a:pPr>
                  <a:endParaRPr lang="en-GB" sz="1600">
                    <a:latin typeface="+mj-lt"/>
                  </a:endParaRPr>
                </a:p>
              </p:txBody>
            </p:sp>
            <p:sp>
              <p:nvSpPr>
                <p:cNvPr id="3125" name="Line 53">
                  <a:extLst>
                    <a:ext uri="{FF2B5EF4-FFF2-40B4-BE49-F238E27FC236}">
                      <a16:creationId xmlns:a16="http://schemas.microsoft.com/office/drawing/2014/main" id="{2E30ABF0-B4B4-4F5A-8488-42F9C657DBF3}"/>
                    </a:ext>
                  </a:extLst>
                </p:cNvPr>
                <p:cNvSpPr>
                  <a:spLocks noChangeShapeType="1"/>
                </p:cNvSpPr>
                <p:nvPr/>
              </p:nvSpPr>
              <p:spPr bwMode="auto">
                <a:xfrm>
                  <a:off x="3027494" y="2501959"/>
                  <a:ext cx="943038" cy="0"/>
                </a:xfrm>
                <a:prstGeom prst="line">
                  <a:avLst/>
                </a:prstGeom>
                <a:noFill/>
                <a:ln w="19050">
                  <a:solidFill>
                    <a:srgbClr val="0000FF"/>
                  </a:solidFill>
                  <a:round/>
                  <a:headEnd type="triangle" w="sm" len="med"/>
                  <a:tailEnd type="none" w="sm" len="med"/>
                </a:ln>
              </p:spPr>
              <p:txBody>
                <a:bodyPr/>
                <a:lstStyle/>
                <a:p>
                  <a:pPr eaLnBrk="1" hangingPunct="1">
                    <a:defRPr/>
                  </a:pPr>
                  <a:endParaRPr lang="en-GB" sz="1600">
                    <a:latin typeface="+mj-lt"/>
                  </a:endParaRPr>
                </a:p>
              </p:txBody>
            </p:sp>
            <p:sp>
              <p:nvSpPr>
                <p:cNvPr id="3126" name="Text Box 54">
                  <a:extLst>
                    <a:ext uri="{FF2B5EF4-FFF2-40B4-BE49-F238E27FC236}">
                      <a16:creationId xmlns:a16="http://schemas.microsoft.com/office/drawing/2014/main" id="{83A9E4CB-A41E-46E3-8F9E-C3F8C4D48C27}"/>
                    </a:ext>
                  </a:extLst>
                </p:cNvPr>
                <p:cNvSpPr txBox="1">
                  <a:spLocks noChangeArrowheads="1"/>
                </p:cNvSpPr>
                <p:nvPr/>
              </p:nvSpPr>
              <p:spPr bwMode="auto">
                <a:xfrm>
                  <a:off x="3953067" y="2355891"/>
                  <a:ext cx="542961" cy="333416"/>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L</a:t>
                  </a:r>
                  <a:endParaRPr lang="en-US" sz="1600" dirty="0">
                    <a:latin typeface="+mj-lt"/>
                  </a:endParaRPr>
                </a:p>
              </p:txBody>
            </p:sp>
            <p:sp>
              <p:nvSpPr>
                <p:cNvPr id="3127" name="Line 55">
                  <a:extLst>
                    <a:ext uri="{FF2B5EF4-FFF2-40B4-BE49-F238E27FC236}">
                      <a16:creationId xmlns:a16="http://schemas.microsoft.com/office/drawing/2014/main" id="{CA85ADCE-A55A-4BE3-9CB7-99AF06FB7889}"/>
                    </a:ext>
                  </a:extLst>
                </p:cNvPr>
                <p:cNvSpPr>
                  <a:spLocks noChangeShapeType="1"/>
                </p:cNvSpPr>
                <p:nvPr/>
              </p:nvSpPr>
              <p:spPr bwMode="auto">
                <a:xfrm>
                  <a:off x="3853049" y="2655966"/>
                  <a:ext cx="1358991" cy="0"/>
                </a:xfrm>
                <a:prstGeom prst="line">
                  <a:avLst/>
                </a:prstGeom>
                <a:noFill/>
                <a:ln w="19050">
                  <a:solidFill>
                    <a:srgbClr val="0000FF"/>
                  </a:solidFill>
                  <a:round/>
                  <a:headEnd/>
                  <a:tailEnd type="triangle" w="sm" len="med"/>
                </a:ln>
              </p:spPr>
              <p:txBody>
                <a:bodyPr/>
                <a:lstStyle/>
                <a:p>
                  <a:pPr eaLnBrk="1" hangingPunct="1">
                    <a:defRPr/>
                  </a:pPr>
                  <a:endParaRPr lang="en-GB" sz="1600">
                    <a:latin typeface="+mj-lt"/>
                  </a:endParaRPr>
                </a:p>
              </p:txBody>
            </p:sp>
            <p:sp>
              <p:nvSpPr>
                <p:cNvPr id="3128" name="Line 56">
                  <a:extLst>
                    <a:ext uri="{FF2B5EF4-FFF2-40B4-BE49-F238E27FC236}">
                      <a16:creationId xmlns:a16="http://schemas.microsoft.com/office/drawing/2014/main" id="{37E5B019-A04D-4DE3-9C14-1207F44E4A1B}"/>
                    </a:ext>
                  </a:extLst>
                </p:cNvPr>
                <p:cNvSpPr>
                  <a:spLocks noChangeShapeType="1"/>
                </p:cNvSpPr>
                <p:nvPr/>
              </p:nvSpPr>
              <p:spPr bwMode="auto">
                <a:xfrm>
                  <a:off x="1954272" y="2649615"/>
                  <a:ext cx="1284373" cy="0"/>
                </a:xfrm>
                <a:prstGeom prst="line">
                  <a:avLst/>
                </a:prstGeom>
                <a:noFill/>
                <a:ln w="19050">
                  <a:solidFill>
                    <a:srgbClr val="0000FF"/>
                  </a:solidFill>
                  <a:round/>
                  <a:headEnd type="triangle" w="sm" len="lg"/>
                  <a:tailEnd type="none" w="sm" len="med"/>
                </a:ln>
              </p:spPr>
              <p:txBody>
                <a:bodyPr/>
                <a:lstStyle/>
                <a:p>
                  <a:pPr eaLnBrk="1" hangingPunct="1">
                    <a:defRPr/>
                  </a:pPr>
                  <a:endParaRPr lang="en-GB" sz="1600">
                    <a:latin typeface="+mj-lt"/>
                  </a:endParaRPr>
                </a:p>
              </p:txBody>
            </p:sp>
            <p:sp>
              <p:nvSpPr>
                <p:cNvPr id="3129" name="Text Box 57">
                  <a:extLst>
                    <a:ext uri="{FF2B5EF4-FFF2-40B4-BE49-F238E27FC236}">
                      <a16:creationId xmlns:a16="http://schemas.microsoft.com/office/drawing/2014/main" id="{056E20A3-267D-4922-A5F0-04BF203F4D34}"/>
                    </a:ext>
                  </a:extLst>
                </p:cNvPr>
                <p:cNvSpPr txBox="1">
                  <a:spLocks noChangeArrowheads="1"/>
                </p:cNvSpPr>
                <p:nvPr/>
              </p:nvSpPr>
              <p:spPr bwMode="auto">
                <a:xfrm>
                  <a:off x="3214831" y="2449566"/>
                  <a:ext cx="754112" cy="336591"/>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CLK</a:t>
                  </a:r>
                  <a:endParaRPr lang="en-US" sz="1600" dirty="0">
                    <a:latin typeface="+mj-lt"/>
                  </a:endParaRPr>
                </a:p>
              </p:txBody>
            </p:sp>
            <p:sp>
              <p:nvSpPr>
                <p:cNvPr id="3130" name="Line 58">
                  <a:extLst>
                    <a:ext uri="{FF2B5EF4-FFF2-40B4-BE49-F238E27FC236}">
                      <a16:creationId xmlns:a16="http://schemas.microsoft.com/office/drawing/2014/main" id="{1850C3EF-9193-4AAE-B5E4-000C6D70A617}"/>
                    </a:ext>
                  </a:extLst>
                </p:cNvPr>
                <p:cNvSpPr>
                  <a:spLocks noChangeShapeType="1"/>
                </p:cNvSpPr>
                <p:nvPr/>
              </p:nvSpPr>
              <p:spPr bwMode="auto">
                <a:xfrm>
                  <a:off x="2130496" y="2765516"/>
                  <a:ext cx="0" cy="111456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31" name="Line 59">
                  <a:extLst>
                    <a:ext uri="{FF2B5EF4-FFF2-40B4-BE49-F238E27FC236}">
                      <a16:creationId xmlns:a16="http://schemas.microsoft.com/office/drawing/2014/main" id="{1CD8FA7A-CD6B-4DFE-BB40-3B786EFEB309}"/>
                    </a:ext>
                  </a:extLst>
                </p:cNvPr>
                <p:cNvSpPr>
                  <a:spLocks noChangeShapeType="1"/>
                </p:cNvSpPr>
                <p:nvPr/>
              </p:nvSpPr>
              <p:spPr bwMode="auto">
                <a:xfrm>
                  <a:off x="4016572" y="3278342"/>
                  <a:ext cx="0" cy="771619"/>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32" name="Text Box 60">
                  <a:extLst>
                    <a:ext uri="{FF2B5EF4-FFF2-40B4-BE49-F238E27FC236}">
                      <a16:creationId xmlns:a16="http://schemas.microsoft.com/office/drawing/2014/main" id="{A709346E-CD71-4A31-9879-50F56FEE94BC}"/>
                    </a:ext>
                  </a:extLst>
                </p:cNvPr>
                <p:cNvSpPr txBox="1">
                  <a:spLocks noChangeArrowheads="1"/>
                </p:cNvSpPr>
                <p:nvPr/>
              </p:nvSpPr>
              <p:spPr bwMode="auto">
                <a:xfrm>
                  <a:off x="2409915" y="3848323"/>
                  <a:ext cx="1019243" cy="373109"/>
                </a:xfrm>
                <a:prstGeom prst="rect">
                  <a:avLst/>
                </a:prstGeom>
                <a:noFill/>
                <a:ln w="9525">
                  <a:noFill/>
                  <a:miter lim="800000"/>
                  <a:headEnd/>
                  <a:tailEnd/>
                </a:ln>
              </p:spPr>
              <p:txBody>
                <a:bodyPr/>
                <a:lstStyle/>
                <a:p>
                  <a:pPr>
                    <a:spcAft>
                      <a:spcPts val="1000"/>
                    </a:spcAft>
                    <a:defRPr/>
                  </a:pPr>
                  <a:r>
                    <a:rPr lang="en-GB" sz="1600" dirty="0" err="1">
                      <a:latin typeface="+mj-lt"/>
                    </a:rPr>
                    <a:t>Tcd</a:t>
                  </a:r>
                  <a:endParaRPr lang="en-US" sz="1600" dirty="0">
                    <a:latin typeface="+mj-lt"/>
                  </a:endParaRPr>
                </a:p>
              </p:txBody>
            </p:sp>
            <p:sp>
              <p:nvSpPr>
                <p:cNvPr id="3133" name="Line 61">
                  <a:extLst>
                    <a:ext uri="{FF2B5EF4-FFF2-40B4-BE49-F238E27FC236}">
                      <a16:creationId xmlns:a16="http://schemas.microsoft.com/office/drawing/2014/main" id="{18882E18-F014-460A-B03C-671C2A15E10F}"/>
                    </a:ext>
                  </a:extLst>
                </p:cNvPr>
                <p:cNvSpPr>
                  <a:spLocks noChangeShapeType="1"/>
                </p:cNvSpPr>
                <p:nvPr/>
              </p:nvSpPr>
              <p:spPr bwMode="auto">
                <a:xfrm>
                  <a:off x="1890768" y="3791166"/>
                  <a:ext cx="257192"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3134" name="Text Box 62">
                  <a:extLst>
                    <a:ext uri="{FF2B5EF4-FFF2-40B4-BE49-F238E27FC236}">
                      <a16:creationId xmlns:a16="http://schemas.microsoft.com/office/drawing/2014/main" id="{63D2C5FD-E548-49B5-8D5E-110806B1479F}"/>
                    </a:ext>
                  </a:extLst>
                </p:cNvPr>
                <p:cNvSpPr txBox="1">
                  <a:spLocks noChangeArrowheads="1"/>
                </p:cNvSpPr>
                <p:nvPr/>
              </p:nvSpPr>
              <p:spPr bwMode="auto">
                <a:xfrm>
                  <a:off x="1752646" y="3826096"/>
                  <a:ext cx="685846" cy="300075"/>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CCQ</a:t>
                  </a:r>
                  <a:endParaRPr lang="en-US" sz="1600" dirty="0">
                    <a:latin typeface="+mj-lt"/>
                  </a:endParaRPr>
                </a:p>
              </p:txBody>
            </p:sp>
            <p:sp>
              <p:nvSpPr>
                <p:cNvPr id="3135" name="Line 63">
                  <a:extLst>
                    <a:ext uri="{FF2B5EF4-FFF2-40B4-BE49-F238E27FC236}">
                      <a16:creationId xmlns:a16="http://schemas.microsoft.com/office/drawing/2014/main" id="{0292BCE5-E064-4861-A127-FFE56C1414B4}"/>
                    </a:ext>
                  </a:extLst>
                </p:cNvPr>
                <p:cNvSpPr>
                  <a:spLocks noChangeShapeType="1"/>
                </p:cNvSpPr>
                <p:nvPr/>
              </p:nvSpPr>
              <p:spPr bwMode="auto">
                <a:xfrm>
                  <a:off x="2206701" y="4216668"/>
                  <a:ext cx="0" cy="166708"/>
                </a:xfrm>
                <a:prstGeom prst="line">
                  <a:avLst/>
                </a:prstGeom>
                <a:noFill/>
                <a:ln w="9525">
                  <a:solidFill>
                    <a:srgbClr val="000000"/>
                  </a:solidFill>
                  <a:prstDash val="dash"/>
                  <a:round/>
                  <a:headEnd/>
                  <a:tailEnd/>
                </a:ln>
              </p:spPr>
              <p:txBody>
                <a:bodyPr/>
                <a:lstStyle/>
                <a:p>
                  <a:pPr eaLnBrk="1" hangingPunct="1">
                    <a:defRPr/>
                  </a:pPr>
                  <a:endParaRPr lang="en-GB" sz="1600">
                    <a:latin typeface="+mj-lt"/>
                  </a:endParaRPr>
                </a:p>
              </p:txBody>
            </p:sp>
            <p:sp>
              <p:nvSpPr>
                <p:cNvPr id="3136" name="Text Box 64">
                  <a:extLst>
                    <a:ext uri="{FF2B5EF4-FFF2-40B4-BE49-F238E27FC236}">
                      <a16:creationId xmlns:a16="http://schemas.microsoft.com/office/drawing/2014/main" id="{D7AB2028-9F79-4087-BA54-469E2EF047C9}"/>
                    </a:ext>
                  </a:extLst>
                </p:cNvPr>
                <p:cNvSpPr txBox="1">
                  <a:spLocks noChangeArrowheads="1"/>
                </p:cNvSpPr>
                <p:nvPr/>
              </p:nvSpPr>
              <p:spPr bwMode="auto">
                <a:xfrm>
                  <a:off x="1066800" y="2138378"/>
                  <a:ext cx="669970" cy="304837"/>
                </a:xfrm>
                <a:prstGeom prst="rect">
                  <a:avLst/>
                </a:prstGeom>
                <a:noFill/>
                <a:ln w="9525">
                  <a:noFill/>
                  <a:miter lim="800000"/>
                  <a:headEnd/>
                  <a:tailEnd/>
                </a:ln>
              </p:spPr>
              <p:txBody>
                <a:bodyPr/>
                <a:lstStyle/>
                <a:p>
                  <a:pPr>
                    <a:spcAft>
                      <a:spcPts val="1000"/>
                    </a:spcAft>
                    <a:defRPr/>
                  </a:pPr>
                  <a:r>
                    <a:rPr lang="en-GB" sz="1600" dirty="0">
                      <a:latin typeface="+mj-lt"/>
                    </a:rPr>
                    <a:t>CLK</a:t>
                  </a:r>
                  <a:endParaRPr lang="en-US" sz="1600" dirty="0">
                    <a:latin typeface="+mj-lt"/>
                  </a:endParaRPr>
                </a:p>
              </p:txBody>
            </p:sp>
            <p:sp>
              <p:nvSpPr>
                <p:cNvPr id="3137" name="Text Box 65">
                  <a:extLst>
                    <a:ext uri="{FF2B5EF4-FFF2-40B4-BE49-F238E27FC236}">
                      <a16:creationId xmlns:a16="http://schemas.microsoft.com/office/drawing/2014/main" id="{C52C646C-5694-4B58-A856-837AC52C3DFD}"/>
                    </a:ext>
                  </a:extLst>
                </p:cNvPr>
                <p:cNvSpPr txBox="1">
                  <a:spLocks noChangeArrowheads="1"/>
                </p:cNvSpPr>
                <p:nvPr/>
              </p:nvSpPr>
              <p:spPr bwMode="auto">
                <a:xfrm>
                  <a:off x="1260488" y="3360902"/>
                  <a:ext cx="611229" cy="342942"/>
                </a:xfrm>
                <a:prstGeom prst="rect">
                  <a:avLst/>
                </a:prstGeom>
                <a:noFill/>
                <a:ln w="9525">
                  <a:noFill/>
                  <a:miter lim="800000"/>
                  <a:headEnd/>
                  <a:tailEnd/>
                </a:ln>
              </p:spPr>
              <p:txBody>
                <a:bodyPr/>
                <a:lstStyle/>
                <a:p>
                  <a:pPr eaLnBrk="1" hangingPunct="1">
                    <a:defRPr/>
                  </a:pPr>
                  <a:r>
                    <a:rPr lang="en-GB" sz="1600" dirty="0">
                      <a:latin typeface="+mj-lt"/>
                    </a:rPr>
                    <a:t>D2</a:t>
                  </a:r>
                </a:p>
                <a:p>
                  <a:pPr eaLnBrk="1" hangingPunct="1">
                    <a:defRPr/>
                  </a:pPr>
                  <a:endParaRPr lang="ru-RU" sz="1600" dirty="0">
                    <a:latin typeface="+mj-lt"/>
                  </a:endParaRPr>
                </a:p>
                <a:p>
                  <a:pPr eaLnBrk="1" hangingPunct="1">
                    <a:defRPr/>
                  </a:pPr>
                  <a:endParaRPr lang="en-US" sz="1600" dirty="0">
                    <a:latin typeface="+mj-lt"/>
                  </a:endParaRPr>
                </a:p>
              </p:txBody>
            </p:sp>
            <p:sp>
              <p:nvSpPr>
                <p:cNvPr id="3138" name="Line 66">
                  <a:extLst>
                    <a:ext uri="{FF2B5EF4-FFF2-40B4-BE49-F238E27FC236}">
                      <a16:creationId xmlns:a16="http://schemas.microsoft.com/office/drawing/2014/main" id="{FF8B1C4C-6EA9-45A7-B54F-9B3DDD00D624}"/>
                    </a:ext>
                  </a:extLst>
                </p:cNvPr>
                <p:cNvSpPr>
                  <a:spLocks noChangeShapeType="1"/>
                </p:cNvSpPr>
                <p:nvPr/>
              </p:nvSpPr>
              <p:spPr bwMode="auto">
                <a:xfrm>
                  <a:off x="2141610" y="3795930"/>
                  <a:ext cx="617578"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cxnSp>
              <p:nvCxnSpPr>
                <p:cNvPr id="15436" name="AutoShape 67">
                  <a:extLst>
                    <a:ext uri="{FF2B5EF4-FFF2-40B4-BE49-F238E27FC236}">
                      <a16:creationId xmlns:a16="http://schemas.microsoft.com/office/drawing/2014/main" id="{6E4C0BFD-70E2-F2CC-B2D6-4EEE29EE90EC}"/>
                    </a:ext>
                  </a:extLst>
                </p:cNvPr>
                <p:cNvCxnSpPr>
                  <a:cxnSpLocks noChangeShapeType="1"/>
                </p:cNvCxnSpPr>
                <p:nvPr/>
              </p:nvCxnSpPr>
              <p:spPr bwMode="auto">
                <a:xfrm>
                  <a:off x="2152335" y="2772642"/>
                  <a:ext cx="134224" cy="961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5437" name="AutoShape 68">
                  <a:extLst>
                    <a:ext uri="{FF2B5EF4-FFF2-40B4-BE49-F238E27FC236}">
                      <a16:creationId xmlns:a16="http://schemas.microsoft.com/office/drawing/2014/main" id="{3B15738A-E176-3D06-2082-8D06240B72BF}"/>
                    </a:ext>
                  </a:extLst>
                </p:cNvPr>
                <p:cNvCxnSpPr>
                  <a:cxnSpLocks noChangeShapeType="1"/>
                </p:cNvCxnSpPr>
                <p:nvPr/>
              </p:nvCxnSpPr>
              <p:spPr bwMode="auto">
                <a:xfrm>
                  <a:off x="2152335" y="3027298"/>
                  <a:ext cx="134224"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141" name="Line 69">
                  <a:extLst>
                    <a:ext uri="{FF2B5EF4-FFF2-40B4-BE49-F238E27FC236}">
                      <a16:creationId xmlns:a16="http://schemas.microsoft.com/office/drawing/2014/main" id="{45DBAD57-0B03-4469-B3CD-902C8DC58F53}"/>
                    </a:ext>
                  </a:extLst>
                </p:cNvPr>
                <p:cNvSpPr>
                  <a:spLocks noChangeShapeType="1"/>
                </p:cNvSpPr>
                <p:nvPr/>
              </p:nvSpPr>
              <p:spPr bwMode="auto">
                <a:xfrm flipV="1">
                  <a:off x="2290845" y="2781393"/>
                  <a:ext cx="73030" cy="252444"/>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142" name="Line 70">
                  <a:extLst>
                    <a:ext uri="{FF2B5EF4-FFF2-40B4-BE49-F238E27FC236}">
                      <a16:creationId xmlns:a16="http://schemas.microsoft.com/office/drawing/2014/main" id="{F1A6422E-87E9-4230-86A0-377ADF654E73}"/>
                    </a:ext>
                  </a:extLst>
                </p:cNvPr>
                <p:cNvSpPr>
                  <a:spLocks noChangeShapeType="1"/>
                </p:cNvSpPr>
                <p:nvPr/>
              </p:nvSpPr>
              <p:spPr bwMode="auto">
                <a:xfrm>
                  <a:off x="2265443" y="2786157"/>
                  <a:ext cx="134946"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43" name="Freeform 71">
                  <a:extLst>
                    <a:ext uri="{FF2B5EF4-FFF2-40B4-BE49-F238E27FC236}">
                      <a16:creationId xmlns:a16="http://schemas.microsoft.com/office/drawing/2014/main" id="{1BD66D22-47D4-48B7-8B10-2D6FC0EC8AB2}"/>
                    </a:ext>
                  </a:extLst>
                </p:cNvPr>
                <p:cNvSpPr>
                  <a:spLocks/>
                </p:cNvSpPr>
                <p:nvPr/>
              </p:nvSpPr>
              <p:spPr bwMode="auto">
                <a:xfrm>
                  <a:off x="2130496" y="2852840"/>
                  <a:ext cx="569951" cy="727164"/>
                </a:xfrm>
                <a:custGeom>
                  <a:avLst/>
                  <a:gdLst/>
                  <a:ahLst/>
                  <a:cxnLst>
                    <a:cxn ang="0">
                      <a:pos x="0" y="11"/>
                    </a:cxn>
                    <a:cxn ang="0">
                      <a:pos x="368" y="92"/>
                    </a:cxn>
                    <a:cxn ang="0">
                      <a:pos x="368" y="562"/>
                    </a:cxn>
                    <a:cxn ang="0">
                      <a:pos x="604" y="917"/>
                    </a:cxn>
                  </a:cxnLst>
                  <a:rect l="0" t="0" r="r" b="b"/>
                  <a:pathLst>
                    <a:path w="604" h="917">
                      <a:moveTo>
                        <a:pt x="0" y="11"/>
                      </a:moveTo>
                      <a:cubicBezTo>
                        <a:pt x="153" y="5"/>
                        <a:pt x="307" y="0"/>
                        <a:pt x="368" y="92"/>
                      </a:cubicBezTo>
                      <a:cubicBezTo>
                        <a:pt x="429" y="184"/>
                        <a:pt x="329" y="425"/>
                        <a:pt x="368" y="562"/>
                      </a:cubicBezTo>
                      <a:cubicBezTo>
                        <a:pt x="407" y="699"/>
                        <a:pt x="565" y="858"/>
                        <a:pt x="604" y="917"/>
                      </a:cubicBezTo>
                    </a:path>
                  </a:pathLst>
                </a:custGeom>
                <a:noFill/>
                <a:ln w="28575">
                  <a:solidFill>
                    <a:srgbClr val="FF0000"/>
                  </a:solidFill>
                  <a:round/>
                  <a:headEnd/>
                  <a:tailEnd type="triangle" w="med" len="med"/>
                </a:ln>
              </p:spPr>
              <p:txBody>
                <a:bodyPr/>
                <a:lstStyle/>
                <a:p>
                  <a:pPr eaLnBrk="1" hangingPunct="1">
                    <a:defRPr/>
                  </a:pPr>
                  <a:endParaRPr lang="en-GB" sz="1600">
                    <a:latin typeface="+mj-lt"/>
                  </a:endParaRPr>
                </a:p>
              </p:txBody>
            </p:sp>
            <p:sp>
              <p:nvSpPr>
                <p:cNvPr id="3144" name="Line 72">
                  <a:extLst>
                    <a:ext uri="{FF2B5EF4-FFF2-40B4-BE49-F238E27FC236}">
                      <a16:creationId xmlns:a16="http://schemas.microsoft.com/office/drawing/2014/main" id="{32CB8B43-DB30-4871-AA69-96437427162C}"/>
                    </a:ext>
                  </a:extLst>
                </p:cNvPr>
                <p:cNvSpPr>
                  <a:spLocks noChangeShapeType="1"/>
                </p:cNvSpPr>
                <p:nvPr/>
              </p:nvSpPr>
              <p:spPr bwMode="auto">
                <a:xfrm>
                  <a:off x="2722673" y="3318034"/>
                  <a:ext cx="0" cy="1090746"/>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cxnSp>
              <p:nvCxnSpPr>
                <p:cNvPr id="15442" name="AutoShape 73">
                  <a:extLst>
                    <a:ext uri="{FF2B5EF4-FFF2-40B4-BE49-F238E27FC236}">
                      <a16:creationId xmlns:a16="http://schemas.microsoft.com/office/drawing/2014/main" id="{AA7CF575-33CC-7E4D-14B5-3DCC3D01615A}"/>
                    </a:ext>
                  </a:extLst>
                </p:cNvPr>
                <p:cNvCxnSpPr>
                  <a:cxnSpLocks noChangeShapeType="1"/>
                </p:cNvCxnSpPr>
                <p:nvPr/>
              </p:nvCxnSpPr>
              <p:spPr bwMode="auto">
                <a:xfrm>
                  <a:off x="2309035" y="3793166"/>
                  <a:ext cx="281765" cy="131134"/>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443" name="AutoShape 74">
                  <a:extLst>
                    <a:ext uri="{FF2B5EF4-FFF2-40B4-BE49-F238E27FC236}">
                      <a16:creationId xmlns:a16="http://schemas.microsoft.com/office/drawing/2014/main" id="{CC14D359-8339-3A10-D401-C2A64155FF8C}"/>
                    </a:ext>
                  </a:extLst>
                </p:cNvPr>
                <p:cNvCxnSpPr>
                  <a:cxnSpLocks noChangeShapeType="1"/>
                </p:cNvCxnSpPr>
                <p:nvPr/>
              </p:nvCxnSpPr>
              <p:spPr bwMode="auto">
                <a:xfrm flipH="1" flipV="1">
                  <a:off x="2015595" y="3800875"/>
                  <a:ext cx="84729" cy="154555"/>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sp>
              <p:nvSpPr>
                <p:cNvPr id="3148" name="Freeform 76">
                  <a:extLst>
                    <a:ext uri="{FF2B5EF4-FFF2-40B4-BE49-F238E27FC236}">
                      <a16:creationId xmlns:a16="http://schemas.microsoft.com/office/drawing/2014/main" id="{9E88CD82-9F17-4F4A-A9AA-4BAFEFF01538}"/>
                    </a:ext>
                  </a:extLst>
                </p:cNvPr>
                <p:cNvSpPr>
                  <a:spLocks/>
                </p:cNvSpPr>
                <p:nvPr/>
              </p:nvSpPr>
              <p:spPr bwMode="auto">
                <a:xfrm>
                  <a:off x="1909819" y="2271744"/>
                  <a:ext cx="190513" cy="636665"/>
                </a:xfrm>
                <a:custGeom>
                  <a:avLst/>
                  <a:gdLst/>
                  <a:ahLst/>
                  <a:cxnLst>
                    <a:cxn ang="0">
                      <a:pos x="0" y="0"/>
                    </a:cxn>
                    <a:cxn ang="0">
                      <a:pos x="267" y="161"/>
                    </a:cxn>
                    <a:cxn ang="0">
                      <a:pos x="29" y="636"/>
                    </a:cxn>
                    <a:cxn ang="0">
                      <a:pos x="267" y="866"/>
                    </a:cxn>
                  </a:cxnLst>
                  <a:rect l="0" t="0" r="r" b="b"/>
                  <a:pathLst>
                    <a:path w="272" h="866">
                      <a:moveTo>
                        <a:pt x="0" y="0"/>
                      </a:moveTo>
                      <a:cubicBezTo>
                        <a:pt x="131" y="27"/>
                        <a:pt x="262" y="55"/>
                        <a:pt x="267" y="161"/>
                      </a:cubicBezTo>
                      <a:cubicBezTo>
                        <a:pt x="272" y="267"/>
                        <a:pt x="29" y="519"/>
                        <a:pt x="29" y="636"/>
                      </a:cubicBezTo>
                      <a:cubicBezTo>
                        <a:pt x="29" y="753"/>
                        <a:pt x="227" y="828"/>
                        <a:pt x="267" y="866"/>
                      </a:cubicBezTo>
                    </a:path>
                  </a:pathLst>
                </a:custGeom>
                <a:noFill/>
                <a:ln w="28575">
                  <a:solidFill>
                    <a:srgbClr val="FF0000"/>
                  </a:solidFill>
                  <a:round/>
                  <a:headEnd/>
                  <a:tailEnd type="triangle" w="med" len="med"/>
                </a:ln>
              </p:spPr>
              <p:txBody>
                <a:bodyPr/>
                <a:lstStyle/>
                <a:p>
                  <a:pPr eaLnBrk="1" hangingPunct="1">
                    <a:defRPr/>
                  </a:pPr>
                  <a:endParaRPr lang="en-GB" sz="1600">
                    <a:latin typeface="+mj-lt"/>
                  </a:endParaRPr>
                </a:p>
              </p:txBody>
            </p:sp>
            <p:sp>
              <p:nvSpPr>
                <p:cNvPr id="3149" name="Line 77">
                  <a:extLst>
                    <a:ext uri="{FF2B5EF4-FFF2-40B4-BE49-F238E27FC236}">
                      <a16:creationId xmlns:a16="http://schemas.microsoft.com/office/drawing/2014/main" id="{ED34D7A1-6247-497F-851C-C7C14DA8EFFC}"/>
                    </a:ext>
                  </a:extLst>
                </p:cNvPr>
                <p:cNvSpPr>
                  <a:spLocks noChangeShapeType="1"/>
                </p:cNvSpPr>
                <p:nvPr/>
              </p:nvSpPr>
              <p:spPr bwMode="auto">
                <a:xfrm>
                  <a:off x="2446430" y="3337086"/>
                  <a:ext cx="0" cy="108915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50" name="Line 78">
                  <a:extLst>
                    <a:ext uri="{FF2B5EF4-FFF2-40B4-BE49-F238E27FC236}">
                      <a16:creationId xmlns:a16="http://schemas.microsoft.com/office/drawing/2014/main" id="{3972DFB9-D6F3-4210-B487-5F2E5B321A60}"/>
                    </a:ext>
                  </a:extLst>
                </p:cNvPr>
                <p:cNvSpPr>
                  <a:spLocks noChangeShapeType="1"/>
                </p:cNvSpPr>
                <p:nvPr/>
              </p:nvSpPr>
              <p:spPr bwMode="auto">
                <a:xfrm>
                  <a:off x="1928870" y="4216668"/>
                  <a:ext cx="522322"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3151" name="Line 79">
                  <a:extLst>
                    <a:ext uri="{FF2B5EF4-FFF2-40B4-BE49-F238E27FC236}">
                      <a16:creationId xmlns:a16="http://schemas.microsoft.com/office/drawing/2014/main" id="{8B3C793E-CDB9-4040-8E3B-394A13779035}"/>
                    </a:ext>
                  </a:extLst>
                </p:cNvPr>
                <p:cNvSpPr>
                  <a:spLocks noChangeShapeType="1"/>
                </p:cNvSpPr>
                <p:nvPr/>
              </p:nvSpPr>
              <p:spPr bwMode="auto">
                <a:xfrm flipV="1">
                  <a:off x="3980057" y="3395831"/>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52" name="Line 80">
                  <a:extLst>
                    <a:ext uri="{FF2B5EF4-FFF2-40B4-BE49-F238E27FC236}">
                      <a16:creationId xmlns:a16="http://schemas.microsoft.com/office/drawing/2014/main" id="{75A48225-D533-4A8B-980F-1660DEB39302}"/>
                    </a:ext>
                  </a:extLst>
                </p:cNvPr>
                <p:cNvSpPr>
                  <a:spLocks noChangeShapeType="1"/>
                </p:cNvSpPr>
                <p:nvPr/>
              </p:nvSpPr>
              <p:spPr bwMode="auto">
                <a:xfrm>
                  <a:off x="3946717" y="3384717"/>
                  <a:ext cx="107957" cy="250856"/>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53" name="Line 81">
                  <a:extLst>
                    <a:ext uri="{FF2B5EF4-FFF2-40B4-BE49-F238E27FC236}">
                      <a16:creationId xmlns:a16="http://schemas.microsoft.com/office/drawing/2014/main" id="{18B7FD16-01C1-4B4A-850D-9B7DE63CFFA3}"/>
                    </a:ext>
                  </a:extLst>
                </p:cNvPr>
                <p:cNvSpPr>
                  <a:spLocks noChangeShapeType="1"/>
                </p:cNvSpPr>
                <p:nvPr/>
              </p:nvSpPr>
              <p:spPr bwMode="auto">
                <a:xfrm>
                  <a:off x="4054674" y="3659388"/>
                  <a:ext cx="1711439"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154" name="Line 82">
                  <a:extLst>
                    <a:ext uri="{FF2B5EF4-FFF2-40B4-BE49-F238E27FC236}">
                      <a16:creationId xmlns:a16="http://schemas.microsoft.com/office/drawing/2014/main" id="{93D27417-4661-4F31-9E03-0541F06BCE28}"/>
                    </a:ext>
                  </a:extLst>
                </p:cNvPr>
                <p:cNvSpPr>
                  <a:spLocks noChangeShapeType="1"/>
                </p:cNvSpPr>
                <p:nvPr/>
              </p:nvSpPr>
              <p:spPr bwMode="auto">
                <a:xfrm>
                  <a:off x="4054674" y="3395831"/>
                  <a:ext cx="1711439"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155" name="Line 83">
                  <a:extLst>
                    <a:ext uri="{FF2B5EF4-FFF2-40B4-BE49-F238E27FC236}">
                      <a16:creationId xmlns:a16="http://schemas.microsoft.com/office/drawing/2014/main" id="{C9704153-0745-4574-B922-CF48CB5ACED5}"/>
                    </a:ext>
                  </a:extLst>
                </p:cNvPr>
                <p:cNvSpPr>
                  <a:spLocks noChangeShapeType="1"/>
                </p:cNvSpPr>
                <p:nvPr/>
              </p:nvSpPr>
              <p:spPr bwMode="auto">
                <a:xfrm>
                  <a:off x="2444842" y="4216668"/>
                  <a:ext cx="284182"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91" name="Line 19">
                  <a:extLst>
                    <a:ext uri="{FF2B5EF4-FFF2-40B4-BE49-F238E27FC236}">
                      <a16:creationId xmlns:a16="http://schemas.microsoft.com/office/drawing/2014/main" id="{FC44D785-AB78-4BFD-8395-056A3326AFFA}"/>
                    </a:ext>
                  </a:extLst>
                </p:cNvPr>
                <p:cNvSpPr>
                  <a:spLocks noChangeShapeType="1"/>
                </p:cNvSpPr>
                <p:nvPr/>
              </p:nvSpPr>
              <p:spPr bwMode="auto">
                <a:xfrm>
                  <a:off x="3037019" y="2019300"/>
                  <a:ext cx="0" cy="186077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grpSp>
        </p:grpSp>
        <p:sp>
          <p:nvSpPr>
            <p:cNvPr id="15369" name="Freeform 93">
              <a:extLst>
                <a:ext uri="{FF2B5EF4-FFF2-40B4-BE49-F238E27FC236}">
                  <a16:creationId xmlns:a16="http://schemas.microsoft.com/office/drawing/2014/main" id="{B860CCCA-079D-79AC-D40B-198E96A0AE0D}"/>
                </a:ext>
              </a:extLst>
            </p:cNvPr>
            <p:cNvSpPr>
              <a:spLocks/>
            </p:cNvSpPr>
            <p:nvPr/>
          </p:nvSpPr>
          <p:spPr bwMode="auto">
            <a:xfrm>
              <a:off x="2206241" y="4040372"/>
              <a:ext cx="494414" cy="171893"/>
            </a:xfrm>
            <a:custGeom>
              <a:avLst/>
              <a:gdLst>
                <a:gd name="T0" fmla="*/ 15949 w 494414"/>
                <a:gd name="T1" fmla="*/ 0 h 171893"/>
                <a:gd name="T2" fmla="*/ 79744 w 494414"/>
                <a:gd name="T3" fmla="*/ 148856 h 171893"/>
                <a:gd name="T4" fmla="*/ 494414 w 494414"/>
                <a:gd name="T5" fmla="*/ 138223 h 171893"/>
                <a:gd name="T6" fmla="*/ 494414 w 494414"/>
                <a:gd name="T7" fmla="*/ 138223 h 1718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4414" h="171893">
                  <a:moveTo>
                    <a:pt x="15949" y="0"/>
                  </a:moveTo>
                  <a:cubicBezTo>
                    <a:pt x="7974" y="62909"/>
                    <a:pt x="0" y="125819"/>
                    <a:pt x="79744" y="148856"/>
                  </a:cubicBezTo>
                  <a:cubicBezTo>
                    <a:pt x="159488" y="171893"/>
                    <a:pt x="494414" y="138223"/>
                    <a:pt x="494414" y="138223"/>
                  </a:cubicBezTo>
                </a:path>
              </a:pathLst>
            </a:custGeom>
            <a:noFill/>
            <a:ln w="9525" cap="flat" cmpd="sng" algn="ctr">
              <a:solidFill>
                <a:schemeClr val="tx1"/>
              </a:solidFill>
              <a:prstDash val="dash"/>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nchor="ctr"/>
            <a:lstStyle/>
            <a:p>
              <a:endParaRPr lang="en-US"/>
            </a:p>
          </p:txBody>
        </p:sp>
      </p:grpSp>
      <p:sp>
        <p:nvSpPr>
          <p:cNvPr id="15366" name="TextBox 94">
            <a:extLst>
              <a:ext uri="{FF2B5EF4-FFF2-40B4-BE49-F238E27FC236}">
                <a16:creationId xmlns:a16="http://schemas.microsoft.com/office/drawing/2014/main" id="{2CDC12D5-2362-5873-9E0D-475267711702}"/>
              </a:ext>
            </a:extLst>
          </p:cNvPr>
          <p:cNvSpPr txBox="1">
            <a:spLocks noChangeArrowheads="1"/>
          </p:cNvSpPr>
          <p:nvPr/>
        </p:nvSpPr>
        <p:spPr bwMode="auto">
          <a:xfrm>
            <a:off x="7700963" y="2286000"/>
            <a:ext cx="2362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baseline="-25000"/>
              <a:t>CCQ</a:t>
            </a:r>
            <a:r>
              <a:rPr lang="en-US" altLang="en-US"/>
              <a:t> – contamination</a:t>
            </a:r>
          </a:p>
          <a:p>
            <a:pPr eaLnBrk="1" hangingPunct="1"/>
            <a:r>
              <a:rPr lang="en-US" altLang="en-US"/>
              <a:t>delay   clock – to-Q</a:t>
            </a:r>
          </a:p>
          <a:p>
            <a:pPr eaLnBrk="1" hangingPunct="1"/>
            <a:r>
              <a:rPr lang="en-US" altLang="en-US"/>
              <a:t>Tcd – contamination delay through CL</a:t>
            </a:r>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itle 3">
            <a:extLst>
              <a:ext uri="{FF2B5EF4-FFF2-40B4-BE49-F238E27FC236}">
                <a16:creationId xmlns:a16="http://schemas.microsoft.com/office/drawing/2014/main" id="{2B9307CC-E0D4-41AF-B319-4D917ACFD0E4}"/>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grpSp>
        <p:nvGrpSpPr>
          <p:cNvPr id="16387" name="Group 207">
            <a:extLst>
              <a:ext uri="{FF2B5EF4-FFF2-40B4-BE49-F238E27FC236}">
                <a16:creationId xmlns:a16="http://schemas.microsoft.com/office/drawing/2014/main" id="{130C07A9-EA02-9808-D46C-A9760AFD2BB9}"/>
              </a:ext>
            </a:extLst>
          </p:cNvPr>
          <p:cNvGrpSpPr>
            <a:grpSpLocks/>
          </p:cNvGrpSpPr>
          <p:nvPr/>
        </p:nvGrpSpPr>
        <p:grpSpPr bwMode="auto">
          <a:xfrm>
            <a:off x="2209800" y="1470026"/>
            <a:ext cx="7391400" cy="4244975"/>
            <a:chOff x="685800" y="1146198"/>
            <a:chExt cx="7391400" cy="4245393"/>
          </a:xfrm>
        </p:grpSpPr>
        <p:sp>
          <p:nvSpPr>
            <p:cNvPr id="14341" name="Line 6">
              <a:extLst>
                <a:ext uri="{FF2B5EF4-FFF2-40B4-BE49-F238E27FC236}">
                  <a16:creationId xmlns:a16="http://schemas.microsoft.com/office/drawing/2014/main" id="{452ED508-28CB-4FA2-AA4B-40F289D3A930}"/>
                </a:ext>
              </a:extLst>
            </p:cNvPr>
            <p:cNvSpPr>
              <a:spLocks noChangeShapeType="1"/>
            </p:cNvSpPr>
            <p:nvPr/>
          </p:nvSpPr>
          <p:spPr bwMode="auto">
            <a:xfrm>
              <a:off x="1192213" y="1554226"/>
              <a:ext cx="809625" cy="0"/>
            </a:xfrm>
            <a:prstGeom prst="line">
              <a:avLst/>
            </a:prstGeom>
            <a:noFill/>
            <a:ln w="22225">
              <a:solidFill>
                <a:srgbClr val="000000"/>
              </a:solidFill>
              <a:round/>
              <a:headEnd/>
              <a:tailEnd/>
            </a:ln>
          </p:spPr>
          <p:txBody>
            <a:bodyPr/>
            <a:lstStyle/>
            <a:p>
              <a:pPr eaLnBrk="1" hangingPunct="1">
                <a:defRPr/>
              </a:pPr>
              <a:endParaRPr lang="en-US" dirty="0"/>
            </a:p>
          </p:txBody>
        </p:sp>
        <p:sp>
          <p:nvSpPr>
            <p:cNvPr id="14342" name="Line 7">
              <a:extLst>
                <a:ext uri="{FF2B5EF4-FFF2-40B4-BE49-F238E27FC236}">
                  <a16:creationId xmlns:a16="http://schemas.microsoft.com/office/drawing/2014/main" id="{201ADE6A-D159-42B1-A192-30E82236FB78}"/>
                </a:ext>
              </a:extLst>
            </p:cNvPr>
            <p:cNvSpPr>
              <a:spLocks noChangeShapeType="1"/>
            </p:cNvSpPr>
            <p:nvPr/>
          </p:nvSpPr>
          <p:spPr bwMode="auto">
            <a:xfrm flipV="1">
              <a:off x="2001838" y="1176364"/>
              <a:ext cx="98425" cy="377862"/>
            </a:xfrm>
            <a:prstGeom prst="line">
              <a:avLst/>
            </a:prstGeom>
            <a:noFill/>
            <a:ln w="22225">
              <a:solidFill>
                <a:srgbClr val="000000"/>
              </a:solidFill>
              <a:round/>
              <a:headEnd/>
              <a:tailEnd/>
            </a:ln>
          </p:spPr>
          <p:txBody>
            <a:bodyPr/>
            <a:lstStyle/>
            <a:p>
              <a:pPr eaLnBrk="1" hangingPunct="1">
                <a:defRPr/>
              </a:pPr>
              <a:endParaRPr lang="en-US" dirty="0"/>
            </a:p>
          </p:txBody>
        </p:sp>
        <p:sp>
          <p:nvSpPr>
            <p:cNvPr id="14343" name="Line 8">
              <a:extLst>
                <a:ext uri="{FF2B5EF4-FFF2-40B4-BE49-F238E27FC236}">
                  <a16:creationId xmlns:a16="http://schemas.microsoft.com/office/drawing/2014/main" id="{52478E75-4B62-4616-83C0-12FD70F9E23E}"/>
                </a:ext>
              </a:extLst>
            </p:cNvPr>
            <p:cNvSpPr>
              <a:spLocks noChangeShapeType="1"/>
            </p:cNvSpPr>
            <p:nvPr/>
          </p:nvSpPr>
          <p:spPr bwMode="auto">
            <a:xfrm>
              <a:off x="2095500" y="1168425"/>
              <a:ext cx="1417638" cy="0"/>
            </a:xfrm>
            <a:prstGeom prst="line">
              <a:avLst/>
            </a:prstGeom>
            <a:noFill/>
            <a:ln w="22225">
              <a:solidFill>
                <a:srgbClr val="000000"/>
              </a:solidFill>
              <a:round/>
              <a:headEnd/>
              <a:tailEnd/>
            </a:ln>
          </p:spPr>
          <p:txBody>
            <a:bodyPr/>
            <a:lstStyle/>
            <a:p>
              <a:pPr eaLnBrk="1" hangingPunct="1">
                <a:defRPr/>
              </a:pPr>
              <a:endParaRPr lang="en-US" dirty="0"/>
            </a:p>
          </p:txBody>
        </p:sp>
        <p:sp>
          <p:nvSpPr>
            <p:cNvPr id="14344" name="Line 9">
              <a:extLst>
                <a:ext uri="{FF2B5EF4-FFF2-40B4-BE49-F238E27FC236}">
                  <a16:creationId xmlns:a16="http://schemas.microsoft.com/office/drawing/2014/main" id="{D167B93D-87BE-470E-BE92-9A7185F34858}"/>
                </a:ext>
              </a:extLst>
            </p:cNvPr>
            <p:cNvSpPr>
              <a:spLocks noChangeShapeType="1"/>
            </p:cNvSpPr>
            <p:nvPr/>
          </p:nvSpPr>
          <p:spPr bwMode="auto">
            <a:xfrm>
              <a:off x="3495675" y="1168425"/>
              <a:ext cx="92075" cy="396914"/>
            </a:xfrm>
            <a:prstGeom prst="line">
              <a:avLst/>
            </a:prstGeom>
            <a:noFill/>
            <a:ln w="22225">
              <a:solidFill>
                <a:srgbClr val="000000"/>
              </a:solidFill>
              <a:round/>
              <a:headEnd/>
              <a:tailEnd/>
            </a:ln>
          </p:spPr>
          <p:txBody>
            <a:bodyPr/>
            <a:lstStyle/>
            <a:p>
              <a:pPr eaLnBrk="1" hangingPunct="1">
                <a:defRPr/>
              </a:pPr>
              <a:endParaRPr lang="en-US" dirty="0"/>
            </a:p>
          </p:txBody>
        </p:sp>
        <p:sp>
          <p:nvSpPr>
            <p:cNvPr id="14345" name="Line 10">
              <a:extLst>
                <a:ext uri="{FF2B5EF4-FFF2-40B4-BE49-F238E27FC236}">
                  <a16:creationId xmlns:a16="http://schemas.microsoft.com/office/drawing/2014/main" id="{E84A5F18-1E53-41A8-AEE0-E414B3FF46CC}"/>
                </a:ext>
              </a:extLst>
            </p:cNvPr>
            <p:cNvSpPr>
              <a:spLocks noChangeShapeType="1"/>
            </p:cNvSpPr>
            <p:nvPr/>
          </p:nvSpPr>
          <p:spPr bwMode="auto">
            <a:xfrm>
              <a:off x="3589338" y="1531999"/>
              <a:ext cx="2849562" cy="0"/>
            </a:xfrm>
            <a:prstGeom prst="line">
              <a:avLst/>
            </a:prstGeom>
            <a:noFill/>
            <a:ln w="22225">
              <a:solidFill>
                <a:srgbClr val="000000"/>
              </a:solidFill>
              <a:round/>
              <a:headEnd/>
              <a:tailEnd/>
            </a:ln>
          </p:spPr>
          <p:txBody>
            <a:bodyPr/>
            <a:lstStyle/>
            <a:p>
              <a:pPr eaLnBrk="1" hangingPunct="1">
                <a:defRPr/>
              </a:pPr>
              <a:endParaRPr lang="en-US" dirty="0"/>
            </a:p>
          </p:txBody>
        </p:sp>
        <p:sp>
          <p:nvSpPr>
            <p:cNvPr id="14346" name="Line 11">
              <a:extLst>
                <a:ext uri="{FF2B5EF4-FFF2-40B4-BE49-F238E27FC236}">
                  <a16:creationId xmlns:a16="http://schemas.microsoft.com/office/drawing/2014/main" id="{8FA281E8-9684-4B4E-9796-EF3D8C922445}"/>
                </a:ext>
              </a:extLst>
            </p:cNvPr>
            <p:cNvSpPr>
              <a:spLocks noChangeShapeType="1"/>
            </p:cNvSpPr>
            <p:nvPr/>
          </p:nvSpPr>
          <p:spPr bwMode="auto">
            <a:xfrm flipV="1">
              <a:off x="6440488" y="1171601"/>
              <a:ext cx="100012"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347" name="Line 12">
              <a:extLst>
                <a:ext uri="{FF2B5EF4-FFF2-40B4-BE49-F238E27FC236}">
                  <a16:creationId xmlns:a16="http://schemas.microsoft.com/office/drawing/2014/main" id="{DF5B7D19-0BEF-492B-A149-B4230475C528}"/>
                </a:ext>
              </a:extLst>
            </p:cNvPr>
            <p:cNvSpPr>
              <a:spLocks noChangeShapeType="1"/>
            </p:cNvSpPr>
            <p:nvPr/>
          </p:nvSpPr>
          <p:spPr bwMode="auto">
            <a:xfrm>
              <a:off x="6535738" y="1165250"/>
              <a:ext cx="1416050" cy="0"/>
            </a:xfrm>
            <a:prstGeom prst="line">
              <a:avLst/>
            </a:prstGeom>
            <a:noFill/>
            <a:ln w="22225">
              <a:solidFill>
                <a:srgbClr val="000000"/>
              </a:solidFill>
              <a:round/>
              <a:headEnd/>
              <a:tailEnd/>
            </a:ln>
          </p:spPr>
          <p:txBody>
            <a:bodyPr/>
            <a:lstStyle/>
            <a:p>
              <a:pPr eaLnBrk="1" hangingPunct="1">
                <a:defRPr/>
              </a:pPr>
              <a:endParaRPr lang="en-US" dirty="0"/>
            </a:p>
          </p:txBody>
        </p:sp>
        <p:sp>
          <p:nvSpPr>
            <p:cNvPr id="14348" name="Line 13">
              <a:extLst>
                <a:ext uri="{FF2B5EF4-FFF2-40B4-BE49-F238E27FC236}">
                  <a16:creationId xmlns:a16="http://schemas.microsoft.com/office/drawing/2014/main" id="{7D738849-FD5F-45CB-81CD-8FDC84B43EB1}"/>
                </a:ext>
              </a:extLst>
            </p:cNvPr>
            <p:cNvSpPr>
              <a:spLocks noChangeShapeType="1"/>
            </p:cNvSpPr>
            <p:nvPr/>
          </p:nvSpPr>
          <p:spPr bwMode="auto">
            <a:xfrm>
              <a:off x="2046288" y="1149373"/>
              <a:ext cx="0" cy="3383296"/>
            </a:xfrm>
            <a:prstGeom prst="line">
              <a:avLst/>
            </a:prstGeom>
            <a:noFill/>
            <a:ln w="22225">
              <a:solidFill>
                <a:srgbClr val="000000"/>
              </a:solidFill>
              <a:round/>
              <a:headEnd/>
              <a:tailEnd/>
            </a:ln>
          </p:spPr>
          <p:txBody>
            <a:bodyPr/>
            <a:lstStyle/>
            <a:p>
              <a:pPr eaLnBrk="1" hangingPunct="1">
                <a:defRPr/>
              </a:pPr>
              <a:endParaRPr lang="en-US" dirty="0"/>
            </a:p>
          </p:txBody>
        </p:sp>
        <p:sp>
          <p:nvSpPr>
            <p:cNvPr id="14349" name="Line 14">
              <a:extLst>
                <a:ext uri="{FF2B5EF4-FFF2-40B4-BE49-F238E27FC236}">
                  <a16:creationId xmlns:a16="http://schemas.microsoft.com/office/drawing/2014/main" id="{82B8C560-2463-47BF-9C67-857A1D073C58}"/>
                </a:ext>
              </a:extLst>
            </p:cNvPr>
            <p:cNvSpPr>
              <a:spLocks noChangeShapeType="1"/>
            </p:cNvSpPr>
            <p:nvPr/>
          </p:nvSpPr>
          <p:spPr bwMode="auto">
            <a:xfrm flipV="1">
              <a:off x="1198563" y="1994006"/>
              <a:ext cx="1612900" cy="0"/>
            </a:xfrm>
            <a:prstGeom prst="line">
              <a:avLst/>
            </a:prstGeom>
            <a:noFill/>
            <a:ln w="22225">
              <a:solidFill>
                <a:srgbClr val="000000"/>
              </a:solidFill>
              <a:round/>
              <a:headEnd/>
              <a:tailEnd/>
            </a:ln>
          </p:spPr>
          <p:txBody>
            <a:bodyPr/>
            <a:lstStyle/>
            <a:p>
              <a:pPr eaLnBrk="1" hangingPunct="1">
                <a:defRPr/>
              </a:pPr>
              <a:endParaRPr lang="en-US" dirty="0"/>
            </a:p>
          </p:txBody>
        </p:sp>
        <p:sp>
          <p:nvSpPr>
            <p:cNvPr id="14350" name="Line 15">
              <a:extLst>
                <a:ext uri="{FF2B5EF4-FFF2-40B4-BE49-F238E27FC236}">
                  <a16:creationId xmlns:a16="http://schemas.microsoft.com/office/drawing/2014/main" id="{E733475F-F1A0-401D-94A0-0A7341116A43}"/>
                </a:ext>
              </a:extLst>
            </p:cNvPr>
            <p:cNvSpPr>
              <a:spLocks noChangeShapeType="1"/>
            </p:cNvSpPr>
            <p:nvPr/>
          </p:nvSpPr>
          <p:spPr bwMode="auto">
            <a:xfrm>
              <a:off x="2800350" y="1992419"/>
              <a:ext cx="146050" cy="366748"/>
            </a:xfrm>
            <a:prstGeom prst="line">
              <a:avLst/>
            </a:prstGeom>
            <a:noFill/>
            <a:ln w="22225">
              <a:solidFill>
                <a:srgbClr val="000000"/>
              </a:solidFill>
              <a:round/>
              <a:headEnd/>
              <a:tailEnd/>
            </a:ln>
          </p:spPr>
          <p:txBody>
            <a:bodyPr/>
            <a:lstStyle/>
            <a:p>
              <a:pPr eaLnBrk="1" hangingPunct="1">
                <a:defRPr/>
              </a:pPr>
              <a:endParaRPr lang="en-US" dirty="0"/>
            </a:p>
          </p:txBody>
        </p:sp>
        <p:sp>
          <p:nvSpPr>
            <p:cNvPr id="14351" name="Line 16">
              <a:extLst>
                <a:ext uri="{FF2B5EF4-FFF2-40B4-BE49-F238E27FC236}">
                  <a16:creationId xmlns:a16="http://schemas.microsoft.com/office/drawing/2014/main" id="{977C538A-6AA0-4412-8D2F-DC547091F022}"/>
                </a:ext>
              </a:extLst>
            </p:cNvPr>
            <p:cNvSpPr>
              <a:spLocks noChangeShapeType="1"/>
            </p:cNvSpPr>
            <p:nvPr/>
          </p:nvSpPr>
          <p:spPr bwMode="auto">
            <a:xfrm flipV="1">
              <a:off x="1258888" y="2373457"/>
              <a:ext cx="1541462" cy="9526"/>
            </a:xfrm>
            <a:prstGeom prst="line">
              <a:avLst/>
            </a:prstGeom>
            <a:noFill/>
            <a:ln w="22225">
              <a:solidFill>
                <a:srgbClr val="000000"/>
              </a:solidFill>
              <a:round/>
              <a:headEnd/>
              <a:tailEnd/>
            </a:ln>
          </p:spPr>
          <p:txBody>
            <a:bodyPr/>
            <a:lstStyle/>
            <a:p>
              <a:pPr eaLnBrk="1" hangingPunct="1">
                <a:defRPr/>
              </a:pPr>
              <a:endParaRPr lang="en-US" dirty="0"/>
            </a:p>
          </p:txBody>
        </p:sp>
        <p:sp>
          <p:nvSpPr>
            <p:cNvPr id="14352" name="Line 17">
              <a:extLst>
                <a:ext uri="{FF2B5EF4-FFF2-40B4-BE49-F238E27FC236}">
                  <a16:creationId xmlns:a16="http://schemas.microsoft.com/office/drawing/2014/main" id="{EFBEDF04-239A-40E7-A83D-E458401B1DB5}"/>
                </a:ext>
              </a:extLst>
            </p:cNvPr>
            <p:cNvSpPr>
              <a:spLocks noChangeShapeType="1"/>
            </p:cNvSpPr>
            <p:nvPr/>
          </p:nvSpPr>
          <p:spPr bwMode="auto">
            <a:xfrm flipV="1">
              <a:off x="2811463" y="1994006"/>
              <a:ext cx="98425"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353" name="Line 18">
              <a:extLst>
                <a:ext uri="{FF2B5EF4-FFF2-40B4-BE49-F238E27FC236}">
                  <a16:creationId xmlns:a16="http://schemas.microsoft.com/office/drawing/2014/main" id="{07BB727D-BE61-4499-A8BF-B42CB92EBC21}"/>
                </a:ext>
              </a:extLst>
            </p:cNvPr>
            <p:cNvSpPr>
              <a:spLocks noChangeShapeType="1"/>
            </p:cNvSpPr>
            <p:nvPr/>
          </p:nvSpPr>
          <p:spPr bwMode="auto">
            <a:xfrm flipV="1">
              <a:off x="2871788" y="1994006"/>
              <a:ext cx="4114800" cy="0"/>
            </a:xfrm>
            <a:prstGeom prst="line">
              <a:avLst/>
            </a:prstGeom>
            <a:noFill/>
            <a:ln w="22225">
              <a:solidFill>
                <a:srgbClr val="000000"/>
              </a:solidFill>
              <a:round/>
              <a:headEnd/>
              <a:tailEnd/>
            </a:ln>
          </p:spPr>
          <p:txBody>
            <a:bodyPr/>
            <a:lstStyle/>
            <a:p>
              <a:pPr eaLnBrk="1" hangingPunct="1">
                <a:defRPr/>
              </a:pPr>
              <a:endParaRPr lang="en-US" dirty="0"/>
            </a:p>
          </p:txBody>
        </p:sp>
        <p:sp>
          <p:nvSpPr>
            <p:cNvPr id="14354" name="Line 19">
              <a:extLst>
                <a:ext uri="{FF2B5EF4-FFF2-40B4-BE49-F238E27FC236}">
                  <a16:creationId xmlns:a16="http://schemas.microsoft.com/office/drawing/2014/main" id="{9BD771A7-07CE-4D2F-BD9B-E0AE2557E51A}"/>
                </a:ext>
              </a:extLst>
            </p:cNvPr>
            <p:cNvSpPr>
              <a:spLocks noChangeShapeType="1"/>
            </p:cNvSpPr>
            <p:nvPr/>
          </p:nvSpPr>
          <p:spPr bwMode="auto">
            <a:xfrm>
              <a:off x="2949575" y="2379807"/>
              <a:ext cx="4022725" cy="3175"/>
            </a:xfrm>
            <a:prstGeom prst="line">
              <a:avLst/>
            </a:prstGeom>
            <a:noFill/>
            <a:ln w="22225">
              <a:solidFill>
                <a:srgbClr val="000000"/>
              </a:solidFill>
              <a:round/>
              <a:headEnd/>
              <a:tailEnd/>
            </a:ln>
          </p:spPr>
          <p:txBody>
            <a:bodyPr/>
            <a:lstStyle/>
            <a:p>
              <a:pPr eaLnBrk="1" hangingPunct="1">
                <a:defRPr/>
              </a:pPr>
              <a:endParaRPr lang="en-US" dirty="0"/>
            </a:p>
          </p:txBody>
        </p:sp>
        <p:sp>
          <p:nvSpPr>
            <p:cNvPr id="14355" name="Line 20">
              <a:extLst>
                <a:ext uri="{FF2B5EF4-FFF2-40B4-BE49-F238E27FC236}">
                  <a16:creationId xmlns:a16="http://schemas.microsoft.com/office/drawing/2014/main" id="{E2023A0E-5412-40CF-BE46-4440785A62CA}"/>
                </a:ext>
              </a:extLst>
            </p:cNvPr>
            <p:cNvSpPr>
              <a:spLocks noChangeShapeType="1"/>
            </p:cNvSpPr>
            <p:nvPr/>
          </p:nvSpPr>
          <p:spPr bwMode="auto">
            <a:xfrm flipV="1">
              <a:off x="2671763" y="1994006"/>
              <a:ext cx="98425"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356" name="Line 21">
              <a:extLst>
                <a:ext uri="{FF2B5EF4-FFF2-40B4-BE49-F238E27FC236}">
                  <a16:creationId xmlns:a16="http://schemas.microsoft.com/office/drawing/2014/main" id="{55BB3D0B-25BF-443A-BBFE-B031D08376AE}"/>
                </a:ext>
              </a:extLst>
            </p:cNvPr>
            <p:cNvSpPr>
              <a:spLocks noChangeShapeType="1"/>
            </p:cNvSpPr>
            <p:nvPr/>
          </p:nvSpPr>
          <p:spPr bwMode="auto">
            <a:xfrm>
              <a:off x="2636838" y="1989244"/>
              <a:ext cx="144462" cy="366748"/>
            </a:xfrm>
            <a:prstGeom prst="line">
              <a:avLst/>
            </a:prstGeom>
            <a:noFill/>
            <a:ln w="22225">
              <a:solidFill>
                <a:srgbClr val="000000"/>
              </a:solidFill>
              <a:round/>
              <a:headEnd/>
              <a:tailEnd/>
            </a:ln>
          </p:spPr>
          <p:txBody>
            <a:bodyPr/>
            <a:lstStyle/>
            <a:p>
              <a:pPr eaLnBrk="1" hangingPunct="1">
                <a:defRPr/>
              </a:pPr>
              <a:endParaRPr lang="en-US" dirty="0"/>
            </a:p>
          </p:txBody>
        </p:sp>
        <p:sp>
          <p:nvSpPr>
            <p:cNvPr id="14357" name="Line 22">
              <a:extLst>
                <a:ext uri="{FF2B5EF4-FFF2-40B4-BE49-F238E27FC236}">
                  <a16:creationId xmlns:a16="http://schemas.microsoft.com/office/drawing/2014/main" id="{3A086984-51BB-4886-BCB6-DB39826737D8}"/>
                </a:ext>
              </a:extLst>
            </p:cNvPr>
            <p:cNvSpPr>
              <a:spLocks noChangeShapeType="1"/>
            </p:cNvSpPr>
            <p:nvPr/>
          </p:nvSpPr>
          <p:spPr bwMode="auto">
            <a:xfrm>
              <a:off x="2492375" y="1997182"/>
              <a:ext cx="142875"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358" name="Line 23">
              <a:extLst>
                <a:ext uri="{FF2B5EF4-FFF2-40B4-BE49-F238E27FC236}">
                  <a16:creationId xmlns:a16="http://schemas.microsoft.com/office/drawing/2014/main" id="{46633DFD-E22A-4752-99B9-198406DE2088}"/>
                </a:ext>
              </a:extLst>
            </p:cNvPr>
            <p:cNvSpPr>
              <a:spLocks noChangeShapeType="1"/>
            </p:cNvSpPr>
            <p:nvPr/>
          </p:nvSpPr>
          <p:spPr bwMode="auto">
            <a:xfrm flipV="1">
              <a:off x="2527300" y="1994006"/>
              <a:ext cx="100013"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359" name="Line 24">
              <a:extLst>
                <a:ext uri="{FF2B5EF4-FFF2-40B4-BE49-F238E27FC236}">
                  <a16:creationId xmlns:a16="http://schemas.microsoft.com/office/drawing/2014/main" id="{FF0DFB37-A72C-4ED5-B2F2-78E85B427067}"/>
                </a:ext>
              </a:extLst>
            </p:cNvPr>
            <p:cNvSpPr>
              <a:spLocks noChangeShapeType="1"/>
            </p:cNvSpPr>
            <p:nvPr/>
          </p:nvSpPr>
          <p:spPr bwMode="auto">
            <a:xfrm>
              <a:off x="2352675" y="1994006"/>
              <a:ext cx="142875" cy="366749"/>
            </a:xfrm>
            <a:prstGeom prst="line">
              <a:avLst/>
            </a:prstGeom>
            <a:noFill/>
            <a:ln w="22225">
              <a:solidFill>
                <a:srgbClr val="000000"/>
              </a:solidFill>
              <a:round/>
              <a:headEnd/>
              <a:tailEnd/>
            </a:ln>
          </p:spPr>
          <p:txBody>
            <a:bodyPr/>
            <a:lstStyle/>
            <a:p>
              <a:pPr eaLnBrk="1" hangingPunct="1">
                <a:defRPr/>
              </a:pPr>
              <a:endParaRPr lang="en-US" dirty="0"/>
            </a:p>
          </p:txBody>
        </p:sp>
        <p:sp>
          <p:nvSpPr>
            <p:cNvPr id="14360" name="Line 25">
              <a:extLst>
                <a:ext uri="{FF2B5EF4-FFF2-40B4-BE49-F238E27FC236}">
                  <a16:creationId xmlns:a16="http://schemas.microsoft.com/office/drawing/2014/main" id="{7068FAA7-F6E0-4DCC-A6B5-9CB5FB0D646B}"/>
                </a:ext>
              </a:extLst>
            </p:cNvPr>
            <p:cNvSpPr>
              <a:spLocks noChangeShapeType="1"/>
            </p:cNvSpPr>
            <p:nvPr/>
          </p:nvSpPr>
          <p:spPr bwMode="auto">
            <a:xfrm flipV="1">
              <a:off x="2386013" y="1984481"/>
              <a:ext cx="101600"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363" name="Line 28">
              <a:extLst>
                <a:ext uri="{FF2B5EF4-FFF2-40B4-BE49-F238E27FC236}">
                  <a16:creationId xmlns:a16="http://schemas.microsoft.com/office/drawing/2014/main" id="{523E994B-3254-4EC1-9065-688E09CBA5F8}"/>
                </a:ext>
              </a:extLst>
            </p:cNvPr>
            <p:cNvSpPr>
              <a:spLocks noChangeShapeType="1"/>
            </p:cNvSpPr>
            <p:nvPr/>
          </p:nvSpPr>
          <p:spPr bwMode="auto">
            <a:xfrm>
              <a:off x="1393825" y="2932312"/>
              <a:ext cx="3238500" cy="0"/>
            </a:xfrm>
            <a:prstGeom prst="line">
              <a:avLst/>
            </a:prstGeom>
            <a:noFill/>
            <a:ln w="22225">
              <a:solidFill>
                <a:srgbClr val="000000"/>
              </a:solidFill>
              <a:round/>
              <a:headEnd/>
              <a:tailEnd/>
            </a:ln>
          </p:spPr>
          <p:txBody>
            <a:bodyPr/>
            <a:lstStyle/>
            <a:p>
              <a:pPr eaLnBrk="1" hangingPunct="1">
                <a:defRPr/>
              </a:pPr>
              <a:endParaRPr lang="en-US" dirty="0"/>
            </a:p>
          </p:txBody>
        </p:sp>
        <p:sp>
          <p:nvSpPr>
            <p:cNvPr id="14364" name="Line 29">
              <a:extLst>
                <a:ext uri="{FF2B5EF4-FFF2-40B4-BE49-F238E27FC236}">
                  <a16:creationId xmlns:a16="http://schemas.microsoft.com/office/drawing/2014/main" id="{1F203710-85D7-4EB4-80AA-22D1E0E502B8}"/>
                </a:ext>
              </a:extLst>
            </p:cNvPr>
            <p:cNvSpPr>
              <a:spLocks noChangeShapeType="1"/>
            </p:cNvSpPr>
            <p:nvPr/>
          </p:nvSpPr>
          <p:spPr bwMode="auto">
            <a:xfrm>
              <a:off x="4643438" y="2930724"/>
              <a:ext cx="142875"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365" name="Line 30">
              <a:extLst>
                <a:ext uri="{FF2B5EF4-FFF2-40B4-BE49-F238E27FC236}">
                  <a16:creationId xmlns:a16="http://schemas.microsoft.com/office/drawing/2014/main" id="{B1A0FAE9-6D86-4856-B9FE-EEEB24DD5034}"/>
                </a:ext>
              </a:extLst>
            </p:cNvPr>
            <p:cNvSpPr>
              <a:spLocks noChangeShapeType="1"/>
            </p:cNvSpPr>
            <p:nvPr/>
          </p:nvSpPr>
          <p:spPr bwMode="auto">
            <a:xfrm flipV="1">
              <a:off x="4651375" y="2932312"/>
              <a:ext cx="101600" cy="376274"/>
            </a:xfrm>
            <a:prstGeom prst="line">
              <a:avLst/>
            </a:prstGeom>
            <a:noFill/>
            <a:ln w="22225">
              <a:solidFill>
                <a:srgbClr val="000000"/>
              </a:solidFill>
              <a:round/>
              <a:headEnd/>
              <a:tailEnd/>
            </a:ln>
          </p:spPr>
          <p:txBody>
            <a:bodyPr/>
            <a:lstStyle/>
            <a:p>
              <a:pPr eaLnBrk="1" hangingPunct="1">
                <a:defRPr/>
              </a:pPr>
              <a:endParaRPr lang="en-US" dirty="0"/>
            </a:p>
          </p:txBody>
        </p:sp>
        <p:sp>
          <p:nvSpPr>
            <p:cNvPr id="14366" name="Line 31">
              <a:extLst>
                <a:ext uri="{FF2B5EF4-FFF2-40B4-BE49-F238E27FC236}">
                  <a16:creationId xmlns:a16="http://schemas.microsoft.com/office/drawing/2014/main" id="{C7B083F3-CEB2-495D-B337-9B1AA03945DD}"/>
                </a:ext>
              </a:extLst>
            </p:cNvPr>
            <p:cNvSpPr>
              <a:spLocks noChangeShapeType="1"/>
            </p:cNvSpPr>
            <p:nvPr/>
          </p:nvSpPr>
          <p:spPr bwMode="auto">
            <a:xfrm flipV="1">
              <a:off x="4513263" y="2932312"/>
              <a:ext cx="100012" cy="376274"/>
            </a:xfrm>
            <a:prstGeom prst="line">
              <a:avLst/>
            </a:prstGeom>
            <a:noFill/>
            <a:ln w="22225">
              <a:solidFill>
                <a:srgbClr val="000000"/>
              </a:solidFill>
              <a:round/>
              <a:headEnd/>
              <a:tailEnd/>
            </a:ln>
          </p:spPr>
          <p:txBody>
            <a:bodyPr/>
            <a:lstStyle/>
            <a:p>
              <a:pPr eaLnBrk="1" hangingPunct="1">
                <a:defRPr/>
              </a:pPr>
              <a:endParaRPr lang="en-US" dirty="0"/>
            </a:p>
          </p:txBody>
        </p:sp>
        <p:sp>
          <p:nvSpPr>
            <p:cNvPr id="14367" name="Line 32">
              <a:extLst>
                <a:ext uri="{FF2B5EF4-FFF2-40B4-BE49-F238E27FC236}">
                  <a16:creationId xmlns:a16="http://schemas.microsoft.com/office/drawing/2014/main" id="{71F7FB6E-4997-4F10-BEA8-C745301C8A06}"/>
                </a:ext>
              </a:extLst>
            </p:cNvPr>
            <p:cNvSpPr>
              <a:spLocks noChangeShapeType="1"/>
            </p:cNvSpPr>
            <p:nvPr/>
          </p:nvSpPr>
          <p:spPr bwMode="auto">
            <a:xfrm>
              <a:off x="4479925" y="2929137"/>
              <a:ext cx="142875"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368" name="Line 33">
              <a:extLst>
                <a:ext uri="{FF2B5EF4-FFF2-40B4-BE49-F238E27FC236}">
                  <a16:creationId xmlns:a16="http://schemas.microsoft.com/office/drawing/2014/main" id="{083C0EFA-BBDE-43F3-AD10-7C760D423088}"/>
                </a:ext>
              </a:extLst>
            </p:cNvPr>
            <p:cNvSpPr>
              <a:spLocks noChangeShapeType="1"/>
            </p:cNvSpPr>
            <p:nvPr/>
          </p:nvSpPr>
          <p:spPr bwMode="auto">
            <a:xfrm>
              <a:off x="4332288" y="2935487"/>
              <a:ext cx="146050" cy="366748"/>
            </a:xfrm>
            <a:prstGeom prst="line">
              <a:avLst/>
            </a:prstGeom>
            <a:noFill/>
            <a:ln w="22225">
              <a:solidFill>
                <a:srgbClr val="000000"/>
              </a:solidFill>
              <a:round/>
              <a:headEnd/>
              <a:tailEnd/>
            </a:ln>
          </p:spPr>
          <p:txBody>
            <a:bodyPr/>
            <a:lstStyle/>
            <a:p>
              <a:pPr eaLnBrk="1" hangingPunct="1">
                <a:defRPr/>
              </a:pPr>
              <a:endParaRPr lang="en-US" dirty="0"/>
            </a:p>
          </p:txBody>
        </p:sp>
        <p:sp>
          <p:nvSpPr>
            <p:cNvPr id="14369" name="Line 34">
              <a:extLst>
                <a:ext uri="{FF2B5EF4-FFF2-40B4-BE49-F238E27FC236}">
                  <a16:creationId xmlns:a16="http://schemas.microsoft.com/office/drawing/2014/main" id="{8F12B338-B85B-4E8A-9053-9C1324F1307F}"/>
                </a:ext>
              </a:extLst>
            </p:cNvPr>
            <p:cNvSpPr>
              <a:spLocks noChangeShapeType="1"/>
            </p:cNvSpPr>
            <p:nvPr/>
          </p:nvSpPr>
          <p:spPr bwMode="auto">
            <a:xfrm flipV="1">
              <a:off x="4367213" y="2935487"/>
              <a:ext cx="101600"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370" name="Line 35">
              <a:extLst>
                <a:ext uri="{FF2B5EF4-FFF2-40B4-BE49-F238E27FC236}">
                  <a16:creationId xmlns:a16="http://schemas.microsoft.com/office/drawing/2014/main" id="{4E188E24-C17C-4EBC-A282-958AA1018DAF}"/>
                </a:ext>
              </a:extLst>
            </p:cNvPr>
            <p:cNvSpPr>
              <a:spLocks noChangeShapeType="1"/>
            </p:cNvSpPr>
            <p:nvPr/>
          </p:nvSpPr>
          <p:spPr bwMode="auto">
            <a:xfrm>
              <a:off x="4192588" y="2932312"/>
              <a:ext cx="142875"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371" name="Line 36">
              <a:extLst>
                <a:ext uri="{FF2B5EF4-FFF2-40B4-BE49-F238E27FC236}">
                  <a16:creationId xmlns:a16="http://schemas.microsoft.com/office/drawing/2014/main" id="{DE8981AF-7F96-479D-8BCD-01F4846D57D7}"/>
                </a:ext>
              </a:extLst>
            </p:cNvPr>
            <p:cNvSpPr>
              <a:spLocks noChangeShapeType="1"/>
            </p:cNvSpPr>
            <p:nvPr/>
          </p:nvSpPr>
          <p:spPr bwMode="auto">
            <a:xfrm flipV="1">
              <a:off x="4227513" y="2922786"/>
              <a:ext cx="100012" cy="376274"/>
            </a:xfrm>
            <a:prstGeom prst="line">
              <a:avLst/>
            </a:prstGeom>
            <a:noFill/>
            <a:ln w="22225">
              <a:solidFill>
                <a:srgbClr val="000000"/>
              </a:solidFill>
              <a:round/>
              <a:headEnd/>
              <a:tailEnd/>
            </a:ln>
          </p:spPr>
          <p:txBody>
            <a:bodyPr/>
            <a:lstStyle/>
            <a:p>
              <a:pPr eaLnBrk="1" hangingPunct="1">
                <a:defRPr/>
              </a:pPr>
              <a:endParaRPr lang="en-US" dirty="0"/>
            </a:p>
          </p:txBody>
        </p:sp>
        <p:sp>
          <p:nvSpPr>
            <p:cNvPr id="14372" name="Line 37">
              <a:extLst>
                <a:ext uri="{FF2B5EF4-FFF2-40B4-BE49-F238E27FC236}">
                  <a16:creationId xmlns:a16="http://schemas.microsoft.com/office/drawing/2014/main" id="{1F7C8FC0-C79F-4A64-9440-28612F4F112A}"/>
                </a:ext>
              </a:extLst>
            </p:cNvPr>
            <p:cNvSpPr>
              <a:spLocks noChangeShapeType="1"/>
            </p:cNvSpPr>
            <p:nvPr/>
          </p:nvSpPr>
          <p:spPr bwMode="auto">
            <a:xfrm>
              <a:off x="4056063" y="2952951"/>
              <a:ext cx="142875" cy="361986"/>
            </a:xfrm>
            <a:prstGeom prst="line">
              <a:avLst/>
            </a:prstGeom>
            <a:noFill/>
            <a:ln w="22225">
              <a:solidFill>
                <a:srgbClr val="000000"/>
              </a:solidFill>
              <a:round/>
              <a:headEnd/>
              <a:tailEnd/>
            </a:ln>
          </p:spPr>
          <p:txBody>
            <a:bodyPr/>
            <a:lstStyle/>
            <a:p>
              <a:pPr eaLnBrk="1" hangingPunct="1">
                <a:defRPr/>
              </a:pPr>
              <a:endParaRPr lang="en-US" dirty="0"/>
            </a:p>
          </p:txBody>
        </p:sp>
        <p:sp>
          <p:nvSpPr>
            <p:cNvPr id="14373" name="Line 38">
              <a:extLst>
                <a:ext uri="{FF2B5EF4-FFF2-40B4-BE49-F238E27FC236}">
                  <a16:creationId xmlns:a16="http://schemas.microsoft.com/office/drawing/2014/main" id="{CBE27322-FFA7-4F8F-A3C6-3D76307EA3AE}"/>
                </a:ext>
              </a:extLst>
            </p:cNvPr>
            <p:cNvSpPr>
              <a:spLocks noChangeShapeType="1"/>
            </p:cNvSpPr>
            <p:nvPr/>
          </p:nvSpPr>
          <p:spPr bwMode="auto">
            <a:xfrm flipV="1">
              <a:off x="4075113" y="2933899"/>
              <a:ext cx="98425"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374" name="Line 39">
              <a:extLst>
                <a:ext uri="{FF2B5EF4-FFF2-40B4-BE49-F238E27FC236}">
                  <a16:creationId xmlns:a16="http://schemas.microsoft.com/office/drawing/2014/main" id="{22C8F506-94BA-4882-8C40-926039D6B469}"/>
                </a:ext>
              </a:extLst>
            </p:cNvPr>
            <p:cNvSpPr>
              <a:spLocks noChangeShapeType="1"/>
            </p:cNvSpPr>
            <p:nvPr/>
          </p:nvSpPr>
          <p:spPr bwMode="auto">
            <a:xfrm>
              <a:off x="3916363" y="2922786"/>
              <a:ext cx="142875"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375" name="Line 40">
              <a:extLst>
                <a:ext uri="{FF2B5EF4-FFF2-40B4-BE49-F238E27FC236}">
                  <a16:creationId xmlns:a16="http://schemas.microsoft.com/office/drawing/2014/main" id="{488D911D-D6BE-4317-B23C-A8B01CFEF240}"/>
                </a:ext>
              </a:extLst>
            </p:cNvPr>
            <p:cNvSpPr>
              <a:spLocks noChangeShapeType="1"/>
            </p:cNvSpPr>
            <p:nvPr/>
          </p:nvSpPr>
          <p:spPr bwMode="auto">
            <a:xfrm flipV="1">
              <a:off x="3924300" y="2925961"/>
              <a:ext cx="101600"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376" name="Line 41">
              <a:extLst>
                <a:ext uri="{FF2B5EF4-FFF2-40B4-BE49-F238E27FC236}">
                  <a16:creationId xmlns:a16="http://schemas.microsoft.com/office/drawing/2014/main" id="{79FF9C9F-8466-455D-AB0C-30FE6CF473E9}"/>
                </a:ext>
              </a:extLst>
            </p:cNvPr>
            <p:cNvSpPr>
              <a:spLocks noChangeShapeType="1"/>
            </p:cNvSpPr>
            <p:nvPr/>
          </p:nvSpPr>
          <p:spPr bwMode="auto">
            <a:xfrm flipV="1">
              <a:off x="3786188" y="2925961"/>
              <a:ext cx="100012"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377" name="Line 42">
              <a:extLst>
                <a:ext uri="{FF2B5EF4-FFF2-40B4-BE49-F238E27FC236}">
                  <a16:creationId xmlns:a16="http://schemas.microsoft.com/office/drawing/2014/main" id="{6F7524EE-9BF8-4962-B2D7-55BF9049008A}"/>
                </a:ext>
              </a:extLst>
            </p:cNvPr>
            <p:cNvSpPr>
              <a:spLocks noChangeShapeType="1"/>
            </p:cNvSpPr>
            <p:nvPr/>
          </p:nvSpPr>
          <p:spPr bwMode="auto">
            <a:xfrm>
              <a:off x="3752850" y="2921198"/>
              <a:ext cx="142875"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378" name="Line 43">
              <a:extLst>
                <a:ext uri="{FF2B5EF4-FFF2-40B4-BE49-F238E27FC236}">
                  <a16:creationId xmlns:a16="http://schemas.microsoft.com/office/drawing/2014/main" id="{0F07EEDB-C4C2-44F5-B464-5FAFC821E6B2}"/>
                </a:ext>
              </a:extLst>
            </p:cNvPr>
            <p:cNvSpPr>
              <a:spLocks noChangeShapeType="1"/>
            </p:cNvSpPr>
            <p:nvPr/>
          </p:nvSpPr>
          <p:spPr bwMode="auto">
            <a:xfrm>
              <a:off x="3606800" y="2929137"/>
              <a:ext cx="144463"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379" name="Line 44">
              <a:extLst>
                <a:ext uri="{FF2B5EF4-FFF2-40B4-BE49-F238E27FC236}">
                  <a16:creationId xmlns:a16="http://schemas.microsoft.com/office/drawing/2014/main" id="{580D31F5-D155-4A03-AEAB-7D3234599D7C}"/>
                </a:ext>
              </a:extLst>
            </p:cNvPr>
            <p:cNvSpPr>
              <a:spLocks noChangeShapeType="1"/>
            </p:cNvSpPr>
            <p:nvPr/>
          </p:nvSpPr>
          <p:spPr bwMode="auto">
            <a:xfrm flipV="1">
              <a:off x="3641725" y="2927548"/>
              <a:ext cx="100013"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380" name="Line 45">
              <a:extLst>
                <a:ext uri="{FF2B5EF4-FFF2-40B4-BE49-F238E27FC236}">
                  <a16:creationId xmlns:a16="http://schemas.microsoft.com/office/drawing/2014/main" id="{24550431-8CF5-40AA-A201-8ED46C202842}"/>
                </a:ext>
              </a:extLst>
            </p:cNvPr>
            <p:cNvSpPr>
              <a:spLocks noChangeShapeType="1"/>
            </p:cNvSpPr>
            <p:nvPr/>
          </p:nvSpPr>
          <p:spPr bwMode="auto">
            <a:xfrm>
              <a:off x="3465513" y="2925961"/>
              <a:ext cx="144462" cy="363573"/>
            </a:xfrm>
            <a:prstGeom prst="line">
              <a:avLst/>
            </a:prstGeom>
            <a:noFill/>
            <a:ln w="22225">
              <a:solidFill>
                <a:srgbClr val="000000"/>
              </a:solidFill>
              <a:round/>
              <a:headEnd/>
              <a:tailEnd/>
            </a:ln>
          </p:spPr>
          <p:txBody>
            <a:bodyPr/>
            <a:lstStyle/>
            <a:p>
              <a:pPr eaLnBrk="1" hangingPunct="1">
                <a:defRPr/>
              </a:pPr>
              <a:endParaRPr lang="en-US" dirty="0"/>
            </a:p>
          </p:txBody>
        </p:sp>
        <p:sp>
          <p:nvSpPr>
            <p:cNvPr id="14381" name="Line 46">
              <a:extLst>
                <a:ext uri="{FF2B5EF4-FFF2-40B4-BE49-F238E27FC236}">
                  <a16:creationId xmlns:a16="http://schemas.microsoft.com/office/drawing/2014/main" id="{5180D8E7-A3A9-4B0C-9EAA-AC4A431E3DD3}"/>
                </a:ext>
              </a:extLst>
            </p:cNvPr>
            <p:cNvSpPr>
              <a:spLocks noChangeShapeType="1"/>
            </p:cNvSpPr>
            <p:nvPr/>
          </p:nvSpPr>
          <p:spPr bwMode="auto">
            <a:xfrm flipV="1">
              <a:off x="3500438" y="2916435"/>
              <a:ext cx="100012"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382" name="Line 47">
              <a:extLst>
                <a:ext uri="{FF2B5EF4-FFF2-40B4-BE49-F238E27FC236}">
                  <a16:creationId xmlns:a16="http://schemas.microsoft.com/office/drawing/2014/main" id="{C5130D5E-99DC-4B00-91B0-FAD99265C9D7}"/>
                </a:ext>
              </a:extLst>
            </p:cNvPr>
            <p:cNvSpPr>
              <a:spLocks noChangeShapeType="1"/>
            </p:cNvSpPr>
            <p:nvPr/>
          </p:nvSpPr>
          <p:spPr bwMode="auto">
            <a:xfrm>
              <a:off x="3328988" y="2945013"/>
              <a:ext cx="142875"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383" name="Line 48">
              <a:extLst>
                <a:ext uri="{FF2B5EF4-FFF2-40B4-BE49-F238E27FC236}">
                  <a16:creationId xmlns:a16="http://schemas.microsoft.com/office/drawing/2014/main" id="{E8E94D06-CBB7-47A9-8A9B-53B8C2506EB4}"/>
                </a:ext>
              </a:extLst>
            </p:cNvPr>
            <p:cNvSpPr>
              <a:spLocks noChangeShapeType="1"/>
            </p:cNvSpPr>
            <p:nvPr/>
          </p:nvSpPr>
          <p:spPr bwMode="auto">
            <a:xfrm flipV="1">
              <a:off x="3348038" y="2927548"/>
              <a:ext cx="100012" cy="374687"/>
            </a:xfrm>
            <a:prstGeom prst="line">
              <a:avLst/>
            </a:prstGeom>
            <a:noFill/>
            <a:ln w="22225">
              <a:solidFill>
                <a:srgbClr val="000000"/>
              </a:solidFill>
              <a:round/>
              <a:headEnd/>
              <a:tailEnd/>
            </a:ln>
          </p:spPr>
          <p:txBody>
            <a:bodyPr/>
            <a:lstStyle/>
            <a:p>
              <a:pPr eaLnBrk="1" hangingPunct="1">
                <a:defRPr/>
              </a:pPr>
              <a:endParaRPr lang="en-US" dirty="0"/>
            </a:p>
          </p:txBody>
        </p:sp>
        <p:grpSp>
          <p:nvGrpSpPr>
            <p:cNvPr id="16430" name="Group 49">
              <a:extLst>
                <a:ext uri="{FF2B5EF4-FFF2-40B4-BE49-F238E27FC236}">
                  <a16:creationId xmlns:a16="http://schemas.microsoft.com/office/drawing/2014/main" id="{BA9E8E30-3FFE-4105-67D7-CCC3295C6293}"/>
                </a:ext>
              </a:extLst>
            </p:cNvPr>
            <p:cNvGrpSpPr>
              <a:grpSpLocks/>
            </p:cNvGrpSpPr>
            <p:nvPr/>
          </p:nvGrpSpPr>
          <p:grpSpPr bwMode="auto">
            <a:xfrm>
              <a:off x="6858000" y="2920778"/>
              <a:ext cx="732056" cy="393479"/>
              <a:chOff x="4668" y="6783"/>
              <a:chExt cx="650" cy="484"/>
            </a:xfrm>
          </p:grpSpPr>
          <p:sp>
            <p:nvSpPr>
              <p:cNvPr id="14504" name="Line 50">
                <a:extLst>
                  <a:ext uri="{FF2B5EF4-FFF2-40B4-BE49-F238E27FC236}">
                    <a16:creationId xmlns:a16="http://schemas.microsoft.com/office/drawing/2014/main" id="{3A526AA6-7399-48C4-B71C-BECDBEEB58CA}"/>
                  </a:ext>
                </a:extLst>
              </p:cNvPr>
              <p:cNvSpPr>
                <a:spLocks noChangeShapeType="1"/>
              </p:cNvSpPr>
              <p:nvPr/>
            </p:nvSpPr>
            <p:spPr bwMode="auto">
              <a:xfrm>
                <a:off x="5191" y="6793"/>
                <a:ext cx="127" cy="449"/>
              </a:xfrm>
              <a:prstGeom prst="line">
                <a:avLst/>
              </a:prstGeom>
              <a:noFill/>
              <a:ln w="22225">
                <a:solidFill>
                  <a:srgbClr val="000000"/>
                </a:solidFill>
                <a:round/>
                <a:headEnd/>
                <a:tailEnd/>
              </a:ln>
            </p:spPr>
            <p:txBody>
              <a:bodyPr/>
              <a:lstStyle/>
              <a:p>
                <a:pPr eaLnBrk="1" hangingPunct="1">
                  <a:defRPr/>
                </a:pPr>
                <a:endParaRPr lang="en-US" dirty="0"/>
              </a:p>
            </p:txBody>
          </p:sp>
          <p:sp>
            <p:nvSpPr>
              <p:cNvPr id="14505" name="Line 51">
                <a:extLst>
                  <a:ext uri="{FF2B5EF4-FFF2-40B4-BE49-F238E27FC236}">
                    <a16:creationId xmlns:a16="http://schemas.microsoft.com/office/drawing/2014/main" id="{70BA4663-4573-414E-A3FA-3100FED49370}"/>
                  </a:ext>
                </a:extLst>
              </p:cNvPr>
              <p:cNvSpPr>
                <a:spLocks noChangeShapeType="1"/>
              </p:cNvSpPr>
              <p:nvPr/>
            </p:nvSpPr>
            <p:spPr bwMode="auto">
              <a:xfrm flipV="1">
                <a:off x="5198" y="6795"/>
                <a:ext cx="87" cy="463"/>
              </a:xfrm>
              <a:prstGeom prst="line">
                <a:avLst/>
              </a:prstGeom>
              <a:noFill/>
              <a:ln w="22225">
                <a:solidFill>
                  <a:srgbClr val="000000"/>
                </a:solidFill>
                <a:round/>
                <a:headEnd/>
                <a:tailEnd/>
              </a:ln>
            </p:spPr>
            <p:txBody>
              <a:bodyPr/>
              <a:lstStyle/>
              <a:p>
                <a:pPr eaLnBrk="1" hangingPunct="1">
                  <a:defRPr/>
                </a:pPr>
                <a:endParaRPr lang="en-US" dirty="0"/>
              </a:p>
            </p:txBody>
          </p:sp>
          <p:sp>
            <p:nvSpPr>
              <p:cNvPr id="14506" name="Line 52">
                <a:extLst>
                  <a:ext uri="{FF2B5EF4-FFF2-40B4-BE49-F238E27FC236}">
                    <a16:creationId xmlns:a16="http://schemas.microsoft.com/office/drawing/2014/main" id="{25E8CE83-D007-4ED8-BF49-E473B25BCC7A}"/>
                  </a:ext>
                </a:extLst>
              </p:cNvPr>
              <p:cNvSpPr>
                <a:spLocks noChangeShapeType="1"/>
              </p:cNvSpPr>
              <p:nvPr/>
            </p:nvSpPr>
            <p:spPr bwMode="auto">
              <a:xfrm flipV="1">
                <a:off x="5074" y="6795"/>
                <a:ext cx="90" cy="463"/>
              </a:xfrm>
              <a:prstGeom prst="line">
                <a:avLst/>
              </a:prstGeom>
              <a:noFill/>
              <a:ln w="22225">
                <a:solidFill>
                  <a:srgbClr val="000000"/>
                </a:solidFill>
                <a:round/>
                <a:headEnd/>
                <a:tailEnd/>
              </a:ln>
            </p:spPr>
            <p:txBody>
              <a:bodyPr/>
              <a:lstStyle/>
              <a:p>
                <a:pPr eaLnBrk="1" hangingPunct="1">
                  <a:defRPr/>
                </a:pPr>
                <a:endParaRPr lang="en-US" dirty="0"/>
              </a:p>
            </p:txBody>
          </p:sp>
          <p:sp>
            <p:nvSpPr>
              <p:cNvPr id="14507" name="Line 53">
                <a:extLst>
                  <a:ext uri="{FF2B5EF4-FFF2-40B4-BE49-F238E27FC236}">
                    <a16:creationId xmlns:a16="http://schemas.microsoft.com/office/drawing/2014/main" id="{C4954255-EC3A-4F47-8D03-CF9B34C5B48F}"/>
                  </a:ext>
                </a:extLst>
              </p:cNvPr>
              <p:cNvSpPr>
                <a:spLocks noChangeShapeType="1"/>
              </p:cNvSpPr>
              <p:nvPr/>
            </p:nvSpPr>
            <p:spPr bwMode="auto">
              <a:xfrm>
                <a:off x="5044" y="6793"/>
                <a:ext cx="127" cy="445"/>
              </a:xfrm>
              <a:prstGeom prst="line">
                <a:avLst/>
              </a:prstGeom>
              <a:noFill/>
              <a:ln w="22225">
                <a:solidFill>
                  <a:srgbClr val="000000"/>
                </a:solidFill>
                <a:round/>
                <a:headEnd/>
                <a:tailEnd/>
              </a:ln>
            </p:spPr>
            <p:txBody>
              <a:bodyPr/>
              <a:lstStyle/>
              <a:p>
                <a:pPr eaLnBrk="1" hangingPunct="1">
                  <a:defRPr/>
                </a:pPr>
                <a:endParaRPr lang="en-US" dirty="0"/>
              </a:p>
            </p:txBody>
          </p:sp>
          <p:sp>
            <p:nvSpPr>
              <p:cNvPr id="14508" name="Line 54">
                <a:extLst>
                  <a:ext uri="{FF2B5EF4-FFF2-40B4-BE49-F238E27FC236}">
                    <a16:creationId xmlns:a16="http://schemas.microsoft.com/office/drawing/2014/main" id="{C1BF0748-45CF-4717-9B4C-4505782F2AEC}"/>
                  </a:ext>
                </a:extLst>
              </p:cNvPr>
              <p:cNvSpPr>
                <a:spLocks noChangeShapeType="1"/>
              </p:cNvSpPr>
              <p:nvPr/>
            </p:nvSpPr>
            <p:spPr bwMode="auto">
              <a:xfrm>
                <a:off x="4915" y="6803"/>
                <a:ext cx="127" cy="443"/>
              </a:xfrm>
              <a:prstGeom prst="line">
                <a:avLst/>
              </a:prstGeom>
              <a:noFill/>
              <a:ln w="22225">
                <a:solidFill>
                  <a:srgbClr val="000000"/>
                </a:solidFill>
                <a:round/>
                <a:headEnd/>
                <a:tailEnd/>
              </a:ln>
            </p:spPr>
            <p:txBody>
              <a:bodyPr/>
              <a:lstStyle/>
              <a:p>
                <a:pPr eaLnBrk="1" hangingPunct="1">
                  <a:defRPr/>
                </a:pPr>
                <a:endParaRPr lang="en-US" dirty="0"/>
              </a:p>
            </p:txBody>
          </p:sp>
          <p:sp>
            <p:nvSpPr>
              <p:cNvPr id="14509" name="Line 55">
                <a:extLst>
                  <a:ext uri="{FF2B5EF4-FFF2-40B4-BE49-F238E27FC236}">
                    <a16:creationId xmlns:a16="http://schemas.microsoft.com/office/drawing/2014/main" id="{D9FD8213-4923-4691-B474-C182A487FC4A}"/>
                  </a:ext>
                </a:extLst>
              </p:cNvPr>
              <p:cNvSpPr>
                <a:spLocks noChangeShapeType="1"/>
              </p:cNvSpPr>
              <p:nvPr/>
            </p:nvSpPr>
            <p:spPr bwMode="auto">
              <a:xfrm flipV="1">
                <a:off x="4947" y="6797"/>
                <a:ext cx="87" cy="461"/>
              </a:xfrm>
              <a:prstGeom prst="line">
                <a:avLst/>
              </a:prstGeom>
              <a:noFill/>
              <a:ln w="22225">
                <a:solidFill>
                  <a:srgbClr val="000000"/>
                </a:solidFill>
                <a:round/>
                <a:headEnd/>
                <a:tailEnd/>
              </a:ln>
            </p:spPr>
            <p:txBody>
              <a:bodyPr/>
              <a:lstStyle/>
              <a:p>
                <a:pPr eaLnBrk="1" hangingPunct="1">
                  <a:defRPr/>
                </a:pPr>
                <a:endParaRPr lang="en-US" dirty="0"/>
              </a:p>
            </p:txBody>
          </p:sp>
          <p:sp>
            <p:nvSpPr>
              <p:cNvPr id="14510" name="Line 56">
                <a:extLst>
                  <a:ext uri="{FF2B5EF4-FFF2-40B4-BE49-F238E27FC236}">
                    <a16:creationId xmlns:a16="http://schemas.microsoft.com/office/drawing/2014/main" id="{13904EA5-BD3E-4FD3-A7BD-3BC4BF3DD3B6}"/>
                  </a:ext>
                </a:extLst>
              </p:cNvPr>
              <p:cNvSpPr>
                <a:spLocks noChangeShapeType="1"/>
              </p:cNvSpPr>
              <p:nvPr/>
            </p:nvSpPr>
            <p:spPr bwMode="auto">
              <a:xfrm>
                <a:off x="4789" y="6795"/>
                <a:ext cx="128" cy="449"/>
              </a:xfrm>
              <a:prstGeom prst="line">
                <a:avLst/>
              </a:prstGeom>
              <a:noFill/>
              <a:ln w="22225">
                <a:solidFill>
                  <a:srgbClr val="000000"/>
                </a:solidFill>
                <a:round/>
                <a:headEnd/>
                <a:tailEnd/>
              </a:ln>
            </p:spPr>
            <p:txBody>
              <a:bodyPr/>
              <a:lstStyle/>
              <a:p>
                <a:pPr eaLnBrk="1" hangingPunct="1">
                  <a:defRPr/>
                </a:pPr>
                <a:endParaRPr lang="en-US" dirty="0"/>
              </a:p>
            </p:txBody>
          </p:sp>
          <p:sp>
            <p:nvSpPr>
              <p:cNvPr id="14511" name="Line 57">
                <a:extLst>
                  <a:ext uri="{FF2B5EF4-FFF2-40B4-BE49-F238E27FC236}">
                    <a16:creationId xmlns:a16="http://schemas.microsoft.com/office/drawing/2014/main" id="{191282BD-30F9-4220-9FEF-A53906A74293}"/>
                  </a:ext>
                </a:extLst>
              </p:cNvPr>
              <p:cNvSpPr>
                <a:spLocks noChangeShapeType="1"/>
              </p:cNvSpPr>
              <p:nvPr/>
            </p:nvSpPr>
            <p:spPr bwMode="auto">
              <a:xfrm flipV="1">
                <a:off x="4822" y="6785"/>
                <a:ext cx="89" cy="459"/>
              </a:xfrm>
              <a:prstGeom prst="line">
                <a:avLst/>
              </a:prstGeom>
              <a:noFill/>
              <a:ln w="22225">
                <a:solidFill>
                  <a:srgbClr val="000000"/>
                </a:solidFill>
                <a:round/>
                <a:headEnd/>
                <a:tailEnd/>
              </a:ln>
            </p:spPr>
            <p:txBody>
              <a:bodyPr/>
              <a:lstStyle/>
              <a:p>
                <a:pPr eaLnBrk="1" hangingPunct="1">
                  <a:defRPr/>
                </a:pPr>
                <a:endParaRPr lang="en-US" dirty="0"/>
              </a:p>
            </p:txBody>
          </p:sp>
          <p:sp>
            <p:nvSpPr>
              <p:cNvPr id="14512" name="Line 58">
                <a:extLst>
                  <a:ext uri="{FF2B5EF4-FFF2-40B4-BE49-F238E27FC236}">
                    <a16:creationId xmlns:a16="http://schemas.microsoft.com/office/drawing/2014/main" id="{A585A017-9E7E-4168-BAB5-FAE05DE39882}"/>
                  </a:ext>
                </a:extLst>
              </p:cNvPr>
              <p:cNvSpPr>
                <a:spLocks noChangeShapeType="1"/>
              </p:cNvSpPr>
              <p:nvPr/>
            </p:nvSpPr>
            <p:spPr bwMode="auto">
              <a:xfrm>
                <a:off x="4668" y="6823"/>
                <a:ext cx="127" cy="443"/>
              </a:xfrm>
              <a:prstGeom prst="line">
                <a:avLst/>
              </a:prstGeom>
              <a:noFill/>
              <a:ln w="22225">
                <a:solidFill>
                  <a:srgbClr val="000000"/>
                </a:solidFill>
                <a:round/>
                <a:headEnd/>
                <a:tailEnd/>
              </a:ln>
            </p:spPr>
            <p:txBody>
              <a:bodyPr/>
              <a:lstStyle/>
              <a:p>
                <a:pPr eaLnBrk="1" hangingPunct="1">
                  <a:defRPr/>
                </a:pPr>
                <a:endParaRPr lang="en-US" dirty="0"/>
              </a:p>
            </p:txBody>
          </p:sp>
          <p:sp>
            <p:nvSpPr>
              <p:cNvPr id="14513" name="Line 59">
                <a:extLst>
                  <a:ext uri="{FF2B5EF4-FFF2-40B4-BE49-F238E27FC236}">
                    <a16:creationId xmlns:a16="http://schemas.microsoft.com/office/drawing/2014/main" id="{4EA46EF4-086F-4B38-8738-AE84C8749C59}"/>
                  </a:ext>
                </a:extLst>
              </p:cNvPr>
              <p:cNvSpPr>
                <a:spLocks noChangeShapeType="1"/>
              </p:cNvSpPr>
              <p:nvPr/>
            </p:nvSpPr>
            <p:spPr bwMode="auto">
              <a:xfrm flipV="1">
                <a:off x="4684" y="6797"/>
                <a:ext cx="90" cy="461"/>
              </a:xfrm>
              <a:prstGeom prst="line">
                <a:avLst/>
              </a:prstGeom>
              <a:noFill/>
              <a:ln w="22225">
                <a:solidFill>
                  <a:srgbClr val="000000"/>
                </a:solidFill>
                <a:round/>
                <a:headEnd/>
                <a:tailEnd/>
              </a:ln>
            </p:spPr>
            <p:txBody>
              <a:bodyPr/>
              <a:lstStyle/>
              <a:p>
                <a:pPr eaLnBrk="1" hangingPunct="1">
                  <a:defRPr/>
                </a:pPr>
                <a:endParaRPr lang="en-US" dirty="0"/>
              </a:p>
            </p:txBody>
          </p:sp>
        </p:grpSp>
        <p:sp>
          <p:nvSpPr>
            <p:cNvPr id="14385" name="Line 60">
              <a:extLst>
                <a:ext uri="{FF2B5EF4-FFF2-40B4-BE49-F238E27FC236}">
                  <a16:creationId xmlns:a16="http://schemas.microsoft.com/office/drawing/2014/main" id="{245BEF7B-71B7-4F5C-8FFE-69F6B16DCF55}"/>
                </a:ext>
              </a:extLst>
            </p:cNvPr>
            <p:cNvSpPr>
              <a:spLocks noChangeShapeType="1"/>
            </p:cNvSpPr>
            <p:nvPr/>
          </p:nvSpPr>
          <p:spPr bwMode="auto">
            <a:xfrm>
              <a:off x="3198813" y="2927548"/>
              <a:ext cx="142875" cy="363574"/>
            </a:xfrm>
            <a:prstGeom prst="line">
              <a:avLst/>
            </a:prstGeom>
            <a:noFill/>
            <a:ln w="22225">
              <a:solidFill>
                <a:srgbClr val="000000"/>
              </a:solidFill>
              <a:round/>
              <a:headEnd/>
              <a:tailEnd/>
            </a:ln>
          </p:spPr>
          <p:txBody>
            <a:bodyPr/>
            <a:lstStyle/>
            <a:p>
              <a:pPr eaLnBrk="1" hangingPunct="1">
                <a:defRPr/>
              </a:pPr>
              <a:endParaRPr lang="en-US" dirty="0"/>
            </a:p>
          </p:txBody>
        </p:sp>
        <p:sp>
          <p:nvSpPr>
            <p:cNvPr id="14386" name="Line 61">
              <a:extLst>
                <a:ext uri="{FF2B5EF4-FFF2-40B4-BE49-F238E27FC236}">
                  <a16:creationId xmlns:a16="http://schemas.microsoft.com/office/drawing/2014/main" id="{A755C36B-BCD0-4EEC-B975-73026AD77A3D}"/>
                </a:ext>
              </a:extLst>
            </p:cNvPr>
            <p:cNvSpPr>
              <a:spLocks noChangeShapeType="1"/>
            </p:cNvSpPr>
            <p:nvPr/>
          </p:nvSpPr>
          <p:spPr bwMode="auto">
            <a:xfrm flipV="1">
              <a:off x="3206750" y="2929137"/>
              <a:ext cx="100013" cy="373099"/>
            </a:xfrm>
            <a:prstGeom prst="line">
              <a:avLst/>
            </a:prstGeom>
            <a:noFill/>
            <a:ln w="22225">
              <a:solidFill>
                <a:srgbClr val="000000"/>
              </a:solidFill>
              <a:round/>
              <a:headEnd/>
              <a:tailEnd/>
            </a:ln>
          </p:spPr>
          <p:txBody>
            <a:bodyPr/>
            <a:lstStyle/>
            <a:p>
              <a:pPr eaLnBrk="1" hangingPunct="1">
                <a:defRPr/>
              </a:pPr>
              <a:endParaRPr lang="en-US" dirty="0"/>
            </a:p>
          </p:txBody>
        </p:sp>
        <p:sp>
          <p:nvSpPr>
            <p:cNvPr id="14387" name="Line 62">
              <a:extLst>
                <a:ext uri="{FF2B5EF4-FFF2-40B4-BE49-F238E27FC236}">
                  <a16:creationId xmlns:a16="http://schemas.microsoft.com/office/drawing/2014/main" id="{A934E190-1341-4AA2-B1FC-25A2D6EA4D8F}"/>
                </a:ext>
              </a:extLst>
            </p:cNvPr>
            <p:cNvSpPr>
              <a:spLocks noChangeShapeType="1"/>
            </p:cNvSpPr>
            <p:nvPr/>
          </p:nvSpPr>
          <p:spPr bwMode="auto">
            <a:xfrm flipV="1">
              <a:off x="3067050" y="2929137"/>
              <a:ext cx="101600" cy="373099"/>
            </a:xfrm>
            <a:prstGeom prst="line">
              <a:avLst/>
            </a:prstGeom>
            <a:noFill/>
            <a:ln w="22225">
              <a:solidFill>
                <a:srgbClr val="000000"/>
              </a:solidFill>
              <a:round/>
              <a:headEnd/>
              <a:tailEnd/>
            </a:ln>
          </p:spPr>
          <p:txBody>
            <a:bodyPr/>
            <a:lstStyle/>
            <a:p>
              <a:pPr eaLnBrk="1" hangingPunct="1">
                <a:defRPr/>
              </a:pPr>
              <a:endParaRPr lang="en-US" dirty="0"/>
            </a:p>
          </p:txBody>
        </p:sp>
        <p:sp>
          <p:nvSpPr>
            <p:cNvPr id="14388" name="Line 63">
              <a:extLst>
                <a:ext uri="{FF2B5EF4-FFF2-40B4-BE49-F238E27FC236}">
                  <a16:creationId xmlns:a16="http://schemas.microsoft.com/office/drawing/2014/main" id="{DF64B54A-9788-45A2-8B0A-8EF3968EAAB5}"/>
                </a:ext>
              </a:extLst>
            </p:cNvPr>
            <p:cNvSpPr>
              <a:spLocks noChangeShapeType="1"/>
            </p:cNvSpPr>
            <p:nvPr/>
          </p:nvSpPr>
          <p:spPr bwMode="auto">
            <a:xfrm>
              <a:off x="3033713" y="2922786"/>
              <a:ext cx="144462"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389" name="Line 64">
              <a:extLst>
                <a:ext uri="{FF2B5EF4-FFF2-40B4-BE49-F238E27FC236}">
                  <a16:creationId xmlns:a16="http://schemas.microsoft.com/office/drawing/2014/main" id="{9EAFBCCF-9676-4EB7-B6C5-9449CC52596B}"/>
                </a:ext>
              </a:extLst>
            </p:cNvPr>
            <p:cNvSpPr>
              <a:spLocks noChangeShapeType="1"/>
            </p:cNvSpPr>
            <p:nvPr/>
          </p:nvSpPr>
          <p:spPr bwMode="auto">
            <a:xfrm>
              <a:off x="2889250" y="2932312"/>
              <a:ext cx="144463" cy="363573"/>
            </a:xfrm>
            <a:prstGeom prst="line">
              <a:avLst/>
            </a:prstGeom>
            <a:noFill/>
            <a:ln w="22225">
              <a:solidFill>
                <a:srgbClr val="000000"/>
              </a:solidFill>
              <a:round/>
              <a:headEnd/>
              <a:tailEnd/>
            </a:ln>
          </p:spPr>
          <p:txBody>
            <a:bodyPr/>
            <a:lstStyle/>
            <a:p>
              <a:pPr eaLnBrk="1" hangingPunct="1">
                <a:defRPr/>
              </a:pPr>
              <a:endParaRPr lang="en-US" dirty="0"/>
            </a:p>
          </p:txBody>
        </p:sp>
        <p:sp>
          <p:nvSpPr>
            <p:cNvPr id="14390" name="Line 65">
              <a:extLst>
                <a:ext uri="{FF2B5EF4-FFF2-40B4-BE49-F238E27FC236}">
                  <a16:creationId xmlns:a16="http://schemas.microsoft.com/office/drawing/2014/main" id="{E97C441F-6E82-4A7E-979B-FD9DD8E086C2}"/>
                </a:ext>
              </a:extLst>
            </p:cNvPr>
            <p:cNvSpPr>
              <a:spLocks noChangeShapeType="1"/>
            </p:cNvSpPr>
            <p:nvPr/>
          </p:nvSpPr>
          <p:spPr bwMode="auto">
            <a:xfrm flipV="1">
              <a:off x="2924175" y="2930724"/>
              <a:ext cx="100013"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391" name="Line 66">
              <a:extLst>
                <a:ext uri="{FF2B5EF4-FFF2-40B4-BE49-F238E27FC236}">
                  <a16:creationId xmlns:a16="http://schemas.microsoft.com/office/drawing/2014/main" id="{E596E9E3-C80F-4772-BFFE-4EE7D6C80153}"/>
                </a:ext>
              </a:extLst>
            </p:cNvPr>
            <p:cNvSpPr>
              <a:spLocks noChangeShapeType="1"/>
            </p:cNvSpPr>
            <p:nvPr/>
          </p:nvSpPr>
          <p:spPr bwMode="auto">
            <a:xfrm>
              <a:off x="2747963" y="2929137"/>
              <a:ext cx="144462"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392" name="Line 67">
              <a:extLst>
                <a:ext uri="{FF2B5EF4-FFF2-40B4-BE49-F238E27FC236}">
                  <a16:creationId xmlns:a16="http://schemas.microsoft.com/office/drawing/2014/main" id="{C51A063A-AB3B-47F8-B473-945D08B21F28}"/>
                </a:ext>
              </a:extLst>
            </p:cNvPr>
            <p:cNvSpPr>
              <a:spLocks noChangeShapeType="1"/>
            </p:cNvSpPr>
            <p:nvPr/>
          </p:nvSpPr>
          <p:spPr bwMode="auto">
            <a:xfrm flipV="1">
              <a:off x="2784475" y="2919611"/>
              <a:ext cx="98425" cy="376274"/>
            </a:xfrm>
            <a:prstGeom prst="line">
              <a:avLst/>
            </a:prstGeom>
            <a:noFill/>
            <a:ln w="22225">
              <a:solidFill>
                <a:srgbClr val="000000"/>
              </a:solidFill>
              <a:round/>
              <a:headEnd/>
              <a:tailEnd/>
            </a:ln>
          </p:spPr>
          <p:txBody>
            <a:bodyPr/>
            <a:lstStyle/>
            <a:p>
              <a:pPr eaLnBrk="1" hangingPunct="1">
                <a:defRPr/>
              </a:pPr>
              <a:endParaRPr lang="en-US" dirty="0"/>
            </a:p>
          </p:txBody>
        </p:sp>
        <p:sp>
          <p:nvSpPr>
            <p:cNvPr id="14393" name="Line 68">
              <a:extLst>
                <a:ext uri="{FF2B5EF4-FFF2-40B4-BE49-F238E27FC236}">
                  <a16:creationId xmlns:a16="http://schemas.microsoft.com/office/drawing/2014/main" id="{6D39B498-6E03-4C24-BBD6-8C937AADA57D}"/>
                </a:ext>
              </a:extLst>
            </p:cNvPr>
            <p:cNvSpPr>
              <a:spLocks noChangeShapeType="1"/>
            </p:cNvSpPr>
            <p:nvPr/>
          </p:nvSpPr>
          <p:spPr bwMode="auto">
            <a:xfrm>
              <a:off x="2611438" y="2948188"/>
              <a:ext cx="144462" cy="361986"/>
            </a:xfrm>
            <a:prstGeom prst="line">
              <a:avLst/>
            </a:prstGeom>
            <a:noFill/>
            <a:ln w="22225">
              <a:solidFill>
                <a:srgbClr val="000000"/>
              </a:solidFill>
              <a:round/>
              <a:headEnd/>
              <a:tailEnd/>
            </a:ln>
          </p:spPr>
          <p:txBody>
            <a:bodyPr/>
            <a:lstStyle/>
            <a:p>
              <a:pPr eaLnBrk="1" hangingPunct="1">
                <a:defRPr/>
              </a:pPr>
              <a:endParaRPr lang="en-US" dirty="0"/>
            </a:p>
          </p:txBody>
        </p:sp>
        <p:sp>
          <p:nvSpPr>
            <p:cNvPr id="14394" name="Line 69">
              <a:extLst>
                <a:ext uri="{FF2B5EF4-FFF2-40B4-BE49-F238E27FC236}">
                  <a16:creationId xmlns:a16="http://schemas.microsoft.com/office/drawing/2014/main" id="{2EA6281D-3206-4922-B3FE-11FEFFD2B796}"/>
                </a:ext>
              </a:extLst>
            </p:cNvPr>
            <p:cNvSpPr>
              <a:spLocks noChangeShapeType="1"/>
            </p:cNvSpPr>
            <p:nvPr/>
          </p:nvSpPr>
          <p:spPr bwMode="auto">
            <a:xfrm flipV="1">
              <a:off x="2630488" y="2929137"/>
              <a:ext cx="100012" cy="373099"/>
            </a:xfrm>
            <a:prstGeom prst="line">
              <a:avLst/>
            </a:prstGeom>
            <a:noFill/>
            <a:ln w="22225">
              <a:solidFill>
                <a:srgbClr val="000000"/>
              </a:solidFill>
              <a:round/>
              <a:headEnd/>
              <a:tailEnd/>
            </a:ln>
          </p:spPr>
          <p:txBody>
            <a:bodyPr/>
            <a:lstStyle/>
            <a:p>
              <a:pPr eaLnBrk="1" hangingPunct="1">
                <a:defRPr/>
              </a:pPr>
              <a:endParaRPr lang="en-US" dirty="0"/>
            </a:p>
          </p:txBody>
        </p:sp>
        <p:sp>
          <p:nvSpPr>
            <p:cNvPr id="14399" name="Line 74">
              <a:extLst>
                <a:ext uri="{FF2B5EF4-FFF2-40B4-BE49-F238E27FC236}">
                  <a16:creationId xmlns:a16="http://schemas.microsoft.com/office/drawing/2014/main" id="{90E5700E-496D-4D43-B13F-BA8A97A6FA68}"/>
                </a:ext>
              </a:extLst>
            </p:cNvPr>
            <p:cNvSpPr>
              <a:spLocks noChangeShapeType="1"/>
            </p:cNvSpPr>
            <p:nvPr/>
          </p:nvSpPr>
          <p:spPr bwMode="auto">
            <a:xfrm>
              <a:off x="6942138" y="2009883"/>
              <a:ext cx="144462" cy="366749"/>
            </a:xfrm>
            <a:prstGeom prst="line">
              <a:avLst/>
            </a:prstGeom>
            <a:noFill/>
            <a:ln w="22225">
              <a:solidFill>
                <a:srgbClr val="000000"/>
              </a:solidFill>
              <a:round/>
              <a:headEnd/>
              <a:tailEnd/>
            </a:ln>
          </p:spPr>
          <p:txBody>
            <a:bodyPr/>
            <a:lstStyle/>
            <a:p>
              <a:pPr eaLnBrk="1" hangingPunct="1">
                <a:defRPr/>
              </a:pPr>
              <a:endParaRPr lang="en-US" dirty="0"/>
            </a:p>
          </p:txBody>
        </p:sp>
        <p:sp>
          <p:nvSpPr>
            <p:cNvPr id="14400" name="Line 75">
              <a:extLst>
                <a:ext uri="{FF2B5EF4-FFF2-40B4-BE49-F238E27FC236}">
                  <a16:creationId xmlns:a16="http://schemas.microsoft.com/office/drawing/2014/main" id="{8116BA97-1BD3-4CB2-8F9F-B1FD8E798BA4}"/>
                </a:ext>
              </a:extLst>
            </p:cNvPr>
            <p:cNvSpPr>
              <a:spLocks noChangeShapeType="1"/>
            </p:cNvSpPr>
            <p:nvPr/>
          </p:nvSpPr>
          <p:spPr bwMode="auto">
            <a:xfrm flipV="1">
              <a:off x="6977063" y="2006708"/>
              <a:ext cx="100012"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401" name="Line 76">
              <a:extLst>
                <a:ext uri="{FF2B5EF4-FFF2-40B4-BE49-F238E27FC236}">
                  <a16:creationId xmlns:a16="http://schemas.microsoft.com/office/drawing/2014/main" id="{5EE761A1-A905-46D0-936B-194E281F3E94}"/>
                </a:ext>
              </a:extLst>
            </p:cNvPr>
            <p:cNvSpPr>
              <a:spLocks noChangeShapeType="1"/>
            </p:cNvSpPr>
            <p:nvPr/>
          </p:nvSpPr>
          <p:spPr bwMode="auto">
            <a:xfrm>
              <a:off x="6800850" y="2005121"/>
              <a:ext cx="144463" cy="366748"/>
            </a:xfrm>
            <a:prstGeom prst="line">
              <a:avLst/>
            </a:prstGeom>
            <a:noFill/>
            <a:ln w="22225">
              <a:solidFill>
                <a:srgbClr val="000000"/>
              </a:solidFill>
              <a:round/>
              <a:headEnd/>
              <a:tailEnd/>
            </a:ln>
          </p:spPr>
          <p:txBody>
            <a:bodyPr/>
            <a:lstStyle/>
            <a:p>
              <a:pPr eaLnBrk="1" hangingPunct="1">
                <a:defRPr/>
              </a:pPr>
              <a:endParaRPr lang="en-US" dirty="0"/>
            </a:p>
          </p:txBody>
        </p:sp>
        <p:sp>
          <p:nvSpPr>
            <p:cNvPr id="14402" name="Line 77">
              <a:extLst>
                <a:ext uri="{FF2B5EF4-FFF2-40B4-BE49-F238E27FC236}">
                  <a16:creationId xmlns:a16="http://schemas.microsoft.com/office/drawing/2014/main" id="{1B03B9F3-B8D4-454B-B3FA-B4A779BEA116}"/>
                </a:ext>
              </a:extLst>
            </p:cNvPr>
            <p:cNvSpPr>
              <a:spLocks noChangeShapeType="1"/>
            </p:cNvSpPr>
            <p:nvPr/>
          </p:nvSpPr>
          <p:spPr bwMode="auto">
            <a:xfrm flipV="1">
              <a:off x="6837363" y="1994006"/>
              <a:ext cx="98425"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403" name="Line 78">
              <a:extLst>
                <a:ext uri="{FF2B5EF4-FFF2-40B4-BE49-F238E27FC236}">
                  <a16:creationId xmlns:a16="http://schemas.microsoft.com/office/drawing/2014/main" id="{9DF21582-17DB-461D-A246-218ABCC29BFE}"/>
                </a:ext>
              </a:extLst>
            </p:cNvPr>
            <p:cNvSpPr>
              <a:spLocks noChangeShapeType="1"/>
            </p:cNvSpPr>
            <p:nvPr/>
          </p:nvSpPr>
          <p:spPr bwMode="auto">
            <a:xfrm>
              <a:off x="6705600" y="1981305"/>
              <a:ext cx="109538" cy="408028"/>
            </a:xfrm>
            <a:prstGeom prst="line">
              <a:avLst/>
            </a:prstGeom>
            <a:noFill/>
            <a:ln w="22225">
              <a:solidFill>
                <a:srgbClr val="000000"/>
              </a:solidFill>
              <a:round/>
              <a:headEnd/>
              <a:tailEnd/>
            </a:ln>
          </p:spPr>
          <p:txBody>
            <a:bodyPr/>
            <a:lstStyle/>
            <a:p>
              <a:pPr eaLnBrk="1" hangingPunct="1">
                <a:defRPr/>
              </a:pPr>
              <a:endParaRPr lang="en-US" dirty="0"/>
            </a:p>
          </p:txBody>
        </p:sp>
        <p:sp>
          <p:nvSpPr>
            <p:cNvPr id="14404" name="Line 79">
              <a:extLst>
                <a:ext uri="{FF2B5EF4-FFF2-40B4-BE49-F238E27FC236}">
                  <a16:creationId xmlns:a16="http://schemas.microsoft.com/office/drawing/2014/main" id="{97A4391F-4BA8-4E84-AA32-80DC039B35E9}"/>
                </a:ext>
              </a:extLst>
            </p:cNvPr>
            <p:cNvSpPr>
              <a:spLocks noChangeShapeType="1"/>
            </p:cNvSpPr>
            <p:nvPr/>
          </p:nvSpPr>
          <p:spPr bwMode="auto">
            <a:xfrm flipV="1">
              <a:off x="6683375" y="2006708"/>
              <a:ext cx="100013"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407" name="Line 82">
              <a:extLst>
                <a:ext uri="{FF2B5EF4-FFF2-40B4-BE49-F238E27FC236}">
                  <a16:creationId xmlns:a16="http://schemas.microsoft.com/office/drawing/2014/main" id="{E7670204-8012-460E-920B-E2D330F629B4}"/>
                </a:ext>
              </a:extLst>
            </p:cNvPr>
            <p:cNvSpPr>
              <a:spLocks noChangeShapeType="1"/>
            </p:cNvSpPr>
            <p:nvPr/>
          </p:nvSpPr>
          <p:spPr bwMode="auto">
            <a:xfrm>
              <a:off x="1587500" y="3313349"/>
              <a:ext cx="3016250" cy="0"/>
            </a:xfrm>
            <a:prstGeom prst="line">
              <a:avLst/>
            </a:prstGeom>
            <a:noFill/>
            <a:ln w="22225">
              <a:solidFill>
                <a:srgbClr val="000000"/>
              </a:solidFill>
              <a:round/>
              <a:headEnd/>
              <a:tailEnd/>
            </a:ln>
          </p:spPr>
          <p:txBody>
            <a:bodyPr/>
            <a:lstStyle/>
            <a:p>
              <a:pPr eaLnBrk="1" hangingPunct="1">
                <a:defRPr/>
              </a:pPr>
              <a:endParaRPr lang="en-US" dirty="0"/>
            </a:p>
          </p:txBody>
        </p:sp>
        <p:sp>
          <p:nvSpPr>
            <p:cNvPr id="14408" name="Line 83">
              <a:extLst>
                <a:ext uri="{FF2B5EF4-FFF2-40B4-BE49-F238E27FC236}">
                  <a16:creationId xmlns:a16="http://schemas.microsoft.com/office/drawing/2014/main" id="{6CC7BFD1-6622-4D34-9960-989F6365D0BA}"/>
                </a:ext>
              </a:extLst>
            </p:cNvPr>
            <p:cNvSpPr>
              <a:spLocks noChangeShapeType="1"/>
            </p:cNvSpPr>
            <p:nvPr/>
          </p:nvSpPr>
          <p:spPr bwMode="auto">
            <a:xfrm>
              <a:off x="4773613" y="2943425"/>
              <a:ext cx="3157537" cy="0"/>
            </a:xfrm>
            <a:prstGeom prst="line">
              <a:avLst/>
            </a:prstGeom>
            <a:noFill/>
            <a:ln w="22225">
              <a:solidFill>
                <a:srgbClr val="000000"/>
              </a:solidFill>
              <a:round/>
              <a:headEnd/>
              <a:tailEnd/>
            </a:ln>
          </p:spPr>
          <p:txBody>
            <a:bodyPr/>
            <a:lstStyle/>
            <a:p>
              <a:pPr eaLnBrk="1" hangingPunct="1">
                <a:defRPr/>
              </a:pPr>
              <a:endParaRPr lang="en-US" dirty="0"/>
            </a:p>
          </p:txBody>
        </p:sp>
        <p:sp>
          <p:nvSpPr>
            <p:cNvPr id="14409" name="Line 84">
              <a:extLst>
                <a:ext uri="{FF2B5EF4-FFF2-40B4-BE49-F238E27FC236}">
                  <a16:creationId xmlns:a16="http://schemas.microsoft.com/office/drawing/2014/main" id="{2461A939-2C2C-4844-B5DE-361BFFDE961C}"/>
                </a:ext>
              </a:extLst>
            </p:cNvPr>
            <p:cNvSpPr>
              <a:spLocks noChangeShapeType="1"/>
            </p:cNvSpPr>
            <p:nvPr/>
          </p:nvSpPr>
          <p:spPr bwMode="auto">
            <a:xfrm>
              <a:off x="4784725" y="3314937"/>
              <a:ext cx="3157538" cy="0"/>
            </a:xfrm>
            <a:prstGeom prst="line">
              <a:avLst/>
            </a:prstGeom>
            <a:noFill/>
            <a:ln w="22225">
              <a:solidFill>
                <a:srgbClr val="000000"/>
              </a:solidFill>
              <a:round/>
              <a:headEnd/>
              <a:tailEnd/>
            </a:ln>
          </p:spPr>
          <p:txBody>
            <a:bodyPr/>
            <a:lstStyle/>
            <a:p>
              <a:pPr eaLnBrk="1" hangingPunct="1">
                <a:defRPr/>
              </a:pPr>
              <a:endParaRPr lang="en-US" dirty="0"/>
            </a:p>
          </p:txBody>
        </p:sp>
        <p:sp>
          <p:nvSpPr>
            <p:cNvPr id="14410" name="Line 85">
              <a:extLst>
                <a:ext uri="{FF2B5EF4-FFF2-40B4-BE49-F238E27FC236}">
                  <a16:creationId xmlns:a16="http://schemas.microsoft.com/office/drawing/2014/main" id="{26B60D8D-C427-49FB-ACE8-F6091BBCF82D}"/>
                </a:ext>
              </a:extLst>
            </p:cNvPr>
            <p:cNvSpPr>
              <a:spLocks noChangeShapeType="1"/>
            </p:cNvSpPr>
            <p:nvPr/>
          </p:nvSpPr>
          <p:spPr bwMode="auto">
            <a:xfrm>
              <a:off x="6469063" y="1146198"/>
              <a:ext cx="0" cy="3475380"/>
            </a:xfrm>
            <a:prstGeom prst="line">
              <a:avLst/>
            </a:prstGeom>
            <a:noFill/>
            <a:ln w="22225">
              <a:solidFill>
                <a:srgbClr val="000000"/>
              </a:solidFill>
              <a:round/>
              <a:headEnd/>
              <a:tailEnd/>
            </a:ln>
          </p:spPr>
          <p:txBody>
            <a:bodyPr/>
            <a:lstStyle/>
            <a:p>
              <a:pPr eaLnBrk="1" hangingPunct="1">
                <a:defRPr/>
              </a:pPr>
              <a:endParaRPr lang="en-US" dirty="0"/>
            </a:p>
          </p:txBody>
        </p:sp>
        <p:sp>
          <p:nvSpPr>
            <p:cNvPr id="14411" name="Line 86">
              <a:extLst>
                <a:ext uri="{FF2B5EF4-FFF2-40B4-BE49-F238E27FC236}">
                  <a16:creationId xmlns:a16="http://schemas.microsoft.com/office/drawing/2014/main" id="{D592D5C1-D441-42F8-8AD9-33853A55DB45}"/>
                </a:ext>
              </a:extLst>
            </p:cNvPr>
            <p:cNvSpPr>
              <a:spLocks noChangeShapeType="1"/>
            </p:cNvSpPr>
            <p:nvPr/>
          </p:nvSpPr>
          <p:spPr bwMode="auto">
            <a:xfrm>
              <a:off x="1905000" y="3900782"/>
              <a:ext cx="731838" cy="0"/>
            </a:xfrm>
            <a:prstGeom prst="line">
              <a:avLst/>
            </a:prstGeom>
            <a:noFill/>
            <a:ln w="22225">
              <a:solidFill>
                <a:srgbClr val="000000"/>
              </a:solidFill>
              <a:round/>
              <a:headEnd/>
              <a:tailEnd/>
            </a:ln>
          </p:spPr>
          <p:txBody>
            <a:bodyPr/>
            <a:lstStyle/>
            <a:p>
              <a:pPr eaLnBrk="1" hangingPunct="1">
                <a:defRPr/>
              </a:pPr>
              <a:endParaRPr lang="en-US" dirty="0"/>
            </a:p>
          </p:txBody>
        </p:sp>
        <p:sp>
          <p:nvSpPr>
            <p:cNvPr id="14412" name="Line 87">
              <a:extLst>
                <a:ext uri="{FF2B5EF4-FFF2-40B4-BE49-F238E27FC236}">
                  <a16:creationId xmlns:a16="http://schemas.microsoft.com/office/drawing/2014/main" id="{C37C4136-26D0-49F9-BCEF-0E4FD045BE36}"/>
                </a:ext>
              </a:extLst>
            </p:cNvPr>
            <p:cNvSpPr>
              <a:spLocks noChangeShapeType="1"/>
            </p:cNvSpPr>
            <p:nvPr/>
          </p:nvSpPr>
          <p:spPr bwMode="auto">
            <a:xfrm>
              <a:off x="1892300" y="4288170"/>
              <a:ext cx="731838" cy="0"/>
            </a:xfrm>
            <a:prstGeom prst="line">
              <a:avLst/>
            </a:prstGeom>
            <a:noFill/>
            <a:ln w="22225">
              <a:solidFill>
                <a:srgbClr val="000000"/>
              </a:solidFill>
              <a:round/>
              <a:headEnd/>
              <a:tailEnd/>
            </a:ln>
          </p:spPr>
          <p:txBody>
            <a:bodyPr/>
            <a:lstStyle/>
            <a:p>
              <a:pPr eaLnBrk="1" hangingPunct="1">
                <a:defRPr/>
              </a:pPr>
              <a:endParaRPr lang="en-US" dirty="0"/>
            </a:p>
          </p:txBody>
        </p:sp>
        <p:sp>
          <p:nvSpPr>
            <p:cNvPr id="14413" name="Line 88">
              <a:extLst>
                <a:ext uri="{FF2B5EF4-FFF2-40B4-BE49-F238E27FC236}">
                  <a16:creationId xmlns:a16="http://schemas.microsoft.com/office/drawing/2014/main" id="{5A5436B6-4E03-411E-9605-F8FECD50DAEB}"/>
                </a:ext>
              </a:extLst>
            </p:cNvPr>
            <p:cNvSpPr>
              <a:spLocks noChangeShapeType="1"/>
            </p:cNvSpPr>
            <p:nvPr/>
          </p:nvSpPr>
          <p:spPr bwMode="auto">
            <a:xfrm>
              <a:off x="4648200" y="3907133"/>
              <a:ext cx="142875" cy="366748"/>
            </a:xfrm>
            <a:prstGeom prst="line">
              <a:avLst/>
            </a:prstGeom>
            <a:noFill/>
            <a:ln w="22225">
              <a:solidFill>
                <a:srgbClr val="000000"/>
              </a:solidFill>
              <a:round/>
              <a:headEnd/>
              <a:tailEnd/>
            </a:ln>
          </p:spPr>
          <p:txBody>
            <a:bodyPr/>
            <a:lstStyle/>
            <a:p>
              <a:pPr eaLnBrk="1" hangingPunct="1">
                <a:defRPr/>
              </a:pPr>
              <a:endParaRPr lang="en-US" dirty="0"/>
            </a:p>
          </p:txBody>
        </p:sp>
        <p:sp>
          <p:nvSpPr>
            <p:cNvPr id="14414" name="Line 89">
              <a:extLst>
                <a:ext uri="{FF2B5EF4-FFF2-40B4-BE49-F238E27FC236}">
                  <a16:creationId xmlns:a16="http://schemas.microsoft.com/office/drawing/2014/main" id="{0DE1E9AE-67C2-4EC3-9A61-D14ABFA7670A}"/>
                </a:ext>
              </a:extLst>
            </p:cNvPr>
            <p:cNvSpPr>
              <a:spLocks noChangeShapeType="1"/>
            </p:cNvSpPr>
            <p:nvPr/>
          </p:nvSpPr>
          <p:spPr bwMode="auto">
            <a:xfrm flipV="1">
              <a:off x="4656138" y="3908720"/>
              <a:ext cx="100012"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415" name="Line 90">
              <a:extLst>
                <a:ext uri="{FF2B5EF4-FFF2-40B4-BE49-F238E27FC236}">
                  <a16:creationId xmlns:a16="http://schemas.microsoft.com/office/drawing/2014/main" id="{1F20AF50-BAED-4B06-BF56-2C47F94A97B0}"/>
                </a:ext>
              </a:extLst>
            </p:cNvPr>
            <p:cNvSpPr>
              <a:spLocks noChangeShapeType="1"/>
            </p:cNvSpPr>
            <p:nvPr/>
          </p:nvSpPr>
          <p:spPr bwMode="auto">
            <a:xfrm flipV="1">
              <a:off x="4516438" y="3908720"/>
              <a:ext cx="101600"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416" name="Line 91">
              <a:extLst>
                <a:ext uri="{FF2B5EF4-FFF2-40B4-BE49-F238E27FC236}">
                  <a16:creationId xmlns:a16="http://schemas.microsoft.com/office/drawing/2014/main" id="{71B30C62-E168-48BF-AABB-1BCB5BC92A07}"/>
                </a:ext>
              </a:extLst>
            </p:cNvPr>
            <p:cNvSpPr>
              <a:spLocks noChangeShapeType="1"/>
            </p:cNvSpPr>
            <p:nvPr/>
          </p:nvSpPr>
          <p:spPr bwMode="auto">
            <a:xfrm>
              <a:off x="4483100" y="3902369"/>
              <a:ext cx="144463" cy="368336"/>
            </a:xfrm>
            <a:prstGeom prst="line">
              <a:avLst/>
            </a:prstGeom>
            <a:noFill/>
            <a:ln w="22225">
              <a:solidFill>
                <a:srgbClr val="000000"/>
              </a:solidFill>
              <a:round/>
              <a:headEnd/>
              <a:tailEnd/>
            </a:ln>
          </p:spPr>
          <p:txBody>
            <a:bodyPr/>
            <a:lstStyle/>
            <a:p>
              <a:pPr eaLnBrk="1" hangingPunct="1">
                <a:defRPr/>
              </a:pPr>
              <a:endParaRPr lang="en-US" dirty="0"/>
            </a:p>
          </p:txBody>
        </p:sp>
        <p:sp>
          <p:nvSpPr>
            <p:cNvPr id="14417" name="Line 92">
              <a:extLst>
                <a:ext uri="{FF2B5EF4-FFF2-40B4-BE49-F238E27FC236}">
                  <a16:creationId xmlns:a16="http://schemas.microsoft.com/office/drawing/2014/main" id="{6EB0D162-702D-4A1F-9D66-2177F86CF078}"/>
                </a:ext>
              </a:extLst>
            </p:cNvPr>
            <p:cNvSpPr>
              <a:spLocks noChangeShapeType="1"/>
            </p:cNvSpPr>
            <p:nvPr/>
          </p:nvSpPr>
          <p:spPr bwMode="auto">
            <a:xfrm>
              <a:off x="4337050" y="3911895"/>
              <a:ext cx="146050"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418" name="Line 93">
              <a:extLst>
                <a:ext uri="{FF2B5EF4-FFF2-40B4-BE49-F238E27FC236}">
                  <a16:creationId xmlns:a16="http://schemas.microsoft.com/office/drawing/2014/main" id="{B81FF4D9-512B-4B42-B7E0-F02B84971252}"/>
                </a:ext>
              </a:extLst>
            </p:cNvPr>
            <p:cNvSpPr>
              <a:spLocks noChangeShapeType="1"/>
            </p:cNvSpPr>
            <p:nvPr/>
          </p:nvSpPr>
          <p:spPr bwMode="auto">
            <a:xfrm flipV="1">
              <a:off x="4373563" y="3910308"/>
              <a:ext cx="98425" cy="377862"/>
            </a:xfrm>
            <a:prstGeom prst="line">
              <a:avLst/>
            </a:prstGeom>
            <a:noFill/>
            <a:ln w="22225">
              <a:solidFill>
                <a:srgbClr val="000000"/>
              </a:solidFill>
              <a:round/>
              <a:headEnd/>
              <a:tailEnd/>
            </a:ln>
          </p:spPr>
          <p:txBody>
            <a:bodyPr/>
            <a:lstStyle/>
            <a:p>
              <a:pPr eaLnBrk="1" hangingPunct="1">
                <a:defRPr/>
              </a:pPr>
              <a:endParaRPr lang="en-US" dirty="0"/>
            </a:p>
          </p:txBody>
        </p:sp>
        <p:sp>
          <p:nvSpPr>
            <p:cNvPr id="14419" name="Line 94">
              <a:extLst>
                <a:ext uri="{FF2B5EF4-FFF2-40B4-BE49-F238E27FC236}">
                  <a16:creationId xmlns:a16="http://schemas.microsoft.com/office/drawing/2014/main" id="{69AAC760-E0E0-40F2-B70E-AF34636585A0}"/>
                </a:ext>
              </a:extLst>
            </p:cNvPr>
            <p:cNvSpPr>
              <a:spLocks noChangeShapeType="1"/>
            </p:cNvSpPr>
            <p:nvPr/>
          </p:nvSpPr>
          <p:spPr bwMode="auto">
            <a:xfrm>
              <a:off x="4197350" y="3908720"/>
              <a:ext cx="142875" cy="366749"/>
            </a:xfrm>
            <a:prstGeom prst="line">
              <a:avLst/>
            </a:prstGeom>
            <a:noFill/>
            <a:ln w="22225">
              <a:solidFill>
                <a:srgbClr val="000000"/>
              </a:solidFill>
              <a:round/>
              <a:headEnd/>
              <a:tailEnd/>
            </a:ln>
          </p:spPr>
          <p:txBody>
            <a:bodyPr/>
            <a:lstStyle/>
            <a:p>
              <a:pPr eaLnBrk="1" hangingPunct="1">
                <a:defRPr/>
              </a:pPr>
              <a:endParaRPr lang="en-US" dirty="0"/>
            </a:p>
          </p:txBody>
        </p:sp>
        <p:sp>
          <p:nvSpPr>
            <p:cNvPr id="14420" name="Line 95">
              <a:extLst>
                <a:ext uri="{FF2B5EF4-FFF2-40B4-BE49-F238E27FC236}">
                  <a16:creationId xmlns:a16="http://schemas.microsoft.com/office/drawing/2014/main" id="{66518C03-EF18-4F99-B234-8405B075791A}"/>
                </a:ext>
              </a:extLst>
            </p:cNvPr>
            <p:cNvSpPr>
              <a:spLocks noChangeShapeType="1"/>
            </p:cNvSpPr>
            <p:nvPr/>
          </p:nvSpPr>
          <p:spPr bwMode="auto">
            <a:xfrm flipV="1">
              <a:off x="4230688" y="3899194"/>
              <a:ext cx="101600" cy="377862"/>
            </a:xfrm>
            <a:prstGeom prst="line">
              <a:avLst/>
            </a:prstGeom>
            <a:noFill/>
            <a:ln w="22225">
              <a:solidFill>
                <a:srgbClr val="000000"/>
              </a:solidFill>
              <a:round/>
              <a:headEnd/>
              <a:tailEnd/>
            </a:ln>
          </p:spPr>
          <p:txBody>
            <a:bodyPr/>
            <a:lstStyle/>
            <a:p>
              <a:pPr eaLnBrk="1" hangingPunct="1">
                <a:defRPr/>
              </a:pPr>
              <a:endParaRPr lang="en-US" dirty="0"/>
            </a:p>
          </p:txBody>
        </p:sp>
        <p:sp>
          <p:nvSpPr>
            <p:cNvPr id="14421" name="Line 96">
              <a:extLst>
                <a:ext uri="{FF2B5EF4-FFF2-40B4-BE49-F238E27FC236}">
                  <a16:creationId xmlns:a16="http://schemas.microsoft.com/office/drawing/2014/main" id="{3B8A9797-CF76-45C3-AF90-CA7EC4533FEB}"/>
                </a:ext>
              </a:extLst>
            </p:cNvPr>
            <p:cNvSpPr>
              <a:spLocks noChangeShapeType="1"/>
            </p:cNvSpPr>
            <p:nvPr/>
          </p:nvSpPr>
          <p:spPr bwMode="auto">
            <a:xfrm>
              <a:off x="4059238" y="3927772"/>
              <a:ext cx="144462" cy="363574"/>
            </a:xfrm>
            <a:prstGeom prst="line">
              <a:avLst/>
            </a:prstGeom>
            <a:noFill/>
            <a:ln w="22225">
              <a:solidFill>
                <a:srgbClr val="000000"/>
              </a:solidFill>
              <a:round/>
              <a:headEnd/>
              <a:tailEnd/>
            </a:ln>
          </p:spPr>
          <p:txBody>
            <a:bodyPr/>
            <a:lstStyle/>
            <a:p>
              <a:pPr eaLnBrk="1" hangingPunct="1">
                <a:defRPr/>
              </a:pPr>
              <a:endParaRPr lang="en-US" dirty="0"/>
            </a:p>
          </p:txBody>
        </p:sp>
        <p:sp>
          <p:nvSpPr>
            <p:cNvPr id="14422" name="Line 97">
              <a:extLst>
                <a:ext uri="{FF2B5EF4-FFF2-40B4-BE49-F238E27FC236}">
                  <a16:creationId xmlns:a16="http://schemas.microsoft.com/office/drawing/2014/main" id="{650FC2FC-B027-4482-A1E8-D02204BDAE29}"/>
                </a:ext>
              </a:extLst>
            </p:cNvPr>
            <p:cNvSpPr>
              <a:spLocks noChangeShapeType="1"/>
            </p:cNvSpPr>
            <p:nvPr/>
          </p:nvSpPr>
          <p:spPr bwMode="auto">
            <a:xfrm flipV="1">
              <a:off x="4079875" y="3908720"/>
              <a:ext cx="98425"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423" name="Line 98">
              <a:extLst>
                <a:ext uri="{FF2B5EF4-FFF2-40B4-BE49-F238E27FC236}">
                  <a16:creationId xmlns:a16="http://schemas.microsoft.com/office/drawing/2014/main" id="{80B4B2D2-EEC0-47D1-8719-EB175F876A80}"/>
                </a:ext>
              </a:extLst>
            </p:cNvPr>
            <p:cNvSpPr>
              <a:spLocks noChangeShapeType="1"/>
            </p:cNvSpPr>
            <p:nvPr/>
          </p:nvSpPr>
          <p:spPr bwMode="auto">
            <a:xfrm>
              <a:off x="3921125" y="3899194"/>
              <a:ext cx="142875" cy="366749"/>
            </a:xfrm>
            <a:prstGeom prst="line">
              <a:avLst/>
            </a:prstGeom>
            <a:noFill/>
            <a:ln w="22225">
              <a:solidFill>
                <a:srgbClr val="000000"/>
              </a:solidFill>
              <a:round/>
              <a:headEnd/>
              <a:tailEnd/>
            </a:ln>
          </p:spPr>
          <p:txBody>
            <a:bodyPr/>
            <a:lstStyle/>
            <a:p>
              <a:pPr eaLnBrk="1" hangingPunct="1">
                <a:defRPr/>
              </a:pPr>
              <a:endParaRPr lang="en-US" dirty="0"/>
            </a:p>
          </p:txBody>
        </p:sp>
        <p:sp>
          <p:nvSpPr>
            <p:cNvPr id="14424" name="Line 99">
              <a:extLst>
                <a:ext uri="{FF2B5EF4-FFF2-40B4-BE49-F238E27FC236}">
                  <a16:creationId xmlns:a16="http://schemas.microsoft.com/office/drawing/2014/main" id="{867FC10D-AC5C-4858-AF45-9EEB0104BB16}"/>
                </a:ext>
              </a:extLst>
            </p:cNvPr>
            <p:cNvSpPr>
              <a:spLocks noChangeShapeType="1"/>
            </p:cNvSpPr>
            <p:nvPr/>
          </p:nvSpPr>
          <p:spPr bwMode="auto">
            <a:xfrm flipV="1">
              <a:off x="3929063" y="3900782"/>
              <a:ext cx="100012" cy="376274"/>
            </a:xfrm>
            <a:prstGeom prst="line">
              <a:avLst/>
            </a:prstGeom>
            <a:noFill/>
            <a:ln w="22225">
              <a:solidFill>
                <a:srgbClr val="000000"/>
              </a:solidFill>
              <a:round/>
              <a:headEnd/>
              <a:tailEnd/>
            </a:ln>
          </p:spPr>
          <p:txBody>
            <a:bodyPr/>
            <a:lstStyle/>
            <a:p>
              <a:pPr eaLnBrk="1" hangingPunct="1">
                <a:defRPr/>
              </a:pPr>
              <a:endParaRPr lang="en-US" dirty="0"/>
            </a:p>
          </p:txBody>
        </p:sp>
        <p:sp>
          <p:nvSpPr>
            <p:cNvPr id="14425" name="Line 100">
              <a:extLst>
                <a:ext uri="{FF2B5EF4-FFF2-40B4-BE49-F238E27FC236}">
                  <a16:creationId xmlns:a16="http://schemas.microsoft.com/office/drawing/2014/main" id="{1945F3FE-2FE1-4528-87B0-DCEE98BC0801}"/>
                </a:ext>
              </a:extLst>
            </p:cNvPr>
            <p:cNvSpPr>
              <a:spLocks noChangeShapeType="1"/>
            </p:cNvSpPr>
            <p:nvPr/>
          </p:nvSpPr>
          <p:spPr bwMode="auto">
            <a:xfrm flipV="1">
              <a:off x="3789363" y="3900782"/>
              <a:ext cx="101600" cy="376274"/>
            </a:xfrm>
            <a:prstGeom prst="line">
              <a:avLst/>
            </a:prstGeom>
            <a:noFill/>
            <a:ln w="22225">
              <a:solidFill>
                <a:srgbClr val="000000"/>
              </a:solidFill>
              <a:round/>
              <a:headEnd/>
              <a:tailEnd/>
            </a:ln>
          </p:spPr>
          <p:txBody>
            <a:bodyPr/>
            <a:lstStyle/>
            <a:p>
              <a:pPr eaLnBrk="1" hangingPunct="1">
                <a:defRPr/>
              </a:pPr>
              <a:endParaRPr lang="en-US" dirty="0"/>
            </a:p>
          </p:txBody>
        </p:sp>
        <p:sp>
          <p:nvSpPr>
            <p:cNvPr id="14426" name="Line 101">
              <a:extLst>
                <a:ext uri="{FF2B5EF4-FFF2-40B4-BE49-F238E27FC236}">
                  <a16:creationId xmlns:a16="http://schemas.microsoft.com/office/drawing/2014/main" id="{FAE6AAE5-515D-429C-8162-A0A5938D80FF}"/>
                </a:ext>
              </a:extLst>
            </p:cNvPr>
            <p:cNvSpPr>
              <a:spLocks noChangeShapeType="1"/>
            </p:cNvSpPr>
            <p:nvPr/>
          </p:nvSpPr>
          <p:spPr bwMode="auto">
            <a:xfrm>
              <a:off x="3756025" y="3896019"/>
              <a:ext cx="144463" cy="368336"/>
            </a:xfrm>
            <a:prstGeom prst="line">
              <a:avLst/>
            </a:prstGeom>
            <a:noFill/>
            <a:ln w="22225">
              <a:solidFill>
                <a:srgbClr val="000000"/>
              </a:solidFill>
              <a:round/>
              <a:headEnd/>
              <a:tailEnd/>
            </a:ln>
          </p:spPr>
          <p:txBody>
            <a:bodyPr/>
            <a:lstStyle/>
            <a:p>
              <a:pPr eaLnBrk="1" hangingPunct="1">
                <a:defRPr/>
              </a:pPr>
              <a:endParaRPr lang="en-US" dirty="0"/>
            </a:p>
          </p:txBody>
        </p:sp>
        <p:sp>
          <p:nvSpPr>
            <p:cNvPr id="14427" name="Line 102">
              <a:extLst>
                <a:ext uri="{FF2B5EF4-FFF2-40B4-BE49-F238E27FC236}">
                  <a16:creationId xmlns:a16="http://schemas.microsoft.com/office/drawing/2014/main" id="{997C8887-8817-4F55-97D9-4EDDD07A6802}"/>
                </a:ext>
              </a:extLst>
            </p:cNvPr>
            <p:cNvSpPr>
              <a:spLocks noChangeShapeType="1"/>
            </p:cNvSpPr>
            <p:nvPr/>
          </p:nvSpPr>
          <p:spPr bwMode="auto">
            <a:xfrm>
              <a:off x="3609975" y="3905545"/>
              <a:ext cx="146050"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428" name="Line 103">
              <a:extLst>
                <a:ext uri="{FF2B5EF4-FFF2-40B4-BE49-F238E27FC236}">
                  <a16:creationId xmlns:a16="http://schemas.microsoft.com/office/drawing/2014/main" id="{25B22EDD-ED17-484E-ACB6-C5FF3D2CED7A}"/>
                </a:ext>
              </a:extLst>
            </p:cNvPr>
            <p:cNvSpPr>
              <a:spLocks noChangeShapeType="1"/>
            </p:cNvSpPr>
            <p:nvPr/>
          </p:nvSpPr>
          <p:spPr bwMode="auto">
            <a:xfrm flipV="1">
              <a:off x="3646488" y="3902369"/>
              <a:ext cx="98425" cy="377862"/>
            </a:xfrm>
            <a:prstGeom prst="line">
              <a:avLst/>
            </a:prstGeom>
            <a:noFill/>
            <a:ln w="22225">
              <a:solidFill>
                <a:srgbClr val="000000"/>
              </a:solidFill>
              <a:round/>
              <a:headEnd/>
              <a:tailEnd/>
            </a:ln>
          </p:spPr>
          <p:txBody>
            <a:bodyPr/>
            <a:lstStyle/>
            <a:p>
              <a:pPr eaLnBrk="1" hangingPunct="1">
                <a:defRPr/>
              </a:pPr>
              <a:endParaRPr lang="en-US" dirty="0"/>
            </a:p>
          </p:txBody>
        </p:sp>
        <p:sp>
          <p:nvSpPr>
            <p:cNvPr id="14429" name="Line 104">
              <a:extLst>
                <a:ext uri="{FF2B5EF4-FFF2-40B4-BE49-F238E27FC236}">
                  <a16:creationId xmlns:a16="http://schemas.microsoft.com/office/drawing/2014/main" id="{ABD9A6CA-2AF0-451E-8FA0-9C5D14EC2C08}"/>
                </a:ext>
              </a:extLst>
            </p:cNvPr>
            <p:cNvSpPr>
              <a:spLocks noChangeShapeType="1"/>
            </p:cNvSpPr>
            <p:nvPr/>
          </p:nvSpPr>
          <p:spPr bwMode="auto">
            <a:xfrm>
              <a:off x="3470275" y="3900782"/>
              <a:ext cx="144463" cy="366748"/>
            </a:xfrm>
            <a:prstGeom prst="line">
              <a:avLst/>
            </a:prstGeom>
            <a:noFill/>
            <a:ln w="22225">
              <a:solidFill>
                <a:srgbClr val="000000"/>
              </a:solidFill>
              <a:round/>
              <a:headEnd/>
              <a:tailEnd/>
            </a:ln>
          </p:spPr>
          <p:txBody>
            <a:bodyPr/>
            <a:lstStyle/>
            <a:p>
              <a:pPr eaLnBrk="1" hangingPunct="1">
                <a:defRPr/>
              </a:pPr>
              <a:endParaRPr lang="en-US" dirty="0"/>
            </a:p>
          </p:txBody>
        </p:sp>
        <p:sp>
          <p:nvSpPr>
            <p:cNvPr id="14430" name="Line 105">
              <a:extLst>
                <a:ext uri="{FF2B5EF4-FFF2-40B4-BE49-F238E27FC236}">
                  <a16:creationId xmlns:a16="http://schemas.microsoft.com/office/drawing/2014/main" id="{3DD5F8B4-7376-4DAA-815A-639DE1CA9502}"/>
                </a:ext>
              </a:extLst>
            </p:cNvPr>
            <p:cNvSpPr>
              <a:spLocks noChangeShapeType="1"/>
            </p:cNvSpPr>
            <p:nvPr/>
          </p:nvSpPr>
          <p:spPr bwMode="auto">
            <a:xfrm flipV="1">
              <a:off x="3506788" y="3892843"/>
              <a:ext cx="98425"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431" name="Line 106">
              <a:extLst>
                <a:ext uri="{FF2B5EF4-FFF2-40B4-BE49-F238E27FC236}">
                  <a16:creationId xmlns:a16="http://schemas.microsoft.com/office/drawing/2014/main" id="{73FFADAF-3800-4071-878F-5897F17B9723}"/>
                </a:ext>
              </a:extLst>
            </p:cNvPr>
            <p:cNvSpPr>
              <a:spLocks noChangeShapeType="1"/>
            </p:cNvSpPr>
            <p:nvPr/>
          </p:nvSpPr>
          <p:spPr bwMode="auto">
            <a:xfrm>
              <a:off x="3333750" y="3919834"/>
              <a:ext cx="142875" cy="366748"/>
            </a:xfrm>
            <a:prstGeom prst="line">
              <a:avLst/>
            </a:prstGeom>
            <a:noFill/>
            <a:ln w="22225">
              <a:solidFill>
                <a:srgbClr val="000000"/>
              </a:solidFill>
              <a:round/>
              <a:headEnd/>
              <a:tailEnd/>
            </a:ln>
          </p:spPr>
          <p:txBody>
            <a:bodyPr/>
            <a:lstStyle/>
            <a:p>
              <a:pPr eaLnBrk="1" hangingPunct="1">
                <a:defRPr/>
              </a:pPr>
              <a:endParaRPr lang="en-US" dirty="0"/>
            </a:p>
          </p:txBody>
        </p:sp>
        <p:sp>
          <p:nvSpPr>
            <p:cNvPr id="14432" name="Line 107">
              <a:extLst>
                <a:ext uri="{FF2B5EF4-FFF2-40B4-BE49-F238E27FC236}">
                  <a16:creationId xmlns:a16="http://schemas.microsoft.com/office/drawing/2014/main" id="{F31B0062-AADB-4693-92C2-8E333B91CB0A}"/>
                </a:ext>
              </a:extLst>
            </p:cNvPr>
            <p:cNvSpPr>
              <a:spLocks noChangeShapeType="1"/>
            </p:cNvSpPr>
            <p:nvPr/>
          </p:nvSpPr>
          <p:spPr bwMode="auto">
            <a:xfrm flipV="1">
              <a:off x="3352800" y="3902369"/>
              <a:ext cx="100013"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433" name="Line 108">
              <a:extLst>
                <a:ext uri="{FF2B5EF4-FFF2-40B4-BE49-F238E27FC236}">
                  <a16:creationId xmlns:a16="http://schemas.microsoft.com/office/drawing/2014/main" id="{297CB271-1B57-4AE8-8F3A-C7696F81B6AC}"/>
                </a:ext>
              </a:extLst>
            </p:cNvPr>
            <p:cNvSpPr>
              <a:spLocks noChangeShapeType="1"/>
            </p:cNvSpPr>
            <p:nvPr/>
          </p:nvSpPr>
          <p:spPr bwMode="auto">
            <a:xfrm>
              <a:off x="3201988" y="3902369"/>
              <a:ext cx="146050" cy="368336"/>
            </a:xfrm>
            <a:prstGeom prst="line">
              <a:avLst/>
            </a:prstGeom>
            <a:noFill/>
            <a:ln w="22225">
              <a:solidFill>
                <a:srgbClr val="000000"/>
              </a:solidFill>
              <a:round/>
              <a:headEnd/>
              <a:tailEnd/>
            </a:ln>
          </p:spPr>
          <p:txBody>
            <a:bodyPr/>
            <a:lstStyle/>
            <a:p>
              <a:pPr eaLnBrk="1" hangingPunct="1">
                <a:defRPr/>
              </a:pPr>
              <a:endParaRPr lang="en-US" dirty="0"/>
            </a:p>
          </p:txBody>
        </p:sp>
        <p:sp>
          <p:nvSpPr>
            <p:cNvPr id="14434" name="Line 109">
              <a:extLst>
                <a:ext uri="{FF2B5EF4-FFF2-40B4-BE49-F238E27FC236}">
                  <a16:creationId xmlns:a16="http://schemas.microsoft.com/office/drawing/2014/main" id="{D5BF229C-DED7-4EAA-88A4-3F5B20451F5F}"/>
                </a:ext>
              </a:extLst>
            </p:cNvPr>
            <p:cNvSpPr>
              <a:spLocks noChangeShapeType="1"/>
            </p:cNvSpPr>
            <p:nvPr/>
          </p:nvSpPr>
          <p:spPr bwMode="auto">
            <a:xfrm flipV="1">
              <a:off x="3213100" y="3905545"/>
              <a:ext cx="98425"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435" name="Line 110">
              <a:extLst>
                <a:ext uri="{FF2B5EF4-FFF2-40B4-BE49-F238E27FC236}">
                  <a16:creationId xmlns:a16="http://schemas.microsoft.com/office/drawing/2014/main" id="{DCC69C7B-A9F4-4BFB-BF32-B32F3A986DAD}"/>
                </a:ext>
              </a:extLst>
            </p:cNvPr>
            <p:cNvSpPr>
              <a:spLocks noChangeShapeType="1"/>
            </p:cNvSpPr>
            <p:nvPr/>
          </p:nvSpPr>
          <p:spPr bwMode="auto">
            <a:xfrm flipV="1">
              <a:off x="3071813" y="3905545"/>
              <a:ext cx="100012"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436" name="Line 111">
              <a:extLst>
                <a:ext uri="{FF2B5EF4-FFF2-40B4-BE49-F238E27FC236}">
                  <a16:creationId xmlns:a16="http://schemas.microsoft.com/office/drawing/2014/main" id="{4761559A-8A98-407A-8749-527F10D12AA0}"/>
                </a:ext>
              </a:extLst>
            </p:cNvPr>
            <p:cNvSpPr>
              <a:spLocks noChangeShapeType="1"/>
            </p:cNvSpPr>
            <p:nvPr/>
          </p:nvSpPr>
          <p:spPr bwMode="auto">
            <a:xfrm>
              <a:off x="3038475" y="3899194"/>
              <a:ext cx="144463" cy="366749"/>
            </a:xfrm>
            <a:prstGeom prst="line">
              <a:avLst/>
            </a:prstGeom>
            <a:noFill/>
            <a:ln w="22225">
              <a:solidFill>
                <a:srgbClr val="000000"/>
              </a:solidFill>
              <a:round/>
              <a:headEnd/>
              <a:tailEnd/>
            </a:ln>
          </p:spPr>
          <p:txBody>
            <a:bodyPr/>
            <a:lstStyle/>
            <a:p>
              <a:pPr eaLnBrk="1" hangingPunct="1">
                <a:defRPr/>
              </a:pPr>
              <a:endParaRPr lang="en-US" dirty="0"/>
            </a:p>
          </p:txBody>
        </p:sp>
        <p:sp>
          <p:nvSpPr>
            <p:cNvPr id="14437" name="Line 112">
              <a:extLst>
                <a:ext uri="{FF2B5EF4-FFF2-40B4-BE49-F238E27FC236}">
                  <a16:creationId xmlns:a16="http://schemas.microsoft.com/office/drawing/2014/main" id="{7FA5BADE-AA60-42FE-A953-64960B9C9CC6}"/>
                </a:ext>
              </a:extLst>
            </p:cNvPr>
            <p:cNvSpPr>
              <a:spLocks noChangeShapeType="1"/>
            </p:cNvSpPr>
            <p:nvPr/>
          </p:nvSpPr>
          <p:spPr bwMode="auto">
            <a:xfrm>
              <a:off x="2894013" y="3908720"/>
              <a:ext cx="142875" cy="366749"/>
            </a:xfrm>
            <a:prstGeom prst="line">
              <a:avLst/>
            </a:prstGeom>
            <a:noFill/>
            <a:ln w="22225">
              <a:solidFill>
                <a:srgbClr val="000000"/>
              </a:solidFill>
              <a:round/>
              <a:headEnd/>
              <a:tailEnd/>
            </a:ln>
          </p:spPr>
          <p:txBody>
            <a:bodyPr/>
            <a:lstStyle/>
            <a:p>
              <a:pPr eaLnBrk="1" hangingPunct="1">
                <a:defRPr/>
              </a:pPr>
              <a:endParaRPr lang="en-US" dirty="0"/>
            </a:p>
          </p:txBody>
        </p:sp>
        <p:sp>
          <p:nvSpPr>
            <p:cNvPr id="14438" name="Line 113">
              <a:extLst>
                <a:ext uri="{FF2B5EF4-FFF2-40B4-BE49-F238E27FC236}">
                  <a16:creationId xmlns:a16="http://schemas.microsoft.com/office/drawing/2014/main" id="{DBD61445-0C04-48BA-A77E-7A9AF1B6F215}"/>
                </a:ext>
              </a:extLst>
            </p:cNvPr>
            <p:cNvSpPr>
              <a:spLocks noChangeShapeType="1"/>
            </p:cNvSpPr>
            <p:nvPr/>
          </p:nvSpPr>
          <p:spPr bwMode="auto">
            <a:xfrm flipV="1">
              <a:off x="2928938" y="3907133"/>
              <a:ext cx="100012" cy="376274"/>
            </a:xfrm>
            <a:prstGeom prst="line">
              <a:avLst/>
            </a:prstGeom>
            <a:noFill/>
            <a:ln w="22225">
              <a:solidFill>
                <a:srgbClr val="000000"/>
              </a:solidFill>
              <a:round/>
              <a:headEnd/>
              <a:tailEnd/>
            </a:ln>
          </p:spPr>
          <p:txBody>
            <a:bodyPr/>
            <a:lstStyle/>
            <a:p>
              <a:pPr eaLnBrk="1" hangingPunct="1">
                <a:defRPr/>
              </a:pPr>
              <a:endParaRPr lang="en-US" dirty="0"/>
            </a:p>
          </p:txBody>
        </p:sp>
        <p:sp>
          <p:nvSpPr>
            <p:cNvPr id="14439" name="Line 114">
              <a:extLst>
                <a:ext uri="{FF2B5EF4-FFF2-40B4-BE49-F238E27FC236}">
                  <a16:creationId xmlns:a16="http://schemas.microsoft.com/office/drawing/2014/main" id="{1D038765-8F20-4168-8BAD-E143A6352B60}"/>
                </a:ext>
              </a:extLst>
            </p:cNvPr>
            <p:cNvSpPr>
              <a:spLocks noChangeShapeType="1"/>
            </p:cNvSpPr>
            <p:nvPr/>
          </p:nvSpPr>
          <p:spPr bwMode="auto">
            <a:xfrm>
              <a:off x="2754313" y="3905545"/>
              <a:ext cx="142875"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440" name="Line 115">
              <a:extLst>
                <a:ext uri="{FF2B5EF4-FFF2-40B4-BE49-F238E27FC236}">
                  <a16:creationId xmlns:a16="http://schemas.microsoft.com/office/drawing/2014/main" id="{10F7CB7C-87F9-49F4-A8DD-90E038FF25AF}"/>
                </a:ext>
              </a:extLst>
            </p:cNvPr>
            <p:cNvSpPr>
              <a:spLocks noChangeShapeType="1"/>
            </p:cNvSpPr>
            <p:nvPr/>
          </p:nvSpPr>
          <p:spPr bwMode="auto">
            <a:xfrm flipV="1">
              <a:off x="2787650" y="3896019"/>
              <a:ext cx="101600"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441" name="Line 116">
              <a:extLst>
                <a:ext uri="{FF2B5EF4-FFF2-40B4-BE49-F238E27FC236}">
                  <a16:creationId xmlns:a16="http://schemas.microsoft.com/office/drawing/2014/main" id="{94E2A786-3DC3-42BC-901E-CD11260CD002}"/>
                </a:ext>
              </a:extLst>
            </p:cNvPr>
            <p:cNvSpPr>
              <a:spLocks noChangeShapeType="1"/>
            </p:cNvSpPr>
            <p:nvPr/>
          </p:nvSpPr>
          <p:spPr bwMode="auto">
            <a:xfrm>
              <a:off x="2616200" y="3897607"/>
              <a:ext cx="163513" cy="379449"/>
            </a:xfrm>
            <a:prstGeom prst="line">
              <a:avLst/>
            </a:prstGeom>
            <a:noFill/>
            <a:ln w="22225">
              <a:solidFill>
                <a:srgbClr val="000000"/>
              </a:solidFill>
              <a:round/>
              <a:headEnd/>
              <a:tailEnd/>
            </a:ln>
          </p:spPr>
          <p:txBody>
            <a:bodyPr/>
            <a:lstStyle/>
            <a:p>
              <a:pPr eaLnBrk="1" hangingPunct="1">
                <a:defRPr/>
              </a:pPr>
              <a:endParaRPr lang="en-US" dirty="0"/>
            </a:p>
          </p:txBody>
        </p:sp>
        <p:sp>
          <p:nvSpPr>
            <p:cNvPr id="14442" name="Line 117">
              <a:extLst>
                <a:ext uri="{FF2B5EF4-FFF2-40B4-BE49-F238E27FC236}">
                  <a16:creationId xmlns:a16="http://schemas.microsoft.com/office/drawing/2014/main" id="{87EA00A0-3F9F-4DAA-9D9F-52E4294A6932}"/>
                </a:ext>
              </a:extLst>
            </p:cNvPr>
            <p:cNvSpPr>
              <a:spLocks noChangeShapeType="1"/>
            </p:cNvSpPr>
            <p:nvPr/>
          </p:nvSpPr>
          <p:spPr bwMode="auto">
            <a:xfrm flipV="1">
              <a:off x="2620963" y="3892843"/>
              <a:ext cx="111125" cy="385801"/>
            </a:xfrm>
            <a:prstGeom prst="line">
              <a:avLst/>
            </a:prstGeom>
            <a:noFill/>
            <a:ln w="22225">
              <a:solidFill>
                <a:srgbClr val="000000"/>
              </a:solidFill>
              <a:round/>
              <a:headEnd/>
              <a:tailEnd/>
            </a:ln>
          </p:spPr>
          <p:txBody>
            <a:bodyPr/>
            <a:lstStyle/>
            <a:p>
              <a:pPr eaLnBrk="1" hangingPunct="1">
                <a:defRPr/>
              </a:pPr>
              <a:endParaRPr lang="en-US" dirty="0"/>
            </a:p>
          </p:txBody>
        </p:sp>
        <p:grpSp>
          <p:nvGrpSpPr>
            <p:cNvPr id="16483" name="Group 118">
              <a:extLst>
                <a:ext uri="{FF2B5EF4-FFF2-40B4-BE49-F238E27FC236}">
                  <a16:creationId xmlns:a16="http://schemas.microsoft.com/office/drawing/2014/main" id="{D03A3511-9957-990F-FF0B-B9FA20441583}"/>
                </a:ext>
              </a:extLst>
            </p:cNvPr>
            <p:cNvGrpSpPr>
              <a:grpSpLocks/>
            </p:cNvGrpSpPr>
            <p:nvPr/>
          </p:nvGrpSpPr>
          <p:grpSpPr bwMode="auto">
            <a:xfrm>
              <a:off x="4793070" y="3905383"/>
              <a:ext cx="730369" cy="395292"/>
              <a:chOff x="4668" y="6783"/>
              <a:chExt cx="650" cy="484"/>
            </a:xfrm>
          </p:grpSpPr>
          <p:sp>
            <p:nvSpPr>
              <p:cNvPr id="14494" name="Line 119">
                <a:extLst>
                  <a:ext uri="{FF2B5EF4-FFF2-40B4-BE49-F238E27FC236}">
                    <a16:creationId xmlns:a16="http://schemas.microsoft.com/office/drawing/2014/main" id="{F7A0420A-3914-40FC-8B88-1ABAC78E1099}"/>
                  </a:ext>
                </a:extLst>
              </p:cNvPr>
              <p:cNvSpPr>
                <a:spLocks noChangeShapeType="1"/>
              </p:cNvSpPr>
              <p:nvPr/>
            </p:nvSpPr>
            <p:spPr bwMode="auto">
              <a:xfrm>
                <a:off x="5189" y="6795"/>
                <a:ext cx="129" cy="449"/>
              </a:xfrm>
              <a:prstGeom prst="line">
                <a:avLst/>
              </a:prstGeom>
              <a:noFill/>
              <a:ln w="22225">
                <a:solidFill>
                  <a:srgbClr val="000000"/>
                </a:solidFill>
                <a:round/>
                <a:headEnd/>
                <a:tailEnd/>
              </a:ln>
            </p:spPr>
            <p:txBody>
              <a:bodyPr/>
              <a:lstStyle/>
              <a:p>
                <a:pPr eaLnBrk="1" hangingPunct="1">
                  <a:defRPr/>
                </a:pPr>
                <a:endParaRPr lang="en-US" dirty="0"/>
              </a:p>
            </p:txBody>
          </p:sp>
          <p:sp>
            <p:nvSpPr>
              <p:cNvPr id="14495" name="Line 120">
                <a:extLst>
                  <a:ext uri="{FF2B5EF4-FFF2-40B4-BE49-F238E27FC236}">
                    <a16:creationId xmlns:a16="http://schemas.microsoft.com/office/drawing/2014/main" id="{2C643CAF-CB5B-423C-AB5C-B7245F6498B8}"/>
                  </a:ext>
                </a:extLst>
              </p:cNvPr>
              <p:cNvSpPr>
                <a:spLocks noChangeShapeType="1"/>
              </p:cNvSpPr>
              <p:nvPr/>
            </p:nvSpPr>
            <p:spPr bwMode="auto">
              <a:xfrm flipV="1">
                <a:off x="5196" y="6795"/>
                <a:ext cx="89" cy="461"/>
              </a:xfrm>
              <a:prstGeom prst="line">
                <a:avLst/>
              </a:prstGeom>
              <a:noFill/>
              <a:ln w="22225">
                <a:solidFill>
                  <a:srgbClr val="000000"/>
                </a:solidFill>
                <a:round/>
                <a:headEnd/>
                <a:tailEnd/>
              </a:ln>
            </p:spPr>
            <p:txBody>
              <a:bodyPr/>
              <a:lstStyle/>
              <a:p>
                <a:pPr eaLnBrk="1" hangingPunct="1">
                  <a:defRPr/>
                </a:pPr>
                <a:endParaRPr lang="en-US" dirty="0"/>
              </a:p>
            </p:txBody>
          </p:sp>
          <p:sp>
            <p:nvSpPr>
              <p:cNvPr id="14496" name="Line 121">
                <a:extLst>
                  <a:ext uri="{FF2B5EF4-FFF2-40B4-BE49-F238E27FC236}">
                    <a16:creationId xmlns:a16="http://schemas.microsoft.com/office/drawing/2014/main" id="{31D4B5DD-40F2-4D72-9AEF-37F8D0B100CD}"/>
                  </a:ext>
                </a:extLst>
              </p:cNvPr>
              <p:cNvSpPr>
                <a:spLocks noChangeShapeType="1"/>
              </p:cNvSpPr>
              <p:nvPr/>
            </p:nvSpPr>
            <p:spPr bwMode="auto">
              <a:xfrm flipV="1">
                <a:off x="5073" y="6795"/>
                <a:ext cx="89" cy="461"/>
              </a:xfrm>
              <a:prstGeom prst="line">
                <a:avLst/>
              </a:prstGeom>
              <a:noFill/>
              <a:ln w="22225">
                <a:solidFill>
                  <a:srgbClr val="000000"/>
                </a:solidFill>
                <a:round/>
                <a:headEnd/>
                <a:tailEnd/>
              </a:ln>
            </p:spPr>
            <p:txBody>
              <a:bodyPr/>
              <a:lstStyle/>
              <a:p>
                <a:pPr eaLnBrk="1" hangingPunct="1">
                  <a:defRPr/>
                </a:pPr>
                <a:endParaRPr lang="en-US" dirty="0"/>
              </a:p>
            </p:txBody>
          </p:sp>
          <p:sp>
            <p:nvSpPr>
              <p:cNvPr id="14497" name="Line 122">
                <a:extLst>
                  <a:ext uri="{FF2B5EF4-FFF2-40B4-BE49-F238E27FC236}">
                    <a16:creationId xmlns:a16="http://schemas.microsoft.com/office/drawing/2014/main" id="{64077ACA-A768-4D2B-BC2D-B5A1B8A75830}"/>
                  </a:ext>
                </a:extLst>
              </p:cNvPr>
              <p:cNvSpPr>
                <a:spLocks noChangeShapeType="1"/>
              </p:cNvSpPr>
              <p:nvPr/>
            </p:nvSpPr>
            <p:spPr bwMode="auto">
              <a:xfrm>
                <a:off x="5042" y="6789"/>
                <a:ext cx="130" cy="447"/>
              </a:xfrm>
              <a:prstGeom prst="line">
                <a:avLst/>
              </a:prstGeom>
              <a:noFill/>
              <a:ln w="22225">
                <a:solidFill>
                  <a:srgbClr val="000000"/>
                </a:solidFill>
                <a:round/>
                <a:headEnd/>
                <a:tailEnd/>
              </a:ln>
            </p:spPr>
            <p:txBody>
              <a:bodyPr/>
              <a:lstStyle/>
              <a:p>
                <a:pPr eaLnBrk="1" hangingPunct="1">
                  <a:defRPr/>
                </a:pPr>
                <a:endParaRPr lang="en-US" dirty="0"/>
              </a:p>
            </p:txBody>
          </p:sp>
          <p:sp>
            <p:nvSpPr>
              <p:cNvPr id="14498" name="Line 123">
                <a:extLst>
                  <a:ext uri="{FF2B5EF4-FFF2-40B4-BE49-F238E27FC236}">
                    <a16:creationId xmlns:a16="http://schemas.microsoft.com/office/drawing/2014/main" id="{651EB5D7-DC04-4163-92CC-E9C5FCA3AC89}"/>
                  </a:ext>
                </a:extLst>
              </p:cNvPr>
              <p:cNvSpPr>
                <a:spLocks noChangeShapeType="1"/>
              </p:cNvSpPr>
              <p:nvPr/>
            </p:nvSpPr>
            <p:spPr bwMode="auto">
              <a:xfrm>
                <a:off x="4916" y="6799"/>
                <a:ext cx="126" cy="449"/>
              </a:xfrm>
              <a:prstGeom prst="line">
                <a:avLst/>
              </a:prstGeom>
              <a:noFill/>
              <a:ln w="22225">
                <a:solidFill>
                  <a:srgbClr val="000000"/>
                </a:solidFill>
                <a:round/>
                <a:headEnd/>
                <a:tailEnd/>
              </a:ln>
            </p:spPr>
            <p:txBody>
              <a:bodyPr/>
              <a:lstStyle/>
              <a:p>
                <a:pPr eaLnBrk="1" hangingPunct="1">
                  <a:defRPr/>
                </a:pPr>
                <a:endParaRPr lang="en-US" dirty="0"/>
              </a:p>
            </p:txBody>
          </p:sp>
          <p:sp>
            <p:nvSpPr>
              <p:cNvPr id="14499" name="Line 124">
                <a:extLst>
                  <a:ext uri="{FF2B5EF4-FFF2-40B4-BE49-F238E27FC236}">
                    <a16:creationId xmlns:a16="http://schemas.microsoft.com/office/drawing/2014/main" id="{11556955-4212-4FAE-ACA8-FD1A2F3370CF}"/>
                  </a:ext>
                </a:extLst>
              </p:cNvPr>
              <p:cNvSpPr>
                <a:spLocks noChangeShapeType="1"/>
              </p:cNvSpPr>
              <p:nvPr/>
            </p:nvSpPr>
            <p:spPr bwMode="auto">
              <a:xfrm flipV="1">
                <a:off x="4946" y="6797"/>
                <a:ext cx="89" cy="461"/>
              </a:xfrm>
              <a:prstGeom prst="line">
                <a:avLst/>
              </a:prstGeom>
              <a:noFill/>
              <a:ln w="22225">
                <a:solidFill>
                  <a:srgbClr val="000000"/>
                </a:solidFill>
                <a:round/>
                <a:headEnd/>
                <a:tailEnd/>
              </a:ln>
            </p:spPr>
            <p:txBody>
              <a:bodyPr/>
              <a:lstStyle/>
              <a:p>
                <a:pPr eaLnBrk="1" hangingPunct="1">
                  <a:defRPr/>
                </a:pPr>
                <a:endParaRPr lang="en-US" dirty="0"/>
              </a:p>
            </p:txBody>
          </p:sp>
          <p:sp>
            <p:nvSpPr>
              <p:cNvPr id="14500" name="Line 125">
                <a:extLst>
                  <a:ext uri="{FF2B5EF4-FFF2-40B4-BE49-F238E27FC236}">
                    <a16:creationId xmlns:a16="http://schemas.microsoft.com/office/drawing/2014/main" id="{2005AD0D-26D4-460B-B5D9-0CBE1E78EAE3}"/>
                  </a:ext>
                </a:extLst>
              </p:cNvPr>
              <p:cNvSpPr>
                <a:spLocks noChangeShapeType="1"/>
              </p:cNvSpPr>
              <p:nvPr/>
            </p:nvSpPr>
            <p:spPr bwMode="auto">
              <a:xfrm>
                <a:off x="4789" y="6795"/>
                <a:ext cx="130" cy="451"/>
              </a:xfrm>
              <a:prstGeom prst="line">
                <a:avLst/>
              </a:prstGeom>
              <a:noFill/>
              <a:ln w="22225">
                <a:solidFill>
                  <a:srgbClr val="000000"/>
                </a:solidFill>
                <a:round/>
                <a:headEnd/>
                <a:tailEnd/>
              </a:ln>
            </p:spPr>
            <p:txBody>
              <a:bodyPr/>
              <a:lstStyle/>
              <a:p>
                <a:pPr eaLnBrk="1" hangingPunct="1">
                  <a:defRPr/>
                </a:pPr>
                <a:endParaRPr lang="en-US" dirty="0"/>
              </a:p>
            </p:txBody>
          </p:sp>
          <p:sp>
            <p:nvSpPr>
              <p:cNvPr id="14501" name="Line 126">
                <a:extLst>
                  <a:ext uri="{FF2B5EF4-FFF2-40B4-BE49-F238E27FC236}">
                    <a16:creationId xmlns:a16="http://schemas.microsoft.com/office/drawing/2014/main" id="{F24960D2-39BF-4C7A-8BA0-C17C87552C55}"/>
                  </a:ext>
                </a:extLst>
              </p:cNvPr>
              <p:cNvSpPr>
                <a:spLocks noChangeShapeType="1"/>
              </p:cNvSpPr>
              <p:nvPr/>
            </p:nvSpPr>
            <p:spPr bwMode="auto">
              <a:xfrm flipV="1">
                <a:off x="4820" y="6781"/>
                <a:ext cx="89" cy="463"/>
              </a:xfrm>
              <a:prstGeom prst="line">
                <a:avLst/>
              </a:prstGeom>
              <a:noFill/>
              <a:ln w="22225">
                <a:solidFill>
                  <a:srgbClr val="000000"/>
                </a:solidFill>
                <a:round/>
                <a:headEnd/>
                <a:tailEnd/>
              </a:ln>
            </p:spPr>
            <p:txBody>
              <a:bodyPr/>
              <a:lstStyle/>
              <a:p>
                <a:pPr eaLnBrk="1" hangingPunct="1">
                  <a:defRPr/>
                </a:pPr>
                <a:endParaRPr lang="en-US" dirty="0"/>
              </a:p>
            </p:txBody>
          </p:sp>
          <p:sp>
            <p:nvSpPr>
              <p:cNvPr id="14502" name="Line 127">
                <a:extLst>
                  <a:ext uri="{FF2B5EF4-FFF2-40B4-BE49-F238E27FC236}">
                    <a16:creationId xmlns:a16="http://schemas.microsoft.com/office/drawing/2014/main" id="{C89CA26F-A100-4019-87A9-28D9281B2A0A}"/>
                  </a:ext>
                </a:extLst>
              </p:cNvPr>
              <p:cNvSpPr>
                <a:spLocks noChangeShapeType="1"/>
              </p:cNvSpPr>
              <p:nvPr/>
            </p:nvSpPr>
            <p:spPr bwMode="auto">
              <a:xfrm>
                <a:off x="4668" y="6818"/>
                <a:ext cx="129" cy="449"/>
              </a:xfrm>
              <a:prstGeom prst="line">
                <a:avLst/>
              </a:prstGeom>
              <a:noFill/>
              <a:ln w="22225">
                <a:solidFill>
                  <a:srgbClr val="000000"/>
                </a:solidFill>
                <a:round/>
                <a:headEnd/>
                <a:tailEnd/>
              </a:ln>
            </p:spPr>
            <p:txBody>
              <a:bodyPr/>
              <a:lstStyle/>
              <a:p>
                <a:pPr eaLnBrk="1" hangingPunct="1">
                  <a:defRPr/>
                </a:pPr>
                <a:endParaRPr lang="en-US" dirty="0"/>
              </a:p>
            </p:txBody>
          </p:sp>
          <p:sp>
            <p:nvSpPr>
              <p:cNvPr id="14503" name="Line 128">
                <a:extLst>
                  <a:ext uri="{FF2B5EF4-FFF2-40B4-BE49-F238E27FC236}">
                    <a16:creationId xmlns:a16="http://schemas.microsoft.com/office/drawing/2014/main" id="{F12898A3-A84E-4ED1-B295-BA825DF170E3}"/>
                  </a:ext>
                </a:extLst>
              </p:cNvPr>
              <p:cNvSpPr>
                <a:spLocks noChangeShapeType="1"/>
              </p:cNvSpPr>
              <p:nvPr/>
            </p:nvSpPr>
            <p:spPr bwMode="auto">
              <a:xfrm flipV="1">
                <a:off x="4685" y="6797"/>
                <a:ext cx="90" cy="461"/>
              </a:xfrm>
              <a:prstGeom prst="line">
                <a:avLst/>
              </a:prstGeom>
              <a:noFill/>
              <a:ln w="22225">
                <a:solidFill>
                  <a:srgbClr val="000000"/>
                </a:solidFill>
                <a:round/>
                <a:headEnd/>
                <a:tailEnd/>
              </a:ln>
            </p:spPr>
            <p:txBody>
              <a:bodyPr/>
              <a:lstStyle/>
              <a:p>
                <a:pPr eaLnBrk="1" hangingPunct="1">
                  <a:defRPr/>
                </a:pPr>
                <a:endParaRPr lang="en-US" dirty="0"/>
              </a:p>
            </p:txBody>
          </p:sp>
        </p:grpSp>
        <p:sp>
          <p:nvSpPr>
            <p:cNvPr id="14444" name="Line 129">
              <a:extLst>
                <a:ext uri="{FF2B5EF4-FFF2-40B4-BE49-F238E27FC236}">
                  <a16:creationId xmlns:a16="http://schemas.microsoft.com/office/drawing/2014/main" id="{2513CF1D-102C-47EB-BE30-055CE5C8AEC7}"/>
                </a:ext>
              </a:extLst>
            </p:cNvPr>
            <p:cNvSpPr>
              <a:spLocks noChangeShapeType="1"/>
            </p:cNvSpPr>
            <p:nvPr/>
          </p:nvSpPr>
          <p:spPr bwMode="auto">
            <a:xfrm flipV="1">
              <a:off x="7570788" y="3930947"/>
              <a:ext cx="100012"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445" name="Line 130">
              <a:extLst>
                <a:ext uri="{FF2B5EF4-FFF2-40B4-BE49-F238E27FC236}">
                  <a16:creationId xmlns:a16="http://schemas.microsoft.com/office/drawing/2014/main" id="{DA5C3BF7-ABE3-45C5-888C-A53A6FFC7FF3}"/>
                </a:ext>
              </a:extLst>
            </p:cNvPr>
            <p:cNvSpPr>
              <a:spLocks noChangeShapeType="1"/>
            </p:cNvSpPr>
            <p:nvPr/>
          </p:nvSpPr>
          <p:spPr bwMode="auto">
            <a:xfrm>
              <a:off x="7537450" y="3923009"/>
              <a:ext cx="142875" cy="368336"/>
            </a:xfrm>
            <a:prstGeom prst="line">
              <a:avLst/>
            </a:prstGeom>
            <a:noFill/>
            <a:ln w="22225">
              <a:solidFill>
                <a:srgbClr val="000000"/>
              </a:solidFill>
              <a:round/>
              <a:headEnd/>
              <a:tailEnd/>
            </a:ln>
          </p:spPr>
          <p:txBody>
            <a:bodyPr/>
            <a:lstStyle/>
            <a:p>
              <a:pPr eaLnBrk="1" hangingPunct="1">
                <a:defRPr/>
              </a:pPr>
              <a:endParaRPr lang="en-US" dirty="0"/>
            </a:p>
          </p:txBody>
        </p:sp>
        <p:sp>
          <p:nvSpPr>
            <p:cNvPr id="14446" name="Line 131">
              <a:extLst>
                <a:ext uri="{FF2B5EF4-FFF2-40B4-BE49-F238E27FC236}">
                  <a16:creationId xmlns:a16="http://schemas.microsoft.com/office/drawing/2014/main" id="{C4870C6E-EAEC-40F2-AAFA-ADBEB72BD43F}"/>
                </a:ext>
              </a:extLst>
            </p:cNvPr>
            <p:cNvSpPr>
              <a:spLocks noChangeShapeType="1"/>
            </p:cNvSpPr>
            <p:nvPr/>
          </p:nvSpPr>
          <p:spPr bwMode="auto">
            <a:xfrm>
              <a:off x="7392988" y="3932535"/>
              <a:ext cx="142875" cy="366748"/>
            </a:xfrm>
            <a:prstGeom prst="line">
              <a:avLst/>
            </a:prstGeom>
            <a:noFill/>
            <a:ln w="22225">
              <a:solidFill>
                <a:srgbClr val="000000"/>
              </a:solidFill>
              <a:round/>
              <a:headEnd/>
              <a:tailEnd/>
            </a:ln>
          </p:spPr>
          <p:txBody>
            <a:bodyPr/>
            <a:lstStyle/>
            <a:p>
              <a:pPr eaLnBrk="1" hangingPunct="1">
                <a:defRPr/>
              </a:pPr>
              <a:endParaRPr lang="en-US" dirty="0"/>
            </a:p>
          </p:txBody>
        </p:sp>
        <p:sp>
          <p:nvSpPr>
            <p:cNvPr id="14447" name="Line 132">
              <a:extLst>
                <a:ext uri="{FF2B5EF4-FFF2-40B4-BE49-F238E27FC236}">
                  <a16:creationId xmlns:a16="http://schemas.microsoft.com/office/drawing/2014/main" id="{2FBC3B41-2DC9-434D-898D-370FCA7FBB56}"/>
                </a:ext>
              </a:extLst>
            </p:cNvPr>
            <p:cNvSpPr>
              <a:spLocks noChangeShapeType="1"/>
            </p:cNvSpPr>
            <p:nvPr/>
          </p:nvSpPr>
          <p:spPr bwMode="auto">
            <a:xfrm flipV="1">
              <a:off x="7427913" y="3930947"/>
              <a:ext cx="100012" cy="376275"/>
            </a:xfrm>
            <a:prstGeom prst="line">
              <a:avLst/>
            </a:prstGeom>
            <a:noFill/>
            <a:ln w="22225">
              <a:solidFill>
                <a:srgbClr val="000000"/>
              </a:solidFill>
              <a:round/>
              <a:headEnd/>
              <a:tailEnd/>
            </a:ln>
          </p:spPr>
          <p:txBody>
            <a:bodyPr/>
            <a:lstStyle/>
            <a:p>
              <a:pPr eaLnBrk="1" hangingPunct="1">
                <a:defRPr/>
              </a:pPr>
              <a:endParaRPr lang="en-US" dirty="0"/>
            </a:p>
          </p:txBody>
        </p:sp>
        <p:sp>
          <p:nvSpPr>
            <p:cNvPr id="14448" name="Line 133">
              <a:extLst>
                <a:ext uri="{FF2B5EF4-FFF2-40B4-BE49-F238E27FC236}">
                  <a16:creationId xmlns:a16="http://schemas.microsoft.com/office/drawing/2014/main" id="{23EDAD7B-2290-4C7E-A32C-1CBA4746D7F2}"/>
                </a:ext>
              </a:extLst>
            </p:cNvPr>
            <p:cNvSpPr>
              <a:spLocks noChangeShapeType="1"/>
            </p:cNvSpPr>
            <p:nvPr/>
          </p:nvSpPr>
          <p:spPr bwMode="auto">
            <a:xfrm>
              <a:off x="7251700" y="3930947"/>
              <a:ext cx="144463" cy="363574"/>
            </a:xfrm>
            <a:prstGeom prst="line">
              <a:avLst/>
            </a:prstGeom>
            <a:noFill/>
            <a:ln w="22225">
              <a:solidFill>
                <a:srgbClr val="000000"/>
              </a:solidFill>
              <a:round/>
              <a:headEnd/>
              <a:tailEnd/>
            </a:ln>
          </p:spPr>
          <p:txBody>
            <a:bodyPr/>
            <a:lstStyle/>
            <a:p>
              <a:pPr eaLnBrk="1" hangingPunct="1">
                <a:defRPr/>
              </a:pPr>
              <a:endParaRPr lang="en-US" dirty="0"/>
            </a:p>
          </p:txBody>
        </p:sp>
        <p:sp>
          <p:nvSpPr>
            <p:cNvPr id="14449" name="Line 134">
              <a:extLst>
                <a:ext uri="{FF2B5EF4-FFF2-40B4-BE49-F238E27FC236}">
                  <a16:creationId xmlns:a16="http://schemas.microsoft.com/office/drawing/2014/main" id="{60A13DF7-F113-427D-9DEC-A0F9FE13990B}"/>
                </a:ext>
              </a:extLst>
            </p:cNvPr>
            <p:cNvSpPr>
              <a:spLocks noChangeShapeType="1"/>
            </p:cNvSpPr>
            <p:nvPr/>
          </p:nvSpPr>
          <p:spPr bwMode="auto">
            <a:xfrm flipV="1">
              <a:off x="7286625" y="3919834"/>
              <a:ext cx="100013" cy="376274"/>
            </a:xfrm>
            <a:prstGeom prst="line">
              <a:avLst/>
            </a:prstGeom>
            <a:noFill/>
            <a:ln w="22225">
              <a:solidFill>
                <a:srgbClr val="000000"/>
              </a:solidFill>
              <a:round/>
              <a:headEnd/>
              <a:tailEnd/>
            </a:ln>
          </p:spPr>
          <p:txBody>
            <a:bodyPr/>
            <a:lstStyle/>
            <a:p>
              <a:pPr eaLnBrk="1" hangingPunct="1">
                <a:defRPr/>
              </a:pPr>
              <a:endParaRPr lang="en-US" dirty="0"/>
            </a:p>
          </p:txBody>
        </p:sp>
        <p:sp>
          <p:nvSpPr>
            <p:cNvPr id="14450" name="Line 135">
              <a:extLst>
                <a:ext uri="{FF2B5EF4-FFF2-40B4-BE49-F238E27FC236}">
                  <a16:creationId xmlns:a16="http://schemas.microsoft.com/office/drawing/2014/main" id="{14EC6BA7-C380-4548-8190-D1274AAE06D3}"/>
                </a:ext>
              </a:extLst>
            </p:cNvPr>
            <p:cNvSpPr>
              <a:spLocks noChangeShapeType="1"/>
            </p:cNvSpPr>
            <p:nvPr/>
          </p:nvSpPr>
          <p:spPr bwMode="auto">
            <a:xfrm>
              <a:off x="7097713" y="3886493"/>
              <a:ext cx="173037" cy="425492"/>
            </a:xfrm>
            <a:prstGeom prst="line">
              <a:avLst/>
            </a:prstGeom>
            <a:noFill/>
            <a:ln w="22225">
              <a:solidFill>
                <a:srgbClr val="000000"/>
              </a:solidFill>
              <a:round/>
              <a:headEnd/>
              <a:tailEnd/>
            </a:ln>
          </p:spPr>
          <p:txBody>
            <a:bodyPr/>
            <a:lstStyle/>
            <a:p>
              <a:pPr eaLnBrk="1" hangingPunct="1">
                <a:defRPr/>
              </a:pPr>
              <a:endParaRPr lang="en-US" dirty="0"/>
            </a:p>
          </p:txBody>
        </p:sp>
        <p:sp>
          <p:nvSpPr>
            <p:cNvPr id="14451" name="Line 136">
              <a:extLst>
                <a:ext uri="{FF2B5EF4-FFF2-40B4-BE49-F238E27FC236}">
                  <a16:creationId xmlns:a16="http://schemas.microsoft.com/office/drawing/2014/main" id="{CA61FCEE-E732-4DBA-BF45-B5F25F2B102D}"/>
                </a:ext>
              </a:extLst>
            </p:cNvPr>
            <p:cNvSpPr>
              <a:spLocks noChangeShapeType="1"/>
            </p:cNvSpPr>
            <p:nvPr/>
          </p:nvSpPr>
          <p:spPr bwMode="auto">
            <a:xfrm flipV="1">
              <a:off x="7134225" y="3930947"/>
              <a:ext cx="100013" cy="374687"/>
            </a:xfrm>
            <a:prstGeom prst="line">
              <a:avLst/>
            </a:prstGeom>
            <a:noFill/>
            <a:ln w="22225">
              <a:solidFill>
                <a:srgbClr val="000000"/>
              </a:solidFill>
              <a:round/>
              <a:headEnd/>
              <a:tailEnd/>
            </a:ln>
          </p:spPr>
          <p:txBody>
            <a:bodyPr/>
            <a:lstStyle/>
            <a:p>
              <a:pPr eaLnBrk="1" hangingPunct="1">
                <a:defRPr/>
              </a:pPr>
              <a:endParaRPr lang="en-US" dirty="0"/>
            </a:p>
          </p:txBody>
        </p:sp>
        <p:sp>
          <p:nvSpPr>
            <p:cNvPr id="14452" name="Line 137">
              <a:extLst>
                <a:ext uri="{FF2B5EF4-FFF2-40B4-BE49-F238E27FC236}">
                  <a16:creationId xmlns:a16="http://schemas.microsoft.com/office/drawing/2014/main" id="{56B69C68-25EE-4E8D-94A4-1FA0DC106DA2}"/>
                </a:ext>
              </a:extLst>
            </p:cNvPr>
            <p:cNvSpPr>
              <a:spLocks noChangeShapeType="1"/>
            </p:cNvSpPr>
            <p:nvPr/>
          </p:nvSpPr>
          <p:spPr bwMode="auto">
            <a:xfrm flipV="1">
              <a:off x="2746375" y="3899194"/>
              <a:ext cx="2757488" cy="3175"/>
            </a:xfrm>
            <a:prstGeom prst="line">
              <a:avLst/>
            </a:prstGeom>
            <a:noFill/>
            <a:ln w="22225">
              <a:solidFill>
                <a:srgbClr val="000000"/>
              </a:solidFill>
              <a:round/>
              <a:headEnd/>
              <a:tailEnd/>
            </a:ln>
          </p:spPr>
          <p:txBody>
            <a:bodyPr/>
            <a:lstStyle/>
            <a:p>
              <a:pPr eaLnBrk="1" hangingPunct="1">
                <a:defRPr/>
              </a:pPr>
              <a:endParaRPr lang="en-US" dirty="0"/>
            </a:p>
          </p:txBody>
        </p:sp>
        <p:sp>
          <p:nvSpPr>
            <p:cNvPr id="14453" name="Line 138">
              <a:extLst>
                <a:ext uri="{FF2B5EF4-FFF2-40B4-BE49-F238E27FC236}">
                  <a16:creationId xmlns:a16="http://schemas.microsoft.com/office/drawing/2014/main" id="{F1448B7F-C695-4FCB-9233-0804B6EC55B6}"/>
                </a:ext>
              </a:extLst>
            </p:cNvPr>
            <p:cNvSpPr>
              <a:spLocks noChangeShapeType="1"/>
            </p:cNvSpPr>
            <p:nvPr/>
          </p:nvSpPr>
          <p:spPr bwMode="auto">
            <a:xfrm>
              <a:off x="2779713" y="4286582"/>
              <a:ext cx="2765425" cy="1588"/>
            </a:xfrm>
            <a:prstGeom prst="line">
              <a:avLst/>
            </a:prstGeom>
            <a:noFill/>
            <a:ln w="22225">
              <a:solidFill>
                <a:srgbClr val="000000"/>
              </a:solidFill>
              <a:round/>
              <a:headEnd/>
              <a:tailEnd/>
            </a:ln>
          </p:spPr>
          <p:txBody>
            <a:bodyPr/>
            <a:lstStyle/>
            <a:p>
              <a:pPr eaLnBrk="1" hangingPunct="1">
                <a:defRPr/>
              </a:pPr>
              <a:endParaRPr lang="en-US" dirty="0"/>
            </a:p>
          </p:txBody>
        </p:sp>
        <p:sp>
          <p:nvSpPr>
            <p:cNvPr id="14454" name="Line 139">
              <a:extLst>
                <a:ext uri="{FF2B5EF4-FFF2-40B4-BE49-F238E27FC236}">
                  <a16:creationId xmlns:a16="http://schemas.microsoft.com/office/drawing/2014/main" id="{2A799FDD-BC6A-4BA8-9826-7A732E7CAD7E}"/>
                </a:ext>
              </a:extLst>
            </p:cNvPr>
            <p:cNvSpPr>
              <a:spLocks noChangeShapeType="1"/>
            </p:cNvSpPr>
            <p:nvPr/>
          </p:nvSpPr>
          <p:spPr bwMode="auto">
            <a:xfrm flipV="1">
              <a:off x="5657850" y="3911895"/>
              <a:ext cx="1463675" cy="0"/>
            </a:xfrm>
            <a:prstGeom prst="line">
              <a:avLst/>
            </a:prstGeom>
            <a:noFill/>
            <a:ln w="22225">
              <a:solidFill>
                <a:srgbClr val="000000"/>
              </a:solidFill>
              <a:round/>
              <a:headEnd/>
              <a:tailEnd/>
            </a:ln>
          </p:spPr>
          <p:txBody>
            <a:bodyPr/>
            <a:lstStyle/>
            <a:p>
              <a:pPr eaLnBrk="1" hangingPunct="1">
                <a:defRPr/>
              </a:pPr>
              <a:endParaRPr lang="en-US" dirty="0"/>
            </a:p>
          </p:txBody>
        </p:sp>
        <p:sp>
          <p:nvSpPr>
            <p:cNvPr id="14455" name="Line 140">
              <a:extLst>
                <a:ext uri="{FF2B5EF4-FFF2-40B4-BE49-F238E27FC236}">
                  <a16:creationId xmlns:a16="http://schemas.microsoft.com/office/drawing/2014/main" id="{3D9BECD8-79CF-4070-9A4E-0D4632F7F1A2}"/>
                </a:ext>
              </a:extLst>
            </p:cNvPr>
            <p:cNvSpPr>
              <a:spLocks noChangeShapeType="1"/>
            </p:cNvSpPr>
            <p:nvPr/>
          </p:nvSpPr>
          <p:spPr bwMode="auto">
            <a:xfrm>
              <a:off x="5651500" y="4299283"/>
              <a:ext cx="1473200" cy="0"/>
            </a:xfrm>
            <a:prstGeom prst="line">
              <a:avLst/>
            </a:prstGeom>
            <a:noFill/>
            <a:ln w="22225">
              <a:solidFill>
                <a:srgbClr val="000000"/>
              </a:solidFill>
              <a:round/>
              <a:headEnd/>
              <a:tailEnd/>
            </a:ln>
          </p:spPr>
          <p:txBody>
            <a:bodyPr/>
            <a:lstStyle/>
            <a:p>
              <a:pPr eaLnBrk="1" hangingPunct="1">
                <a:defRPr/>
              </a:pPr>
              <a:endParaRPr lang="en-US" dirty="0"/>
            </a:p>
          </p:txBody>
        </p:sp>
        <p:sp>
          <p:nvSpPr>
            <p:cNvPr id="14456" name="Line 141">
              <a:extLst>
                <a:ext uri="{FF2B5EF4-FFF2-40B4-BE49-F238E27FC236}">
                  <a16:creationId xmlns:a16="http://schemas.microsoft.com/office/drawing/2014/main" id="{7603A700-190E-4980-9C6C-1DEDE1E1530A}"/>
                </a:ext>
              </a:extLst>
            </p:cNvPr>
            <p:cNvSpPr>
              <a:spLocks noChangeShapeType="1"/>
            </p:cNvSpPr>
            <p:nvPr/>
          </p:nvSpPr>
          <p:spPr bwMode="auto">
            <a:xfrm>
              <a:off x="7216775" y="3923009"/>
              <a:ext cx="809625" cy="0"/>
            </a:xfrm>
            <a:prstGeom prst="line">
              <a:avLst/>
            </a:prstGeom>
            <a:noFill/>
            <a:ln w="22225">
              <a:solidFill>
                <a:srgbClr val="000000"/>
              </a:solidFill>
              <a:round/>
              <a:headEnd/>
              <a:tailEnd/>
            </a:ln>
          </p:spPr>
          <p:txBody>
            <a:bodyPr/>
            <a:lstStyle/>
            <a:p>
              <a:pPr eaLnBrk="1" hangingPunct="1">
                <a:defRPr/>
              </a:pPr>
              <a:endParaRPr lang="en-US" dirty="0"/>
            </a:p>
          </p:txBody>
        </p:sp>
        <p:sp>
          <p:nvSpPr>
            <p:cNvPr id="14457" name="Line 142">
              <a:extLst>
                <a:ext uri="{FF2B5EF4-FFF2-40B4-BE49-F238E27FC236}">
                  <a16:creationId xmlns:a16="http://schemas.microsoft.com/office/drawing/2014/main" id="{B403F06B-EE24-42D4-9F11-76CE4199EB99}"/>
                </a:ext>
              </a:extLst>
            </p:cNvPr>
            <p:cNvSpPr>
              <a:spLocks noChangeShapeType="1"/>
            </p:cNvSpPr>
            <p:nvPr/>
          </p:nvSpPr>
          <p:spPr bwMode="auto">
            <a:xfrm>
              <a:off x="7267575" y="4321511"/>
              <a:ext cx="809625" cy="0"/>
            </a:xfrm>
            <a:prstGeom prst="line">
              <a:avLst/>
            </a:prstGeom>
            <a:noFill/>
            <a:ln w="22225">
              <a:solidFill>
                <a:srgbClr val="000000"/>
              </a:solidFill>
              <a:round/>
              <a:headEnd/>
              <a:tailEnd/>
            </a:ln>
          </p:spPr>
          <p:txBody>
            <a:bodyPr/>
            <a:lstStyle/>
            <a:p>
              <a:pPr eaLnBrk="1" hangingPunct="1">
                <a:defRPr/>
              </a:pPr>
              <a:endParaRPr lang="en-US" dirty="0"/>
            </a:p>
          </p:txBody>
        </p:sp>
        <p:sp>
          <p:nvSpPr>
            <p:cNvPr id="14458" name="Text Box 143">
              <a:extLst>
                <a:ext uri="{FF2B5EF4-FFF2-40B4-BE49-F238E27FC236}">
                  <a16:creationId xmlns:a16="http://schemas.microsoft.com/office/drawing/2014/main" id="{BA87437A-8220-4665-8307-084F4FB2834F}"/>
                </a:ext>
              </a:extLst>
            </p:cNvPr>
            <p:cNvSpPr txBox="1">
              <a:spLocks noChangeArrowheads="1"/>
            </p:cNvSpPr>
            <p:nvPr/>
          </p:nvSpPr>
          <p:spPr bwMode="auto">
            <a:xfrm>
              <a:off x="685800" y="1654248"/>
              <a:ext cx="1622425" cy="585846"/>
            </a:xfrm>
            <a:prstGeom prst="rect">
              <a:avLst/>
            </a:prstGeom>
            <a:noFill/>
            <a:ln w="22225">
              <a:noFill/>
              <a:miter lim="800000"/>
              <a:headEnd/>
              <a:tailEnd/>
            </a:ln>
          </p:spPr>
          <p:txBody>
            <a:bodyPr/>
            <a:lstStyle/>
            <a:p>
              <a:pPr eaLnBrk="1" hangingPunct="1">
                <a:defRPr/>
              </a:pPr>
              <a:r>
                <a:rPr lang="en-US" sz="1600" b="1" dirty="0"/>
                <a:t>flip-flop outputs (Q1)</a:t>
              </a:r>
            </a:p>
            <a:p>
              <a:pPr eaLnBrk="1" hangingPunct="1">
                <a:defRPr/>
              </a:pPr>
              <a:endParaRPr lang="ru-RU" sz="1600" b="1" dirty="0"/>
            </a:p>
          </p:txBody>
        </p:sp>
        <p:sp>
          <p:nvSpPr>
            <p:cNvPr id="14459" name="Line 144">
              <a:extLst>
                <a:ext uri="{FF2B5EF4-FFF2-40B4-BE49-F238E27FC236}">
                  <a16:creationId xmlns:a16="http://schemas.microsoft.com/office/drawing/2014/main" id="{65CF076F-6648-4F2E-978B-C4FA3D01598C}"/>
                </a:ext>
              </a:extLst>
            </p:cNvPr>
            <p:cNvSpPr>
              <a:spLocks noChangeShapeType="1"/>
            </p:cNvSpPr>
            <p:nvPr/>
          </p:nvSpPr>
          <p:spPr bwMode="auto">
            <a:xfrm>
              <a:off x="2032000" y="1676475"/>
              <a:ext cx="612775" cy="0"/>
            </a:xfrm>
            <a:prstGeom prst="line">
              <a:avLst/>
            </a:prstGeom>
            <a:noFill/>
            <a:ln w="22225">
              <a:solidFill>
                <a:schemeClr val="tx1"/>
              </a:solidFill>
              <a:round/>
              <a:headEnd type="triangle" w="med" len="lg"/>
              <a:tailEnd type="none" w="sm" len="sm"/>
            </a:ln>
          </p:spPr>
          <p:txBody>
            <a:bodyPr/>
            <a:lstStyle/>
            <a:p>
              <a:pPr eaLnBrk="1" hangingPunct="1">
                <a:defRPr/>
              </a:pPr>
              <a:endParaRPr lang="en-US" dirty="0">
                <a:solidFill>
                  <a:srgbClr val="0000FF"/>
                </a:solidFill>
              </a:endParaRPr>
            </a:p>
          </p:txBody>
        </p:sp>
        <p:sp>
          <p:nvSpPr>
            <p:cNvPr id="14460" name="Line 145">
              <a:extLst>
                <a:ext uri="{FF2B5EF4-FFF2-40B4-BE49-F238E27FC236}">
                  <a16:creationId xmlns:a16="http://schemas.microsoft.com/office/drawing/2014/main" id="{4C1EA7EE-3F8F-4791-976A-B20CC2CB7097}"/>
                </a:ext>
              </a:extLst>
            </p:cNvPr>
            <p:cNvSpPr>
              <a:spLocks noChangeShapeType="1"/>
            </p:cNvSpPr>
            <p:nvPr/>
          </p:nvSpPr>
          <p:spPr bwMode="auto">
            <a:xfrm>
              <a:off x="3013075" y="1666949"/>
              <a:ext cx="517525" cy="0"/>
            </a:xfrm>
            <a:prstGeom prst="line">
              <a:avLst/>
            </a:prstGeom>
            <a:noFill/>
            <a:ln w="22225">
              <a:solidFill>
                <a:schemeClr val="tx1"/>
              </a:solidFill>
              <a:round/>
              <a:headEnd type="none" w="sm" len="med"/>
              <a:tailEnd type="triangle" w="med" len="lg"/>
            </a:ln>
          </p:spPr>
          <p:txBody>
            <a:bodyPr/>
            <a:lstStyle/>
            <a:p>
              <a:pPr eaLnBrk="1" hangingPunct="1">
                <a:defRPr/>
              </a:pPr>
              <a:endParaRPr lang="en-US" dirty="0">
                <a:solidFill>
                  <a:srgbClr val="0000FF"/>
                </a:solidFill>
              </a:endParaRPr>
            </a:p>
          </p:txBody>
        </p:sp>
        <p:sp>
          <p:nvSpPr>
            <p:cNvPr id="14461" name="Text Box 146">
              <a:extLst>
                <a:ext uri="{FF2B5EF4-FFF2-40B4-BE49-F238E27FC236}">
                  <a16:creationId xmlns:a16="http://schemas.microsoft.com/office/drawing/2014/main" id="{D87C8905-D289-43A8-8CA7-B6117ED69E7E}"/>
                </a:ext>
              </a:extLst>
            </p:cNvPr>
            <p:cNvSpPr txBox="1">
              <a:spLocks noChangeArrowheads="1"/>
            </p:cNvSpPr>
            <p:nvPr/>
          </p:nvSpPr>
          <p:spPr bwMode="auto">
            <a:xfrm>
              <a:off x="2636838" y="1509772"/>
              <a:ext cx="608012" cy="317531"/>
            </a:xfrm>
            <a:prstGeom prst="rect">
              <a:avLst/>
            </a:prstGeom>
            <a:noFill/>
            <a:ln w="22225">
              <a:noFill/>
              <a:miter lim="800000"/>
              <a:headEnd/>
              <a:tailEnd/>
            </a:ln>
          </p:spPr>
          <p:txBody>
            <a:bodyPr/>
            <a:lstStyle/>
            <a:p>
              <a:pPr eaLnBrk="1" hangingPunct="1">
                <a:defRPr/>
              </a:pPr>
              <a:r>
                <a:rPr lang="en-US" sz="1600" b="1" dirty="0">
                  <a:solidFill>
                    <a:srgbClr val="0000FF"/>
                  </a:solidFill>
                </a:rPr>
                <a:t>T</a:t>
              </a:r>
              <a:r>
                <a:rPr lang="ru-RU" sz="1600" b="1" baseline="-25000">
                  <a:solidFill>
                    <a:srgbClr val="0000FF"/>
                  </a:solidFill>
                </a:rPr>
                <a:t>H</a:t>
              </a:r>
              <a:endParaRPr lang="ru-RU" sz="1600" b="1">
                <a:solidFill>
                  <a:srgbClr val="0000FF"/>
                </a:solidFill>
              </a:endParaRPr>
            </a:p>
          </p:txBody>
        </p:sp>
        <p:sp>
          <p:nvSpPr>
            <p:cNvPr id="14462" name="Line 147">
              <a:extLst>
                <a:ext uri="{FF2B5EF4-FFF2-40B4-BE49-F238E27FC236}">
                  <a16:creationId xmlns:a16="http://schemas.microsoft.com/office/drawing/2014/main" id="{14277C57-B87C-4421-AA19-FF09AAE896A1}"/>
                </a:ext>
              </a:extLst>
            </p:cNvPr>
            <p:cNvSpPr>
              <a:spLocks noChangeShapeType="1"/>
            </p:cNvSpPr>
            <p:nvPr/>
          </p:nvSpPr>
          <p:spPr bwMode="auto">
            <a:xfrm>
              <a:off x="5210175" y="1666949"/>
              <a:ext cx="1263650" cy="0"/>
            </a:xfrm>
            <a:prstGeom prst="line">
              <a:avLst/>
            </a:prstGeom>
            <a:noFill/>
            <a:ln w="22225">
              <a:solidFill>
                <a:schemeClr val="tx1"/>
              </a:solidFill>
              <a:round/>
              <a:headEnd/>
              <a:tailEnd type="triangle" w="med" len="lg"/>
            </a:ln>
          </p:spPr>
          <p:txBody>
            <a:bodyPr/>
            <a:lstStyle/>
            <a:p>
              <a:pPr eaLnBrk="1" hangingPunct="1">
                <a:defRPr/>
              </a:pPr>
              <a:endParaRPr lang="en-US" dirty="0">
                <a:solidFill>
                  <a:srgbClr val="0000FF"/>
                </a:solidFill>
              </a:endParaRPr>
            </a:p>
          </p:txBody>
        </p:sp>
        <p:sp>
          <p:nvSpPr>
            <p:cNvPr id="14463" name="Line 148">
              <a:extLst>
                <a:ext uri="{FF2B5EF4-FFF2-40B4-BE49-F238E27FC236}">
                  <a16:creationId xmlns:a16="http://schemas.microsoft.com/office/drawing/2014/main" id="{DFFECF90-2EE3-48C7-AE45-226E1F119877}"/>
                </a:ext>
              </a:extLst>
            </p:cNvPr>
            <p:cNvSpPr>
              <a:spLocks noChangeShapeType="1"/>
            </p:cNvSpPr>
            <p:nvPr/>
          </p:nvSpPr>
          <p:spPr bwMode="auto">
            <a:xfrm>
              <a:off x="3525838" y="1662187"/>
              <a:ext cx="1263650" cy="0"/>
            </a:xfrm>
            <a:prstGeom prst="line">
              <a:avLst/>
            </a:prstGeom>
            <a:noFill/>
            <a:ln w="22225">
              <a:solidFill>
                <a:schemeClr val="tx1"/>
              </a:solidFill>
              <a:round/>
              <a:headEnd type="triangle" w="med" len="lg"/>
              <a:tailEnd type="none" w="sm" len="med"/>
            </a:ln>
          </p:spPr>
          <p:txBody>
            <a:bodyPr/>
            <a:lstStyle/>
            <a:p>
              <a:pPr eaLnBrk="1" hangingPunct="1">
                <a:defRPr/>
              </a:pPr>
              <a:endParaRPr lang="en-US" dirty="0">
                <a:solidFill>
                  <a:srgbClr val="0000FF"/>
                </a:solidFill>
              </a:endParaRPr>
            </a:p>
          </p:txBody>
        </p:sp>
        <p:sp>
          <p:nvSpPr>
            <p:cNvPr id="14464" name="Text Box 149">
              <a:extLst>
                <a:ext uri="{FF2B5EF4-FFF2-40B4-BE49-F238E27FC236}">
                  <a16:creationId xmlns:a16="http://schemas.microsoft.com/office/drawing/2014/main" id="{F66B2150-013A-453A-ACA2-E77C766D309B}"/>
                </a:ext>
              </a:extLst>
            </p:cNvPr>
            <p:cNvSpPr txBox="1">
              <a:spLocks noChangeArrowheads="1"/>
            </p:cNvSpPr>
            <p:nvPr/>
          </p:nvSpPr>
          <p:spPr bwMode="auto">
            <a:xfrm>
              <a:off x="4841875" y="1514534"/>
              <a:ext cx="608013" cy="317531"/>
            </a:xfrm>
            <a:prstGeom prst="rect">
              <a:avLst/>
            </a:prstGeom>
            <a:noFill/>
            <a:ln w="22225">
              <a:noFill/>
              <a:miter lim="800000"/>
              <a:headEnd/>
              <a:tailEnd/>
            </a:ln>
          </p:spPr>
          <p:txBody>
            <a:bodyPr/>
            <a:lstStyle/>
            <a:p>
              <a:pPr eaLnBrk="1" hangingPunct="1">
                <a:defRPr/>
              </a:pPr>
              <a:r>
                <a:rPr lang="en-US" sz="1600" b="1" dirty="0">
                  <a:solidFill>
                    <a:srgbClr val="0000FF"/>
                  </a:solidFill>
                </a:rPr>
                <a:t>T</a:t>
              </a:r>
              <a:r>
                <a:rPr lang="ru-RU" sz="1600" b="1" baseline="-25000">
                  <a:solidFill>
                    <a:srgbClr val="0000FF"/>
                  </a:solidFill>
                </a:rPr>
                <a:t>L</a:t>
              </a:r>
              <a:endParaRPr lang="ru-RU" sz="1600" b="1">
                <a:solidFill>
                  <a:srgbClr val="0000FF"/>
                </a:solidFill>
              </a:endParaRPr>
            </a:p>
          </p:txBody>
        </p:sp>
        <p:sp>
          <p:nvSpPr>
            <p:cNvPr id="14465" name="Line 150">
              <a:extLst>
                <a:ext uri="{FF2B5EF4-FFF2-40B4-BE49-F238E27FC236}">
                  <a16:creationId xmlns:a16="http://schemas.microsoft.com/office/drawing/2014/main" id="{F2817492-4B54-4F01-8A6D-81E6FB7DA4C7}"/>
                </a:ext>
              </a:extLst>
            </p:cNvPr>
            <p:cNvSpPr>
              <a:spLocks noChangeShapeType="1"/>
            </p:cNvSpPr>
            <p:nvPr/>
          </p:nvSpPr>
          <p:spPr bwMode="auto">
            <a:xfrm>
              <a:off x="4632325" y="1847942"/>
              <a:ext cx="1822450" cy="0"/>
            </a:xfrm>
            <a:prstGeom prst="line">
              <a:avLst/>
            </a:prstGeom>
            <a:noFill/>
            <a:ln w="22225">
              <a:solidFill>
                <a:schemeClr val="tx1"/>
              </a:solidFill>
              <a:round/>
              <a:headEnd/>
              <a:tailEnd type="triangle" w="med" len="lg"/>
            </a:ln>
          </p:spPr>
          <p:txBody>
            <a:bodyPr/>
            <a:lstStyle/>
            <a:p>
              <a:pPr eaLnBrk="1" hangingPunct="1">
                <a:defRPr/>
              </a:pPr>
              <a:endParaRPr lang="en-US" dirty="0">
                <a:solidFill>
                  <a:srgbClr val="0000FF"/>
                </a:solidFill>
              </a:endParaRPr>
            </a:p>
          </p:txBody>
        </p:sp>
        <p:sp>
          <p:nvSpPr>
            <p:cNvPr id="14466" name="Line 151">
              <a:extLst>
                <a:ext uri="{FF2B5EF4-FFF2-40B4-BE49-F238E27FC236}">
                  <a16:creationId xmlns:a16="http://schemas.microsoft.com/office/drawing/2014/main" id="{6AA4B257-E91A-4B2C-86B6-3C9092404FB6}"/>
                </a:ext>
              </a:extLst>
            </p:cNvPr>
            <p:cNvSpPr>
              <a:spLocks noChangeShapeType="1"/>
            </p:cNvSpPr>
            <p:nvPr/>
          </p:nvSpPr>
          <p:spPr bwMode="auto">
            <a:xfrm>
              <a:off x="2032000" y="1847942"/>
              <a:ext cx="1820863" cy="0"/>
            </a:xfrm>
            <a:prstGeom prst="line">
              <a:avLst/>
            </a:prstGeom>
            <a:noFill/>
            <a:ln w="22225">
              <a:solidFill>
                <a:schemeClr val="tx1"/>
              </a:solidFill>
              <a:round/>
              <a:headEnd type="triangle" w="med" len="lg"/>
              <a:tailEnd type="none" w="sm" len="med"/>
            </a:ln>
          </p:spPr>
          <p:txBody>
            <a:bodyPr/>
            <a:lstStyle/>
            <a:p>
              <a:pPr eaLnBrk="1" hangingPunct="1">
                <a:defRPr/>
              </a:pPr>
              <a:endParaRPr lang="en-US" dirty="0">
                <a:solidFill>
                  <a:srgbClr val="0000FF"/>
                </a:solidFill>
              </a:endParaRPr>
            </a:p>
          </p:txBody>
        </p:sp>
        <p:sp>
          <p:nvSpPr>
            <p:cNvPr id="14467" name="Text Box 152">
              <a:extLst>
                <a:ext uri="{FF2B5EF4-FFF2-40B4-BE49-F238E27FC236}">
                  <a16:creationId xmlns:a16="http://schemas.microsoft.com/office/drawing/2014/main" id="{C6BCACAA-80F2-45B9-8655-EC92B41717B6}"/>
                </a:ext>
              </a:extLst>
            </p:cNvPr>
            <p:cNvSpPr txBox="1">
              <a:spLocks noChangeArrowheads="1"/>
            </p:cNvSpPr>
            <p:nvPr/>
          </p:nvSpPr>
          <p:spPr bwMode="auto">
            <a:xfrm>
              <a:off x="3957638" y="1562164"/>
              <a:ext cx="1012825" cy="317531"/>
            </a:xfrm>
            <a:prstGeom prst="rect">
              <a:avLst/>
            </a:prstGeom>
            <a:noFill/>
            <a:ln w="22225">
              <a:noFill/>
              <a:miter lim="800000"/>
              <a:headEnd/>
              <a:tailEnd/>
            </a:ln>
          </p:spPr>
          <p:txBody>
            <a:bodyPr/>
            <a:lstStyle/>
            <a:p>
              <a:pPr eaLnBrk="1" hangingPunct="1">
                <a:defRPr/>
              </a:pPr>
              <a:r>
                <a:rPr lang="en-US" sz="1600" b="1" dirty="0">
                  <a:solidFill>
                    <a:srgbClr val="0000FF"/>
                  </a:solidFill>
                </a:rPr>
                <a:t>T</a:t>
              </a:r>
              <a:r>
                <a:rPr lang="ru-RU" sz="1600" b="1" baseline="-25000" dirty="0">
                  <a:solidFill>
                    <a:srgbClr val="0000FF"/>
                  </a:solidFill>
                </a:rPr>
                <a:t>CLK</a:t>
              </a:r>
              <a:endParaRPr lang="ru-RU" sz="1600" b="1" dirty="0">
                <a:solidFill>
                  <a:srgbClr val="0000FF"/>
                </a:solidFill>
              </a:endParaRPr>
            </a:p>
          </p:txBody>
        </p:sp>
        <p:sp>
          <p:nvSpPr>
            <p:cNvPr id="14468" name="Line 153">
              <a:extLst>
                <a:ext uri="{FF2B5EF4-FFF2-40B4-BE49-F238E27FC236}">
                  <a16:creationId xmlns:a16="http://schemas.microsoft.com/office/drawing/2014/main" id="{8DB5415E-C33A-4D68-90E3-A0F63AAAE534}"/>
                </a:ext>
              </a:extLst>
            </p:cNvPr>
            <p:cNvSpPr>
              <a:spLocks noChangeShapeType="1"/>
            </p:cNvSpPr>
            <p:nvPr/>
          </p:nvSpPr>
          <p:spPr bwMode="auto">
            <a:xfrm>
              <a:off x="2825750" y="1994006"/>
              <a:ext cx="0" cy="1613059"/>
            </a:xfrm>
            <a:prstGeom prst="line">
              <a:avLst/>
            </a:prstGeom>
            <a:noFill/>
            <a:ln w="22225">
              <a:solidFill>
                <a:srgbClr val="000000"/>
              </a:solidFill>
              <a:round/>
              <a:headEnd/>
              <a:tailEnd/>
            </a:ln>
          </p:spPr>
          <p:txBody>
            <a:bodyPr/>
            <a:lstStyle/>
            <a:p>
              <a:pPr eaLnBrk="1" hangingPunct="1">
                <a:defRPr/>
              </a:pPr>
              <a:endParaRPr lang="en-US" dirty="0"/>
            </a:p>
          </p:txBody>
        </p:sp>
        <p:sp>
          <p:nvSpPr>
            <p:cNvPr id="14473" name="Line 158">
              <a:extLst>
                <a:ext uri="{FF2B5EF4-FFF2-40B4-BE49-F238E27FC236}">
                  <a16:creationId xmlns:a16="http://schemas.microsoft.com/office/drawing/2014/main" id="{19227CB8-113B-44D0-890A-5E2C305AF0CC}"/>
                </a:ext>
              </a:extLst>
            </p:cNvPr>
            <p:cNvSpPr>
              <a:spLocks noChangeShapeType="1"/>
            </p:cNvSpPr>
            <p:nvPr/>
          </p:nvSpPr>
          <p:spPr bwMode="auto">
            <a:xfrm>
              <a:off x="4632325" y="2729092"/>
              <a:ext cx="0" cy="1906775"/>
            </a:xfrm>
            <a:prstGeom prst="line">
              <a:avLst/>
            </a:prstGeom>
            <a:noFill/>
            <a:ln w="22225">
              <a:solidFill>
                <a:srgbClr val="000000"/>
              </a:solidFill>
              <a:round/>
              <a:headEnd/>
              <a:tailEnd/>
            </a:ln>
          </p:spPr>
          <p:txBody>
            <a:bodyPr/>
            <a:lstStyle/>
            <a:p>
              <a:pPr eaLnBrk="1" hangingPunct="1">
                <a:defRPr/>
              </a:pPr>
              <a:endParaRPr lang="en-US" dirty="0"/>
            </a:p>
          </p:txBody>
        </p:sp>
        <p:sp>
          <p:nvSpPr>
            <p:cNvPr id="14474" name="Line 159">
              <a:extLst>
                <a:ext uri="{FF2B5EF4-FFF2-40B4-BE49-F238E27FC236}">
                  <a16:creationId xmlns:a16="http://schemas.microsoft.com/office/drawing/2014/main" id="{3171EF0B-3CA3-4F0C-A75B-60AF9B6C8D89}"/>
                </a:ext>
              </a:extLst>
            </p:cNvPr>
            <p:cNvSpPr>
              <a:spLocks noChangeShapeType="1"/>
            </p:cNvSpPr>
            <p:nvPr/>
          </p:nvSpPr>
          <p:spPr bwMode="auto">
            <a:xfrm flipH="1">
              <a:off x="5522913" y="3846802"/>
              <a:ext cx="7937" cy="1359034"/>
            </a:xfrm>
            <a:prstGeom prst="line">
              <a:avLst/>
            </a:prstGeom>
            <a:noFill/>
            <a:ln w="22225">
              <a:solidFill>
                <a:srgbClr val="000000"/>
              </a:solidFill>
              <a:round/>
              <a:headEnd/>
              <a:tailEnd/>
            </a:ln>
          </p:spPr>
          <p:txBody>
            <a:bodyPr/>
            <a:lstStyle/>
            <a:p>
              <a:pPr eaLnBrk="1" hangingPunct="1">
                <a:defRPr/>
              </a:pPr>
              <a:endParaRPr lang="en-US" dirty="0"/>
            </a:p>
          </p:txBody>
        </p:sp>
        <p:sp>
          <p:nvSpPr>
            <p:cNvPr id="14475" name="Line 160">
              <a:extLst>
                <a:ext uri="{FF2B5EF4-FFF2-40B4-BE49-F238E27FC236}">
                  <a16:creationId xmlns:a16="http://schemas.microsoft.com/office/drawing/2014/main" id="{A53A0B99-93C6-4F75-9781-B822C897177E}"/>
                </a:ext>
              </a:extLst>
            </p:cNvPr>
            <p:cNvSpPr>
              <a:spLocks noChangeShapeType="1"/>
            </p:cNvSpPr>
            <p:nvPr/>
          </p:nvSpPr>
          <p:spPr bwMode="auto">
            <a:xfrm>
              <a:off x="5514975" y="3918246"/>
              <a:ext cx="144463" cy="365161"/>
            </a:xfrm>
            <a:prstGeom prst="line">
              <a:avLst/>
            </a:prstGeom>
            <a:noFill/>
            <a:ln w="22225">
              <a:solidFill>
                <a:srgbClr val="000000"/>
              </a:solidFill>
              <a:round/>
              <a:headEnd/>
              <a:tailEnd/>
            </a:ln>
          </p:spPr>
          <p:txBody>
            <a:bodyPr/>
            <a:lstStyle/>
            <a:p>
              <a:pPr eaLnBrk="1" hangingPunct="1">
                <a:defRPr/>
              </a:pPr>
              <a:endParaRPr lang="en-US" dirty="0"/>
            </a:p>
          </p:txBody>
        </p:sp>
        <p:sp>
          <p:nvSpPr>
            <p:cNvPr id="14476" name="Line 161">
              <a:extLst>
                <a:ext uri="{FF2B5EF4-FFF2-40B4-BE49-F238E27FC236}">
                  <a16:creationId xmlns:a16="http://schemas.microsoft.com/office/drawing/2014/main" id="{0362A8AE-71FB-43A5-AC88-1646710821D7}"/>
                </a:ext>
              </a:extLst>
            </p:cNvPr>
            <p:cNvSpPr>
              <a:spLocks noChangeShapeType="1"/>
            </p:cNvSpPr>
            <p:nvPr/>
          </p:nvSpPr>
          <p:spPr bwMode="auto">
            <a:xfrm flipV="1">
              <a:off x="5535613" y="3899194"/>
              <a:ext cx="98425" cy="377862"/>
            </a:xfrm>
            <a:prstGeom prst="line">
              <a:avLst/>
            </a:prstGeom>
            <a:noFill/>
            <a:ln w="22225">
              <a:solidFill>
                <a:srgbClr val="000000"/>
              </a:solidFill>
              <a:round/>
              <a:headEnd/>
              <a:tailEnd/>
            </a:ln>
          </p:spPr>
          <p:txBody>
            <a:bodyPr/>
            <a:lstStyle/>
            <a:p>
              <a:pPr eaLnBrk="1" hangingPunct="1">
                <a:defRPr/>
              </a:pPr>
              <a:endParaRPr lang="en-US" dirty="0"/>
            </a:p>
          </p:txBody>
        </p:sp>
        <p:sp>
          <p:nvSpPr>
            <p:cNvPr id="14477" name="Line 162">
              <a:extLst>
                <a:ext uri="{FF2B5EF4-FFF2-40B4-BE49-F238E27FC236}">
                  <a16:creationId xmlns:a16="http://schemas.microsoft.com/office/drawing/2014/main" id="{49284F0E-1186-44E1-867D-50E7491565EE}"/>
                </a:ext>
              </a:extLst>
            </p:cNvPr>
            <p:cNvSpPr>
              <a:spLocks noChangeShapeType="1"/>
            </p:cNvSpPr>
            <p:nvPr/>
          </p:nvSpPr>
          <p:spPr bwMode="auto">
            <a:xfrm>
              <a:off x="7192963" y="3534033"/>
              <a:ext cx="0" cy="1097071"/>
            </a:xfrm>
            <a:prstGeom prst="line">
              <a:avLst/>
            </a:prstGeom>
            <a:noFill/>
            <a:ln w="22225">
              <a:solidFill>
                <a:srgbClr val="000000"/>
              </a:solidFill>
              <a:round/>
              <a:headEnd/>
              <a:tailEnd/>
            </a:ln>
          </p:spPr>
          <p:txBody>
            <a:bodyPr/>
            <a:lstStyle/>
            <a:p>
              <a:pPr eaLnBrk="1" hangingPunct="1">
                <a:defRPr/>
              </a:pPr>
              <a:endParaRPr lang="en-US" dirty="0"/>
            </a:p>
          </p:txBody>
        </p:sp>
        <p:sp>
          <p:nvSpPr>
            <p:cNvPr id="14478" name="Line 163">
              <a:extLst>
                <a:ext uri="{FF2B5EF4-FFF2-40B4-BE49-F238E27FC236}">
                  <a16:creationId xmlns:a16="http://schemas.microsoft.com/office/drawing/2014/main" id="{3A73495B-A990-47C4-9C37-3291F18561B2}"/>
                </a:ext>
              </a:extLst>
            </p:cNvPr>
            <p:cNvSpPr>
              <a:spLocks noChangeShapeType="1"/>
            </p:cNvSpPr>
            <p:nvPr/>
          </p:nvSpPr>
          <p:spPr bwMode="auto">
            <a:xfrm>
              <a:off x="4183063" y="3527682"/>
              <a:ext cx="452437" cy="0"/>
            </a:xfrm>
            <a:prstGeom prst="line">
              <a:avLst/>
            </a:prstGeom>
            <a:noFill/>
            <a:ln w="22225">
              <a:solidFill>
                <a:schemeClr val="tx1"/>
              </a:solidFill>
              <a:round/>
              <a:headEnd/>
              <a:tailEnd type="triangle" w="med" len="lg"/>
            </a:ln>
          </p:spPr>
          <p:txBody>
            <a:bodyPr/>
            <a:lstStyle/>
            <a:p>
              <a:pPr eaLnBrk="1" hangingPunct="1">
                <a:defRPr/>
              </a:pPr>
              <a:endParaRPr lang="en-US" dirty="0">
                <a:solidFill>
                  <a:srgbClr val="0000FF"/>
                </a:solidFill>
              </a:endParaRPr>
            </a:p>
          </p:txBody>
        </p:sp>
        <p:sp>
          <p:nvSpPr>
            <p:cNvPr id="14479" name="Line 164">
              <a:extLst>
                <a:ext uri="{FF2B5EF4-FFF2-40B4-BE49-F238E27FC236}">
                  <a16:creationId xmlns:a16="http://schemas.microsoft.com/office/drawing/2014/main" id="{78658D37-A4AA-45B1-A2B3-74A7666E43B8}"/>
                </a:ext>
              </a:extLst>
            </p:cNvPr>
            <p:cNvSpPr>
              <a:spLocks noChangeShapeType="1"/>
            </p:cNvSpPr>
            <p:nvPr/>
          </p:nvSpPr>
          <p:spPr bwMode="auto">
            <a:xfrm>
              <a:off x="2870200" y="3532446"/>
              <a:ext cx="454025" cy="0"/>
            </a:xfrm>
            <a:prstGeom prst="line">
              <a:avLst/>
            </a:prstGeom>
            <a:noFill/>
            <a:ln w="22225">
              <a:solidFill>
                <a:schemeClr val="tx1"/>
              </a:solidFill>
              <a:round/>
              <a:headEnd type="triangle" w="med" len="lg"/>
              <a:tailEnd type="none" w="sm" len="med"/>
            </a:ln>
          </p:spPr>
          <p:txBody>
            <a:bodyPr/>
            <a:lstStyle/>
            <a:p>
              <a:pPr eaLnBrk="1" hangingPunct="1">
                <a:defRPr/>
              </a:pPr>
              <a:endParaRPr lang="en-US" dirty="0">
                <a:solidFill>
                  <a:srgbClr val="0000FF"/>
                </a:solidFill>
              </a:endParaRPr>
            </a:p>
          </p:txBody>
        </p:sp>
        <p:sp>
          <p:nvSpPr>
            <p:cNvPr id="14480" name="Text Box 165">
              <a:extLst>
                <a:ext uri="{FF2B5EF4-FFF2-40B4-BE49-F238E27FC236}">
                  <a16:creationId xmlns:a16="http://schemas.microsoft.com/office/drawing/2014/main" id="{2CCDBEEC-E5DD-4B84-A845-FF7B7AE02A92}"/>
                </a:ext>
              </a:extLst>
            </p:cNvPr>
            <p:cNvSpPr txBox="1">
              <a:spLocks noChangeArrowheads="1"/>
            </p:cNvSpPr>
            <p:nvPr/>
          </p:nvSpPr>
          <p:spPr bwMode="auto">
            <a:xfrm>
              <a:off x="3414713" y="3351453"/>
              <a:ext cx="1012825" cy="319118"/>
            </a:xfrm>
            <a:prstGeom prst="rect">
              <a:avLst/>
            </a:prstGeom>
            <a:noFill/>
            <a:ln w="22225">
              <a:noFill/>
              <a:miter lim="800000"/>
              <a:headEnd/>
              <a:tailEnd/>
            </a:ln>
          </p:spPr>
          <p:txBody>
            <a:bodyPr/>
            <a:lstStyle/>
            <a:p>
              <a:pPr eaLnBrk="1" hangingPunct="1">
                <a:defRPr/>
              </a:pPr>
              <a:r>
                <a:rPr lang="en-US" sz="1600" b="1" dirty="0">
                  <a:solidFill>
                    <a:srgbClr val="0000FF"/>
                  </a:solidFill>
                </a:rPr>
                <a:t>T</a:t>
              </a:r>
              <a:r>
                <a:rPr lang="ru-RU" sz="1600" b="1" baseline="-25000" dirty="0">
                  <a:solidFill>
                    <a:srgbClr val="0000FF"/>
                  </a:solidFill>
                </a:rPr>
                <a:t>COMB</a:t>
              </a:r>
              <a:endParaRPr lang="ru-RU" sz="1600" b="1" dirty="0">
                <a:solidFill>
                  <a:srgbClr val="0000FF"/>
                </a:solidFill>
              </a:endParaRPr>
            </a:p>
          </p:txBody>
        </p:sp>
        <p:sp>
          <p:nvSpPr>
            <p:cNvPr id="14482" name="Line 167">
              <a:extLst>
                <a:ext uri="{FF2B5EF4-FFF2-40B4-BE49-F238E27FC236}">
                  <a16:creationId xmlns:a16="http://schemas.microsoft.com/office/drawing/2014/main" id="{2868A5A6-C167-4AF9-BF4B-3607FE0FF2A1}"/>
                </a:ext>
              </a:extLst>
            </p:cNvPr>
            <p:cNvSpPr>
              <a:spLocks noChangeShapeType="1"/>
            </p:cNvSpPr>
            <p:nvPr/>
          </p:nvSpPr>
          <p:spPr bwMode="auto">
            <a:xfrm>
              <a:off x="2017713" y="2554450"/>
              <a:ext cx="823912" cy="0"/>
            </a:xfrm>
            <a:prstGeom prst="line">
              <a:avLst/>
            </a:prstGeom>
            <a:noFill/>
            <a:ln w="22225">
              <a:solidFill>
                <a:schemeClr val="tx1"/>
              </a:solidFill>
              <a:round/>
              <a:headEnd type="triangle" w="med" len="lg"/>
              <a:tailEnd type="triangle" w="med" len="med"/>
            </a:ln>
          </p:spPr>
          <p:txBody>
            <a:bodyPr/>
            <a:lstStyle/>
            <a:p>
              <a:pPr eaLnBrk="1" hangingPunct="1">
                <a:defRPr/>
              </a:pPr>
              <a:endParaRPr lang="en-US" dirty="0">
                <a:solidFill>
                  <a:srgbClr val="0000FF"/>
                </a:solidFill>
              </a:endParaRPr>
            </a:p>
          </p:txBody>
        </p:sp>
        <p:sp>
          <p:nvSpPr>
            <p:cNvPr id="16518" name="Text Box 168">
              <a:extLst>
                <a:ext uri="{FF2B5EF4-FFF2-40B4-BE49-F238E27FC236}">
                  <a16:creationId xmlns:a16="http://schemas.microsoft.com/office/drawing/2014/main" id="{815AF1CB-9EE4-8537-AA42-B73F96FDBB9B}"/>
                </a:ext>
              </a:extLst>
            </p:cNvPr>
            <p:cNvSpPr txBox="1">
              <a:spLocks noChangeArrowheads="1"/>
            </p:cNvSpPr>
            <p:nvPr/>
          </p:nvSpPr>
          <p:spPr bwMode="auto">
            <a:xfrm>
              <a:off x="2960169" y="2438400"/>
              <a:ext cx="902420" cy="319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FF"/>
                  </a:solidFill>
                </a:rPr>
                <a:t>T</a:t>
              </a:r>
              <a:r>
                <a:rPr lang="en-US" altLang="en-US" sz="1600" b="1" baseline="-25000">
                  <a:solidFill>
                    <a:srgbClr val="0000FF"/>
                  </a:solidFill>
                </a:rPr>
                <a:t>CLK-Q</a:t>
              </a:r>
              <a:endParaRPr lang="ru-RU" altLang="en-US" sz="1600" b="1">
                <a:solidFill>
                  <a:srgbClr val="0000FF"/>
                </a:solidFill>
              </a:endParaRPr>
            </a:p>
          </p:txBody>
        </p:sp>
        <p:sp>
          <p:nvSpPr>
            <p:cNvPr id="14484" name="Line 169">
              <a:extLst>
                <a:ext uri="{FF2B5EF4-FFF2-40B4-BE49-F238E27FC236}">
                  <a16:creationId xmlns:a16="http://schemas.microsoft.com/office/drawing/2014/main" id="{E9961667-F4A7-434E-9AED-B16B80790E30}"/>
                </a:ext>
              </a:extLst>
            </p:cNvPr>
            <p:cNvSpPr>
              <a:spLocks noChangeShapeType="1"/>
            </p:cNvSpPr>
            <p:nvPr/>
          </p:nvSpPr>
          <p:spPr bwMode="auto">
            <a:xfrm flipV="1">
              <a:off x="4632325" y="4477101"/>
              <a:ext cx="876300" cy="0"/>
            </a:xfrm>
            <a:prstGeom prst="line">
              <a:avLst/>
            </a:prstGeom>
            <a:noFill/>
            <a:ln w="22225">
              <a:solidFill>
                <a:schemeClr val="tx1"/>
              </a:solidFill>
              <a:round/>
              <a:headEnd type="triangle" w="sm" len="lg"/>
              <a:tailEnd type="triangle" w="sm" len="med"/>
            </a:ln>
          </p:spPr>
          <p:txBody>
            <a:bodyPr/>
            <a:lstStyle/>
            <a:p>
              <a:pPr eaLnBrk="1" hangingPunct="1">
                <a:defRPr/>
              </a:pPr>
              <a:endParaRPr lang="en-US" dirty="0">
                <a:solidFill>
                  <a:srgbClr val="0000FF"/>
                </a:solidFill>
              </a:endParaRPr>
            </a:p>
          </p:txBody>
        </p:sp>
        <p:sp>
          <p:nvSpPr>
            <p:cNvPr id="14485" name="Line 170">
              <a:extLst>
                <a:ext uri="{FF2B5EF4-FFF2-40B4-BE49-F238E27FC236}">
                  <a16:creationId xmlns:a16="http://schemas.microsoft.com/office/drawing/2014/main" id="{EFE061CB-F1A2-445F-88C1-C5A8584EC564}"/>
                </a:ext>
              </a:extLst>
            </p:cNvPr>
            <p:cNvSpPr>
              <a:spLocks noChangeShapeType="1"/>
            </p:cNvSpPr>
            <p:nvPr/>
          </p:nvSpPr>
          <p:spPr bwMode="auto">
            <a:xfrm flipV="1">
              <a:off x="5521325" y="4477101"/>
              <a:ext cx="922338" cy="0"/>
            </a:xfrm>
            <a:prstGeom prst="line">
              <a:avLst/>
            </a:prstGeom>
            <a:noFill/>
            <a:ln w="22225">
              <a:solidFill>
                <a:schemeClr val="tx1"/>
              </a:solidFill>
              <a:round/>
              <a:headEnd type="triangle" w="med" len="lg"/>
              <a:tailEnd type="triangle" w="med" len="lg"/>
            </a:ln>
          </p:spPr>
          <p:txBody>
            <a:bodyPr/>
            <a:lstStyle/>
            <a:p>
              <a:pPr eaLnBrk="1" hangingPunct="1">
                <a:defRPr/>
              </a:pPr>
              <a:endParaRPr lang="en-US" dirty="0">
                <a:solidFill>
                  <a:srgbClr val="0000FF"/>
                </a:solidFill>
              </a:endParaRPr>
            </a:p>
          </p:txBody>
        </p:sp>
        <p:sp>
          <p:nvSpPr>
            <p:cNvPr id="14486" name="Line 171">
              <a:extLst>
                <a:ext uri="{FF2B5EF4-FFF2-40B4-BE49-F238E27FC236}">
                  <a16:creationId xmlns:a16="http://schemas.microsoft.com/office/drawing/2014/main" id="{0A0E421F-A5B6-43E9-88E8-1668290C70AF}"/>
                </a:ext>
              </a:extLst>
            </p:cNvPr>
            <p:cNvSpPr>
              <a:spLocks noChangeShapeType="1"/>
            </p:cNvSpPr>
            <p:nvPr/>
          </p:nvSpPr>
          <p:spPr bwMode="auto">
            <a:xfrm flipV="1">
              <a:off x="6454775" y="4477101"/>
              <a:ext cx="731838" cy="0"/>
            </a:xfrm>
            <a:prstGeom prst="line">
              <a:avLst/>
            </a:prstGeom>
            <a:noFill/>
            <a:ln w="22225">
              <a:solidFill>
                <a:schemeClr val="tx1"/>
              </a:solidFill>
              <a:round/>
              <a:headEnd type="triangle" w="med" len="lg"/>
              <a:tailEnd type="triangle" w="med" len="lg"/>
            </a:ln>
          </p:spPr>
          <p:txBody>
            <a:bodyPr/>
            <a:lstStyle/>
            <a:p>
              <a:pPr eaLnBrk="1" hangingPunct="1">
                <a:defRPr/>
              </a:pPr>
              <a:endParaRPr lang="en-US" dirty="0">
                <a:solidFill>
                  <a:srgbClr val="0000FF"/>
                </a:solidFill>
              </a:endParaRPr>
            </a:p>
          </p:txBody>
        </p:sp>
        <p:sp>
          <p:nvSpPr>
            <p:cNvPr id="14487" name="Text Box 172">
              <a:extLst>
                <a:ext uri="{FF2B5EF4-FFF2-40B4-BE49-F238E27FC236}">
                  <a16:creationId xmlns:a16="http://schemas.microsoft.com/office/drawing/2014/main" id="{ACFF5D36-ABBB-4B63-BB7F-A13E832DCE3B}"/>
                </a:ext>
              </a:extLst>
            </p:cNvPr>
            <p:cNvSpPr txBox="1">
              <a:spLocks noChangeArrowheads="1"/>
            </p:cNvSpPr>
            <p:nvPr/>
          </p:nvSpPr>
          <p:spPr bwMode="auto">
            <a:xfrm>
              <a:off x="5597525" y="4558072"/>
              <a:ext cx="1012825" cy="319118"/>
            </a:xfrm>
            <a:prstGeom prst="rect">
              <a:avLst/>
            </a:prstGeom>
            <a:noFill/>
            <a:ln w="22225">
              <a:noFill/>
              <a:miter lim="800000"/>
              <a:headEnd/>
              <a:tailEnd/>
            </a:ln>
          </p:spPr>
          <p:txBody>
            <a:bodyPr/>
            <a:lstStyle/>
            <a:p>
              <a:pPr eaLnBrk="1" hangingPunct="1">
                <a:defRPr/>
              </a:pPr>
              <a:r>
                <a:rPr lang="en-US" sz="1600" b="1" dirty="0">
                  <a:solidFill>
                    <a:srgbClr val="0000FF"/>
                  </a:solidFill>
                </a:rPr>
                <a:t>T</a:t>
              </a:r>
              <a:r>
                <a:rPr lang="ru-RU" sz="1600" b="1" baseline="-25000" dirty="0">
                  <a:solidFill>
                    <a:srgbClr val="0000FF"/>
                  </a:solidFill>
                </a:rPr>
                <a:t>SETUP</a:t>
              </a:r>
              <a:endParaRPr lang="ru-RU" sz="1600" b="1" dirty="0">
                <a:solidFill>
                  <a:srgbClr val="0000FF"/>
                </a:solidFill>
              </a:endParaRPr>
            </a:p>
          </p:txBody>
        </p:sp>
        <p:sp>
          <p:nvSpPr>
            <p:cNvPr id="14488" name="Text Box 173">
              <a:extLst>
                <a:ext uri="{FF2B5EF4-FFF2-40B4-BE49-F238E27FC236}">
                  <a16:creationId xmlns:a16="http://schemas.microsoft.com/office/drawing/2014/main" id="{27B9724A-16B3-4728-85BE-EEF9DC3176B3}"/>
                </a:ext>
              </a:extLst>
            </p:cNvPr>
            <p:cNvSpPr txBox="1">
              <a:spLocks noChangeArrowheads="1"/>
            </p:cNvSpPr>
            <p:nvPr/>
          </p:nvSpPr>
          <p:spPr bwMode="auto">
            <a:xfrm>
              <a:off x="6456363" y="4567598"/>
              <a:ext cx="1011237" cy="317531"/>
            </a:xfrm>
            <a:prstGeom prst="rect">
              <a:avLst/>
            </a:prstGeom>
            <a:noFill/>
            <a:ln w="22225">
              <a:noFill/>
              <a:miter lim="800000"/>
              <a:headEnd/>
              <a:tailEnd/>
            </a:ln>
          </p:spPr>
          <p:txBody>
            <a:bodyPr/>
            <a:lstStyle/>
            <a:p>
              <a:pPr eaLnBrk="1" hangingPunct="1">
                <a:defRPr/>
              </a:pPr>
              <a:r>
                <a:rPr lang="en-US" sz="1600" b="1" dirty="0">
                  <a:solidFill>
                    <a:srgbClr val="0000FF"/>
                  </a:solidFill>
                </a:rPr>
                <a:t>T</a:t>
              </a:r>
              <a:r>
                <a:rPr lang="ru-RU" sz="1600" b="1" baseline="-25000" dirty="0">
                  <a:solidFill>
                    <a:srgbClr val="0000FF"/>
                  </a:solidFill>
                </a:rPr>
                <a:t>HOLD</a:t>
              </a:r>
              <a:endParaRPr lang="ru-RU" sz="1600" b="1" dirty="0">
                <a:solidFill>
                  <a:srgbClr val="0000FF"/>
                </a:solidFill>
              </a:endParaRPr>
            </a:p>
          </p:txBody>
        </p:sp>
        <p:sp>
          <p:nvSpPr>
            <p:cNvPr id="14489" name="Line 175">
              <a:extLst>
                <a:ext uri="{FF2B5EF4-FFF2-40B4-BE49-F238E27FC236}">
                  <a16:creationId xmlns:a16="http://schemas.microsoft.com/office/drawing/2014/main" id="{FF7DD834-0490-4038-A83F-C7395E2AA100}"/>
                </a:ext>
              </a:extLst>
            </p:cNvPr>
            <p:cNvSpPr>
              <a:spLocks noChangeShapeType="1"/>
            </p:cNvSpPr>
            <p:nvPr/>
          </p:nvSpPr>
          <p:spPr bwMode="auto">
            <a:xfrm>
              <a:off x="5037138" y="4489802"/>
              <a:ext cx="0" cy="293717"/>
            </a:xfrm>
            <a:prstGeom prst="line">
              <a:avLst/>
            </a:prstGeom>
            <a:noFill/>
            <a:ln w="12700">
              <a:solidFill>
                <a:srgbClr val="000000"/>
              </a:solidFill>
              <a:round/>
              <a:headEnd/>
              <a:tailEnd/>
            </a:ln>
          </p:spPr>
          <p:txBody>
            <a:bodyPr/>
            <a:lstStyle/>
            <a:p>
              <a:pPr eaLnBrk="1" hangingPunct="1">
                <a:defRPr/>
              </a:pPr>
              <a:endParaRPr lang="en-US" dirty="0"/>
            </a:p>
          </p:txBody>
        </p:sp>
        <p:sp>
          <p:nvSpPr>
            <p:cNvPr id="14490" name="Line 176">
              <a:extLst>
                <a:ext uri="{FF2B5EF4-FFF2-40B4-BE49-F238E27FC236}">
                  <a16:creationId xmlns:a16="http://schemas.microsoft.com/office/drawing/2014/main" id="{AEB87B84-8BC6-41FD-84EE-E929781256F4}"/>
                </a:ext>
              </a:extLst>
            </p:cNvPr>
            <p:cNvSpPr>
              <a:spLocks noChangeShapeType="1"/>
            </p:cNvSpPr>
            <p:nvPr/>
          </p:nvSpPr>
          <p:spPr bwMode="auto">
            <a:xfrm flipH="1">
              <a:off x="4430713" y="4783519"/>
              <a:ext cx="606425" cy="0"/>
            </a:xfrm>
            <a:prstGeom prst="line">
              <a:avLst/>
            </a:prstGeom>
            <a:noFill/>
            <a:ln w="12700">
              <a:solidFill>
                <a:srgbClr val="000000"/>
              </a:solidFill>
              <a:round/>
              <a:headEnd/>
              <a:tailEnd/>
            </a:ln>
          </p:spPr>
          <p:txBody>
            <a:bodyPr/>
            <a:lstStyle/>
            <a:p>
              <a:pPr eaLnBrk="1" hangingPunct="1">
                <a:defRPr/>
              </a:pPr>
              <a:endParaRPr lang="en-US" dirty="0"/>
            </a:p>
          </p:txBody>
        </p:sp>
        <p:sp>
          <p:nvSpPr>
            <p:cNvPr id="14491" name="Text Box 177">
              <a:extLst>
                <a:ext uri="{FF2B5EF4-FFF2-40B4-BE49-F238E27FC236}">
                  <a16:creationId xmlns:a16="http://schemas.microsoft.com/office/drawing/2014/main" id="{0A7D7A4C-A099-4505-B51C-4FC0BE97DBFC}"/>
                </a:ext>
              </a:extLst>
            </p:cNvPr>
            <p:cNvSpPr txBox="1">
              <a:spLocks noChangeArrowheads="1"/>
            </p:cNvSpPr>
            <p:nvPr/>
          </p:nvSpPr>
          <p:spPr bwMode="auto">
            <a:xfrm>
              <a:off x="2416175" y="4588237"/>
              <a:ext cx="2116138" cy="327057"/>
            </a:xfrm>
            <a:prstGeom prst="rect">
              <a:avLst/>
            </a:prstGeom>
            <a:noFill/>
            <a:ln w="22225">
              <a:noFill/>
              <a:miter lim="800000"/>
              <a:headEnd/>
              <a:tailEnd/>
            </a:ln>
          </p:spPr>
          <p:txBody>
            <a:bodyPr/>
            <a:lstStyle/>
            <a:p>
              <a:pPr eaLnBrk="1" hangingPunct="1">
                <a:defRPr/>
              </a:pPr>
              <a:r>
                <a:rPr lang="en-US" sz="1600" b="1" dirty="0">
                  <a:solidFill>
                    <a:srgbClr val="0000FF"/>
                  </a:solidFill>
                </a:rPr>
                <a:t>Setup time margin</a:t>
              </a:r>
            </a:p>
            <a:p>
              <a:pPr eaLnBrk="1" hangingPunct="1">
                <a:defRPr/>
              </a:pPr>
              <a:r>
                <a:rPr lang="en-US" sz="1600" b="1" dirty="0">
                  <a:solidFill>
                    <a:srgbClr val="0000FF"/>
                  </a:solidFill>
                </a:rPr>
                <a:t>Setup Slack</a:t>
              </a:r>
            </a:p>
            <a:p>
              <a:pPr eaLnBrk="1" hangingPunct="1">
                <a:defRPr/>
              </a:pPr>
              <a:endParaRPr lang="ru-RU" sz="1600" b="1" dirty="0">
                <a:solidFill>
                  <a:srgbClr val="0000FF"/>
                </a:solidFill>
              </a:endParaRPr>
            </a:p>
          </p:txBody>
        </p:sp>
        <p:sp>
          <p:nvSpPr>
            <p:cNvPr id="14492" name="Text Box 178">
              <a:extLst>
                <a:ext uri="{FF2B5EF4-FFF2-40B4-BE49-F238E27FC236}">
                  <a16:creationId xmlns:a16="http://schemas.microsoft.com/office/drawing/2014/main" id="{76CE78CE-6288-4014-8842-BB4020D960F4}"/>
                </a:ext>
              </a:extLst>
            </p:cNvPr>
            <p:cNvSpPr txBox="1">
              <a:spLocks noChangeArrowheads="1"/>
            </p:cNvSpPr>
            <p:nvPr/>
          </p:nvSpPr>
          <p:spPr bwMode="auto">
            <a:xfrm>
              <a:off x="846138" y="1166838"/>
              <a:ext cx="1217612" cy="441368"/>
            </a:xfrm>
            <a:prstGeom prst="rect">
              <a:avLst/>
            </a:prstGeom>
            <a:noFill/>
            <a:ln w="22225">
              <a:noFill/>
              <a:miter lim="800000"/>
              <a:headEnd/>
              <a:tailEnd/>
            </a:ln>
          </p:spPr>
          <p:txBody>
            <a:bodyPr/>
            <a:lstStyle/>
            <a:p>
              <a:pPr eaLnBrk="1" hangingPunct="1">
                <a:defRPr/>
              </a:pPr>
              <a:r>
                <a:rPr lang="ru-RU" sz="1600" b="1" dirty="0"/>
                <a:t>CLK</a:t>
              </a:r>
            </a:p>
          </p:txBody>
        </p:sp>
        <p:sp>
          <p:nvSpPr>
            <p:cNvPr id="14493" name="Line 182">
              <a:extLst>
                <a:ext uri="{FF2B5EF4-FFF2-40B4-BE49-F238E27FC236}">
                  <a16:creationId xmlns:a16="http://schemas.microsoft.com/office/drawing/2014/main" id="{AEC83719-0093-4FB0-B74D-BD5B61EC050C}"/>
                </a:ext>
              </a:extLst>
            </p:cNvPr>
            <p:cNvSpPr>
              <a:spLocks noChangeShapeType="1"/>
            </p:cNvSpPr>
            <p:nvPr/>
          </p:nvSpPr>
          <p:spPr bwMode="auto">
            <a:xfrm>
              <a:off x="3554413" y="1146198"/>
              <a:ext cx="0" cy="609660"/>
            </a:xfrm>
            <a:prstGeom prst="line">
              <a:avLst/>
            </a:prstGeom>
            <a:noFill/>
            <a:ln w="9525">
              <a:solidFill>
                <a:schemeClr val="tx1"/>
              </a:solidFill>
              <a:round/>
              <a:headEnd/>
              <a:tailEnd/>
            </a:ln>
          </p:spPr>
          <p:txBody>
            <a:bodyPr/>
            <a:lstStyle/>
            <a:p>
              <a:pPr eaLnBrk="1" hangingPunct="1">
                <a:defRPr/>
              </a:pPr>
              <a:endParaRPr lang="en-US" dirty="0"/>
            </a:p>
          </p:txBody>
        </p:sp>
        <p:sp>
          <p:nvSpPr>
            <p:cNvPr id="179" name="Text Box 143">
              <a:extLst>
                <a:ext uri="{FF2B5EF4-FFF2-40B4-BE49-F238E27FC236}">
                  <a16:creationId xmlns:a16="http://schemas.microsoft.com/office/drawing/2014/main" id="{DEF4BBDB-9542-4B70-97F9-07707E03E645}"/>
                </a:ext>
              </a:extLst>
            </p:cNvPr>
            <p:cNvSpPr txBox="1">
              <a:spLocks noChangeArrowheads="1"/>
            </p:cNvSpPr>
            <p:nvPr/>
          </p:nvSpPr>
          <p:spPr bwMode="auto">
            <a:xfrm>
              <a:off x="766763" y="2667173"/>
              <a:ext cx="1417637" cy="585846"/>
            </a:xfrm>
            <a:prstGeom prst="rect">
              <a:avLst/>
            </a:prstGeom>
            <a:noFill/>
            <a:ln w="22225">
              <a:noFill/>
              <a:miter lim="800000"/>
              <a:headEnd/>
              <a:tailEnd/>
            </a:ln>
          </p:spPr>
          <p:txBody>
            <a:bodyPr/>
            <a:lstStyle/>
            <a:p>
              <a:pPr eaLnBrk="1" hangingPunct="1">
                <a:defRPr/>
              </a:pPr>
              <a:r>
                <a:rPr lang="en-US" sz="1600" b="1" dirty="0" err="1"/>
                <a:t>Combin</a:t>
              </a:r>
              <a:r>
                <a:rPr lang="en-US" sz="1600" b="1" dirty="0"/>
                <a:t>.</a:t>
              </a:r>
              <a:br>
                <a:rPr lang="en-US" sz="1600" b="1" dirty="0"/>
              </a:br>
              <a:r>
                <a:rPr lang="en-US" sz="1600" b="1" dirty="0"/>
                <a:t>outputs</a:t>
              </a:r>
            </a:p>
            <a:p>
              <a:pPr eaLnBrk="1" hangingPunct="1">
                <a:defRPr/>
              </a:pPr>
              <a:endParaRPr lang="ru-RU" sz="1600" b="1" dirty="0"/>
            </a:p>
          </p:txBody>
        </p:sp>
        <p:sp>
          <p:nvSpPr>
            <p:cNvPr id="180" name="Text Box 143">
              <a:extLst>
                <a:ext uri="{FF2B5EF4-FFF2-40B4-BE49-F238E27FC236}">
                  <a16:creationId xmlns:a16="http://schemas.microsoft.com/office/drawing/2014/main" id="{B3421668-17C6-4F31-83B8-0AEEFB0A418E}"/>
                </a:ext>
              </a:extLst>
            </p:cNvPr>
            <p:cNvSpPr txBox="1">
              <a:spLocks noChangeArrowheads="1"/>
            </p:cNvSpPr>
            <p:nvPr/>
          </p:nvSpPr>
          <p:spPr bwMode="auto">
            <a:xfrm>
              <a:off x="685800" y="3838863"/>
              <a:ext cx="1417638" cy="809705"/>
            </a:xfrm>
            <a:prstGeom prst="rect">
              <a:avLst/>
            </a:prstGeom>
            <a:noFill/>
            <a:ln w="22225">
              <a:noFill/>
              <a:miter lim="800000"/>
              <a:headEnd/>
              <a:tailEnd/>
            </a:ln>
          </p:spPr>
          <p:txBody>
            <a:bodyPr/>
            <a:lstStyle/>
            <a:p>
              <a:pPr eaLnBrk="1" hangingPunct="1">
                <a:defRPr/>
              </a:pPr>
              <a:r>
                <a:rPr lang="en-US" sz="1600" b="1" dirty="0"/>
                <a:t>Flip-flops</a:t>
              </a:r>
            </a:p>
            <a:p>
              <a:pPr eaLnBrk="1" hangingPunct="1">
                <a:defRPr/>
              </a:pPr>
              <a:r>
                <a:rPr lang="en-US" sz="1600" b="1" dirty="0"/>
                <a:t>Inputs (D2)</a:t>
              </a:r>
            </a:p>
            <a:p>
              <a:pPr eaLnBrk="1" hangingPunct="1">
                <a:defRPr/>
              </a:pPr>
              <a:endParaRPr lang="ru-RU" sz="1600" b="1" dirty="0"/>
            </a:p>
          </p:txBody>
        </p:sp>
        <p:sp>
          <p:nvSpPr>
            <p:cNvPr id="182" name="Line 164">
              <a:extLst>
                <a:ext uri="{FF2B5EF4-FFF2-40B4-BE49-F238E27FC236}">
                  <a16:creationId xmlns:a16="http://schemas.microsoft.com/office/drawing/2014/main" id="{CBA46C8A-3215-45C6-A478-11495F6B8DBF}"/>
                </a:ext>
              </a:extLst>
            </p:cNvPr>
            <p:cNvSpPr>
              <a:spLocks noChangeShapeType="1"/>
            </p:cNvSpPr>
            <p:nvPr/>
          </p:nvSpPr>
          <p:spPr bwMode="auto">
            <a:xfrm>
              <a:off x="5526088" y="5105813"/>
              <a:ext cx="290512" cy="0"/>
            </a:xfrm>
            <a:prstGeom prst="line">
              <a:avLst/>
            </a:prstGeom>
            <a:noFill/>
            <a:ln w="22225">
              <a:solidFill>
                <a:schemeClr val="tx1"/>
              </a:solidFill>
              <a:round/>
              <a:headEnd type="triangle" w="med" len="lg"/>
              <a:tailEnd type="none" w="sm" len="med"/>
            </a:ln>
          </p:spPr>
          <p:txBody>
            <a:bodyPr/>
            <a:lstStyle/>
            <a:p>
              <a:pPr eaLnBrk="1" hangingPunct="1">
                <a:defRPr/>
              </a:pPr>
              <a:endParaRPr lang="en-US" dirty="0">
                <a:solidFill>
                  <a:srgbClr val="0000FF"/>
                </a:solidFill>
              </a:endParaRPr>
            </a:p>
          </p:txBody>
        </p:sp>
        <p:sp>
          <p:nvSpPr>
            <p:cNvPr id="183" name="Line 163">
              <a:extLst>
                <a:ext uri="{FF2B5EF4-FFF2-40B4-BE49-F238E27FC236}">
                  <a16:creationId xmlns:a16="http://schemas.microsoft.com/office/drawing/2014/main" id="{98E2F0D3-C7F2-4DA1-901B-25B3E3F90570}"/>
                </a:ext>
              </a:extLst>
            </p:cNvPr>
            <p:cNvSpPr>
              <a:spLocks noChangeShapeType="1"/>
            </p:cNvSpPr>
            <p:nvPr/>
          </p:nvSpPr>
          <p:spPr bwMode="auto">
            <a:xfrm>
              <a:off x="6784975" y="5105813"/>
              <a:ext cx="292100" cy="0"/>
            </a:xfrm>
            <a:prstGeom prst="line">
              <a:avLst/>
            </a:prstGeom>
            <a:noFill/>
            <a:ln w="22225">
              <a:solidFill>
                <a:schemeClr val="tx1"/>
              </a:solidFill>
              <a:round/>
              <a:headEnd/>
              <a:tailEnd type="triangle" w="med" len="lg"/>
            </a:ln>
          </p:spPr>
          <p:txBody>
            <a:bodyPr/>
            <a:lstStyle/>
            <a:p>
              <a:pPr eaLnBrk="1" hangingPunct="1">
                <a:defRPr/>
              </a:pPr>
              <a:endParaRPr lang="en-US" dirty="0">
                <a:solidFill>
                  <a:srgbClr val="0000FF"/>
                </a:solidFill>
              </a:endParaRPr>
            </a:p>
          </p:txBody>
        </p:sp>
        <p:sp>
          <p:nvSpPr>
            <p:cNvPr id="184" name="Text Box 165">
              <a:extLst>
                <a:ext uri="{FF2B5EF4-FFF2-40B4-BE49-F238E27FC236}">
                  <a16:creationId xmlns:a16="http://schemas.microsoft.com/office/drawing/2014/main" id="{5AB8425E-02DF-4C15-8364-AE3979354234}"/>
                </a:ext>
              </a:extLst>
            </p:cNvPr>
            <p:cNvSpPr txBox="1">
              <a:spLocks noChangeArrowheads="1"/>
            </p:cNvSpPr>
            <p:nvPr/>
          </p:nvSpPr>
          <p:spPr bwMode="auto">
            <a:xfrm>
              <a:off x="5865813" y="4877190"/>
              <a:ext cx="1011237" cy="514401"/>
            </a:xfrm>
            <a:prstGeom prst="rect">
              <a:avLst/>
            </a:prstGeom>
            <a:noFill/>
            <a:ln w="22225">
              <a:noFill/>
              <a:miter lim="800000"/>
              <a:headEnd/>
              <a:tailEnd/>
            </a:ln>
          </p:spPr>
          <p:txBody>
            <a:bodyPr/>
            <a:lstStyle/>
            <a:p>
              <a:pPr eaLnBrk="1" hangingPunct="1">
                <a:defRPr/>
              </a:pPr>
              <a:r>
                <a:rPr lang="en-US" sz="1400" dirty="0">
                  <a:solidFill>
                    <a:srgbClr val="0000FF"/>
                  </a:solidFill>
                </a:rPr>
                <a:t>Window decision</a:t>
              </a:r>
              <a:endParaRPr lang="ru-RU" sz="1400" dirty="0">
                <a:solidFill>
                  <a:srgbClr val="0000FF"/>
                </a:solidFill>
              </a:endParaRPr>
            </a:p>
          </p:txBody>
        </p:sp>
        <p:sp>
          <p:nvSpPr>
            <p:cNvPr id="188" name="Line 166">
              <a:extLst>
                <a:ext uri="{FF2B5EF4-FFF2-40B4-BE49-F238E27FC236}">
                  <a16:creationId xmlns:a16="http://schemas.microsoft.com/office/drawing/2014/main" id="{F13AF065-EFC3-480A-AD06-821197B6E682}"/>
                </a:ext>
              </a:extLst>
            </p:cNvPr>
            <p:cNvSpPr>
              <a:spLocks noChangeShapeType="1"/>
            </p:cNvSpPr>
            <p:nvPr/>
          </p:nvSpPr>
          <p:spPr bwMode="auto">
            <a:xfrm>
              <a:off x="1819275" y="2706865"/>
              <a:ext cx="223838" cy="0"/>
            </a:xfrm>
            <a:prstGeom prst="line">
              <a:avLst/>
            </a:prstGeom>
            <a:noFill/>
            <a:ln w="22225">
              <a:solidFill>
                <a:schemeClr val="tx1"/>
              </a:solidFill>
              <a:round/>
              <a:headEnd/>
              <a:tailEnd type="triangle" w="med" len="lg"/>
            </a:ln>
          </p:spPr>
          <p:txBody>
            <a:bodyPr/>
            <a:lstStyle/>
            <a:p>
              <a:pPr eaLnBrk="1" hangingPunct="1">
                <a:defRPr/>
              </a:pPr>
              <a:endParaRPr lang="en-US" dirty="0">
                <a:solidFill>
                  <a:srgbClr val="0000FF"/>
                </a:solidFill>
              </a:endParaRPr>
            </a:p>
          </p:txBody>
        </p:sp>
        <p:sp>
          <p:nvSpPr>
            <p:cNvPr id="189" name="Line 166">
              <a:extLst>
                <a:ext uri="{FF2B5EF4-FFF2-40B4-BE49-F238E27FC236}">
                  <a16:creationId xmlns:a16="http://schemas.microsoft.com/office/drawing/2014/main" id="{580F6945-4A6A-4505-9D93-FEA68EF08135}"/>
                </a:ext>
              </a:extLst>
            </p:cNvPr>
            <p:cNvSpPr>
              <a:spLocks noChangeShapeType="1"/>
            </p:cNvSpPr>
            <p:nvPr/>
          </p:nvSpPr>
          <p:spPr bwMode="auto">
            <a:xfrm>
              <a:off x="2392363" y="2706865"/>
              <a:ext cx="223837" cy="0"/>
            </a:xfrm>
            <a:prstGeom prst="line">
              <a:avLst/>
            </a:prstGeom>
            <a:noFill/>
            <a:ln w="22225">
              <a:solidFill>
                <a:schemeClr val="tx1"/>
              </a:solidFill>
              <a:round/>
              <a:headEnd type="triangle"/>
              <a:tailEnd type="none" w="med" len="lg"/>
            </a:ln>
          </p:spPr>
          <p:txBody>
            <a:bodyPr/>
            <a:lstStyle/>
            <a:p>
              <a:pPr eaLnBrk="1" hangingPunct="1">
                <a:defRPr/>
              </a:pPr>
              <a:endParaRPr lang="en-US" dirty="0">
                <a:solidFill>
                  <a:srgbClr val="0000FF"/>
                </a:solidFill>
              </a:endParaRPr>
            </a:p>
          </p:txBody>
        </p:sp>
        <p:sp>
          <p:nvSpPr>
            <p:cNvPr id="190" name="Text Box 165">
              <a:extLst>
                <a:ext uri="{FF2B5EF4-FFF2-40B4-BE49-F238E27FC236}">
                  <a16:creationId xmlns:a16="http://schemas.microsoft.com/office/drawing/2014/main" id="{FD5886B9-2DAD-49F0-9200-A7421313A38F}"/>
                </a:ext>
              </a:extLst>
            </p:cNvPr>
            <p:cNvSpPr txBox="1">
              <a:spLocks noChangeArrowheads="1"/>
            </p:cNvSpPr>
            <p:nvPr/>
          </p:nvSpPr>
          <p:spPr bwMode="auto">
            <a:xfrm>
              <a:off x="1939925" y="2514758"/>
              <a:ext cx="784225" cy="319119"/>
            </a:xfrm>
            <a:prstGeom prst="rect">
              <a:avLst/>
            </a:prstGeom>
            <a:noFill/>
            <a:ln w="22225">
              <a:noFill/>
              <a:miter lim="800000"/>
              <a:headEnd/>
              <a:tailEnd/>
            </a:ln>
          </p:spPr>
          <p:txBody>
            <a:bodyPr/>
            <a:lstStyle/>
            <a:p>
              <a:pPr eaLnBrk="1" hangingPunct="1">
                <a:defRPr/>
              </a:pPr>
              <a:r>
                <a:rPr lang="en-US" sz="1600" b="1" dirty="0">
                  <a:solidFill>
                    <a:srgbClr val="0000FF"/>
                  </a:solidFill>
                </a:rPr>
                <a:t>T</a:t>
              </a:r>
              <a:r>
                <a:rPr lang="ru-RU" sz="1600" b="1" baseline="-25000" dirty="0">
                  <a:solidFill>
                    <a:srgbClr val="0000FF"/>
                  </a:solidFill>
                </a:rPr>
                <a:t>C</a:t>
              </a:r>
              <a:r>
                <a:rPr lang="en-US" sz="1600" b="1" baseline="-25000" dirty="0">
                  <a:solidFill>
                    <a:srgbClr val="0000FF"/>
                  </a:solidFill>
                </a:rPr>
                <a:t>CQ</a:t>
              </a:r>
              <a:endParaRPr lang="ru-RU" sz="1600" b="1" dirty="0">
                <a:solidFill>
                  <a:srgbClr val="0000FF"/>
                </a:solidFill>
              </a:endParaRPr>
            </a:p>
          </p:txBody>
        </p:sp>
        <p:sp>
          <p:nvSpPr>
            <p:cNvPr id="196" name="Line 171">
              <a:extLst>
                <a:ext uri="{FF2B5EF4-FFF2-40B4-BE49-F238E27FC236}">
                  <a16:creationId xmlns:a16="http://schemas.microsoft.com/office/drawing/2014/main" id="{1ED5E76D-D78C-4165-B66D-B708FD3BA311}"/>
                </a:ext>
              </a:extLst>
            </p:cNvPr>
            <p:cNvSpPr>
              <a:spLocks noChangeShapeType="1"/>
            </p:cNvSpPr>
            <p:nvPr/>
          </p:nvSpPr>
          <p:spPr bwMode="auto">
            <a:xfrm flipV="1">
              <a:off x="2047875" y="4419945"/>
              <a:ext cx="642938" cy="0"/>
            </a:xfrm>
            <a:prstGeom prst="line">
              <a:avLst/>
            </a:prstGeom>
            <a:noFill/>
            <a:ln w="22225">
              <a:solidFill>
                <a:schemeClr val="tx1"/>
              </a:solidFill>
              <a:round/>
              <a:headEnd type="triangle" w="med" len="lg"/>
              <a:tailEnd type="triangle" w="med" len="lg"/>
            </a:ln>
          </p:spPr>
          <p:txBody>
            <a:bodyPr/>
            <a:lstStyle/>
            <a:p>
              <a:pPr eaLnBrk="1" hangingPunct="1">
                <a:defRPr/>
              </a:pPr>
              <a:endParaRPr lang="en-US" dirty="0">
                <a:solidFill>
                  <a:srgbClr val="0000FF"/>
                </a:solidFill>
              </a:endParaRPr>
            </a:p>
          </p:txBody>
        </p:sp>
        <p:cxnSp>
          <p:nvCxnSpPr>
            <p:cNvPr id="16538" name="Straight Connector 190">
              <a:extLst>
                <a:ext uri="{FF2B5EF4-FFF2-40B4-BE49-F238E27FC236}">
                  <a16:creationId xmlns:a16="http://schemas.microsoft.com/office/drawing/2014/main" id="{817B26BB-0574-2037-BEF6-B7F67ADDE157}"/>
                </a:ext>
              </a:extLst>
            </p:cNvPr>
            <p:cNvCxnSpPr>
              <a:cxnSpLocks noChangeShapeType="1"/>
            </p:cNvCxnSpPr>
            <p:nvPr/>
          </p:nvCxnSpPr>
          <p:spPr bwMode="auto">
            <a:xfrm rot="5400000">
              <a:off x="1943894" y="2399506"/>
              <a:ext cx="8382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539" name="Straight Connector 192">
              <a:extLst>
                <a:ext uri="{FF2B5EF4-FFF2-40B4-BE49-F238E27FC236}">
                  <a16:creationId xmlns:a16="http://schemas.microsoft.com/office/drawing/2014/main" id="{9922FC3B-EF31-EDBD-3F13-97BE663F9234}"/>
                </a:ext>
              </a:extLst>
            </p:cNvPr>
            <p:cNvCxnSpPr>
              <a:cxnSpLocks noChangeShapeType="1"/>
            </p:cNvCxnSpPr>
            <p:nvPr/>
          </p:nvCxnSpPr>
          <p:spPr bwMode="auto">
            <a:xfrm rot="5400000">
              <a:off x="2249581" y="4126675"/>
              <a:ext cx="762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540" name="Straight Arrow Connector 197">
              <a:extLst>
                <a:ext uri="{FF2B5EF4-FFF2-40B4-BE49-F238E27FC236}">
                  <a16:creationId xmlns:a16="http://schemas.microsoft.com/office/drawing/2014/main" id="{6964F12C-7BF8-EB95-74BF-D38BA2FAC2AC}"/>
                </a:ext>
              </a:extLst>
            </p:cNvPr>
            <p:cNvCxnSpPr>
              <a:cxnSpLocks noChangeShapeType="1"/>
            </p:cNvCxnSpPr>
            <p:nvPr/>
          </p:nvCxnSpPr>
          <p:spPr bwMode="auto">
            <a:xfrm>
              <a:off x="2619500" y="2562100"/>
              <a:ext cx="428500" cy="104900"/>
            </a:xfrm>
            <a:prstGeom prst="straightConnector1">
              <a:avLst/>
            </a:prstGeom>
            <a:noFill/>
            <a:ln w="9525" algn="ctr">
              <a:solidFill>
                <a:schemeClr val="tx1"/>
              </a:solidFill>
              <a:prstDash val="dash"/>
              <a:round/>
              <a:headEnd/>
              <a:tailEnd type="arrow" w="med" len="med"/>
            </a:ln>
            <a:extLst>
              <a:ext uri="{909E8E84-426E-40DD-AFC4-6F175D3DCCD1}">
                <a14:hiddenFill xmlns:a14="http://schemas.microsoft.com/office/drawing/2010/main">
                  <a:noFill/>
                </a14:hiddenFill>
              </a:ext>
            </a:extLst>
          </p:spPr>
        </p:cxnSp>
        <p:cxnSp>
          <p:nvCxnSpPr>
            <p:cNvPr id="16541" name="Straight Connector 200">
              <a:extLst>
                <a:ext uri="{FF2B5EF4-FFF2-40B4-BE49-F238E27FC236}">
                  <a16:creationId xmlns:a16="http://schemas.microsoft.com/office/drawing/2014/main" id="{22346B98-1066-7066-4091-D04CD0BDF7FD}"/>
                </a:ext>
              </a:extLst>
            </p:cNvPr>
            <p:cNvCxnSpPr>
              <a:cxnSpLocks noChangeShapeType="1"/>
            </p:cNvCxnSpPr>
            <p:nvPr/>
          </p:nvCxnSpPr>
          <p:spPr bwMode="auto">
            <a:xfrm>
              <a:off x="7074725" y="1993075"/>
              <a:ext cx="8382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6542" name="Straight Connector 201">
              <a:extLst>
                <a:ext uri="{FF2B5EF4-FFF2-40B4-BE49-F238E27FC236}">
                  <a16:creationId xmlns:a16="http://schemas.microsoft.com/office/drawing/2014/main" id="{6C101CDD-39D1-6A89-EF9A-60D6505F02FC}"/>
                </a:ext>
              </a:extLst>
            </p:cNvPr>
            <p:cNvCxnSpPr>
              <a:cxnSpLocks noChangeShapeType="1"/>
            </p:cNvCxnSpPr>
            <p:nvPr/>
          </p:nvCxnSpPr>
          <p:spPr bwMode="auto">
            <a:xfrm>
              <a:off x="7086600" y="2362200"/>
              <a:ext cx="8382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16388" name="Straight Connector 209">
            <a:extLst>
              <a:ext uri="{FF2B5EF4-FFF2-40B4-BE49-F238E27FC236}">
                <a16:creationId xmlns:a16="http://schemas.microsoft.com/office/drawing/2014/main" id="{007F5F5F-D1F9-FD3F-91C9-A5B2C5449833}"/>
              </a:ext>
            </a:extLst>
          </p:cNvPr>
          <p:cNvCxnSpPr>
            <a:cxnSpLocks noChangeShapeType="1"/>
          </p:cNvCxnSpPr>
          <p:nvPr/>
        </p:nvCxnSpPr>
        <p:spPr bwMode="auto">
          <a:xfrm rot="16200000" flipH="1">
            <a:off x="7162007" y="3631407"/>
            <a:ext cx="266223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 name="Title 1">
            <a:extLst>
              <a:ext uri="{FF2B5EF4-FFF2-40B4-BE49-F238E27FC236}">
                <a16:creationId xmlns:a16="http://schemas.microsoft.com/office/drawing/2014/main" id="{AE6EFD0B-4315-0A8F-01FB-A6766719A133}"/>
              </a:ext>
            </a:extLst>
          </p:cNvPr>
          <p:cNvSpPr>
            <a:spLocks noGrp="1"/>
          </p:cNvSpPr>
          <p:nvPr>
            <p:ph type="title"/>
          </p:nvPr>
        </p:nvSpPr>
        <p:spPr/>
        <p:txBody>
          <a:bodyPr>
            <a:normAutofit/>
          </a:bodyPr>
          <a:lstStyle/>
          <a:p>
            <a:r>
              <a:rPr lang="en-US" dirty="0"/>
              <a:t>Timing Diagram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E9149C71-93D6-AD7F-E8FB-E9BBD4E34FB1}"/>
              </a:ext>
            </a:extLst>
          </p:cNvPr>
          <p:cNvSpPr>
            <a:spLocks noGrp="1" noChangeArrowheads="1"/>
          </p:cNvSpPr>
          <p:nvPr>
            <p:ph type="title"/>
          </p:nvPr>
        </p:nvSpPr>
        <p:spPr>
          <a:xfrm>
            <a:off x="0" y="183401"/>
            <a:ext cx="11612880" cy="704088"/>
          </a:xfrm>
        </p:spPr>
        <p:txBody>
          <a:bodyPr/>
          <a:lstStyle/>
          <a:p>
            <a:r>
              <a:rPr lang="en-US" altLang="en-US"/>
              <a:t>Example:  Setup  and Hold Time Constraints</a:t>
            </a:r>
            <a:endParaRPr lang="en-GB" altLang="en-US"/>
          </a:p>
        </p:txBody>
      </p:sp>
      <p:grpSp>
        <p:nvGrpSpPr>
          <p:cNvPr id="17411" name="Group 50">
            <a:extLst>
              <a:ext uri="{FF2B5EF4-FFF2-40B4-BE49-F238E27FC236}">
                <a16:creationId xmlns:a16="http://schemas.microsoft.com/office/drawing/2014/main" id="{80DFCE4F-A3D0-B89B-45EA-A143747E4E17}"/>
              </a:ext>
            </a:extLst>
          </p:cNvPr>
          <p:cNvGrpSpPr>
            <a:grpSpLocks/>
          </p:cNvGrpSpPr>
          <p:nvPr/>
        </p:nvGrpSpPr>
        <p:grpSpPr bwMode="auto">
          <a:xfrm>
            <a:off x="1676400" y="2759076"/>
            <a:ext cx="5486400" cy="2651125"/>
            <a:chOff x="381000" y="1524000"/>
            <a:chExt cx="5486400" cy="2651760"/>
          </a:xfrm>
        </p:grpSpPr>
        <p:grpSp>
          <p:nvGrpSpPr>
            <p:cNvPr id="17414" name="Group 2">
              <a:extLst>
                <a:ext uri="{FF2B5EF4-FFF2-40B4-BE49-F238E27FC236}">
                  <a16:creationId xmlns:a16="http://schemas.microsoft.com/office/drawing/2014/main" id="{22BB6F21-5ACA-6650-B9D5-56D6771C271E}"/>
                </a:ext>
              </a:extLst>
            </p:cNvPr>
            <p:cNvGrpSpPr>
              <a:grpSpLocks/>
            </p:cNvGrpSpPr>
            <p:nvPr/>
          </p:nvGrpSpPr>
          <p:grpSpPr bwMode="auto">
            <a:xfrm>
              <a:off x="869796" y="1524000"/>
              <a:ext cx="4997604" cy="2651760"/>
              <a:chOff x="1583" y="2918"/>
              <a:chExt cx="5536" cy="2836"/>
            </a:xfrm>
          </p:grpSpPr>
          <p:sp>
            <p:nvSpPr>
              <p:cNvPr id="17416" name="Text Box 3">
                <a:extLst>
                  <a:ext uri="{FF2B5EF4-FFF2-40B4-BE49-F238E27FC236}">
                    <a16:creationId xmlns:a16="http://schemas.microsoft.com/office/drawing/2014/main" id="{A44A59F9-9CEE-8004-6CFD-A200343C3553}"/>
                  </a:ext>
                </a:extLst>
              </p:cNvPr>
              <p:cNvSpPr txBox="1">
                <a:spLocks noChangeArrowheads="1"/>
              </p:cNvSpPr>
              <p:nvPr/>
            </p:nvSpPr>
            <p:spPr bwMode="auto">
              <a:xfrm>
                <a:off x="4836" y="3293"/>
                <a:ext cx="478"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ru-RU" altLang="en-US" sz="1600">
                    <a:latin typeface="Calibri" panose="020F0502020204030204" pitchFamily="34" charset="0"/>
                  </a:rPr>
                  <a:t>а</a:t>
                </a:r>
                <a:endParaRPr lang="en-US" altLang="en-US" sz="1600"/>
              </a:p>
            </p:txBody>
          </p:sp>
          <p:sp>
            <p:nvSpPr>
              <p:cNvPr id="17417" name="Text Box 4">
                <a:extLst>
                  <a:ext uri="{FF2B5EF4-FFF2-40B4-BE49-F238E27FC236}">
                    <a16:creationId xmlns:a16="http://schemas.microsoft.com/office/drawing/2014/main" id="{BFEA2694-D9F4-A8B8-0ED4-39FD494FBB7E}"/>
                  </a:ext>
                </a:extLst>
              </p:cNvPr>
              <p:cNvSpPr txBox="1">
                <a:spLocks noChangeArrowheads="1"/>
              </p:cNvSpPr>
              <p:nvPr/>
            </p:nvSpPr>
            <p:spPr bwMode="auto">
              <a:xfrm>
                <a:off x="6081" y="3503"/>
                <a:ext cx="1038"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CLK</a:t>
                </a:r>
                <a:r>
                  <a:rPr lang="en-GB" altLang="en-US" sz="1600">
                    <a:latin typeface="Times New Roman" panose="02020603050405020304" pitchFamily="18" charset="0"/>
                  </a:rPr>
                  <a:t>-</a:t>
                </a:r>
                <a:r>
                  <a:rPr lang="en-GB" altLang="en-US" sz="1600">
                    <a:latin typeface="Calibri" panose="020F0502020204030204" pitchFamily="34" charset="0"/>
                  </a:rPr>
                  <a:t>Q</a:t>
                </a:r>
                <a:endParaRPr lang="en-US" altLang="en-US" sz="1600"/>
              </a:p>
            </p:txBody>
          </p:sp>
          <p:sp>
            <p:nvSpPr>
              <p:cNvPr id="17418" name="Text Box 5">
                <a:extLst>
                  <a:ext uri="{FF2B5EF4-FFF2-40B4-BE49-F238E27FC236}">
                    <a16:creationId xmlns:a16="http://schemas.microsoft.com/office/drawing/2014/main" id="{5B04C961-25D4-89E8-C89A-EDAE4DFBC844}"/>
                  </a:ext>
                </a:extLst>
              </p:cNvPr>
              <p:cNvSpPr txBox="1">
                <a:spLocks noChangeArrowheads="1"/>
              </p:cNvSpPr>
              <p:nvPr/>
            </p:nvSpPr>
            <p:spPr bwMode="auto">
              <a:xfrm>
                <a:off x="4813" y="4581"/>
                <a:ext cx="779"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c</a:t>
                </a:r>
                <a:endParaRPr lang="en-US" altLang="en-US" sz="1600"/>
              </a:p>
            </p:txBody>
          </p:sp>
          <p:sp>
            <p:nvSpPr>
              <p:cNvPr id="17419" name="Text Box 6">
                <a:extLst>
                  <a:ext uri="{FF2B5EF4-FFF2-40B4-BE49-F238E27FC236}">
                    <a16:creationId xmlns:a16="http://schemas.microsoft.com/office/drawing/2014/main" id="{487C3919-1B9E-8919-629F-66F289F46F23}"/>
                  </a:ext>
                </a:extLst>
              </p:cNvPr>
              <p:cNvSpPr txBox="1">
                <a:spLocks noChangeArrowheads="1"/>
              </p:cNvSpPr>
              <p:nvPr/>
            </p:nvSpPr>
            <p:spPr bwMode="auto">
              <a:xfrm>
                <a:off x="3362" y="4598"/>
                <a:ext cx="779"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b</a:t>
                </a:r>
                <a:endParaRPr lang="en-US" altLang="en-US" sz="1600"/>
              </a:p>
            </p:txBody>
          </p:sp>
          <p:cxnSp>
            <p:nvCxnSpPr>
              <p:cNvPr id="17420" name="AutoShape 7">
                <a:extLst>
                  <a:ext uri="{FF2B5EF4-FFF2-40B4-BE49-F238E27FC236}">
                    <a16:creationId xmlns:a16="http://schemas.microsoft.com/office/drawing/2014/main" id="{CDD8A4F4-9BCA-CFEE-BB51-54066FE91791}"/>
                  </a:ext>
                </a:extLst>
              </p:cNvPr>
              <p:cNvCxnSpPr>
                <a:cxnSpLocks noChangeShapeType="1"/>
              </p:cNvCxnSpPr>
              <p:nvPr/>
            </p:nvCxnSpPr>
            <p:spPr bwMode="auto">
              <a:xfrm flipV="1">
                <a:off x="4688" y="3730"/>
                <a:ext cx="1432" cy="223"/>
              </a:xfrm>
              <a:prstGeom prst="straightConnector1">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cxnSp>
          <p:sp>
            <p:nvSpPr>
              <p:cNvPr id="17421" name="Text Box 8">
                <a:extLst>
                  <a:ext uri="{FF2B5EF4-FFF2-40B4-BE49-F238E27FC236}">
                    <a16:creationId xmlns:a16="http://schemas.microsoft.com/office/drawing/2014/main" id="{75B93E9B-1A97-1AEF-E4C6-C9C6B69286E5}"/>
                  </a:ext>
                </a:extLst>
              </p:cNvPr>
              <p:cNvSpPr txBox="1">
                <a:spLocks noChangeArrowheads="1"/>
              </p:cNvSpPr>
              <p:nvPr/>
            </p:nvSpPr>
            <p:spPr bwMode="auto">
              <a:xfrm>
                <a:off x="5856" y="4875"/>
                <a:ext cx="1038"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D-CLK</a:t>
                </a:r>
                <a:endParaRPr lang="en-US" altLang="en-US" sz="1600"/>
              </a:p>
            </p:txBody>
          </p:sp>
          <p:cxnSp>
            <p:nvCxnSpPr>
              <p:cNvPr id="17422" name="AutoShape 9">
                <a:extLst>
                  <a:ext uri="{FF2B5EF4-FFF2-40B4-BE49-F238E27FC236}">
                    <a16:creationId xmlns:a16="http://schemas.microsoft.com/office/drawing/2014/main" id="{908BF8BC-06C3-F081-BCE2-5BF4BFF9C412}"/>
                  </a:ext>
                </a:extLst>
              </p:cNvPr>
              <p:cNvCxnSpPr>
                <a:cxnSpLocks noChangeShapeType="1"/>
              </p:cNvCxnSpPr>
              <p:nvPr/>
            </p:nvCxnSpPr>
            <p:spPr bwMode="auto">
              <a:xfrm flipV="1">
                <a:off x="4401" y="5061"/>
                <a:ext cx="1432" cy="92"/>
              </a:xfrm>
              <a:prstGeom prst="straightConnector1">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cxnSp>
          <p:sp>
            <p:nvSpPr>
              <p:cNvPr id="17423" name="Text Box 10">
                <a:extLst>
                  <a:ext uri="{FF2B5EF4-FFF2-40B4-BE49-F238E27FC236}">
                    <a16:creationId xmlns:a16="http://schemas.microsoft.com/office/drawing/2014/main" id="{64B3B20A-B4E4-C555-7ADC-2D8C03FF5ABE}"/>
                  </a:ext>
                </a:extLst>
              </p:cNvPr>
              <p:cNvSpPr txBox="1">
                <a:spLocks noChangeArrowheads="1"/>
              </p:cNvSpPr>
              <p:nvPr/>
            </p:nvSpPr>
            <p:spPr bwMode="auto">
              <a:xfrm>
                <a:off x="3308" y="3293"/>
                <a:ext cx="779"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d</a:t>
                </a:r>
                <a:endParaRPr lang="en-US" altLang="en-US" sz="1600"/>
              </a:p>
            </p:txBody>
          </p:sp>
          <p:sp>
            <p:nvSpPr>
              <p:cNvPr id="17424" name="Rectangle 11">
                <a:extLst>
                  <a:ext uri="{FF2B5EF4-FFF2-40B4-BE49-F238E27FC236}">
                    <a16:creationId xmlns:a16="http://schemas.microsoft.com/office/drawing/2014/main" id="{2D6696DF-9768-1A7F-36C3-7C5C218FF956}"/>
                  </a:ext>
                </a:extLst>
              </p:cNvPr>
              <p:cNvSpPr>
                <a:spLocks noChangeArrowheads="1"/>
              </p:cNvSpPr>
              <p:nvPr/>
            </p:nvSpPr>
            <p:spPr bwMode="auto">
              <a:xfrm>
                <a:off x="2459" y="3383"/>
                <a:ext cx="909" cy="660"/>
              </a:xfrm>
              <a:prstGeom prst="rect">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CL1</a:t>
                </a:r>
                <a:br>
                  <a:rPr lang="en-GB" altLang="en-US" sz="1600">
                    <a:latin typeface="Calibri" panose="020F0502020204030204" pitchFamily="34" charset="0"/>
                  </a:rPr>
                </a:br>
                <a:r>
                  <a:rPr lang="en-GB" altLang="en-US" sz="1600">
                    <a:latin typeface="Calibri" panose="020F0502020204030204" pitchFamily="34" charset="0"/>
                  </a:rPr>
                  <a:t>(min)</a:t>
                </a:r>
                <a:endParaRPr lang="en-US" altLang="en-US" sz="1600"/>
              </a:p>
            </p:txBody>
          </p:sp>
          <p:cxnSp>
            <p:nvCxnSpPr>
              <p:cNvPr id="17425" name="AutoShape 12">
                <a:extLst>
                  <a:ext uri="{FF2B5EF4-FFF2-40B4-BE49-F238E27FC236}">
                    <a16:creationId xmlns:a16="http://schemas.microsoft.com/office/drawing/2014/main" id="{6353C3E0-6A1B-10BD-CEB9-9D0813AF2A58}"/>
                  </a:ext>
                </a:extLst>
              </p:cNvPr>
              <p:cNvCxnSpPr>
                <a:cxnSpLocks noChangeShapeType="1"/>
              </p:cNvCxnSpPr>
              <p:nvPr/>
            </p:nvCxnSpPr>
            <p:spPr bwMode="auto">
              <a:xfrm>
                <a:off x="3388" y="3653"/>
                <a:ext cx="663" cy="0"/>
              </a:xfrm>
              <a:prstGeom prst="straightConnector1">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17426" name="Rectangle 13">
                <a:extLst>
                  <a:ext uri="{FF2B5EF4-FFF2-40B4-BE49-F238E27FC236}">
                    <a16:creationId xmlns:a16="http://schemas.microsoft.com/office/drawing/2014/main" id="{CDDC9D7C-1E4D-EAC4-7DE5-3A62423560D1}"/>
                  </a:ext>
                </a:extLst>
              </p:cNvPr>
              <p:cNvSpPr>
                <a:spLocks noChangeArrowheads="1"/>
              </p:cNvSpPr>
              <p:nvPr/>
            </p:nvSpPr>
            <p:spPr bwMode="auto">
              <a:xfrm>
                <a:off x="4065" y="3293"/>
                <a:ext cx="787" cy="907"/>
              </a:xfrm>
              <a:prstGeom prst="rect">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sp>
            <p:nvSpPr>
              <p:cNvPr id="17427" name="Text Box 14">
                <a:extLst>
                  <a:ext uri="{FF2B5EF4-FFF2-40B4-BE49-F238E27FC236}">
                    <a16:creationId xmlns:a16="http://schemas.microsoft.com/office/drawing/2014/main" id="{2858EE06-E1EC-D9C2-B015-55DD5972F94D}"/>
                  </a:ext>
                </a:extLst>
              </p:cNvPr>
              <p:cNvSpPr txBox="1">
                <a:spLocks noChangeArrowheads="1"/>
              </p:cNvSpPr>
              <p:nvPr/>
            </p:nvSpPr>
            <p:spPr bwMode="auto">
              <a:xfrm>
                <a:off x="3983" y="3458"/>
                <a:ext cx="779"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 D</a:t>
                </a:r>
              </a:p>
              <a:p>
                <a:pPr>
                  <a:spcAft>
                    <a:spcPts val="1000"/>
                  </a:spcAft>
                </a:pPr>
                <a:endParaRPr lang="en-GB" altLang="en-US" sz="1600">
                  <a:latin typeface="Times New Roman" panose="02020603050405020304" pitchFamily="18" charset="0"/>
                </a:endParaRPr>
              </a:p>
              <a:p>
                <a:pPr>
                  <a:spcAft>
                    <a:spcPts val="1000"/>
                  </a:spcAft>
                </a:pPr>
                <a:endParaRPr lang="en-GB" altLang="en-US" sz="1600">
                  <a:latin typeface="Times New Roman" panose="02020603050405020304" pitchFamily="18" charset="0"/>
                </a:endParaRPr>
              </a:p>
              <a:p>
                <a:pPr eaLnBrk="1" hangingPunct="1"/>
                <a:endParaRPr lang="en-US" altLang="en-US" sz="1600"/>
              </a:p>
            </p:txBody>
          </p:sp>
          <p:sp>
            <p:nvSpPr>
              <p:cNvPr id="17428" name="Rectangle 15">
                <a:extLst>
                  <a:ext uri="{FF2B5EF4-FFF2-40B4-BE49-F238E27FC236}">
                    <a16:creationId xmlns:a16="http://schemas.microsoft.com/office/drawing/2014/main" id="{4A1D7715-31EB-721E-3490-0C1EE9EE17CC}"/>
                  </a:ext>
                </a:extLst>
              </p:cNvPr>
              <p:cNvSpPr>
                <a:spLocks noChangeArrowheads="1"/>
              </p:cNvSpPr>
              <p:nvPr/>
            </p:nvSpPr>
            <p:spPr bwMode="auto">
              <a:xfrm>
                <a:off x="2445" y="4658"/>
                <a:ext cx="909" cy="660"/>
              </a:xfrm>
              <a:prstGeom prst="rect">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CL2</a:t>
                </a:r>
                <a:br>
                  <a:rPr lang="en-GB" altLang="en-US" sz="1600">
                    <a:latin typeface="Calibri" panose="020F0502020204030204" pitchFamily="34" charset="0"/>
                  </a:rPr>
                </a:br>
                <a:r>
                  <a:rPr lang="en-GB" altLang="en-US" sz="1600">
                    <a:latin typeface="Calibri" panose="020F0502020204030204" pitchFamily="34" charset="0"/>
                  </a:rPr>
                  <a:t>(max)</a:t>
                </a:r>
              </a:p>
              <a:p>
                <a:pPr eaLnBrk="1" hangingPunct="1"/>
                <a:endParaRPr lang="en-US" altLang="en-US" sz="1600"/>
              </a:p>
            </p:txBody>
          </p:sp>
          <p:cxnSp>
            <p:nvCxnSpPr>
              <p:cNvPr id="17429" name="AutoShape 16">
                <a:extLst>
                  <a:ext uri="{FF2B5EF4-FFF2-40B4-BE49-F238E27FC236}">
                    <a16:creationId xmlns:a16="http://schemas.microsoft.com/office/drawing/2014/main" id="{8D8AA207-8CA7-DE00-171E-E16272CE6DC1}"/>
                  </a:ext>
                </a:extLst>
              </p:cNvPr>
              <p:cNvCxnSpPr>
                <a:cxnSpLocks noChangeShapeType="1"/>
              </p:cNvCxnSpPr>
              <p:nvPr/>
            </p:nvCxnSpPr>
            <p:spPr bwMode="auto">
              <a:xfrm>
                <a:off x="3374" y="4928"/>
                <a:ext cx="663" cy="0"/>
              </a:xfrm>
              <a:prstGeom prst="straightConnector1">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17430" name="Rectangle 17">
                <a:extLst>
                  <a:ext uri="{FF2B5EF4-FFF2-40B4-BE49-F238E27FC236}">
                    <a16:creationId xmlns:a16="http://schemas.microsoft.com/office/drawing/2014/main" id="{E55B7B0D-25C5-B4A8-9AC9-89F51EEBA203}"/>
                  </a:ext>
                </a:extLst>
              </p:cNvPr>
              <p:cNvSpPr>
                <a:spLocks noChangeArrowheads="1"/>
              </p:cNvSpPr>
              <p:nvPr/>
            </p:nvSpPr>
            <p:spPr bwMode="auto">
              <a:xfrm>
                <a:off x="4051" y="4568"/>
                <a:ext cx="787" cy="907"/>
              </a:xfrm>
              <a:prstGeom prst="rect">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sp>
            <p:nvSpPr>
              <p:cNvPr id="17431" name="Text Box 18">
                <a:extLst>
                  <a:ext uri="{FF2B5EF4-FFF2-40B4-BE49-F238E27FC236}">
                    <a16:creationId xmlns:a16="http://schemas.microsoft.com/office/drawing/2014/main" id="{4A8FF4B0-9140-8733-EE88-C74D4B06B5AA}"/>
                  </a:ext>
                </a:extLst>
              </p:cNvPr>
              <p:cNvSpPr txBox="1">
                <a:spLocks noChangeArrowheads="1"/>
              </p:cNvSpPr>
              <p:nvPr/>
            </p:nvSpPr>
            <p:spPr bwMode="auto">
              <a:xfrm>
                <a:off x="3969" y="4733"/>
                <a:ext cx="779"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 D</a:t>
                </a:r>
              </a:p>
              <a:p>
                <a:pPr>
                  <a:spcAft>
                    <a:spcPts val="1000"/>
                  </a:spcAft>
                </a:pPr>
                <a:endParaRPr lang="en-GB" altLang="en-US" sz="1600">
                  <a:latin typeface="Times New Roman" panose="02020603050405020304" pitchFamily="18" charset="0"/>
                </a:endParaRPr>
              </a:p>
              <a:p>
                <a:pPr>
                  <a:spcAft>
                    <a:spcPts val="1000"/>
                  </a:spcAft>
                </a:pPr>
                <a:endParaRPr lang="en-GB" altLang="en-US" sz="1600">
                  <a:latin typeface="Times New Roman" panose="02020603050405020304" pitchFamily="18" charset="0"/>
                </a:endParaRPr>
              </a:p>
              <a:p>
                <a:pPr eaLnBrk="1" hangingPunct="1"/>
                <a:endParaRPr lang="en-US" altLang="en-US" sz="1600"/>
              </a:p>
            </p:txBody>
          </p:sp>
          <p:cxnSp>
            <p:nvCxnSpPr>
              <p:cNvPr id="17432" name="AutoShape 19">
                <a:extLst>
                  <a:ext uri="{FF2B5EF4-FFF2-40B4-BE49-F238E27FC236}">
                    <a16:creationId xmlns:a16="http://schemas.microsoft.com/office/drawing/2014/main" id="{CD2D44B8-4126-BF7F-41E2-FDD64D536AF5}"/>
                  </a:ext>
                </a:extLst>
              </p:cNvPr>
              <p:cNvCxnSpPr>
                <a:cxnSpLocks noChangeShapeType="1"/>
              </p:cNvCxnSpPr>
              <p:nvPr/>
            </p:nvCxnSpPr>
            <p:spPr bwMode="auto">
              <a:xfrm>
                <a:off x="4867" y="3653"/>
                <a:ext cx="482" cy="1"/>
              </a:xfrm>
              <a:prstGeom prst="straightConnector1">
                <a:avLst/>
              </a:prstGeom>
              <a:noFill/>
              <a:ln w="19050">
                <a:solidFill>
                  <a:srgbClr val="FF0000"/>
                </a:solidFill>
                <a:round/>
                <a:headEnd/>
                <a:tailEnd/>
              </a:ln>
              <a:extLst>
                <a:ext uri="{909E8E84-426E-40DD-AFC4-6F175D3DCCD1}">
                  <a14:hiddenFill xmlns:a14="http://schemas.microsoft.com/office/drawing/2010/main">
                    <a:noFill/>
                  </a14:hiddenFill>
                </a:ext>
              </a:extLst>
            </p:spPr>
          </p:cxnSp>
          <p:cxnSp>
            <p:nvCxnSpPr>
              <p:cNvPr id="17433" name="AutoShape 20">
                <a:extLst>
                  <a:ext uri="{FF2B5EF4-FFF2-40B4-BE49-F238E27FC236}">
                    <a16:creationId xmlns:a16="http://schemas.microsoft.com/office/drawing/2014/main" id="{8C5B28FC-5CFD-7A19-0DEA-F9B3776D5BA1}"/>
                  </a:ext>
                </a:extLst>
              </p:cNvPr>
              <p:cNvCxnSpPr>
                <a:cxnSpLocks noChangeShapeType="1"/>
              </p:cNvCxnSpPr>
              <p:nvPr/>
            </p:nvCxnSpPr>
            <p:spPr bwMode="auto">
              <a:xfrm flipV="1">
                <a:off x="5332" y="3143"/>
                <a:ext cx="0" cy="510"/>
              </a:xfrm>
              <a:prstGeom prst="straightConnector1">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7434" name="AutoShape 21">
                <a:extLst>
                  <a:ext uri="{FF2B5EF4-FFF2-40B4-BE49-F238E27FC236}">
                    <a16:creationId xmlns:a16="http://schemas.microsoft.com/office/drawing/2014/main" id="{EA012A64-5DB4-81D6-C115-6F6063C83B4F}"/>
                  </a:ext>
                </a:extLst>
              </p:cNvPr>
              <p:cNvCxnSpPr>
                <a:cxnSpLocks noChangeShapeType="1"/>
              </p:cNvCxnSpPr>
              <p:nvPr/>
            </p:nvCxnSpPr>
            <p:spPr bwMode="auto">
              <a:xfrm flipH="1">
                <a:off x="2143" y="3143"/>
                <a:ext cx="3175" cy="0"/>
              </a:xfrm>
              <a:prstGeom prst="straightConnector1">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7435" name="AutoShape 22">
                <a:extLst>
                  <a:ext uri="{FF2B5EF4-FFF2-40B4-BE49-F238E27FC236}">
                    <a16:creationId xmlns:a16="http://schemas.microsoft.com/office/drawing/2014/main" id="{64BBFEEA-9B78-5480-040F-127B93327026}"/>
                  </a:ext>
                </a:extLst>
              </p:cNvPr>
              <p:cNvCxnSpPr>
                <a:cxnSpLocks noChangeShapeType="1"/>
              </p:cNvCxnSpPr>
              <p:nvPr/>
            </p:nvCxnSpPr>
            <p:spPr bwMode="auto">
              <a:xfrm flipV="1">
                <a:off x="1583" y="5754"/>
                <a:ext cx="283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7436" name="AutoShape 23">
                <a:extLst>
                  <a:ext uri="{FF2B5EF4-FFF2-40B4-BE49-F238E27FC236}">
                    <a16:creationId xmlns:a16="http://schemas.microsoft.com/office/drawing/2014/main" id="{5C28A28F-DA19-0AEE-6BDE-636070532269}"/>
                  </a:ext>
                </a:extLst>
              </p:cNvPr>
              <p:cNvCxnSpPr>
                <a:cxnSpLocks noChangeShapeType="1"/>
              </p:cNvCxnSpPr>
              <p:nvPr/>
            </p:nvCxnSpPr>
            <p:spPr bwMode="auto">
              <a:xfrm>
                <a:off x="3725" y="4388"/>
                <a:ext cx="1" cy="1361"/>
              </a:xfrm>
              <a:prstGeom prst="straightConnector1">
                <a:avLst/>
              </a:prstGeom>
              <a:noFill/>
              <a:ln w="28575">
                <a:solidFill>
                  <a:schemeClr val="tx1"/>
                </a:solidFill>
                <a:round/>
                <a:headEnd/>
                <a:tailEnd type="oval" w="sm" len="sm"/>
              </a:ln>
              <a:extLst>
                <a:ext uri="{909E8E84-426E-40DD-AFC4-6F175D3DCCD1}">
                  <a14:hiddenFill xmlns:a14="http://schemas.microsoft.com/office/drawing/2010/main">
                    <a:noFill/>
                  </a14:hiddenFill>
                </a:ext>
              </a:extLst>
            </p:spPr>
          </p:cxnSp>
          <p:cxnSp>
            <p:nvCxnSpPr>
              <p:cNvPr id="17437" name="AutoShape 24">
                <a:extLst>
                  <a:ext uri="{FF2B5EF4-FFF2-40B4-BE49-F238E27FC236}">
                    <a16:creationId xmlns:a16="http://schemas.microsoft.com/office/drawing/2014/main" id="{9F782615-9965-798F-BF27-C68893BA9C5F}"/>
                  </a:ext>
                </a:extLst>
              </p:cNvPr>
              <p:cNvCxnSpPr>
                <a:cxnSpLocks noChangeShapeType="1"/>
              </p:cNvCxnSpPr>
              <p:nvPr/>
            </p:nvCxnSpPr>
            <p:spPr bwMode="auto">
              <a:xfrm>
                <a:off x="4852" y="4928"/>
                <a:ext cx="767" cy="0"/>
              </a:xfrm>
              <a:prstGeom prst="straightConnector1">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7438" name="AutoShape 25">
                <a:extLst>
                  <a:ext uri="{FF2B5EF4-FFF2-40B4-BE49-F238E27FC236}">
                    <a16:creationId xmlns:a16="http://schemas.microsoft.com/office/drawing/2014/main" id="{8D54435B-40D4-DB26-163A-4E7A0BEACC9F}"/>
                  </a:ext>
                </a:extLst>
              </p:cNvPr>
              <p:cNvCxnSpPr>
                <a:cxnSpLocks noChangeShapeType="1"/>
              </p:cNvCxnSpPr>
              <p:nvPr/>
            </p:nvCxnSpPr>
            <p:spPr bwMode="auto">
              <a:xfrm flipV="1">
                <a:off x="5619" y="2918"/>
                <a:ext cx="0" cy="2010"/>
              </a:xfrm>
              <a:prstGeom prst="straightConnector1">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7439" name="AutoShape 26">
                <a:extLst>
                  <a:ext uri="{FF2B5EF4-FFF2-40B4-BE49-F238E27FC236}">
                    <a16:creationId xmlns:a16="http://schemas.microsoft.com/office/drawing/2014/main" id="{7D24837D-CD3B-B324-A73B-630DBFFB459F}"/>
                  </a:ext>
                </a:extLst>
              </p:cNvPr>
              <p:cNvCxnSpPr>
                <a:cxnSpLocks noChangeShapeType="1"/>
              </p:cNvCxnSpPr>
              <p:nvPr/>
            </p:nvCxnSpPr>
            <p:spPr bwMode="auto">
              <a:xfrm flipH="1">
                <a:off x="1806" y="2918"/>
                <a:ext cx="3798" cy="0"/>
              </a:xfrm>
              <a:prstGeom prst="straightConnector1">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7440" name="AutoShape 27">
                <a:extLst>
                  <a:ext uri="{FF2B5EF4-FFF2-40B4-BE49-F238E27FC236}">
                    <a16:creationId xmlns:a16="http://schemas.microsoft.com/office/drawing/2014/main" id="{5A6FDCEC-1339-E5CC-2639-6C786C2BF4AF}"/>
                  </a:ext>
                </a:extLst>
              </p:cNvPr>
              <p:cNvCxnSpPr>
                <a:cxnSpLocks noChangeShapeType="1"/>
              </p:cNvCxnSpPr>
              <p:nvPr/>
            </p:nvCxnSpPr>
            <p:spPr bwMode="auto">
              <a:xfrm>
                <a:off x="2143" y="3143"/>
                <a:ext cx="0" cy="1871"/>
              </a:xfrm>
              <a:prstGeom prst="straightConnector1">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7441" name="AutoShape 28">
                <a:extLst>
                  <a:ext uri="{FF2B5EF4-FFF2-40B4-BE49-F238E27FC236}">
                    <a16:creationId xmlns:a16="http://schemas.microsoft.com/office/drawing/2014/main" id="{2F1BB47A-E4B9-B3E6-0E78-DE1347A92037}"/>
                  </a:ext>
                </a:extLst>
              </p:cNvPr>
              <p:cNvCxnSpPr>
                <a:cxnSpLocks noChangeShapeType="1"/>
              </p:cNvCxnSpPr>
              <p:nvPr/>
            </p:nvCxnSpPr>
            <p:spPr bwMode="auto">
              <a:xfrm>
                <a:off x="2136" y="5016"/>
                <a:ext cx="283" cy="0"/>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17442" name="AutoShape 29">
                <a:extLst>
                  <a:ext uri="{FF2B5EF4-FFF2-40B4-BE49-F238E27FC236}">
                    <a16:creationId xmlns:a16="http://schemas.microsoft.com/office/drawing/2014/main" id="{D5E30BC1-90E6-6E25-4A29-E8099147F1F0}"/>
                  </a:ext>
                </a:extLst>
              </p:cNvPr>
              <p:cNvCxnSpPr>
                <a:cxnSpLocks noChangeShapeType="1"/>
              </p:cNvCxnSpPr>
              <p:nvPr/>
            </p:nvCxnSpPr>
            <p:spPr bwMode="auto">
              <a:xfrm>
                <a:off x="1813" y="2918"/>
                <a:ext cx="0" cy="735"/>
              </a:xfrm>
              <a:prstGeom prst="straightConnector1">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7443" name="AutoShape 30">
                <a:extLst>
                  <a:ext uri="{FF2B5EF4-FFF2-40B4-BE49-F238E27FC236}">
                    <a16:creationId xmlns:a16="http://schemas.microsoft.com/office/drawing/2014/main" id="{EC8AFB67-19D3-154E-0C04-48063CE5112A}"/>
                  </a:ext>
                </a:extLst>
              </p:cNvPr>
              <p:cNvCxnSpPr>
                <a:cxnSpLocks noChangeShapeType="1"/>
              </p:cNvCxnSpPr>
              <p:nvPr/>
            </p:nvCxnSpPr>
            <p:spPr bwMode="auto">
              <a:xfrm>
                <a:off x="1806" y="3653"/>
                <a:ext cx="639" cy="0"/>
              </a:xfrm>
              <a:prstGeom prst="straightConnector1">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7444" name="AutoShape 31">
                <a:extLst>
                  <a:ext uri="{FF2B5EF4-FFF2-40B4-BE49-F238E27FC236}">
                    <a16:creationId xmlns:a16="http://schemas.microsoft.com/office/drawing/2014/main" id="{DC942806-5DB5-18EE-054C-AFED413134BE}"/>
                  </a:ext>
                </a:extLst>
              </p:cNvPr>
              <p:cNvCxnSpPr>
                <a:cxnSpLocks noChangeShapeType="1"/>
              </p:cNvCxnSpPr>
              <p:nvPr/>
            </p:nvCxnSpPr>
            <p:spPr bwMode="auto">
              <a:xfrm flipV="1">
                <a:off x="4479" y="3730"/>
                <a:ext cx="283" cy="28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17445" name="Group 32">
                <a:extLst>
                  <a:ext uri="{FF2B5EF4-FFF2-40B4-BE49-F238E27FC236}">
                    <a16:creationId xmlns:a16="http://schemas.microsoft.com/office/drawing/2014/main" id="{AA02CE9F-6651-D440-DAA8-E052E28C68C9}"/>
                  </a:ext>
                </a:extLst>
              </p:cNvPr>
              <p:cNvGrpSpPr>
                <a:grpSpLocks/>
              </p:cNvGrpSpPr>
              <p:nvPr/>
            </p:nvGrpSpPr>
            <p:grpSpPr bwMode="auto">
              <a:xfrm>
                <a:off x="4327" y="4058"/>
                <a:ext cx="170" cy="142"/>
                <a:chOff x="6559" y="7935"/>
                <a:chExt cx="217" cy="157"/>
              </a:xfrm>
            </p:grpSpPr>
            <p:cxnSp>
              <p:nvCxnSpPr>
                <p:cNvPr id="17459" name="AutoShape 33">
                  <a:extLst>
                    <a:ext uri="{FF2B5EF4-FFF2-40B4-BE49-F238E27FC236}">
                      <a16:creationId xmlns:a16="http://schemas.microsoft.com/office/drawing/2014/main" id="{B0EE072F-B4DA-9E11-27F8-FD0EF0614A27}"/>
                    </a:ext>
                  </a:extLst>
                </p:cNvPr>
                <p:cNvCxnSpPr>
                  <a:cxnSpLocks noChangeShapeType="1"/>
                </p:cNvCxnSpPr>
                <p:nvPr/>
              </p:nvCxnSpPr>
              <p:spPr bwMode="auto">
                <a:xfrm flipH="1">
                  <a:off x="6559" y="7935"/>
                  <a:ext cx="107" cy="15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460" name="AutoShape 34">
                  <a:extLst>
                    <a:ext uri="{FF2B5EF4-FFF2-40B4-BE49-F238E27FC236}">
                      <a16:creationId xmlns:a16="http://schemas.microsoft.com/office/drawing/2014/main" id="{7435C83E-CECF-77CB-0D3D-218B9422C974}"/>
                    </a:ext>
                  </a:extLst>
                </p:cNvPr>
                <p:cNvCxnSpPr>
                  <a:cxnSpLocks noChangeShapeType="1"/>
                </p:cNvCxnSpPr>
                <p:nvPr/>
              </p:nvCxnSpPr>
              <p:spPr bwMode="auto">
                <a:xfrm>
                  <a:off x="6682" y="7935"/>
                  <a:ext cx="94" cy="15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cxnSp>
            <p:nvCxnSpPr>
              <p:cNvPr id="17446" name="AutoShape 35">
                <a:extLst>
                  <a:ext uri="{FF2B5EF4-FFF2-40B4-BE49-F238E27FC236}">
                    <a16:creationId xmlns:a16="http://schemas.microsoft.com/office/drawing/2014/main" id="{F6DE9605-9CA4-8A47-6896-8AA4E558B11F}"/>
                  </a:ext>
                </a:extLst>
              </p:cNvPr>
              <p:cNvCxnSpPr>
                <a:cxnSpLocks noChangeShapeType="1"/>
              </p:cNvCxnSpPr>
              <p:nvPr/>
            </p:nvCxnSpPr>
            <p:spPr bwMode="auto">
              <a:xfrm flipV="1">
                <a:off x="4405" y="5491"/>
                <a:ext cx="0" cy="26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7" name="AutoShape 36">
                <a:extLst>
                  <a:ext uri="{FF2B5EF4-FFF2-40B4-BE49-F238E27FC236}">
                    <a16:creationId xmlns:a16="http://schemas.microsoft.com/office/drawing/2014/main" id="{509F7C8C-9C75-325C-B735-B731E14AE409}"/>
                  </a:ext>
                </a:extLst>
              </p:cNvPr>
              <p:cNvCxnSpPr>
                <a:cxnSpLocks noChangeShapeType="1"/>
              </p:cNvCxnSpPr>
              <p:nvPr/>
            </p:nvCxnSpPr>
            <p:spPr bwMode="auto">
              <a:xfrm>
                <a:off x="3740" y="4403"/>
                <a:ext cx="65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7448" name="AutoShape 37">
                <a:extLst>
                  <a:ext uri="{FF2B5EF4-FFF2-40B4-BE49-F238E27FC236}">
                    <a16:creationId xmlns:a16="http://schemas.microsoft.com/office/drawing/2014/main" id="{EFD78FF1-B03A-CD2C-B785-F84BC8BD6779}"/>
                  </a:ext>
                </a:extLst>
              </p:cNvPr>
              <p:cNvCxnSpPr>
                <a:cxnSpLocks noChangeShapeType="1"/>
              </p:cNvCxnSpPr>
              <p:nvPr/>
            </p:nvCxnSpPr>
            <p:spPr bwMode="auto">
              <a:xfrm flipV="1">
                <a:off x="4401" y="4185"/>
                <a:ext cx="0" cy="227"/>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7449" name="Text Box 38">
                <a:extLst>
                  <a:ext uri="{FF2B5EF4-FFF2-40B4-BE49-F238E27FC236}">
                    <a16:creationId xmlns:a16="http://schemas.microsoft.com/office/drawing/2014/main" id="{EF25D9B7-A0B6-ACE7-93C5-E01F873861C1}"/>
                  </a:ext>
                </a:extLst>
              </p:cNvPr>
              <p:cNvSpPr txBox="1">
                <a:spLocks noChangeArrowheads="1"/>
              </p:cNvSpPr>
              <p:nvPr/>
            </p:nvSpPr>
            <p:spPr bwMode="auto">
              <a:xfrm>
                <a:off x="4437" y="3443"/>
                <a:ext cx="684"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 Q</a:t>
                </a:r>
                <a:endParaRPr lang="en-GB" altLang="en-US" sz="1600">
                  <a:latin typeface="Times New Roman" panose="02020603050405020304" pitchFamily="18" charset="0"/>
                </a:endParaRPr>
              </a:p>
              <a:p>
                <a:pPr>
                  <a:spcAft>
                    <a:spcPts val="1000"/>
                  </a:spcAft>
                </a:pPr>
                <a:endParaRPr lang="en-GB" altLang="en-US" sz="1600">
                  <a:latin typeface="Times New Roman" panose="02020603050405020304" pitchFamily="18" charset="0"/>
                </a:endParaRPr>
              </a:p>
              <a:p>
                <a:pPr>
                  <a:spcAft>
                    <a:spcPts val="1000"/>
                  </a:spcAft>
                </a:pPr>
                <a:endParaRPr lang="en-GB" altLang="en-US" sz="1600">
                  <a:latin typeface="Times New Roman" panose="02020603050405020304" pitchFamily="18" charset="0"/>
                </a:endParaRPr>
              </a:p>
              <a:p>
                <a:pPr eaLnBrk="1" hangingPunct="1"/>
                <a:endParaRPr lang="en-US" altLang="en-US" sz="1600"/>
              </a:p>
            </p:txBody>
          </p:sp>
          <p:grpSp>
            <p:nvGrpSpPr>
              <p:cNvPr id="17450" name="Group 39">
                <a:extLst>
                  <a:ext uri="{FF2B5EF4-FFF2-40B4-BE49-F238E27FC236}">
                    <a16:creationId xmlns:a16="http://schemas.microsoft.com/office/drawing/2014/main" id="{45E728D7-9692-538E-D4EA-7457D4C3BC23}"/>
                  </a:ext>
                </a:extLst>
              </p:cNvPr>
              <p:cNvGrpSpPr>
                <a:grpSpLocks/>
              </p:cNvGrpSpPr>
              <p:nvPr/>
            </p:nvGrpSpPr>
            <p:grpSpPr bwMode="auto">
              <a:xfrm>
                <a:off x="4327" y="5334"/>
                <a:ext cx="170" cy="142"/>
                <a:chOff x="6559" y="7935"/>
                <a:chExt cx="217" cy="157"/>
              </a:xfrm>
            </p:grpSpPr>
            <p:cxnSp>
              <p:nvCxnSpPr>
                <p:cNvPr id="17457" name="AutoShape 40">
                  <a:extLst>
                    <a:ext uri="{FF2B5EF4-FFF2-40B4-BE49-F238E27FC236}">
                      <a16:creationId xmlns:a16="http://schemas.microsoft.com/office/drawing/2014/main" id="{DC6558DD-3590-A284-65C9-F7BDC94E354F}"/>
                    </a:ext>
                  </a:extLst>
                </p:cNvPr>
                <p:cNvCxnSpPr>
                  <a:cxnSpLocks noChangeShapeType="1"/>
                </p:cNvCxnSpPr>
                <p:nvPr/>
              </p:nvCxnSpPr>
              <p:spPr bwMode="auto">
                <a:xfrm flipH="1">
                  <a:off x="6559" y="7935"/>
                  <a:ext cx="107" cy="15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458" name="AutoShape 41">
                  <a:extLst>
                    <a:ext uri="{FF2B5EF4-FFF2-40B4-BE49-F238E27FC236}">
                      <a16:creationId xmlns:a16="http://schemas.microsoft.com/office/drawing/2014/main" id="{A5F91825-B3FB-0D94-7E36-6F25B36532E5}"/>
                    </a:ext>
                  </a:extLst>
                </p:cNvPr>
                <p:cNvCxnSpPr>
                  <a:cxnSpLocks noChangeShapeType="1"/>
                </p:cNvCxnSpPr>
                <p:nvPr/>
              </p:nvCxnSpPr>
              <p:spPr bwMode="auto">
                <a:xfrm>
                  <a:off x="6682" y="7935"/>
                  <a:ext cx="94" cy="15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17451" name="Text Box 42">
                <a:extLst>
                  <a:ext uri="{FF2B5EF4-FFF2-40B4-BE49-F238E27FC236}">
                    <a16:creationId xmlns:a16="http://schemas.microsoft.com/office/drawing/2014/main" id="{89D64BEB-24D6-CE69-7FFC-B59F7B84CF39}"/>
                  </a:ext>
                </a:extLst>
              </p:cNvPr>
              <p:cNvSpPr txBox="1">
                <a:spLocks noChangeArrowheads="1"/>
              </p:cNvSpPr>
              <p:nvPr/>
            </p:nvSpPr>
            <p:spPr bwMode="auto">
              <a:xfrm>
                <a:off x="4461" y="4703"/>
                <a:ext cx="779"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 Q</a:t>
                </a:r>
                <a:endParaRPr lang="en-GB" altLang="en-US" sz="1600">
                  <a:latin typeface="Times New Roman" panose="02020603050405020304" pitchFamily="18" charset="0"/>
                </a:endParaRPr>
              </a:p>
              <a:p>
                <a:pPr>
                  <a:spcAft>
                    <a:spcPts val="1000"/>
                  </a:spcAft>
                </a:pPr>
                <a:endParaRPr lang="en-GB" altLang="en-US" sz="1600">
                  <a:latin typeface="Times New Roman" panose="02020603050405020304" pitchFamily="18" charset="0"/>
                </a:endParaRPr>
              </a:p>
              <a:p>
                <a:pPr>
                  <a:spcAft>
                    <a:spcPts val="1000"/>
                  </a:spcAft>
                </a:pPr>
                <a:endParaRPr lang="en-GB" altLang="en-US" sz="1600">
                  <a:latin typeface="Times New Roman" panose="02020603050405020304" pitchFamily="18" charset="0"/>
                </a:endParaRPr>
              </a:p>
              <a:p>
                <a:pPr eaLnBrk="1" hangingPunct="1"/>
                <a:endParaRPr lang="en-US" altLang="en-US" sz="1600"/>
              </a:p>
            </p:txBody>
          </p:sp>
          <p:cxnSp>
            <p:nvCxnSpPr>
              <p:cNvPr id="17452" name="AutoShape 43">
                <a:extLst>
                  <a:ext uri="{FF2B5EF4-FFF2-40B4-BE49-F238E27FC236}">
                    <a16:creationId xmlns:a16="http://schemas.microsoft.com/office/drawing/2014/main" id="{47396867-8884-0C69-936C-0FBED6CBAE8F}"/>
                  </a:ext>
                </a:extLst>
              </p:cNvPr>
              <p:cNvCxnSpPr>
                <a:cxnSpLocks noChangeShapeType="1"/>
              </p:cNvCxnSpPr>
              <p:nvPr/>
            </p:nvCxnSpPr>
            <p:spPr bwMode="auto">
              <a:xfrm>
                <a:off x="4201" y="5061"/>
                <a:ext cx="170" cy="22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453" name="AutoShape 44">
                <a:extLst>
                  <a:ext uri="{FF2B5EF4-FFF2-40B4-BE49-F238E27FC236}">
                    <a16:creationId xmlns:a16="http://schemas.microsoft.com/office/drawing/2014/main" id="{45487834-B42A-DF28-0F61-ADE06D9917BD}"/>
                  </a:ext>
                </a:extLst>
              </p:cNvPr>
              <p:cNvCxnSpPr>
                <a:cxnSpLocks noChangeShapeType="1"/>
              </p:cNvCxnSpPr>
              <p:nvPr/>
            </p:nvCxnSpPr>
            <p:spPr bwMode="auto">
              <a:xfrm flipV="1">
                <a:off x="5314" y="3293"/>
                <a:ext cx="643" cy="150"/>
              </a:xfrm>
              <a:prstGeom prst="straightConnector1">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cxnSp>
          <p:sp>
            <p:nvSpPr>
              <p:cNvPr id="17454" name="Text Box 45">
                <a:extLst>
                  <a:ext uri="{FF2B5EF4-FFF2-40B4-BE49-F238E27FC236}">
                    <a16:creationId xmlns:a16="http://schemas.microsoft.com/office/drawing/2014/main" id="{BC1C51E9-E5B2-5030-1145-815AC35EC0A0}"/>
                  </a:ext>
                </a:extLst>
              </p:cNvPr>
              <p:cNvSpPr txBox="1">
                <a:spLocks noChangeArrowheads="1"/>
              </p:cNvSpPr>
              <p:nvPr/>
            </p:nvSpPr>
            <p:spPr bwMode="auto">
              <a:xfrm>
                <a:off x="5957" y="3113"/>
                <a:ext cx="727"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a</a:t>
                </a:r>
                <a:r>
                  <a:rPr lang="en-GB" altLang="en-US" sz="1600">
                    <a:latin typeface="Times New Roman" panose="02020603050405020304" pitchFamily="18" charset="0"/>
                    <a:sym typeface="Symbol" panose="05050102010706020507" pitchFamily="18" charset="2"/>
                  </a:rPr>
                  <a:t></a:t>
                </a:r>
                <a:r>
                  <a:rPr lang="en-GB" altLang="en-US" sz="1600">
                    <a:latin typeface="Calibri" panose="020F0502020204030204" pitchFamily="34" charset="0"/>
                  </a:rPr>
                  <a:t>b</a:t>
                </a:r>
                <a:endParaRPr lang="en-US" altLang="en-US" sz="1600"/>
              </a:p>
            </p:txBody>
          </p:sp>
          <p:sp>
            <p:nvSpPr>
              <p:cNvPr id="17455" name="Text Box 46">
                <a:extLst>
                  <a:ext uri="{FF2B5EF4-FFF2-40B4-BE49-F238E27FC236}">
                    <a16:creationId xmlns:a16="http://schemas.microsoft.com/office/drawing/2014/main" id="{962C08F0-6D2E-88E4-0F0F-A140960F6A4D}"/>
                  </a:ext>
                </a:extLst>
              </p:cNvPr>
              <p:cNvSpPr txBox="1">
                <a:spLocks noChangeArrowheads="1"/>
              </p:cNvSpPr>
              <p:nvPr/>
            </p:nvSpPr>
            <p:spPr bwMode="auto">
              <a:xfrm>
                <a:off x="5856" y="4043"/>
                <a:ext cx="727"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c</a:t>
                </a:r>
                <a:r>
                  <a:rPr lang="en-GB" altLang="en-US" sz="1600">
                    <a:latin typeface="Times New Roman" panose="02020603050405020304" pitchFamily="18" charset="0"/>
                    <a:sym typeface="Symbol" panose="05050102010706020507" pitchFamily="18" charset="2"/>
                  </a:rPr>
                  <a:t></a:t>
                </a:r>
                <a:r>
                  <a:rPr lang="en-GB" altLang="en-US" sz="1600">
                    <a:latin typeface="Calibri" panose="020F0502020204030204" pitchFamily="34" charset="0"/>
                  </a:rPr>
                  <a:t>d</a:t>
                </a:r>
                <a:endParaRPr lang="en-US" altLang="en-US" sz="1600"/>
              </a:p>
            </p:txBody>
          </p:sp>
          <p:cxnSp>
            <p:nvCxnSpPr>
              <p:cNvPr id="17456" name="AutoShape 47">
                <a:extLst>
                  <a:ext uri="{FF2B5EF4-FFF2-40B4-BE49-F238E27FC236}">
                    <a16:creationId xmlns:a16="http://schemas.microsoft.com/office/drawing/2014/main" id="{BF84C4D7-29BC-CBEB-9477-FEC2A00EAD91}"/>
                  </a:ext>
                </a:extLst>
              </p:cNvPr>
              <p:cNvCxnSpPr>
                <a:cxnSpLocks noChangeShapeType="1"/>
              </p:cNvCxnSpPr>
              <p:nvPr/>
            </p:nvCxnSpPr>
            <p:spPr bwMode="auto">
              <a:xfrm flipV="1">
                <a:off x="5640" y="4275"/>
                <a:ext cx="317" cy="135"/>
              </a:xfrm>
              <a:prstGeom prst="straightConnector1">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cxnSp>
        </p:grpSp>
        <p:sp>
          <p:nvSpPr>
            <p:cNvPr id="17415" name="TextBox 49">
              <a:extLst>
                <a:ext uri="{FF2B5EF4-FFF2-40B4-BE49-F238E27FC236}">
                  <a16:creationId xmlns:a16="http://schemas.microsoft.com/office/drawing/2014/main" id="{14145282-5081-6FD6-55D0-379B2D794D7D}"/>
                </a:ext>
              </a:extLst>
            </p:cNvPr>
            <p:cNvSpPr txBox="1">
              <a:spLocks noChangeArrowheads="1"/>
            </p:cNvSpPr>
            <p:nvPr/>
          </p:nvSpPr>
          <p:spPr bwMode="auto">
            <a:xfrm>
              <a:off x="381000" y="3733800"/>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CLK</a:t>
              </a:r>
              <a:endParaRPr lang="en-GB" altLang="en-US"/>
            </a:p>
          </p:txBody>
        </p:sp>
      </p:grpSp>
      <p:sp>
        <p:nvSpPr>
          <p:cNvPr id="17412" name="TextBox 53">
            <a:extLst>
              <a:ext uri="{FF2B5EF4-FFF2-40B4-BE49-F238E27FC236}">
                <a16:creationId xmlns:a16="http://schemas.microsoft.com/office/drawing/2014/main" id="{8CA0854F-1E79-BEAE-F102-81139315FAEC}"/>
              </a:ext>
            </a:extLst>
          </p:cNvPr>
          <p:cNvSpPr txBox="1">
            <a:spLocks noChangeArrowheads="1"/>
          </p:cNvSpPr>
          <p:nvPr/>
        </p:nvSpPr>
        <p:spPr bwMode="auto">
          <a:xfrm>
            <a:off x="7391400" y="3063876"/>
            <a:ext cx="2895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CL1 – combinational  </a:t>
            </a:r>
          </a:p>
          <a:p>
            <a:pPr eaLnBrk="1" hangingPunct="1"/>
            <a:r>
              <a:rPr lang="en-US" altLang="en-US"/>
              <a:t>circuit  with minimal delay</a:t>
            </a:r>
            <a:endParaRPr lang="en-GB" altLang="en-US"/>
          </a:p>
        </p:txBody>
      </p:sp>
      <p:sp>
        <p:nvSpPr>
          <p:cNvPr id="17413" name="TextBox 54">
            <a:extLst>
              <a:ext uri="{FF2B5EF4-FFF2-40B4-BE49-F238E27FC236}">
                <a16:creationId xmlns:a16="http://schemas.microsoft.com/office/drawing/2014/main" id="{923CC2CF-D4CB-C892-2440-89727EBD5842}"/>
              </a:ext>
            </a:extLst>
          </p:cNvPr>
          <p:cNvSpPr txBox="1">
            <a:spLocks noChangeArrowheads="1"/>
          </p:cNvSpPr>
          <p:nvPr/>
        </p:nvSpPr>
        <p:spPr bwMode="auto">
          <a:xfrm>
            <a:off x="7373938" y="3902076"/>
            <a:ext cx="2895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CL2 – combinational  </a:t>
            </a:r>
          </a:p>
          <a:p>
            <a:pPr eaLnBrk="1" hangingPunct="1"/>
            <a:r>
              <a:rPr lang="en-US" altLang="en-US"/>
              <a:t>circuit  with maximal delay</a:t>
            </a:r>
            <a:endParaRPr lang="en-GB"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36AD506E-BB8A-3CBF-5258-524A2DDA07C7}"/>
              </a:ext>
            </a:extLst>
          </p:cNvPr>
          <p:cNvSpPr>
            <a:spLocks noGrp="1" noChangeArrowheads="1"/>
          </p:cNvSpPr>
          <p:nvPr>
            <p:ph type="title"/>
          </p:nvPr>
        </p:nvSpPr>
        <p:spPr>
          <a:xfrm>
            <a:off x="0" y="183401"/>
            <a:ext cx="11612880" cy="704088"/>
          </a:xfrm>
        </p:spPr>
        <p:txBody>
          <a:bodyPr/>
          <a:lstStyle/>
          <a:p>
            <a:r>
              <a:rPr lang="en-US" altLang="en-US"/>
              <a:t>Maximum Delay for Setup Time Constraint</a:t>
            </a:r>
            <a:endParaRPr lang="en-GB" altLang="en-US"/>
          </a:p>
        </p:txBody>
      </p:sp>
      <p:sp>
        <p:nvSpPr>
          <p:cNvPr id="2052" name="Text Box 4">
            <a:extLst>
              <a:ext uri="{FF2B5EF4-FFF2-40B4-BE49-F238E27FC236}">
                <a16:creationId xmlns:a16="http://schemas.microsoft.com/office/drawing/2014/main" id="{86435F36-ED8F-445E-83C2-6AE8FC598696}"/>
              </a:ext>
            </a:extLst>
          </p:cNvPr>
          <p:cNvSpPr txBox="1">
            <a:spLocks noChangeArrowheads="1"/>
          </p:cNvSpPr>
          <p:nvPr/>
        </p:nvSpPr>
        <p:spPr bwMode="auto">
          <a:xfrm>
            <a:off x="4210050" y="4133850"/>
            <a:ext cx="1701800" cy="361950"/>
          </a:xfrm>
          <a:prstGeom prst="rect">
            <a:avLst/>
          </a:prstGeom>
          <a:noFill/>
          <a:ln w="9525">
            <a:noFill/>
            <a:miter lim="800000"/>
            <a:headEnd/>
            <a:tailEnd/>
          </a:ln>
        </p:spPr>
        <p:txBody>
          <a:bodyPr/>
          <a:lstStyle/>
          <a:p>
            <a:pPr>
              <a:spcAft>
                <a:spcPts val="1000"/>
              </a:spcAft>
              <a:defRPr/>
            </a:pPr>
            <a:r>
              <a:rPr lang="en-GB" sz="1600" dirty="0">
                <a:latin typeface="+mj-lt"/>
              </a:rPr>
              <a:t>Setup Slack</a:t>
            </a:r>
            <a:endParaRPr lang="en-US" sz="1600" dirty="0">
              <a:latin typeface="+mj-lt"/>
            </a:endParaRPr>
          </a:p>
        </p:txBody>
      </p:sp>
      <p:sp>
        <p:nvSpPr>
          <p:cNvPr id="2053" name="Line 5">
            <a:extLst>
              <a:ext uri="{FF2B5EF4-FFF2-40B4-BE49-F238E27FC236}">
                <a16:creationId xmlns:a16="http://schemas.microsoft.com/office/drawing/2014/main" id="{88FA2D2D-E3F3-4FF6-A949-A43257505679}"/>
              </a:ext>
            </a:extLst>
          </p:cNvPr>
          <p:cNvSpPr>
            <a:spLocks noChangeShapeType="1"/>
          </p:cNvSpPr>
          <p:nvPr/>
        </p:nvSpPr>
        <p:spPr bwMode="auto">
          <a:xfrm>
            <a:off x="2527300" y="2422525"/>
            <a:ext cx="249238"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54" name="Line 6">
            <a:extLst>
              <a:ext uri="{FF2B5EF4-FFF2-40B4-BE49-F238E27FC236}">
                <a16:creationId xmlns:a16="http://schemas.microsoft.com/office/drawing/2014/main" id="{644BEEC3-CE69-4536-8294-543FCE7E1E7D}"/>
              </a:ext>
            </a:extLst>
          </p:cNvPr>
          <p:cNvSpPr>
            <a:spLocks noChangeShapeType="1"/>
          </p:cNvSpPr>
          <p:nvPr/>
        </p:nvSpPr>
        <p:spPr bwMode="auto">
          <a:xfrm flipV="1">
            <a:off x="2767014" y="2128839"/>
            <a:ext cx="77787" cy="293687"/>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055" name="Line 7">
            <a:extLst>
              <a:ext uri="{FF2B5EF4-FFF2-40B4-BE49-F238E27FC236}">
                <a16:creationId xmlns:a16="http://schemas.microsoft.com/office/drawing/2014/main" id="{C362F788-3C54-4155-9260-22595ACD63C1}"/>
              </a:ext>
            </a:extLst>
          </p:cNvPr>
          <p:cNvSpPr>
            <a:spLocks noChangeShapeType="1"/>
          </p:cNvSpPr>
          <p:nvPr/>
        </p:nvSpPr>
        <p:spPr bwMode="auto">
          <a:xfrm>
            <a:off x="2841625" y="2125663"/>
            <a:ext cx="1093788"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56" name="Line 8">
            <a:extLst>
              <a:ext uri="{FF2B5EF4-FFF2-40B4-BE49-F238E27FC236}">
                <a16:creationId xmlns:a16="http://schemas.microsoft.com/office/drawing/2014/main" id="{3133379E-93E1-470C-9B39-69206EC759CC}"/>
              </a:ext>
            </a:extLst>
          </p:cNvPr>
          <p:cNvSpPr>
            <a:spLocks noChangeShapeType="1"/>
          </p:cNvSpPr>
          <p:nvPr/>
        </p:nvSpPr>
        <p:spPr bwMode="auto">
          <a:xfrm>
            <a:off x="3933825" y="2125663"/>
            <a:ext cx="69850" cy="30480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057" name="Line 9">
            <a:extLst>
              <a:ext uri="{FF2B5EF4-FFF2-40B4-BE49-F238E27FC236}">
                <a16:creationId xmlns:a16="http://schemas.microsoft.com/office/drawing/2014/main" id="{22C43EED-02EA-4236-BDB5-14908F095C07}"/>
              </a:ext>
            </a:extLst>
          </p:cNvPr>
          <p:cNvSpPr>
            <a:spLocks noChangeShapeType="1"/>
          </p:cNvSpPr>
          <p:nvPr/>
        </p:nvSpPr>
        <p:spPr bwMode="auto">
          <a:xfrm>
            <a:off x="4005264" y="2430463"/>
            <a:ext cx="222408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58" name="Line 10">
            <a:extLst>
              <a:ext uri="{FF2B5EF4-FFF2-40B4-BE49-F238E27FC236}">
                <a16:creationId xmlns:a16="http://schemas.microsoft.com/office/drawing/2014/main" id="{619532F1-E9F7-4B0C-BFDE-335DCBA84B49}"/>
              </a:ext>
            </a:extLst>
          </p:cNvPr>
          <p:cNvSpPr>
            <a:spLocks noChangeShapeType="1"/>
          </p:cNvSpPr>
          <p:nvPr/>
        </p:nvSpPr>
        <p:spPr bwMode="auto">
          <a:xfrm flipV="1">
            <a:off x="6230939" y="2127251"/>
            <a:ext cx="77787" cy="290513"/>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059" name="Line 11">
            <a:extLst>
              <a:ext uri="{FF2B5EF4-FFF2-40B4-BE49-F238E27FC236}">
                <a16:creationId xmlns:a16="http://schemas.microsoft.com/office/drawing/2014/main" id="{B2B882F0-A5F3-4F85-9BB4-2BF1C3CC3F66}"/>
              </a:ext>
            </a:extLst>
          </p:cNvPr>
          <p:cNvSpPr>
            <a:spLocks noChangeShapeType="1"/>
          </p:cNvSpPr>
          <p:nvPr/>
        </p:nvSpPr>
        <p:spPr bwMode="auto">
          <a:xfrm>
            <a:off x="6303963" y="2120900"/>
            <a:ext cx="94456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60" name="Line 12">
            <a:extLst>
              <a:ext uri="{FF2B5EF4-FFF2-40B4-BE49-F238E27FC236}">
                <a16:creationId xmlns:a16="http://schemas.microsoft.com/office/drawing/2014/main" id="{C038798C-8F72-4B90-9550-456513C477A6}"/>
              </a:ext>
            </a:extLst>
          </p:cNvPr>
          <p:cNvSpPr>
            <a:spLocks noChangeShapeType="1"/>
          </p:cNvSpPr>
          <p:nvPr/>
        </p:nvSpPr>
        <p:spPr bwMode="auto">
          <a:xfrm>
            <a:off x="2786063" y="2108201"/>
            <a:ext cx="0" cy="203676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61" name="Line 13">
            <a:extLst>
              <a:ext uri="{FF2B5EF4-FFF2-40B4-BE49-F238E27FC236}">
                <a16:creationId xmlns:a16="http://schemas.microsoft.com/office/drawing/2014/main" id="{01B7391C-723D-47BF-852D-20C0BC3AE559}"/>
              </a:ext>
            </a:extLst>
          </p:cNvPr>
          <p:cNvSpPr>
            <a:spLocks noChangeShapeType="1"/>
          </p:cNvSpPr>
          <p:nvPr/>
        </p:nvSpPr>
        <p:spPr bwMode="auto">
          <a:xfrm flipV="1">
            <a:off x="2484438" y="2822575"/>
            <a:ext cx="546100"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62" name="Line 14">
            <a:extLst>
              <a:ext uri="{FF2B5EF4-FFF2-40B4-BE49-F238E27FC236}">
                <a16:creationId xmlns:a16="http://schemas.microsoft.com/office/drawing/2014/main" id="{218D82FC-D1C3-4815-9511-099920E7A972}"/>
              </a:ext>
            </a:extLst>
          </p:cNvPr>
          <p:cNvSpPr>
            <a:spLocks noChangeShapeType="1"/>
          </p:cNvSpPr>
          <p:nvPr/>
        </p:nvSpPr>
        <p:spPr bwMode="auto">
          <a:xfrm flipV="1">
            <a:off x="2503489" y="3114675"/>
            <a:ext cx="55403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63" name="Line 15">
            <a:extLst>
              <a:ext uri="{FF2B5EF4-FFF2-40B4-BE49-F238E27FC236}">
                <a16:creationId xmlns:a16="http://schemas.microsoft.com/office/drawing/2014/main" id="{810A6F54-E855-49EE-A737-3D2BB27A40C2}"/>
              </a:ext>
            </a:extLst>
          </p:cNvPr>
          <p:cNvSpPr>
            <a:spLocks noChangeShapeType="1"/>
          </p:cNvSpPr>
          <p:nvPr/>
        </p:nvSpPr>
        <p:spPr bwMode="auto">
          <a:xfrm flipV="1">
            <a:off x="3333750" y="2822575"/>
            <a:ext cx="3430588"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64" name="Line 16">
            <a:extLst>
              <a:ext uri="{FF2B5EF4-FFF2-40B4-BE49-F238E27FC236}">
                <a16:creationId xmlns:a16="http://schemas.microsoft.com/office/drawing/2014/main" id="{23802A5C-CA10-4723-B801-6F1511D148DD}"/>
              </a:ext>
            </a:extLst>
          </p:cNvPr>
          <p:cNvSpPr>
            <a:spLocks noChangeShapeType="1"/>
          </p:cNvSpPr>
          <p:nvPr/>
        </p:nvSpPr>
        <p:spPr bwMode="auto">
          <a:xfrm>
            <a:off x="3376614" y="3119439"/>
            <a:ext cx="3381375" cy="3175"/>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65" name="Line 17">
            <a:extLst>
              <a:ext uri="{FF2B5EF4-FFF2-40B4-BE49-F238E27FC236}">
                <a16:creationId xmlns:a16="http://schemas.microsoft.com/office/drawing/2014/main" id="{F2372A32-D612-4C7F-936C-0057E1501558}"/>
              </a:ext>
            </a:extLst>
          </p:cNvPr>
          <p:cNvSpPr>
            <a:spLocks noChangeShapeType="1"/>
          </p:cNvSpPr>
          <p:nvPr/>
        </p:nvSpPr>
        <p:spPr bwMode="auto">
          <a:xfrm>
            <a:off x="3151189" y="2822575"/>
            <a:ext cx="111125" cy="28575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66" name="Line 18">
            <a:extLst>
              <a:ext uri="{FF2B5EF4-FFF2-40B4-BE49-F238E27FC236}">
                <a16:creationId xmlns:a16="http://schemas.microsoft.com/office/drawing/2014/main" id="{A266B1E8-0532-4C1C-84E6-011B08DB1703}"/>
              </a:ext>
            </a:extLst>
          </p:cNvPr>
          <p:cNvSpPr>
            <a:spLocks noChangeShapeType="1"/>
          </p:cNvSpPr>
          <p:nvPr/>
        </p:nvSpPr>
        <p:spPr bwMode="auto">
          <a:xfrm flipV="1">
            <a:off x="3178175" y="2822575"/>
            <a:ext cx="77788"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67" name="Line 19">
            <a:extLst>
              <a:ext uri="{FF2B5EF4-FFF2-40B4-BE49-F238E27FC236}">
                <a16:creationId xmlns:a16="http://schemas.microsoft.com/office/drawing/2014/main" id="{C190AFD5-6454-47CB-9B87-29CF570C1B62}"/>
              </a:ext>
            </a:extLst>
          </p:cNvPr>
          <p:cNvSpPr>
            <a:spLocks noChangeShapeType="1"/>
          </p:cNvSpPr>
          <p:nvPr/>
        </p:nvSpPr>
        <p:spPr bwMode="auto">
          <a:xfrm>
            <a:off x="3041651" y="2835276"/>
            <a:ext cx="111125" cy="284163"/>
          </a:xfrm>
          <a:prstGeom prst="line">
            <a:avLst/>
          </a:prstGeom>
          <a:noFill/>
          <a:ln w="19050">
            <a:solidFill>
              <a:srgbClr val="FF0000"/>
            </a:solidFill>
            <a:round/>
            <a:headEnd/>
            <a:tailEnd/>
          </a:ln>
        </p:spPr>
        <p:txBody>
          <a:bodyPr/>
          <a:lstStyle/>
          <a:p>
            <a:pPr eaLnBrk="1" hangingPunct="1">
              <a:defRPr/>
            </a:pPr>
            <a:endParaRPr lang="en-GB" sz="1600">
              <a:latin typeface="+mj-lt"/>
            </a:endParaRPr>
          </a:p>
        </p:txBody>
      </p:sp>
      <p:sp>
        <p:nvSpPr>
          <p:cNvPr id="2068" name="Line 20">
            <a:extLst>
              <a:ext uri="{FF2B5EF4-FFF2-40B4-BE49-F238E27FC236}">
                <a16:creationId xmlns:a16="http://schemas.microsoft.com/office/drawing/2014/main" id="{F036E2E9-CE96-4E42-B23C-1F4BACA0AAE8}"/>
              </a:ext>
            </a:extLst>
          </p:cNvPr>
          <p:cNvSpPr>
            <a:spLocks noChangeShapeType="1"/>
          </p:cNvSpPr>
          <p:nvPr/>
        </p:nvSpPr>
        <p:spPr bwMode="auto">
          <a:xfrm flipV="1">
            <a:off x="3068639" y="2814638"/>
            <a:ext cx="77787"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69" name="Line 21">
            <a:extLst>
              <a:ext uri="{FF2B5EF4-FFF2-40B4-BE49-F238E27FC236}">
                <a16:creationId xmlns:a16="http://schemas.microsoft.com/office/drawing/2014/main" id="{1F3E5712-E227-45E0-AD71-FEF754A175FB}"/>
              </a:ext>
            </a:extLst>
          </p:cNvPr>
          <p:cNvSpPr>
            <a:spLocks noChangeShapeType="1"/>
          </p:cNvSpPr>
          <p:nvPr/>
        </p:nvSpPr>
        <p:spPr bwMode="auto">
          <a:xfrm flipV="1">
            <a:off x="6783389" y="2830513"/>
            <a:ext cx="77787" cy="290512"/>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070" name="Line 22">
            <a:extLst>
              <a:ext uri="{FF2B5EF4-FFF2-40B4-BE49-F238E27FC236}">
                <a16:creationId xmlns:a16="http://schemas.microsoft.com/office/drawing/2014/main" id="{E05C7427-1697-432B-B37A-7F3AC8032764}"/>
              </a:ext>
            </a:extLst>
          </p:cNvPr>
          <p:cNvSpPr>
            <a:spLocks noChangeShapeType="1"/>
          </p:cNvSpPr>
          <p:nvPr/>
        </p:nvSpPr>
        <p:spPr bwMode="auto">
          <a:xfrm>
            <a:off x="6643689" y="2833689"/>
            <a:ext cx="111125" cy="2825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1" name="Line 23">
            <a:extLst>
              <a:ext uri="{FF2B5EF4-FFF2-40B4-BE49-F238E27FC236}">
                <a16:creationId xmlns:a16="http://schemas.microsoft.com/office/drawing/2014/main" id="{AD2A90D2-DE7C-4532-96FB-E4FF101ABF4A}"/>
              </a:ext>
            </a:extLst>
          </p:cNvPr>
          <p:cNvSpPr>
            <a:spLocks noChangeShapeType="1"/>
          </p:cNvSpPr>
          <p:nvPr/>
        </p:nvSpPr>
        <p:spPr bwMode="auto">
          <a:xfrm flipV="1">
            <a:off x="6670675" y="2832101"/>
            <a:ext cx="77788" cy="2905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2" name="Line 24">
            <a:extLst>
              <a:ext uri="{FF2B5EF4-FFF2-40B4-BE49-F238E27FC236}">
                <a16:creationId xmlns:a16="http://schemas.microsoft.com/office/drawing/2014/main" id="{FA8FAC24-92DC-4AEE-A466-54794852F6C1}"/>
              </a:ext>
            </a:extLst>
          </p:cNvPr>
          <p:cNvSpPr>
            <a:spLocks noChangeShapeType="1"/>
          </p:cNvSpPr>
          <p:nvPr/>
        </p:nvSpPr>
        <p:spPr bwMode="auto">
          <a:xfrm>
            <a:off x="6532563" y="2830513"/>
            <a:ext cx="112712" cy="28416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3" name="Line 25">
            <a:extLst>
              <a:ext uri="{FF2B5EF4-FFF2-40B4-BE49-F238E27FC236}">
                <a16:creationId xmlns:a16="http://schemas.microsoft.com/office/drawing/2014/main" id="{E6BBED61-A752-477E-94C9-C5929879DA7A}"/>
              </a:ext>
            </a:extLst>
          </p:cNvPr>
          <p:cNvSpPr>
            <a:spLocks noChangeShapeType="1"/>
          </p:cNvSpPr>
          <p:nvPr/>
        </p:nvSpPr>
        <p:spPr bwMode="auto">
          <a:xfrm flipV="1">
            <a:off x="6561139" y="2822575"/>
            <a:ext cx="77787"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4" name="Line 26">
            <a:extLst>
              <a:ext uri="{FF2B5EF4-FFF2-40B4-BE49-F238E27FC236}">
                <a16:creationId xmlns:a16="http://schemas.microsoft.com/office/drawing/2014/main" id="{5373197A-C267-42AF-9CE6-6B23F153BBE5}"/>
              </a:ext>
            </a:extLst>
          </p:cNvPr>
          <p:cNvSpPr>
            <a:spLocks noChangeShapeType="1"/>
          </p:cNvSpPr>
          <p:nvPr/>
        </p:nvSpPr>
        <p:spPr bwMode="auto">
          <a:xfrm>
            <a:off x="6399213" y="2822575"/>
            <a:ext cx="139700" cy="30638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5" name="Line 27">
            <a:extLst>
              <a:ext uri="{FF2B5EF4-FFF2-40B4-BE49-F238E27FC236}">
                <a16:creationId xmlns:a16="http://schemas.microsoft.com/office/drawing/2014/main" id="{105C8E98-0D4D-4983-8DD4-69E01FE32806}"/>
              </a:ext>
            </a:extLst>
          </p:cNvPr>
          <p:cNvSpPr>
            <a:spLocks noChangeShapeType="1"/>
          </p:cNvSpPr>
          <p:nvPr/>
        </p:nvSpPr>
        <p:spPr bwMode="auto">
          <a:xfrm flipV="1">
            <a:off x="6440489" y="2830513"/>
            <a:ext cx="79375"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6" name="Line 28">
            <a:extLst>
              <a:ext uri="{FF2B5EF4-FFF2-40B4-BE49-F238E27FC236}">
                <a16:creationId xmlns:a16="http://schemas.microsoft.com/office/drawing/2014/main" id="{45E8DF7B-D91F-459F-9BAD-423CD194B6EC}"/>
              </a:ext>
            </a:extLst>
          </p:cNvPr>
          <p:cNvSpPr>
            <a:spLocks noChangeShapeType="1"/>
          </p:cNvSpPr>
          <p:nvPr/>
        </p:nvSpPr>
        <p:spPr bwMode="auto">
          <a:xfrm>
            <a:off x="6864350" y="2822575"/>
            <a:ext cx="438150"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77" name="Line 29">
            <a:extLst>
              <a:ext uri="{FF2B5EF4-FFF2-40B4-BE49-F238E27FC236}">
                <a16:creationId xmlns:a16="http://schemas.microsoft.com/office/drawing/2014/main" id="{7D83C8BA-ABA8-4B9E-AF4C-59E683F50112}"/>
              </a:ext>
            </a:extLst>
          </p:cNvPr>
          <p:cNvSpPr>
            <a:spLocks noChangeShapeType="1"/>
          </p:cNvSpPr>
          <p:nvPr/>
        </p:nvSpPr>
        <p:spPr bwMode="auto">
          <a:xfrm>
            <a:off x="6878638" y="3114675"/>
            <a:ext cx="438150" cy="1588"/>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78" name="Line 30">
            <a:extLst>
              <a:ext uri="{FF2B5EF4-FFF2-40B4-BE49-F238E27FC236}">
                <a16:creationId xmlns:a16="http://schemas.microsoft.com/office/drawing/2014/main" id="{00F85717-D450-4711-8FEE-EFEEB999F3B9}"/>
              </a:ext>
            </a:extLst>
          </p:cNvPr>
          <p:cNvSpPr>
            <a:spLocks noChangeShapeType="1"/>
          </p:cNvSpPr>
          <p:nvPr/>
        </p:nvSpPr>
        <p:spPr bwMode="auto">
          <a:xfrm>
            <a:off x="6267450" y="2057401"/>
            <a:ext cx="0" cy="20859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79" name="Line 31">
            <a:extLst>
              <a:ext uri="{FF2B5EF4-FFF2-40B4-BE49-F238E27FC236}">
                <a16:creationId xmlns:a16="http://schemas.microsoft.com/office/drawing/2014/main" id="{CE5652F5-5C94-48A0-8AAE-A335A9E05C67}"/>
              </a:ext>
            </a:extLst>
          </p:cNvPr>
          <p:cNvSpPr>
            <a:spLocks noChangeShapeType="1"/>
          </p:cNvSpPr>
          <p:nvPr/>
        </p:nvSpPr>
        <p:spPr bwMode="auto">
          <a:xfrm>
            <a:off x="2517776" y="3517900"/>
            <a:ext cx="104457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80" name="Line 32">
            <a:extLst>
              <a:ext uri="{FF2B5EF4-FFF2-40B4-BE49-F238E27FC236}">
                <a16:creationId xmlns:a16="http://schemas.microsoft.com/office/drawing/2014/main" id="{20D3F743-D7C9-41F9-A4C0-8AC286EC20C4}"/>
              </a:ext>
            </a:extLst>
          </p:cNvPr>
          <p:cNvSpPr>
            <a:spLocks noChangeShapeType="1"/>
          </p:cNvSpPr>
          <p:nvPr/>
        </p:nvSpPr>
        <p:spPr bwMode="auto">
          <a:xfrm>
            <a:off x="2544764" y="3816350"/>
            <a:ext cx="104457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081" name="Line 33">
            <a:extLst>
              <a:ext uri="{FF2B5EF4-FFF2-40B4-BE49-F238E27FC236}">
                <a16:creationId xmlns:a16="http://schemas.microsoft.com/office/drawing/2014/main" id="{3D670E4C-5AD9-4268-8F65-525DE59248E5}"/>
              </a:ext>
            </a:extLst>
          </p:cNvPr>
          <p:cNvSpPr>
            <a:spLocks noChangeShapeType="1"/>
          </p:cNvSpPr>
          <p:nvPr/>
        </p:nvSpPr>
        <p:spPr bwMode="auto">
          <a:xfrm>
            <a:off x="4830763" y="3521076"/>
            <a:ext cx="112712" cy="28416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2" name="Line 34">
            <a:extLst>
              <a:ext uri="{FF2B5EF4-FFF2-40B4-BE49-F238E27FC236}">
                <a16:creationId xmlns:a16="http://schemas.microsoft.com/office/drawing/2014/main" id="{114B4517-9875-4360-AAD6-2A3F2BE97DB4}"/>
              </a:ext>
            </a:extLst>
          </p:cNvPr>
          <p:cNvSpPr>
            <a:spLocks noChangeShapeType="1"/>
          </p:cNvSpPr>
          <p:nvPr/>
        </p:nvSpPr>
        <p:spPr bwMode="auto">
          <a:xfrm flipV="1">
            <a:off x="4838700" y="3522663"/>
            <a:ext cx="77788"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3" name="Line 35">
            <a:extLst>
              <a:ext uri="{FF2B5EF4-FFF2-40B4-BE49-F238E27FC236}">
                <a16:creationId xmlns:a16="http://schemas.microsoft.com/office/drawing/2014/main" id="{CAB60465-B172-47D5-BBAE-967B702D1BA9}"/>
              </a:ext>
            </a:extLst>
          </p:cNvPr>
          <p:cNvSpPr>
            <a:spLocks noChangeShapeType="1"/>
          </p:cNvSpPr>
          <p:nvPr/>
        </p:nvSpPr>
        <p:spPr bwMode="auto">
          <a:xfrm flipV="1">
            <a:off x="4729164" y="3522663"/>
            <a:ext cx="77787"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4" name="Line 36">
            <a:extLst>
              <a:ext uri="{FF2B5EF4-FFF2-40B4-BE49-F238E27FC236}">
                <a16:creationId xmlns:a16="http://schemas.microsoft.com/office/drawing/2014/main" id="{7405DDAA-DF65-4E81-A1DB-86260B408FE8}"/>
              </a:ext>
            </a:extLst>
          </p:cNvPr>
          <p:cNvSpPr>
            <a:spLocks noChangeShapeType="1"/>
          </p:cNvSpPr>
          <p:nvPr/>
        </p:nvSpPr>
        <p:spPr bwMode="auto">
          <a:xfrm>
            <a:off x="4703764" y="3519489"/>
            <a:ext cx="111125" cy="2825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5" name="Line 37">
            <a:extLst>
              <a:ext uri="{FF2B5EF4-FFF2-40B4-BE49-F238E27FC236}">
                <a16:creationId xmlns:a16="http://schemas.microsoft.com/office/drawing/2014/main" id="{8013A808-5824-4C3E-8C0C-66B9104FD7E9}"/>
              </a:ext>
            </a:extLst>
          </p:cNvPr>
          <p:cNvSpPr>
            <a:spLocks noChangeShapeType="1"/>
          </p:cNvSpPr>
          <p:nvPr/>
        </p:nvSpPr>
        <p:spPr bwMode="auto">
          <a:xfrm>
            <a:off x="4589463" y="3525839"/>
            <a:ext cx="112712" cy="2825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6" name="Line 38">
            <a:extLst>
              <a:ext uri="{FF2B5EF4-FFF2-40B4-BE49-F238E27FC236}">
                <a16:creationId xmlns:a16="http://schemas.microsoft.com/office/drawing/2014/main" id="{66945B5E-5999-4E94-926E-C20FAD42695F}"/>
              </a:ext>
            </a:extLst>
          </p:cNvPr>
          <p:cNvSpPr>
            <a:spLocks noChangeShapeType="1"/>
          </p:cNvSpPr>
          <p:nvPr/>
        </p:nvSpPr>
        <p:spPr bwMode="auto">
          <a:xfrm flipV="1">
            <a:off x="4618039" y="3524251"/>
            <a:ext cx="77787" cy="2905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7" name="Line 39">
            <a:extLst>
              <a:ext uri="{FF2B5EF4-FFF2-40B4-BE49-F238E27FC236}">
                <a16:creationId xmlns:a16="http://schemas.microsoft.com/office/drawing/2014/main" id="{E6186D9F-6125-4B82-A471-7585C38E01D3}"/>
              </a:ext>
            </a:extLst>
          </p:cNvPr>
          <p:cNvSpPr>
            <a:spLocks noChangeShapeType="1"/>
          </p:cNvSpPr>
          <p:nvPr/>
        </p:nvSpPr>
        <p:spPr bwMode="auto">
          <a:xfrm>
            <a:off x="4479926" y="3522663"/>
            <a:ext cx="112713" cy="28416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8" name="Line 40">
            <a:extLst>
              <a:ext uri="{FF2B5EF4-FFF2-40B4-BE49-F238E27FC236}">
                <a16:creationId xmlns:a16="http://schemas.microsoft.com/office/drawing/2014/main" id="{B4ABB32B-1AE5-488F-99D0-BF723E47A472}"/>
              </a:ext>
            </a:extLst>
          </p:cNvPr>
          <p:cNvSpPr>
            <a:spLocks noChangeShapeType="1"/>
          </p:cNvSpPr>
          <p:nvPr/>
        </p:nvSpPr>
        <p:spPr bwMode="auto">
          <a:xfrm flipV="1">
            <a:off x="4508500" y="3514725"/>
            <a:ext cx="77788"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89" name="Line 41">
            <a:extLst>
              <a:ext uri="{FF2B5EF4-FFF2-40B4-BE49-F238E27FC236}">
                <a16:creationId xmlns:a16="http://schemas.microsoft.com/office/drawing/2014/main" id="{7205AF0A-B3B2-4151-B726-BE731D221643}"/>
              </a:ext>
            </a:extLst>
          </p:cNvPr>
          <p:cNvSpPr>
            <a:spLocks noChangeShapeType="1"/>
          </p:cNvSpPr>
          <p:nvPr/>
        </p:nvSpPr>
        <p:spPr bwMode="auto">
          <a:xfrm>
            <a:off x="4373563" y="3536951"/>
            <a:ext cx="112712" cy="28416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0" name="Line 42">
            <a:extLst>
              <a:ext uri="{FF2B5EF4-FFF2-40B4-BE49-F238E27FC236}">
                <a16:creationId xmlns:a16="http://schemas.microsoft.com/office/drawing/2014/main" id="{C776E703-80DE-4A72-93A9-0A769B03AC4A}"/>
              </a:ext>
            </a:extLst>
          </p:cNvPr>
          <p:cNvSpPr>
            <a:spLocks noChangeShapeType="1"/>
          </p:cNvSpPr>
          <p:nvPr/>
        </p:nvSpPr>
        <p:spPr bwMode="auto">
          <a:xfrm flipV="1">
            <a:off x="4387851" y="3522663"/>
            <a:ext cx="79375"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1" name="Line 43">
            <a:extLst>
              <a:ext uri="{FF2B5EF4-FFF2-40B4-BE49-F238E27FC236}">
                <a16:creationId xmlns:a16="http://schemas.microsoft.com/office/drawing/2014/main" id="{C354E489-6CB5-4295-8A76-E76CA7F6E12E}"/>
              </a:ext>
            </a:extLst>
          </p:cNvPr>
          <p:cNvSpPr>
            <a:spLocks noChangeShapeType="1"/>
          </p:cNvSpPr>
          <p:nvPr/>
        </p:nvSpPr>
        <p:spPr bwMode="auto">
          <a:xfrm>
            <a:off x="4264026" y="3516313"/>
            <a:ext cx="112713" cy="28416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2" name="Line 44">
            <a:extLst>
              <a:ext uri="{FF2B5EF4-FFF2-40B4-BE49-F238E27FC236}">
                <a16:creationId xmlns:a16="http://schemas.microsoft.com/office/drawing/2014/main" id="{E9469902-4F2F-496B-A0DE-96749C38275F}"/>
              </a:ext>
            </a:extLst>
          </p:cNvPr>
          <p:cNvSpPr>
            <a:spLocks noChangeShapeType="1"/>
          </p:cNvSpPr>
          <p:nvPr/>
        </p:nvSpPr>
        <p:spPr bwMode="auto">
          <a:xfrm flipV="1">
            <a:off x="4271964" y="3517901"/>
            <a:ext cx="77787" cy="2905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3" name="Line 45">
            <a:extLst>
              <a:ext uri="{FF2B5EF4-FFF2-40B4-BE49-F238E27FC236}">
                <a16:creationId xmlns:a16="http://schemas.microsoft.com/office/drawing/2014/main" id="{C5B84D79-1217-4FE2-B17E-F5B2FB0E3DB1}"/>
              </a:ext>
            </a:extLst>
          </p:cNvPr>
          <p:cNvSpPr>
            <a:spLocks noChangeShapeType="1"/>
          </p:cNvSpPr>
          <p:nvPr/>
        </p:nvSpPr>
        <p:spPr bwMode="auto">
          <a:xfrm flipV="1">
            <a:off x="4162426" y="3517901"/>
            <a:ext cx="79375" cy="2905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4" name="Line 46">
            <a:extLst>
              <a:ext uri="{FF2B5EF4-FFF2-40B4-BE49-F238E27FC236}">
                <a16:creationId xmlns:a16="http://schemas.microsoft.com/office/drawing/2014/main" id="{940E6FFD-FCAC-4681-B8AF-40A2B38CCD37}"/>
              </a:ext>
            </a:extLst>
          </p:cNvPr>
          <p:cNvSpPr>
            <a:spLocks noChangeShapeType="1"/>
          </p:cNvSpPr>
          <p:nvPr/>
        </p:nvSpPr>
        <p:spPr bwMode="auto">
          <a:xfrm>
            <a:off x="4137026" y="3513139"/>
            <a:ext cx="111125" cy="2825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5" name="Line 47">
            <a:extLst>
              <a:ext uri="{FF2B5EF4-FFF2-40B4-BE49-F238E27FC236}">
                <a16:creationId xmlns:a16="http://schemas.microsoft.com/office/drawing/2014/main" id="{49E6B299-32AC-4561-B691-9C5465B5A357}"/>
              </a:ext>
            </a:extLst>
          </p:cNvPr>
          <p:cNvSpPr>
            <a:spLocks noChangeShapeType="1"/>
          </p:cNvSpPr>
          <p:nvPr/>
        </p:nvSpPr>
        <p:spPr bwMode="auto">
          <a:xfrm>
            <a:off x="4022726" y="3519489"/>
            <a:ext cx="112713" cy="2825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6" name="Line 48">
            <a:extLst>
              <a:ext uri="{FF2B5EF4-FFF2-40B4-BE49-F238E27FC236}">
                <a16:creationId xmlns:a16="http://schemas.microsoft.com/office/drawing/2014/main" id="{6B87F199-6301-4DF9-BE79-01BC860ABE50}"/>
              </a:ext>
            </a:extLst>
          </p:cNvPr>
          <p:cNvSpPr>
            <a:spLocks noChangeShapeType="1"/>
          </p:cNvSpPr>
          <p:nvPr/>
        </p:nvSpPr>
        <p:spPr bwMode="auto">
          <a:xfrm flipV="1">
            <a:off x="4051300" y="3517901"/>
            <a:ext cx="77788" cy="2905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7" name="Line 49">
            <a:extLst>
              <a:ext uri="{FF2B5EF4-FFF2-40B4-BE49-F238E27FC236}">
                <a16:creationId xmlns:a16="http://schemas.microsoft.com/office/drawing/2014/main" id="{5EC3BBF3-E9B4-4A8A-9775-0414E87E17F9}"/>
              </a:ext>
            </a:extLst>
          </p:cNvPr>
          <p:cNvSpPr>
            <a:spLocks noChangeShapeType="1"/>
          </p:cNvSpPr>
          <p:nvPr/>
        </p:nvSpPr>
        <p:spPr bwMode="auto">
          <a:xfrm>
            <a:off x="3913188" y="3517901"/>
            <a:ext cx="112712" cy="2825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8" name="Line 50">
            <a:extLst>
              <a:ext uri="{FF2B5EF4-FFF2-40B4-BE49-F238E27FC236}">
                <a16:creationId xmlns:a16="http://schemas.microsoft.com/office/drawing/2014/main" id="{66854CBB-4C95-4F54-8099-E79B9FFE322E}"/>
              </a:ext>
            </a:extLst>
          </p:cNvPr>
          <p:cNvSpPr>
            <a:spLocks noChangeShapeType="1"/>
          </p:cNvSpPr>
          <p:nvPr/>
        </p:nvSpPr>
        <p:spPr bwMode="auto">
          <a:xfrm flipV="1">
            <a:off x="3941764" y="3509963"/>
            <a:ext cx="77787" cy="29051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99" name="Line 51">
            <a:extLst>
              <a:ext uri="{FF2B5EF4-FFF2-40B4-BE49-F238E27FC236}">
                <a16:creationId xmlns:a16="http://schemas.microsoft.com/office/drawing/2014/main" id="{6739C43D-21DA-44B2-91DA-46CE5F06654A}"/>
              </a:ext>
            </a:extLst>
          </p:cNvPr>
          <p:cNvSpPr>
            <a:spLocks noChangeShapeType="1"/>
          </p:cNvSpPr>
          <p:nvPr/>
        </p:nvSpPr>
        <p:spPr bwMode="auto">
          <a:xfrm>
            <a:off x="3806826" y="3530601"/>
            <a:ext cx="112713" cy="28416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0" name="Line 52">
            <a:extLst>
              <a:ext uri="{FF2B5EF4-FFF2-40B4-BE49-F238E27FC236}">
                <a16:creationId xmlns:a16="http://schemas.microsoft.com/office/drawing/2014/main" id="{1775777A-E9C0-4D13-B7FC-C2D965E92137}"/>
              </a:ext>
            </a:extLst>
          </p:cNvPr>
          <p:cNvSpPr>
            <a:spLocks noChangeShapeType="1"/>
          </p:cNvSpPr>
          <p:nvPr/>
        </p:nvSpPr>
        <p:spPr bwMode="auto">
          <a:xfrm flipV="1">
            <a:off x="3821114" y="3517901"/>
            <a:ext cx="79375" cy="2905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1" name="Line 53">
            <a:extLst>
              <a:ext uri="{FF2B5EF4-FFF2-40B4-BE49-F238E27FC236}">
                <a16:creationId xmlns:a16="http://schemas.microsoft.com/office/drawing/2014/main" id="{30CFFD9C-AB5A-4402-B1C6-0B0ED6622BD5}"/>
              </a:ext>
            </a:extLst>
          </p:cNvPr>
          <p:cNvSpPr>
            <a:spLocks noChangeShapeType="1"/>
          </p:cNvSpPr>
          <p:nvPr/>
        </p:nvSpPr>
        <p:spPr bwMode="auto">
          <a:xfrm>
            <a:off x="3705226" y="3517901"/>
            <a:ext cx="112713" cy="28416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2" name="Line 54">
            <a:extLst>
              <a:ext uri="{FF2B5EF4-FFF2-40B4-BE49-F238E27FC236}">
                <a16:creationId xmlns:a16="http://schemas.microsoft.com/office/drawing/2014/main" id="{75BB5CDB-80D5-4B2A-A3DB-E9CCC8A16470}"/>
              </a:ext>
            </a:extLst>
          </p:cNvPr>
          <p:cNvSpPr>
            <a:spLocks noChangeShapeType="1"/>
          </p:cNvSpPr>
          <p:nvPr/>
        </p:nvSpPr>
        <p:spPr bwMode="auto">
          <a:xfrm flipV="1">
            <a:off x="3711575" y="3519488"/>
            <a:ext cx="77788"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3" name="Line 55">
            <a:extLst>
              <a:ext uri="{FF2B5EF4-FFF2-40B4-BE49-F238E27FC236}">
                <a16:creationId xmlns:a16="http://schemas.microsoft.com/office/drawing/2014/main" id="{5D1ADA84-B549-4ECF-B8A1-C11ADCC273F9}"/>
              </a:ext>
            </a:extLst>
          </p:cNvPr>
          <p:cNvSpPr>
            <a:spLocks noChangeShapeType="1"/>
          </p:cNvSpPr>
          <p:nvPr/>
        </p:nvSpPr>
        <p:spPr bwMode="auto">
          <a:xfrm flipV="1">
            <a:off x="3603625" y="3519488"/>
            <a:ext cx="77788" cy="29210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04" name="Line 56">
            <a:extLst>
              <a:ext uri="{FF2B5EF4-FFF2-40B4-BE49-F238E27FC236}">
                <a16:creationId xmlns:a16="http://schemas.microsoft.com/office/drawing/2014/main" id="{95BC96CF-79C6-4E60-8810-5C02683903B9}"/>
              </a:ext>
            </a:extLst>
          </p:cNvPr>
          <p:cNvSpPr>
            <a:spLocks noChangeShapeType="1"/>
          </p:cNvSpPr>
          <p:nvPr/>
        </p:nvSpPr>
        <p:spPr bwMode="auto">
          <a:xfrm>
            <a:off x="3576638" y="3516313"/>
            <a:ext cx="112712" cy="28416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5" name="Line 57">
            <a:extLst>
              <a:ext uri="{FF2B5EF4-FFF2-40B4-BE49-F238E27FC236}">
                <a16:creationId xmlns:a16="http://schemas.microsoft.com/office/drawing/2014/main" id="{573E5A69-C472-486E-A18F-7980A5668ED1}"/>
              </a:ext>
            </a:extLst>
          </p:cNvPr>
          <p:cNvSpPr>
            <a:spLocks noChangeShapeType="1"/>
          </p:cNvSpPr>
          <p:nvPr/>
        </p:nvSpPr>
        <p:spPr bwMode="auto">
          <a:xfrm flipV="1">
            <a:off x="7072314" y="3525838"/>
            <a:ext cx="79375" cy="29051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6" name="Line 58">
            <a:extLst>
              <a:ext uri="{FF2B5EF4-FFF2-40B4-BE49-F238E27FC236}">
                <a16:creationId xmlns:a16="http://schemas.microsoft.com/office/drawing/2014/main" id="{396F3BCC-B327-49DE-A402-C30F4C7B5458}"/>
              </a:ext>
            </a:extLst>
          </p:cNvPr>
          <p:cNvSpPr>
            <a:spLocks noChangeShapeType="1"/>
          </p:cNvSpPr>
          <p:nvPr/>
        </p:nvSpPr>
        <p:spPr bwMode="auto">
          <a:xfrm>
            <a:off x="7046914" y="3521076"/>
            <a:ext cx="111125" cy="28416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7" name="Line 59">
            <a:extLst>
              <a:ext uri="{FF2B5EF4-FFF2-40B4-BE49-F238E27FC236}">
                <a16:creationId xmlns:a16="http://schemas.microsoft.com/office/drawing/2014/main" id="{579C4235-C9CF-4C08-87F8-38BCC012A295}"/>
              </a:ext>
            </a:extLst>
          </p:cNvPr>
          <p:cNvSpPr>
            <a:spLocks noChangeShapeType="1"/>
          </p:cNvSpPr>
          <p:nvPr/>
        </p:nvSpPr>
        <p:spPr bwMode="auto">
          <a:xfrm>
            <a:off x="6932613" y="3527426"/>
            <a:ext cx="112712" cy="28416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8" name="Line 60">
            <a:extLst>
              <a:ext uri="{FF2B5EF4-FFF2-40B4-BE49-F238E27FC236}">
                <a16:creationId xmlns:a16="http://schemas.microsoft.com/office/drawing/2014/main" id="{A49E396A-5886-4D25-A601-9456CC8E4720}"/>
              </a:ext>
            </a:extLst>
          </p:cNvPr>
          <p:cNvSpPr>
            <a:spLocks noChangeShapeType="1"/>
          </p:cNvSpPr>
          <p:nvPr/>
        </p:nvSpPr>
        <p:spPr bwMode="auto">
          <a:xfrm flipV="1">
            <a:off x="6961189" y="3525838"/>
            <a:ext cx="77787"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09" name="Line 61">
            <a:extLst>
              <a:ext uri="{FF2B5EF4-FFF2-40B4-BE49-F238E27FC236}">
                <a16:creationId xmlns:a16="http://schemas.microsoft.com/office/drawing/2014/main" id="{CE3F810C-E3E4-4E06-95D0-2BC761BDDD5D}"/>
              </a:ext>
            </a:extLst>
          </p:cNvPr>
          <p:cNvSpPr>
            <a:spLocks noChangeShapeType="1"/>
          </p:cNvSpPr>
          <p:nvPr/>
        </p:nvSpPr>
        <p:spPr bwMode="auto">
          <a:xfrm>
            <a:off x="6823076" y="3525839"/>
            <a:ext cx="112713" cy="2825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10" name="Line 62">
            <a:extLst>
              <a:ext uri="{FF2B5EF4-FFF2-40B4-BE49-F238E27FC236}">
                <a16:creationId xmlns:a16="http://schemas.microsoft.com/office/drawing/2014/main" id="{1FDE6D8E-781F-4373-9416-5A542F11E46B}"/>
              </a:ext>
            </a:extLst>
          </p:cNvPr>
          <p:cNvSpPr>
            <a:spLocks noChangeShapeType="1"/>
          </p:cNvSpPr>
          <p:nvPr/>
        </p:nvSpPr>
        <p:spPr bwMode="auto">
          <a:xfrm flipV="1">
            <a:off x="6851650" y="3517901"/>
            <a:ext cx="77788" cy="2905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11" name="Line 63">
            <a:extLst>
              <a:ext uri="{FF2B5EF4-FFF2-40B4-BE49-F238E27FC236}">
                <a16:creationId xmlns:a16="http://schemas.microsoft.com/office/drawing/2014/main" id="{F93FA1C1-B0C0-4504-AB3B-1A264363A285}"/>
              </a:ext>
            </a:extLst>
          </p:cNvPr>
          <p:cNvSpPr>
            <a:spLocks noChangeShapeType="1"/>
          </p:cNvSpPr>
          <p:nvPr/>
        </p:nvSpPr>
        <p:spPr bwMode="auto">
          <a:xfrm>
            <a:off x="6716713" y="3525838"/>
            <a:ext cx="106362" cy="315912"/>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12" name="Line 64">
            <a:extLst>
              <a:ext uri="{FF2B5EF4-FFF2-40B4-BE49-F238E27FC236}">
                <a16:creationId xmlns:a16="http://schemas.microsoft.com/office/drawing/2014/main" id="{277632AB-DC67-49C8-BA95-4B5A43851826}"/>
              </a:ext>
            </a:extLst>
          </p:cNvPr>
          <p:cNvSpPr>
            <a:spLocks noChangeShapeType="1"/>
          </p:cNvSpPr>
          <p:nvPr/>
        </p:nvSpPr>
        <p:spPr bwMode="auto">
          <a:xfrm flipV="1">
            <a:off x="6731001" y="3525838"/>
            <a:ext cx="79375" cy="290512"/>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13" name="Line 65">
            <a:extLst>
              <a:ext uri="{FF2B5EF4-FFF2-40B4-BE49-F238E27FC236}">
                <a16:creationId xmlns:a16="http://schemas.microsoft.com/office/drawing/2014/main" id="{473C4169-C89D-4052-B0F0-AFC132C61BCE}"/>
              </a:ext>
            </a:extLst>
          </p:cNvPr>
          <p:cNvSpPr>
            <a:spLocks noChangeShapeType="1"/>
          </p:cNvSpPr>
          <p:nvPr/>
        </p:nvSpPr>
        <p:spPr bwMode="auto">
          <a:xfrm flipV="1">
            <a:off x="3676651" y="3516314"/>
            <a:ext cx="1343025" cy="1587"/>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4" name="Line 66">
            <a:extLst>
              <a:ext uri="{FF2B5EF4-FFF2-40B4-BE49-F238E27FC236}">
                <a16:creationId xmlns:a16="http://schemas.microsoft.com/office/drawing/2014/main" id="{E2B7B461-26B6-43BD-BABC-3DEB80BB0F61}"/>
              </a:ext>
            </a:extLst>
          </p:cNvPr>
          <p:cNvSpPr>
            <a:spLocks noChangeShapeType="1"/>
          </p:cNvSpPr>
          <p:nvPr/>
        </p:nvSpPr>
        <p:spPr bwMode="auto">
          <a:xfrm>
            <a:off x="3676651" y="3814763"/>
            <a:ext cx="134302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5" name="Line 67">
            <a:extLst>
              <a:ext uri="{FF2B5EF4-FFF2-40B4-BE49-F238E27FC236}">
                <a16:creationId xmlns:a16="http://schemas.microsoft.com/office/drawing/2014/main" id="{FFBA56A8-4726-40B7-8FEF-E66B474AFE1B}"/>
              </a:ext>
            </a:extLst>
          </p:cNvPr>
          <p:cNvSpPr>
            <a:spLocks noChangeShapeType="1"/>
          </p:cNvSpPr>
          <p:nvPr/>
        </p:nvSpPr>
        <p:spPr bwMode="auto">
          <a:xfrm flipV="1">
            <a:off x="5126038" y="3525838"/>
            <a:ext cx="159226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6" name="Line 68">
            <a:extLst>
              <a:ext uri="{FF2B5EF4-FFF2-40B4-BE49-F238E27FC236}">
                <a16:creationId xmlns:a16="http://schemas.microsoft.com/office/drawing/2014/main" id="{77EC7545-CB99-492E-B03A-36D49A27DE65}"/>
              </a:ext>
            </a:extLst>
          </p:cNvPr>
          <p:cNvSpPr>
            <a:spLocks noChangeShapeType="1"/>
          </p:cNvSpPr>
          <p:nvPr/>
        </p:nvSpPr>
        <p:spPr bwMode="auto">
          <a:xfrm>
            <a:off x="5154614" y="3822700"/>
            <a:ext cx="159067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7" name="Line 69">
            <a:extLst>
              <a:ext uri="{FF2B5EF4-FFF2-40B4-BE49-F238E27FC236}">
                <a16:creationId xmlns:a16="http://schemas.microsoft.com/office/drawing/2014/main" id="{FF0B09CC-763A-47BC-A016-DF08495F5DC1}"/>
              </a:ext>
            </a:extLst>
          </p:cNvPr>
          <p:cNvSpPr>
            <a:spLocks noChangeShapeType="1"/>
          </p:cNvSpPr>
          <p:nvPr/>
        </p:nvSpPr>
        <p:spPr bwMode="auto">
          <a:xfrm>
            <a:off x="6796089" y="3521075"/>
            <a:ext cx="63182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8" name="Line 70">
            <a:extLst>
              <a:ext uri="{FF2B5EF4-FFF2-40B4-BE49-F238E27FC236}">
                <a16:creationId xmlns:a16="http://schemas.microsoft.com/office/drawing/2014/main" id="{250F1071-F3BA-4C92-A1A2-5E2BA8BCF62A}"/>
              </a:ext>
            </a:extLst>
          </p:cNvPr>
          <p:cNvSpPr>
            <a:spLocks noChangeShapeType="1"/>
          </p:cNvSpPr>
          <p:nvPr/>
        </p:nvSpPr>
        <p:spPr bwMode="auto">
          <a:xfrm>
            <a:off x="6835776" y="3829050"/>
            <a:ext cx="63182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119" name="Text Box 71">
            <a:extLst>
              <a:ext uri="{FF2B5EF4-FFF2-40B4-BE49-F238E27FC236}">
                <a16:creationId xmlns:a16="http://schemas.microsoft.com/office/drawing/2014/main" id="{F745EF70-13B8-475F-8EFF-AE62542EB502}"/>
              </a:ext>
            </a:extLst>
          </p:cNvPr>
          <p:cNvSpPr txBox="1">
            <a:spLocks noChangeArrowheads="1"/>
          </p:cNvSpPr>
          <p:nvPr/>
        </p:nvSpPr>
        <p:spPr bwMode="auto">
          <a:xfrm>
            <a:off x="2227263" y="2778125"/>
            <a:ext cx="449262" cy="382588"/>
          </a:xfrm>
          <a:prstGeom prst="rect">
            <a:avLst/>
          </a:prstGeom>
          <a:noFill/>
          <a:ln w="9525">
            <a:noFill/>
            <a:miter lim="800000"/>
            <a:headEnd/>
            <a:tailEnd/>
          </a:ln>
        </p:spPr>
        <p:txBody>
          <a:bodyPr/>
          <a:lstStyle/>
          <a:p>
            <a:pPr eaLnBrk="1" hangingPunct="1">
              <a:defRPr/>
            </a:pPr>
            <a:r>
              <a:rPr lang="ru-RU" sz="1600">
                <a:latin typeface="+mj-lt"/>
              </a:rPr>
              <a:t>а</a:t>
            </a:r>
          </a:p>
          <a:p>
            <a:pPr eaLnBrk="1" hangingPunct="1">
              <a:defRPr/>
            </a:pPr>
            <a:endParaRPr lang="ru-RU" sz="1600">
              <a:latin typeface="+mj-lt"/>
            </a:endParaRPr>
          </a:p>
          <a:p>
            <a:pPr eaLnBrk="1" hangingPunct="1">
              <a:defRPr/>
            </a:pPr>
            <a:endParaRPr lang="en-US" sz="1600">
              <a:latin typeface="+mj-lt"/>
            </a:endParaRPr>
          </a:p>
        </p:txBody>
      </p:sp>
      <p:sp>
        <p:nvSpPr>
          <p:cNvPr id="2120" name="Line 72">
            <a:extLst>
              <a:ext uri="{FF2B5EF4-FFF2-40B4-BE49-F238E27FC236}">
                <a16:creationId xmlns:a16="http://schemas.microsoft.com/office/drawing/2014/main" id="{FC6A1D26-599C-4EF9-8949-44798E614CA4}"/>
              </a:ext>
            </a:extLst>
          </p:cNvPr>
          <p:cNvSpPr>
            <a:spLocks noChangeShapeType="1"/>
          </p:cNvSpPr>
          <p:nvPr/>
        </p:nvSpPr>
        <p:spPr bwMode="auto">
          <a:xfrm>
            <a:off x="2794001" y="2530475"/>
            <a:ext cx="460375" cy="0"/>
          </a:xfrm>
          <a:prstGeom prst="line">
            <a:avLst/>
          </a:prstGeom>
          <a:noFill/>
          <a:ln w="9525">
            <a:solidFill>
              <a:srgbClr val="000000"/>
            </a:solidFill>
            <a:round/>
            <a:headEnd type="triangle" w="sm" len="med"/>
            <a:tailEnd type="none" w="sm" len="sm"/>
          </a:ln>
        </p:spPr>
        <p:txBody>
          <a:bodyPr/>
          <a:lstStyle/>
          <a:p>
            <a:pPr eaLnBrk="1" hangingPunct="1">
              <a:defRPr/>
            </a:pPr>
            <a:endParaRPr lang="en-GB" sz="1600">
              <a:latin typeface="+mj-lt"/>
            </a:endParaRPr>
          </a:p>
        </p:txBody>
      </p:sp>
      <p:sp>
        <p:nvSpPr>
          <p:cNvPr id="2121" name="Line 73">
            <a:extLst>
              <a:ext uri="{FF2B5EF4-FFF2-40B4-BE49-F238E27FC236}">
                <a16:creationId xmlns:a16="http://schemas.microsoft.com/office/drawing/2014/main" id="{1F2A80C4-8EAE-478A-96F0-353E6DCC3FDA}"/>
              </a:ext>
            </a:extLst>
          </p:cNvPr>
          <p:cNvSpPr>
            <a:spLocks noChangeShapeType="1"/>
          </p:cNvSpPr>
          <p:nvPr/>
        </p:nvSpPr>
        <p:spPr bwMode="auto">
          <a:xfrm>
            <a:off x="3556001" y="2519363"/>
            <a:ext cx="404813" cy="0"/>
          </a:xfrm>
          <a:prstGeom prst="line">
            <a:avLst/>
          </a:prstGeom>
          <a:noFill/>
          <a:ln w="9525">
            <a:solidFill>
              <a:srgbClr val="000000"/>
            </a:solidFill>
            <a:round/>
            <a:headEnd type="none" w="sm" len="med"/>
            <a:tailEnd type="triangle" w="sm" len="med"/>
          </a:ln>
        </p:spPr>
        <p:txBody>
          <a:bodyPr/>
          <a:lstStyle/>
          <a:p>
            <a:pPr eaLnBrk="1" hangingPunct="1">
              <a:defRPr/>
            </a:pPr>
            <a:endParaRPr lang="en-GB" sz="1600">
              <a:latin typeface="+mj-lt"/>
            </a:endParaRPr>
          </a:p>
        </p:txBody>
      </p:sp>
      <p:sp>
        <p:nvSpPr>
          <p:cNvPr id="2122" name="Text Box 74">
            <a:extLst>
              <a:ext uri="{FF2B5EF4-FFF2-40B4-BE49-F238E27FC236}">
                <a16:creationId xmlns:a16="http://schemas.microsoft.com/office/drawing/2014/main" id="{05236BAE-E24E-46AB-B8C6-FA999B32F79C}"/>
              </a:ext>
            </a:extLst>
          </p:cNvPr>
          <p:cNvSpPr txBox="1">
            <a:spLocks noChangeArrowheads="1"/>
          </p:cNvSpPr>
          <p:nvPr/>
        </p:nvSpPr>
        <p:spPr bwMode="auto">
          <a:xfrm>
            <a:off x="3181351" y="2374900"/>
            <a:ext cx="530225" cy="374650"/>
          </a:xfrm>
          <a:prstGeom prst="rect">
            <a:avLst/>
          </a:prstGeom>
          <a:noFill/>
          <a:ln w="9525">
            <a:noFill/>
            <a:miter lim="800000"/>
            <a:headEnd/>
            <a:tailEnd/>
          </a:ln>
        </p:spPr>
        <p:txBody>
          <a:bodyPr/>
          <a:lstStyle/>
          <a:p>
            <a:pPr>
              <a:spcAft>
                <a:spcPts val="1000"/>
              </a:spcAft>
              <a:defRPr/>
            </a:pPr>
            <a:r>
              <a:rPr lang="en-GB" sz="1600">
                <a:latin typeface="+mj-lt"/>
              </a:rPr>
              <a:t>T</a:t>
            </a:r>
            <a:r>
              <a:rPr lang="en-GB" sz="1600" baseline="-25000">
                <a:latin typeface="+mj-lt"/>
              </a:rPr>
              <a:t>H</a:t>
            </a:r>
            <a:endParaRPr lang="en-US" sz="1600">
              <a:latin typeface="+mj-lt"/>
            </a:endParaRPr>
          </a:p>
        </p:txBody>
      </p:sp>
      <p:sp>
        <p:nvSpPr>
          <p:cNvPr id="2123" name="Line 75">
            <a:extLst>
              <a:ext uri="{FF2B5EF4-FFF2-40B4-BE49-F238E27FC236}">
                <a16:creationId xmlns:a16="http://schemas.microsoft.com/office/drawing/2014/main" id="{33319141-3E08-47FE-A8DE-A40B284AB53F}"/>
              </a:ext>
            </a:extLst>
          </p:cNvPr>
          <p:cNvSpPr>
            <a:spLocks noChangeShapeType="1"/>
          </p:cNvSpPr>
          <p:nvPr/>
        </p:nvSpPr>
        <p:spPr bwMode="auto">
          <a:xfrm>
            <a:off x="5246688" y="2532063"/>
            <a:ext cx="984250" cy="0"/>
          </a:xfrm>
          <a:prstGeom prst="line">
            <a:avLst/>
          </a:prstGeom>
          <a:noFill/>
          <a:ln w="9525">
            <a:solidFill>
              <a:srgbClr val="000000"/>
            </a:solidFill>
            <a:round/>
            <a:headEnd/>
            <a:tailEnd type="triangle" w="sm" len="med"/>
          </a:ln>
        </p:spPr>
        <p:txBody>
          <a:bodyPr/>
          <a:lstStyle/>
          <a:p>
            <a:pPr eaLnBrk="1" hangingPunct="1">
              <a:defRPr/>
            </a:pPr>
            <a:endParaRPr lang="en-GB" sz="1600">
              <a:latin typeface="+mj-lt"/>
            </a:endParaRPr>
          </a:p>
        </p:txBody>
      </p:sp>
      <p:sp>
        <p:nvSpPr>
          <p:cNvPr id="2124" name="Line 76">
            <a:extLst>
              <a:ext uri="{FF2B5EF4-FFF2-40B4-BE49-F238E27FC236}">
                <a16:creationId xmlns:a16="http://schemas.microsoft.com/office/drawing/2014/main" id="{7073052A-C496-433E-B267-96361F717249}"/>
              </a:ext>
            </a:extLst>
          </p:cNvPr>
          <p:cNvSpPr>
            <a:spLocks noChangeShapeType="1"/>
          </p:cNvSpPr>
          <p:nvPr/>
        </p:nvSpPr>
        <p:spPr bwMode="auto">
          <a:xfrm>
            <a:off x="3956050" y="2519363"/>
            <a:ext cx="985838" cy="0"/>
          </a:xfrm>
          <a:prstGeom prst="line">
            <a:avLst/>
          </a:prstGeom>
          <a:noFill/>
          <a:ln w="9525">
            <a:solidFill>
              <a:srgbClr val="000000"/>
            </a:solidFill>
            <a:round/>
            <a:headEnd type="triangle" w="sm" len="med"/>
            <a:tailEnd type="none" w="sm" len="med"/>
          </a:ln>
        </p:spPr>
        <p:txBody>
          <a:bodyPr/>
          <a:lstStyle/>
          <a:p>
            <a:pPr eaLnBrk="1" hangingPunct="1">
              <a:defRPr/>
            </a:pPr>
            <a:endParaRPr lang="en-GB" sz="1600">
              <a:latin typeface="+mj-lt"/>
            </a:endParaRPr>
          </a:p>
        </p:txBody>
      </p:sp>
      <p:sp>
        <p:nvSpPr>
          <p:cNvPr id="2125" name="Text Box 77">
            <a:extLst>
              <a:ext uri="{FF2B5EF4-FFF2-40B4-BE49-F238E27FC236}">
                <a16:creationId xmlns:a16="http://schemas.microsoft.com/office/drawing/2014/main" id="{DBAD6177-C214-4A84-99FF-E909592AFFD2}"/>
              </a:ext>
            </a:extLst>
          </p:cNvPr>
          <p:cNvSpPr txBox="1">
            <a:spLocks noChangeArrowheads="1"/>
          </p:cNvSpPr>
          <p:nvPr/>
        </p:nvSpPr>
        <p:spPr bwMode="auto">
          <a:xfrm>
            <a:off x="4922839" y="2354263"/>
            <a:ext cx="841375" cy="373062"/>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L</a:t>
            </a:r>
            <a:endParaRPr lang="en-US" sz="1600" dirty="0">
              <a:latin typeface="+mj-lt"/>
            </a:endParaRPr>
          </a:p>
        </p:txBody>
      </p:sp>
      <p:sp>
        <p:nvSpPr>
          <p:cNvPr id="2126" name="Line 78">
            <a:extLst>
              <a:ext uri="{FF2B5EF4-FFF2-40B4-BE49-F238E27FC236}">
                <a16:creationId xmlns:a16="http://schemas.microsoft.com/office/drawing/2014/main" id="{5CE317D6-8842-419B-93DE-1116C172A5D6}"/>
              </a:ext>
            </a:extLst>
          </p:cNvPr>
          <p:cNvSpPr>
            <a:spLocks noChangeShapeType="1"/>
          </p:cNvSpPr>
          <p:nvPr/>
        </p:nvSpPr>
        <p:spPr bwMode="auto">
          <a:xfrm>
            <a:off x="4819651" y="2671763"/>
            <a:ext cx="1420813" cy="0"/>
          </a:xfrm>
          <a:prstGeom prst="line">
            <a:avLst/>
          </a:prstGeom>
          <a:noFill/>
          <a:ln w="9525">
            <a:solidFill>
              <a:srgbClr val="000000"/>
            </a:solidFill>
            <a:round/>
            <a:headEnd/>
            <a:tailEnd type="triangle" w="sm" len="med"/>
          </a:ln>
        </p:spPr>
        <p:txBody>
          <a:bodyPr/>
          <a:lstStyle/>
          <a:p>
            <a:pPr eaLnBrk="1" hangingPunct="1">
              <a:defRPr/>
            </a:pPr>
            <a:endParaRPr lang="en-GB" sz="1600">
              <a:latin typeface="+mj-lt"/>
            </a:endParaRPr>
          </a:p>
        </p:txBody>
      </p:sp>
      <p:sp>
        <p:nvSpPr>
          <p:cNvPr id="2127" name="Line 79">
            <a:extLst>
              <a:ext uri="{FF2B5EF4-FFF2-40B4-BE49-F238E27FC236}">
                <a16:creationId xmlns:a16="http://schemas.microsoft.com/office/drawing/2014/main" id="{F4C1D6B1-1079-4E9A-81AE-8EE3B489A1B5}"/>
              </a:ext>
            </a:extLst>
          </p:cNvPr>
          <p:cNvSpPr>
            <a:spLocks noChangeShapeType="1"/>
          </p:cNvSpPr>
          <p:nvPr/>
        </p:nvSpPr>
        <p:spPr bwMode="auto">
          <a:xfrm>
            <a:off x="2833689" y="2649538"/>
            <a:ext cx="1343025" cy="0"/>
          </a:xfrm>
          <a:prstGeom prst="line">
            <a:avLst/>
          </a:prstGeom>
          <a:noFill/>
          <a:ln w="9525">
            <a:solidFill>
              <a:srgbClr val="000000"/>
            </a:solidFill>
            <a:round/>
            <a:headEnd type="triangle" w="sm" len="lg"/>
            <a:tailEnd type="none" w="sm" len="med"/>
          </a:ln>
        </p:spPr>
        <p:txBody>
          <a:bodyPr/>
          <a:lstStyle/>
          <a:p>
            <a:pPr eaLnBrk="1" hangingPunct="1">
              <a:defRPr/>
            </a:pPr>
            <a:endParaRPr lang="en-GB" sz="1600">
              <a:latin typeface="+mj-lt"/>
            </a:endParaRPr>
          </a:p>
        </p:txBody>
      </p:sp>
      <p:sp>
        <p:nvSpPr>
          <p:cNvPr id="2128" name="Text Box 80">
            <a:extLst>
              <a:ext uri="{FF2B5EF4-FFF2-40B4-BE49-F238E27FC236}">
                <a16:creationId xmlns:a16="http://schemas.microsoft.com/office/drawing/2014/main" id="{1A3B8FC9-7628-4057-A165-829958CF8E12}"/>
              </a:ext>
            </a:extLst>
          </p:cNvPr>
          <p:cNvSpPr txBox="1">
            <a:spLocks noChangeArrowheads="1"/>
          </p:cNvSpPr>
          <p:nvPr/>
        </p:nvSpPr>
        <p:spPr bwMode="auto">
          <a:xfrm>
            <a:off x="4237039" y="2484439"/>
            <a:ext cx="790575" cy="377825"/>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CLK</a:t>
            </a:r>
            <a:endParaRPr lang="en-US" sz="1600" dirty="0">
              <a:latin typeface="+mj-lt"/>
            </a:endParaRPr>
          </a:p>
        </p:txBody>
      </p:sp>
      <p:sp>
        <p:nvSpPr>
          <p:cNvPr id="2129" name="Line 81">
            <a:extLst>
              <a:ext uri="{FF2B5EF4-FFF2-40B4-BE49-F238E27FC236}">
                <a16:creationId xmlns:a16="http://schemas.microsoft.com/office/drawing/2014/main" id="{EE2386EC-5CFB-4F02-8F50-BA648C25DFB9}"/>
              </a:ext>
            </a:extLst>
          </p:cNvPr>
          <p:cNvSpPr>
            <a:spLocks noChangeShapeType="1"/>
          </p:cNvSpPr>
          <p:nvPr/>
        </p:nvSpPr>
        <p:spPr bwMode="auto">
          <a:xfrm>
            <a:off x="3328988" y="2822576"/>
            <a:ext cx="0" cy="124936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30" name="Line 82">
            <a:extLst>
              <a:ext uri="{FF2B5EF4-FFF2-40B4-BE49-F238E27FC236}">
                <a16:creationId xmlns:a16="http://schemas.microsoft.com/office/drawing/2014/main" id="{E3A6BE0A-FDE3-4DB0-8817-54C420AF1AED}"/>
              </a:ext>
            </a:extLst>
          </p:cNvPr>
          <p:cNvSpPr>
            <a:spLocks noChangeShapeType="1"/>
          </p:cNvSpPr>
          <p:nvPr/>
        </p:nvSpPr>
        <p:spPr bwMode="auto">
          <a:xfrm>
            <a:off x="5095875" y="3432175"/>
            <a:ext cx="0" cy="71278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31" name="Line 83">
            <a:extLst>
              <a:ext uri="{FF2B5EF4-FFF2-40B4-BE49-F238E27FC236}">
                <a16:creationId xmlns:a16="http://schemas.microsoft.com/office/drawing/2014/main" id="{2AE6BDE2-930B-46BD-9956-0C261FA28B86}"/>
              </a:ext>
            </a:extLst>
          </p:cNvPr>
          <p:cNvSpPr>
            <a:spLocks noChangeShapeType="1"/>
          </p:cNvSpPr>
          <p:nvPr/>
        </p:nvSpPr>
        <p:spPr bwMode="auto">
          <a:xfrm flipH="1">
            <a:off x="5514976" y="3473450"/>
            <a:ext cx="4763" cy="59213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32" name="Text Box 84">
            <a:extLst>
              <a:ext uri="{FF2B5EF4-FFF2-40B4-BE49-F238E27FC236}">
                <a16:creationId xmlns:a16="http://schemas.microsoft.com/office/drawing/2014/main" id="{6783F5A3-8283-4037-AB70-C91EBE6C61AB}"/>
              </a:ext>
            </a:extLst>
          </p:cNvPr>
          <p:cNvSpPr txBox="1">
            <a:spLocks noChangeArrowheads="1"/>
          </p:cNvSpPr>
          <p:nvPr/>
        </p:nvSpPr>
        <p:spPr bwMode="auto">
          <a:xfrm>
            <a:off x="3817938" y="3795713"/>
            <a:ext cx="906462" cy="419100"/>
          </a:xfrm>
          <a:prstGeom prst="rect">
            <a:avLst/>
          </a:prstGeom>
          <a:noFill/>
          <a:ln w="9525">
            <a:noFill/>
            <a:miter lim="800000"/>
            <a:headEnd/>
            <a:tailEnd/>
          </a:ln>
        </p:spPr>
        <p:txBody>
          <a:bodyPr/>
          <a:lstStyle/>
          <a:p>
            <a:pPr>
              <a:spcAft>
                <a:spcPts val="1000"/>
              </a:spcAft>
              <a:defRPr/>
            </a:pPr>
            <a:r>
              <a:rPr lang="en-GB" sz="1600" dirty="0">
                <a:latin typeface="+mj-lt"/>
              </a:rPr>
              <a:t>Tab</a:t>
            </a:r>
            <a:endParaRPr lang="en-US" sz="1600" dirty="0">
              <a:latin typeface="+mj-lt"/>
            </a:endParaRPr>
          </a:p>
        </p:txBody>
      </p:sp>
      <p:sp>
        <p:nvSpPr>
          <p:cNvPr id="2133" name="Line 85">
            <a:extLst>
              <a:ext uri="{FF2B5EF4-FFF2-40B4-BE49-F238E27FC236}">
                <a16:creationId xmlns:a16="http://schemas.microsoft.com/office/drawing/2014/main" id="{1CD73881-5B9A-458C-8B32-109C068F9A4E}"/>
              </a:ext>
            </a:extLst>
          </p:cNvPr>
          <p:cNvSpPr>
            <a:spLocks noChangeShapeType="1"/>
          </p:cNvSpPr>
          <p:nvPr/>
        </p:nvSpPr>
        <p:spPr bwMode="auto">
          <a:xfrm>
            <a:off x="2490788" y="3278188"/>
            <a:ext cx="315912" cy="0"/>
          </a:xfrm>
          <a:prstGeom prst="line">
            <a:avLst/>
          </a:prstGeom>
          <a:noFill/>
          <a:ln w="9525">
            <a:solidFill>
              <a:srgbClr val="000000"/>
            </a:solidFill>
            <a:round/>
            <a:headEnd/>
            <a:tailEnd type="triangle" w="sm" len="med"/>
          </a:ln>
        </p:spPr>
        <p:txBody>
          <a:bodyPr/>
          <a:lstStyle/>
          <a:p>
            <a:pPr eaLnBrk="1" hangingPunct="1">
              <a:defRPr/>
            </a:pPr>
            <a:endParaRPr lang="en-GB" sz="1600">
              <a:latin typeface="+mj-lt"/>
            </a:endParaRPr>
          </a:p>
        </p:txBody>
      </p:sp>
      <p:sp>
        <p:nvSpPr>
          <p:cNvPr id="2134" name="Line 86">
            <a:extLst>
              <a:ext uri="{FF2B5EF4-FFF2-40B4-BE49-F238E27FC236}">
                <a16:creationId xmlns:a16="http://schemas.microsoft.com/office/drawing/2014/main" id="{907B18FA-09F9-4F8F-A140-C93F924EE3A8}"/>
              </a:ext>
            </a:extLst>
          </p:cNvPr>
          <p:cNvSpPr>
            <a:spLocks noChangeShapeType="1"/>
          </p:cNvSpPr>
          <p:nvPr/>
        </p:nvSpPr>
        <p:spPr bwMode="auto">
          <a:xfrm>
            <a:off x="3328988" y="3286125"/>
            <a:ext cx="315912" cy="0"/>
          </a:xfrm>
          <a:prstGeom prst="line">
            <a:avLst/>
          </a:prstGeom>
          <a:noFill/>
          <a:ln w="9525">
            <a:solidFill>
              <a:srgbClr val="000000"/>
            </a:solidFill>
            <a:round/>
            <a:headEnd type="triangle" w="sm" len="med"/>
            <a:tailEnd type="none" w="sm" len="med"/>
          </a:ln>
        </p:spPr>
        <p:txBody>
          <a:bodyPr/>
          <a:lstStyle/>
          <a:p>
            <a:pPr eaLnBrk="1" hangingPunct="1">
              <a:defRPr/>
            </a:pPr>
            <a:endParaRPr lang="en-GB" sz="1600">
              <a:latin typeface="+mj-lt"/>
            </a:endParaRPr>
          </a:p>
        </p:txBody>
      </p:sp>
      <p:sp>
        <p:nvSpPr>
          <p:cNvPr id="2135" name="Text Box 87">
            <a:extLst>
              <a:ext uri="{FF2B5EF4-FFF2-40B4-BE49-F238E27FC236}">
                <a16:creationId xmlns:a16="http://schemas.microsoft.com/office/drawing/2014/main" id="{84206FBC-E758-4A95-8416-7CAFCC14CF1B}"/>
              </a:ext>
            </a:extLst>
          </p:cNvPr>
          <p:cNvSpPr txBox="1">
            <a:spLocks noChangeArrowheads="1"/>
          </p:cNvSpPr>
          <p:nvPr/>
        </p:nvSpPr>
        <p:spPr bwMode="auto">
          <a:xfrm>
            <a:off x="2709864" y="3157538"/>
            <a:ext cx="809625" cy="336550"/>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CLK-Q</a:t>
            </a:r>
            <a:endParaRPr lang="en-US" sz="1600" dirty="0">
              <a:latin typeface="+mj-lt"/>
            </a:endParaRPr>
          </a:p>
        </p:txBody>
      </p:sp>
      <p:sp>
        <p:nvSpPr>
          <p:cNvPr id="2136" name="Line 88">
            <a:extLst>
              <a:ext uri="{FF2B5EF4-FFF2-40B4-BE49-F238E27FC236}">
                <a16:creationId xmlns:a16="http://schemas.microsoft.com/office/drawing/2014/main" id="{1EE6437D-6FC3-4DA5-92FF-4BCA0AEDD7F9}"/>
              </a:ext>
            </a:extLst>
          </p:cNvPr>
          <p:cNvSpPr>
            <a:spLocks noChangeShapeType="1"/>
          </p:cNvSpPr>
          <p:nvPr/>
        </p:nvSpPr>
        <p:spPr bwMode="auto">
          <a:xfrm flipV="1">
            <a:off x="5070476" y="3976688"/>
            <a:ext cx="447675"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2137" name="Line 89">
            <a:extLst>
              <a:ext uri="{FF2B5EF4-FFF2-40B4-BE49-F238E27FC236}">
                <a16:creationId xmlns:a16="http://schemas.microsoft.com/office/drawing/2014/main" id="{1E64C669-423A-4225-B7A8-1D23B0722D22}"/>
              </a:ext>
            </a:extLst>
          </p:cNvPr>
          <p:cNvSpPr>
            <a:spLocks noChangeShapeType="1"/>
          </p:cNvSpPr>
          <p:nvPr/>
        </p:nvSpPr>
        <p:spPr bwMode="auto">
          <a:xfrm flipV="1">
            <a:off x="5538789" y="3962400"/>
            <a:ext cx="720725"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2138" name="Text Box 90">
            <a:extLst>
              <a:ext uri="{FF2B5EF4-FFF2-40B4-BE49-F238E27FC236}">
                <a16:creationId xmlns:a16="http://schemas.microsoft.com/office/drawing/2014/main" id="{F931F51F-2D61-447B-A65B-3B0838252600}"/>
              </a:ext>
            </a:extLst>
          </p:cNvPr>
          <p:cNvSpPr txBox="1">
            <a:spLocks noChangeArrowheads="1"/>
          </p:cNvSpPr>
          <p:nvPr/>
        </p:nvSpPr>
        <p:spPr bwMode="auto">
          <a:xfrm>
            <a:off x="5526089" y="4014789"/>
            <a:ext cx="788987" cy="395287"/>
          </a:xfrm>
          <a:prstGeom prst="rect">
            <a:avLst/>
          </a:prstGeom>
          <a:noFill/>
          <a:ln w="9525">
            <a:noFill/>
            <a:miter lim="800000"/>
            <a:headEnd/>
            <a:tailEnd/>
          </a:ln>
        </p:spPr>
        <p:txBody>
          <a:bodyPr/>
          <a:lstStyle/>
          <a:p>
            <a:pPr>
              <a:spcAft>
                <a:spcPts val="1000"/>
              </a:spcAft>
              <a:defRPr/>
            </a:pPr>
            <a:r>
              <a:rPr lang="en-GB" sz="1600">
                <a:latin typeface="+mj-lt"/>
              </a:rPr>
              <a:t>T</a:t>
            </a:r>
            <a:r>
              <a:rPr lang="en-GB" sz="1600" baseline="-25000">
                <a:latin typeface="+mj-lt"/>
              </a:rPr>
              <a:t>SETUP</a:t>
            </a:r>
            <a:endParaRPr lang="en-US" sz="1600">
              <a:latin typeface="+mj-lt"/>
            </a:endParaRPr>
          </a:p>
        </p:txBody>
      </p:sp>
      <p:sp>
        <p:nvSpPr>
          <p:cNvPr id="2139" name="Line 91">
            <a:extLst>
              <a:ext uri="{FF2B5EF4-FFF2-40B4-BE49-F238E27FC236}">
                <a16:creationId xmlns:a16="http://schemas.microsoft.com/office/drawing/2014/main" id="{7B7CC812-EDAF-4989-BFC2-9FE55D066211}"/>
              </a:ext>
            </a:extLst>
          </p:cNvPr>
          <p:cNvSpPr>
            <a:spLocks noChangeShapeType="1"/>
          </p:cNvSpPr>
          <p:nvPr/>
        </p:nvSpPr>
        <p:spPr bwMode="auto">
          <a:xfrm flipV="1">
            <a:off x="5926138" y="3971925"/>
            <a:ext cx="0" cy="1143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40" name="Line 92">
            <a:extLst>
              <a:ext uri="{FF2B5EF4-FFF2-40B4-BE49-F238E27FC236}">
                <a16:creationId xmlns:a16="http://schemas.microsoft.com/office/drawing/2014/main" id="{8DA39959-1915-4AE5-97A6-8EF4E0E6AEE4}"/>
              </a:ext>
            </a:extLst>
          </p:cNvPr>
          <p:cNvSpPr>
            <a:spLocks noChangeShapeType="1"/>
          </p:cNvSpPr>
          <p:nvPr/>
        </p:nvSpPr>
        <p:spPr bwMode="auto">
          <a:xfrm flipH="1">
            <a:off x="5210176" y="3975101"/>
            <a:ext cx="136525" cy="233363"/>
          </a:xfrm>
          <a:prstGeom prst="line">
            <a:avLst/>
          </a:prstGeom>
          <a:noFill/>
          <a:ln w="9525">
            <a:solidFill>
              <a:srgbClr val="000000"/>
            </a:solidFill>
            <a:prstDash val="dash"/>
            <a:round/>
            <a:headEnd/>
            <a:tailEnd/>
          </a:ln>
        </p:spPr>
        <p:txBody>
          <a:bodyPr/>
          <a:lstStyle/>
          <a:p>
            <a:pPr eaLnBrk="1" hangingPunct="1">
              <a:defRPr/>
            </a:pPr>
            <a:endParaRPr lang="en-GB" sz="1600">
              <a:latin typeface="+mj-lt"/>
            </a:endParaRPr>
          </a:p>
        </p:txBody>
      </p:sp>
      <p:sp>
        <p:nvSpPr>
          <p:cNvPr id="2141" name="Text Box 93">
            <a:extLst>
              <a:ext uri="{FF2B5EF4-FFF2-40B4-BE49-F238E27FC236}">
                <a16:creationId xmlns:a16="http://schemas.microsoft.com/office/drawing/2014/main" id="{B5B1188E-46F2-44A0-ADF1-A745AC8D7384}"/>
              </a:ext>
            </a:extLst>
          </p:cNvPr>
          <p:cNvSpPr txBox="1">
            <a:spLocks noChangeArrowheads="1"/>
          </p:cNvSpPr>
          <p:nvPr/>
        </p:nvSpPr>
        <p:spPr bwMode="auto">
          <a:xfrm>
            <a:off x="1981200" y="2176463"/>
            <a:ext cx="700088" cy="341312"/>
          </a:xfrm>
          <a:prstGeom prst="rect">
            <a:avLst/>
          </a:prstGeom>
          <a:noFill/>
          <a:ln w="9525">
            <a:noFill/>
            <a:miter lim="800000"/>
            <a:headEnd/>
            <a:tailEnd/>
          </a:ln>
        </p:spPr>
        <p:txBody>
          <a:bodyPr/>
          <a:lstStyle/>
          <a:p>
            <a:pPr>
              <a:spcAft>
                <a:spcPts val="1000"/>
              </a:spcAft>
              <a:defRPr/>
            </a:pPr>
            <a:r>
              <a:rPr lang="en-GB" sz="1600" dirty="0">
                <a:latin typeface="+mj-lt"/>
              </a:rPr>
              <a:t>CLK</a:t>
            </a:r>
            <a:endParaRPr lang="en-US" sz="1600" dirty="0">
              <a:latin typeface="+mj-lt"/>
            </a:endParaRPr>
          </a:p>
        </p:txBody>
      </p:sp>
      <p:sp>
        <p:nvSpPr>
          <p:cNvPr id="2142" name="Text Box 94">
            <a:extLst>
              <a:ext uri="{FF2B5EF4-FFF2-40B4-BE49-F238E27FC236}">
                <a16:creationId xmlns:a16="http://schemas.microsoft.com/office/drawing/2014/main" id="{0FC8A62D-FE63-4F7E-9FC8-FA55A8B26320}"/>
              </a:ext>
            </a:extLst>
          </p:cNvPr>
          <p:cNvSpPr txBox="1">
            <a:spLocks noChangeArrowheads="1"/>
          </p:cNvSpPr>
          <p:nvPr/>
        </p:nvSpPr>
        <p:spPr bwMode="auto">
          <a:xfrm>
            <a:off x="2266950" y="3482976"/>
            <a:ext cx="382588" cy="384175"/>
          </a:xfrm>
          <a:prstGeom prst="rect">
            <a:avLst/>
          </a:prstGeom>
          <a:noFill/>
          <a:ln w="9525">
            <a:noFill/>
            <a:miter lim="800000"/>
            <a:headEnd/>
            <a:tailEnd/>
          </a:ln>
        </p:spPr>
        <p:txBody>
          <a:bodyPr/>
          <a:lstStyle/>
          <a:p>
            <a:pPr eaLnBrk="1" hangingPunct="1">
              <a:defRPr/>
            </a:pPr>
            <a:r>
              <a:rPr lang="en-GB" sz="1600">
                <a:latin typeface="+mj-lt"/>
              </a:rPr>
              <a:t>b</a:t>
            </a:r>
          </a:p>
          <a:p>
            <a:pPr eaLnBrk="1" hangingPunct="1">
              <a:defRPr/>
            </a:pPr>
            <a:endParaRPr lang="ru-RU" sz="1600">
              <a:latin typeface="+mj-lt"/>
            </a:endParaRPr>
          </a:p>
          <a:p>
            <a:pPr eaLnBrk="1" hangingPunct="1">
              <a:defRPr/>
            </a:pPr>
            <a:endParaRPr lang="en-US" sz="1600">
              <a:latin typeface="+mj-lt"/>
            </a:endParaRPr>
          </a:p>
        </p:txBody>
      </p:sp>
      <p:sp>
        <p:nvSpPr>
          <p:cNvPr id="2143" name="Line 95">
            <a:extLst>
              <a:ext uri="{FF2B5EF4-FFF2-40B4-BE49-F238E27FC236}">
                <a16:creationId xmlns:a16="http://schemas.microsoft.com/office/drawing/2014/main" id="{445D5B7A-698F-498A-BA59-74DA217B81CD}"/>
              </a:ext>
            </a:extLst>
          </p:cNvPr>
          <p:cNvSpPr>
            <a:spLocks noChangeShapeType="1"/>
          </p:cNvSpPr>
          <p:nvPr/>
        </p:nvSpPr>
        <p:spPr bwMode="auto">
          <a:xfrm flipV="1">
            <a:off x="3262314" y="2833688"/>
            <a:ext cx="77787" cy="29210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44" name="Line 96">
            <a:extLst>
              <a:ext uri="{FF2B5EF4-FFF2-40B4-BE49-F238E27FC236}">
                <a16:creationId xmlns:a16="http://schemas.microsoft.com/office/drawing/2014/main" id="{3866C987-E7D5-4C9C-9658-09D3DA3806F3}"/>
              </a:ext>
            </a:extLst>
          </p:cNvPr>
          <p:cNvSpPr>
            <a:spLocks noChangeShapeType="1"/>
          </p:cNvSpPr>
          <p:nvPr/>
        </p:nvSpPr>
        <p:spPr bwMode="auto">
          <a:xfrm>
            <a:off x="3262313" y="2814638"/>
            <a:ext cx="112712" cy="28416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45" name="Line 97">
            <a:extLst>
              <a:ext uri="{FF2B5EF4-FFF2-40B4-BE49-F238E27FC236}">
                <a16:creationId xmlns:a16="http://schemas.microsoft.com/office/drawing/2014/main" id="{93FE46D7-24DD-47CF-8EED-116489DB414C}"/>
              </a:ext>
            </a:extLst>
          </p:cNvPr>
          <p:cNvSpPr>
            <a:spLocks noChangeShapeType="1"/>
          </p:cNvSpPr>
          <p:nvPr/>
        </p:nvSpPr>
        <p:spPr bwMode="auto">
          <a:xfrm>
            <a:off x="3340100" y="3957638"/>
            <a:ext cx="547688" cy="0"/>
          </a:xfrm>
          <a:prstGeom prst="line">
            <a:avLst/>
          </a:prstGeom>
          <a:noFill/>
          <a:ln w="9525">
            <a:solidFill>
              <a:srgbClr val="000000"/>
            </a:solidFill>
            <a:round/>
            <a:headEnd type="triangle" w="sm" len="med"/>
            <a:tailEnd type="none" w="sm" len="med"/>
          </a:ln>
        </p:spPr>
        <p:txBody>
          <a:bodyPr/>
          <a:lstStyle/>
          <a:p>
            <a:pPr eaLnBrk="1" hangingPunct="1">
              <a:defRPr/>
            </a:pPr>
            <a:endParaRPr lang="en-GB" sz="1600">
              <a:latin typeface="+mj-lt"/>
            </a:endParaRPr>
          </a:p>
        </p:txBody>
      </p:sp>
      <p:sp>
        <p:nvSpPr>
          <p:cNvPr id="2146" name="Line 98">
            <a:extLst>
              <a:ext uri="{FF2B5EF4-FFF2-40B4-BE49-F238E27FC236}">
                <a16:creationId xmlns:a16="http://schemas.microsoft.com/office/drawing/2014/main" id="{7672B758-3C80-47D8-BD2E-2DC15159CF47}"/>
              </a:ext>
            </a:extLst>
          </p:cNvPr>
          <p:cNvSpPr>
            <a:spLocks noChangeShapeType="1"/>
          </p:cNvSpPr>
          <p:nvPr/>
        </p:nvSpPr>
        <p:spPr bwMode="auto">
          <a:xfrm>
            <a:off x="4381501" y="3971925"/>
            <a:ext cx="696913" cy="0"/>
          </a:xfrm>
          <a:prstGeom prst="line">
            <a:avLst/>
          </a:prstGeom>
          <a:noFill/>
          <a:ln w="9525">
            <a:solidFill>
              <a:srgbClr val="000000"/>
            </a:solidFill>
            <a:round/>
            <a:headEnd/>
            <a:tailEnd type="triangle" w="sm" len="med"/>
          </a:ln>
        </p:spPr>
        <p:txBody>
          <a:bodyPr/>
          <a:lstStyle/>
          <a:p>
            <a:pPr eaLnBrk="1" hangingPunct="1">
              <a:defRPr/>
            </a:pPr>
            <a:endParaRPr lang="en-GB" sz="1600">
              <a:latin typeface="+mj-lt"/>
            </a:endParaRPr>
          </a:p>
        </p:txBody>
      </p:sp>
      <p:cxnSp>
        <p:nvCxnSpPr>
          <p:cNvPr id="18530" name="AutoShape 100">
            <a:extLst>
              <a:ext uri="{FF2B5EF4-FFF2-40B4-BE49-F238E27FC236}">
                <a16:creationId xmlns:a16="http://schemas.microsoft.com/office/drawing/2014/main" id="{FFE01643-76D1-3931-137F-ADBE1C1821B9}"/>
              </a:ext>
            </a:extLst>
          </p:cNvPr>
          <p:cNvCxnSpPr>
            <a:cxnSpLocks noChangeShapeType="1"/>
          </p:cNvCxnSpPr>
          <p:nvPr/>
        </p:nvCxnSpPr>
        <p:spPr bwMode="auto">
          <a:xfrm flipV="1">
            <a:off x="3146425" y="2822575"/>
            <a:ext cx="109538"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8531" name="AutoShape 101">
            <a:extLst>
              <a:ext uri="{FF2B5EF4-FFF2-40B4-BE49-F238E27FC236}">
                <a16:creationId xmlns:a16="http://schemas.microsoft.com/office/drawing/2014/main" id="{E97DF34F-7F87-D9F4-50C9-2335CA41F783}"/>
              </a:ext>
            </a:extLst>
          </p:cNvPr>
          <p:cNvCxnSpPr>
            <a:cxnSpLocks noChangeShapeType="1"/>
          </p:cNvCxnSpPr>
          <p:nvPr/>
        </p:nvCxnSpPr>
        <p:spPr bwMode="auto">
          <a:xfrm>
            <a:off x="3152775" y="3121025"/>
            <a:ext cx="109538"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150" name="Line 102">
            <a:extLst>
              <a:ext uri="{FF2B5EF4-FFF2-40B4-BE49-F238E27FC236}">
                <a16:creationId xmlns:a16="http://schemas.microsoft.com/office/drawing/2014/main" id="{473901B9-6A5A-4CC0-A130-DC56C952150D}"/>
              </a:ext>
            </a:extLst>
          </p:cNvPr>
          <p:cNvSpPr>
            <a:spLocks noChangeShapeType="1"/>
          </p:cNvSpPr>
          <p:nvPr/>
        </p:nvSpPr>
        <p:spPr bwMode="auto">
          <a:xfrm>
            <a:off x="5045076" y="3503613"/>
            <a:ext cx="111125" cy="334962"/>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51" name="Line 103">
            <a:extLst>
              <a:ext uri="{FF2B5EF4-FFF2-40B4-BE49-F238E27FC236}">
                <a16:creationId xmlns:a16="http://schemas.microsoft.com/office/drawing/2014/main" id="{83D1C947-C79C-46AF-9201-81B706FC3D78}"/>
              </a:ext>
            </a:extLst>
          </p:cNvPr>
          <p:cNvSpPr>
            <a:spLocks noChangeShapeType="1"/>
          </p:cNvSpPr>
          <p:nvPr/>
        </p:nvSpPr>
        <p:spPr bwMode="auto">
          <a:xfrm flipV="1">
            <a:off x="5040314" y="3527425"/>
            <a:ext cx="79375" cy="29210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52" name="Line 104">
            <a:extLst>
              <a:ext uri="{FF2B5EF4-FFF2-40B4-BE49-F238E27FC236}">
                <a16:creationId xmlns:a16="http://schemas.microsoft.com/office/drawing/2014/main" id="{6DF2D333-77C5-4227-8BAB-760A43DE28BF}"/>
              </a:ext>
            </a:extLst>
          </p:cNvPr>
          <p:cNvSpPr>
            <a:spLocks noChangeShapeType="1"/>
          </p:cNvSpPr>
          <p:nvPr/>
        </p:nvSpPr>
        <p:spPr bwMode="auto">
          <a:xfrm flipV="1">
            <a:off x="4943475" y="3527425"/>
            <a:ext cx="77788" cy="2921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53" name="Line 105">
            <a:extLst>
              <a:ext uri="{FF2B5EF4-FFF2-40B4-BE49-F238E27FC236}">
                <a16:creationId xmlns:a16="http://schemas.microsoft.com/office/drawing/2014/main" id="{6B8FFA65-009B-4F54-B7DA-FB3F57F4D1B8}"/>
              </a:ext>
            </a:extLst>
          </p:cNvPr>
          <p:cNvSpPr>
            <a:spLocks noChangeShapeType="1"/>
          </p:cNvSpPr>
          <p:nvPr/>
        </p:nvSpPr>
        <p:spPr bwMode="auto">
          <a:xfrm>
            <a:off x="4916488" y="3524251"/>
            <a:ext cx="112712" cy="2825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54" name="Line 106">
            <a:extLst>
              <a:ext uri="{FF2B5EF4-FFF2-40B4-BE49-F238E27FC236}">
                <a16:creationId xmlns:a16="http://schemas.microsoft.com/office/drawing/2014/main" id="{67177AAC-5091-41B8-AB49-D934E9EF474C}"/>
              </a:ext>
            </a:extLst>
          </p:cNvPr>
          <p:cNvSpPr>
            <a:spLocks noChangeShapeType="1"/>
          </p:cNvSpPr>
          <p:nvPr/>
        </p:nvSpPr>
        <p:spPr bwMode="auto">
          <a:xfrm>
            <a:off x="6764338" y="2828926"/>
            <a:ext cx="112712" cy="284163"/>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8537" name="TextBox 107">
            <a:extLst>
              <a:ext uri="{FF2B5EF4-FFF2-40B4-BE49-F238E27FC236}">
                <a16:creationId xmlns:a16="http://schemas.microsoft.com/office/drawing/2014/main" id="{C92B6626-FF37-EEEB-EF42-7DC56A4146C4}"/>
              </a:ext>
            </a:extLst>
          </p:cNvPr>
          <p:cNvSpPr txBox="1">
            <a:spLocks noChangeArrowheads="1"/>
          </p:cNvSpPr>
          <p:nvPr/>
        </p:nvSpPr>
        <p:spPr bwMode="auto">
          <a:xfrm>
            <a:off x="2895600" y="4800600"/>
            <a:ext cx="5943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 </a:t>
            </a:r>
            <a:endParaRPr lang="en-GB" altLang="en-US"/>
          </a:p>
        </p:txBody>
      </p:sp>
      <p:sp>
        <p:nvSpPr>
          <p:cNvPr id="18538" name="TextBox 108">
            <a:extLst>
              <a:ext uri="{FF2B5EF4-FFF2-40B4-BE49-F238E27FC236}">
                <a16:creationId xmlns:a16="http://schemas.microsoft.com/office/drawing/2014/main" id="{E1233D56-A566-47CA-E341-B9BA492E57CB}"/>
              </a:ext>
            </a:extLst>
          </p:cNvPr>
          <p:cNvSpPr txBox="1">
            <a:spLocks noChangeArrowheads="1"/>
          </p:cNvSpPr>
          <p:nvPr/>
        </p:nvSpPr>
        <p:spPr bwMode="auto">
          <a:xfrm>
            <a:off x="2133600" y="4572001"/>
            <a:ext cx="4191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t>T</a:t>
            </a:r>
            <a:r>
              <a:rPr lang="en-GB" altLang="en-US" baseline="-25000"/>
              <a:t>CLK </a:t>
            </a:r>
            <a:r>
              <a:rPr lang="en-GB" altLang="en-US"/>
              <a:t>&gt;= T </a:t>
            </a:r>
            <a:r>
              <a:rPr lang="en-GB" altLang="en-US" baseline="-25000"/>
              <a:t>CLK-Q</a:t>
            </a:r>
            <a:r>
              <a:rPr lang="en-GB" altLang="en-US"/>
              <a:t> + T</a:t>
            </a:r>
            <a:r>
              <a:rPr lang="en-GB" altLang="en-US" baseline="-25000"/>
              <a:t>COMB_MAX</a:t>
            </a:r>
            <a:r>
              <a:rPr lang="en-GB" altLang="en-US"/>
              <a:t> +T</a:t>
            </a:r>
            <a:r>
              <a:rPr lang="en-GB" altLang="en-US" baseline="-25000"/>
              <a:t>SETUP</a:t>
            </a:r>
            <a:endParaRPr lang="en-GB" altLang="en-US"/>
          </a:p>
          <a:p>
            <a:pPr eaLnBrk="1" hangingPunct="1"/>
            <a:r>
              <a:rPr lang="en-US" altLang="en-US"/>
              <a:t>T</a:t>
            </a:r>
            <a:r>
              <a:rPr lang="en-US" altLang="en-US" baseline="-25000"/>
              <a:t>COMB_MAX</a:t>
            </a:r>
            <a:r>
              <a:rPr lang="en-US" altLang="en-US"/>
              <a:t>= Tab=T</a:t>
            </a:r>
            <a:r>
              <a:rPr lang="en-US" altLang="en-US" baseline="-25000"/>
              <a:t>PD</a:t>
            </a:r>
          </a:p>
          <a:p>
            <a:pPr eaLnBrk="1" hangingPunct="1"/>
            <a:r>
              <a:rPr lang="en-GB" altLang="en-US"/>
              <a:t>Tcomb_max&lt;= T</a:t>
            </a:r>
            <a:r>
              <a:rPr lang="en-GB" altLang="en-US" baseline="-25000"/>
              <a:t>CLK</a:t>
            </a:r>
            <a:r>
              <a:rPr lang="en-GB" altLang="en-US"/>
              <a:t> </a:t>
            </a:r>
            <a:r>
              <a:rPr lang="en-US" altLang="en-US"/>
              <a:t>– (</a:t>
            </a:r>
            <a:r>
              <a:rPr lang="en-GB" altLang="en-US"/>
              <a:t>T</a:t>
            </a:r>
            <a:r>
              <a:rPr lang="en-GB" altLang="en-US" baseline="-25000"/>
              <a:t>CLK-Q</a:t>
            </a:r>
            <a:r>
              <a:rPr lang="en-GB" altLang="en-US"/>
              <a:t> + T</a:t>
            </a:r>
            <a:r>
              <a:rPr lang="en-GB" altLang="en-US" baseline="-25000"/>
              <a:t>SETUP</a:t>
            </a:r>
            <a:r>
              <a:rPr lang="en-GB" altLang="en-US"/>
              <a:t>)</a:t>
            </a:r>
          </a:p>
        </p:txBody>
      </p:sp>
      <p:sp>
        <p:nvSpPr>
          <p:cNvPr id="18539" name="Freeform 112">
            <a:extLst>
              <a:ext uri="{FF2B5EF4-FFF2-40B4-BE49-F238E27FC236}">
                <a16:creationId xmlns:a16="http://schemas.microsoft.com/office/drawing/2014/main" id="{2CB126BE-A361-7E6B-462D-76E5A984CD1E}"/>
              </a:ext>
            </a:extLst>
          </p:cNvPr>
          <p:cNvSpPr>
            <a:spLocks/>
          </p:cNvSpPr>
          <p:nvPr/>
        </p:nvSpPr>
        <p:spPr bwMode="auto">
          <a:xfrm>
            <a:off x="3332164" y="2895600"/>
            <a:ext cx="1773237" cy="762000"/>
          </a:xfrm>
          <a:custGeom>
            <a:avLst/>
            <a:gdLst>
              <a:gd name="T0" fmla="*/ 0 w 1743739"/>
              <a:gd name="T1" fmla="*/ 78762 h 731875"/>
              <a:gd name="T2" fmla="*/ 549961 w 1743739"/>
              <a:gd name="T3" fmla="*/ 55708 h 731875"/>
              <a:gd name="T4" fmla="*/ 758946 w 1743739"/>
              <a:gd name="T5" fmla="*/ 413012 h 731875"/>
              <a:gd name="T6" fmla="*/ 1528892 w 1743739"/>
              <a:gd name="T7" fmla="*/ 470641 h 731875"/>
              <a:gd name="T8" fmla="*/ 1803873 w 1743739"/>
              <a:gd name="T9" fmla="*/ 793366 h 731875"/>
              <a:gd name="T10" fmla="*/ 1803873 w 1743739"/>
              <a:gd name="T11" fmla="*/ 793366 h 7318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43739" h="731875">
                <a:moveTo>
                  <a:pt x="0" y="72657"/>
                </a:moveTo>
                <a:cubicBezTo>
                  <a:pt x="204676" y="36328"/>
                  <a:pt x="409353" y="0"/>
                  <a:pt x="531627" y="51391"/>
                </a:cubicBezTo>
                <a:cubicBezTo>
                  <a:pt x="653901" y="102782"/>
                  <a:pt x="575930" y="317206"/>
                  <a:pt x="733646" y="381001"/>
                </a:cubicBezTo>
                <a:cubicBezTo>
                  <a:pt x="891362" y="444796"/>
                  <a:pt x="1309576" y="375685"/>
                  <a:pt x="1477925" y="434164"/>
                </a:cubicBezTo>
                <a:cubicBezTo>
                  <a:pt x="1646274" y="492643"/>
                  <a:pt x="1743739" y="731875"/>
                  <a:pt x="1743739" y="731875"/>
                </a:cubicBezTo>
              </a:path>
            </a:pathLst>
          </a:custGeom>
          <a:noFill/>
          <a:ln w="28575" cap="flat" cmpd="sng" algn="ctr">
            <a:solidFill>
              <a:srgbClr val="FF0000"/>
            </a:solidFill>
            <a:prstDash val="solid"/>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8540" name="Freeform 2">
            <a:extLst>
              <a:ext uri="{FF2B5EF4-FFF2-40B4-BE49-F238E27FC236}">
                <a16:creationId xmlns:a16="http://schemas.microsoft.com/office/drawing/2014/main" id="{B6AB9975-0613-82B9-8A2E-C70FB44640A8}"/>
              </a:ext>
            </a:extLst>
          </p:cNvPr>
          <p:cNvSpPr>
            <a:spLocks/>
          </p:cNvSpPr>
          <p:nvPr/>
        </p:nvSpPr>
        <p:spPr bwMode="auto">
          <a:xfrm>
            <a:off x="812800" y="2532064"/>
            <a:ext cx="2679700" cy="674687"/>
          </a:xfrm>
          <a:custGeom>
            <a:avLst/>
            <a:gdLst>
              <a:gd name="T0" fmla="*/ 2294123 w 2680102"/>
              <a:gd name="T1" fmla="*/ 389472 h 674679"/>
              <a:gd name="T2" fmla="*/ 2497292 w 2680102"/>
              <a:gd name="T3" fmla="*/ 660408 h 674679"/>
              <a:gd name="T4" fmla="*/ 0 w 2680102"/>
              <a:gd name="T5" fmla="*/ 0 h 674679"/>
              <a:gd name="T6" fmla="*/ 0 60000 65536"/>
              <a:gd name="T7" fmla="*/ 0 60000 65536"/>
              <a:gd name="T8" fmla="*/ 0 60000 65536"/>
            </a:gdLst>
            <a:ahLst/>
            <a:cxnLst>
              <a:cxn ang="T6">
                <a:pos x="T0" y="T1"/>
              </a:cxn>
              <a:cxn ang="T7">
                <a:pos x="T2" y="T3"/>
              </a:cxn>
              <a:cxn ang="T8">
                <a:pos x="T4" y="T5"/>
              </a:cxn>
            </a:cxnLst>
            <a:rect l="0" t="0" r="r" b="b"/>
            <a:pathLst>
              <a:path w="2680102" h="674679">
                <a:moveTo>
                  <a:pt x="2294467" y="389467"/>
                </a:moveTo>
                <a:cubicBezTo>
                  <a:pt x="2587272" y="557389"/>
                  <a:pt x="2880078" y="725311"/>
                  <a:pt x="2497667" y="660400"/>
                </a:cubicBezTo>
                <a:cubicBezTo>
                  <a:pt x="2115256" y="595489"/>
                  <a:pt x="1057628" y="297744"/>
                  <a:pt x="0" y="0"/>
                </a:cubicBez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endParaRPr lang="en-US"/>
          </a:p>
        </p:txBody>
      </p:sp>
      <p:sp>
        <p:nvSpPr>
          <p:cNvPr id="18541" name="Freeform 5">
            <a:extLst>
              <a:ext uri="{FF2B5EF4-FFF2-40B4-BE49-F238E27FC236}">
                <a16:creationId xmlns:a16="http://schemas.microsoft.com/office/drawing/2014/main" id="{8CE9E86F-D791-5486-C8CD-C94DEA47F888}"/>
              </a:ext>
            </a:extLst>
          </p:cNvPr>
          <p:cNvSpPr>
            <a:spLocks/>
          </p:cNvSpPr>
          <p:nvPr/>
        </p:nvSpPr>
        <p:spPr bwMode="auto">
          <a:xfrm>
            <a:off x="2825751" y="2238376"/>
            <a:ext cx="523875" cy="741363"/>
          </a:xfrm>
          <a:custGeom>
            <a:avLst/>
            <a:gdLst>
              <a:gd name="T0" fmla="*/ 0 w 592"/>
              <a:gd name="T1" fmla="*/ 0 h 791"/>
              <a:gd name="T2" fmla="*/ 418366398 w 592"/>
              <a:gd name="T3" fmla="*/ 86131197 h 791"/>
              <a:gd name="T4" fmla="*/ 273426468 w 592"/>
              <a:gd name="T5" fmla="*/ 453508899 h 791"/>
              <a:gd name="T6" fmla="*/ 390945258 w 592"/>
              <a:gd name="T7" fmla="*/ 695204484 h 7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92" h="791">
                <a:moveTo>
                  <a:pt x="0" y="0"/>
                </a:moveTo>
                <a:cubicBezTo>
                  <a:pt x="238" y="6"/>
                  <a:pt x="476" y="12"/>
                  <a:pt x="534" y="98"/>
                </a:cubicBezTo>
                <a:cubicBezTo>
                  <a:pt x="592" y="184"/>
                  <a:pt x="355" y="401"/>
                  <a:pt x="349" y="516"/>
                </a:cubicBezTo>
                <a:cubicBezTo>
                  <a:pt x="343" y="631"/>
                  <a:pt x="474" y="745"/>
                  <a:pt x="499" y="791"/>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8EA27FBA-B362-A3E9-7645-44D6C221962A}"/>
              </a:ext>
            </a:extLst>
          </p:cNvPr>
          <p:cNvSpPr>
            <a:spLocks noGrp="1" noChangeArrowheads="1"/>
          </p:cNvSpPr>
          <p:nvPr>
            <p:ph type="title"/>
          </p:nvPr>
        </p:nvSpPr>
        <p:spPr>
          <a:xfrm>
            <a:off x="0" y="183401"/>
            <a:ext cx="11612880" cy="704088"/>
          </a:xfrm>
        </p:spPr>
        <p:txBody>
          <a:bodyPr/>
          <a:lstStyle/>
          <a:p>
            <a:r>
              <a:rPr lang="en-US" altLang="en-US"/>
              <a:t>Minimum Delay  for Hold Time  Constraint</a:t>
            </a:r>
            <a:endParaRPr lang="en-GB" altLang="en-US"/>
          </a:p>
        </p:txBody>
      </p:sp>
      <p:sp>
        <p:nvSpPr>
          <p:cNvPr id="3156" name="Text Box 84">
            <a:extLst>
              <a:ext uri="{FF2B5EF4-FFF2-40B4-BE49-F238E27FC236}">
                <a16:creationId xmlns:a16="http://schemas.microsoft.com/office/drawing/2014/main" id="{A4170C7C-ACBE-4D43-AC43-0238C7FC2C42}"/>
              </a:ext>
            </a:extLst>
          </p:cNvPr>
          <p:cNvSpPr txBox="1">
            <a:spLocks noChangeArrowheads="1"/>
          </p:cNvSpPr>
          <p:nvPr/>
        </p:nvSpPr>
        <p:spPr bwMode="auto">
          <a:xfrm>
            <a:off x="4495800" y="3983038"/>
            <a:ext cx="1339850" cy="436562"/>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HOLD SLACK</a:t>
            </a:r>
            <a:endParaRPr lang="en-US" sz="1600" dirty="0">
              <a:latin typeface="+mj-lt"/>
            </a:endParaRPr>
          </a:p>
        </p:txBody>
      </p:sp>
      <p:grpSp>
        <p:nvGrpSpPr>
          <p:cNvPr id="19460" name="Group 87">
            <a:extLst>
              <a:ext uri="{FF2B5EF4-FFF2-40B4-BE49-F238E27FC236}">
                <a16:creationId xmlns:a16="http://schemas.microsoft.com/office/drawing/2014/main" id="{1559B92B-C23D-A1F1-D581-587A6A517092}"/>
              </a:ext>
            </a:extLst>
          </p:cNvPr>
          <p:cNvGrpSpPr>
            <a:grpSpLocks/>
          </p:cNvGrpSpPr>
          <p:nvPr/>
        </p:nvGrpSpPr>
        <p:grpSpPr bwMode="auto">
          <a:xfrm>
            <a:off x="2590801" y="1828800"/>
            <a:ext cx="4754563" cy="2592388"/>
            <a:chOff x="1066800" y="1828800"/>
            <a:chExt cx="4754880" cy="2592705"/>
          </a:xfrm>
        </p:grpSpPr>
        <p:sp>
          <p:nvSpPr>
            <p:cNvPr id="3147" name="Text Box 75">
              <a:extLst>
                <a:ext uri="{FF2B5EF4-FFF2-40B4-BE49-F238E27FC236}">
                  <a16:creationId xmlns:a16="http://schemas.microsoft.com/office/drawing/2014/main" id="{7CD7424B-2D39-4942-8E2B-4911AA5BF866}"/>
                </a:ext>
              </a:extLst>
            </p:cNvPr>
            <p:cNvSpPr txBox="1">
              <a:spLocks noChangeArrowheads="1"/>
            </p:cNvSpPr>
            <p:nvPr/>
          </p:nvSpPr>
          <p:spPr bwMode="auto">
            <a:xfrm>
              <a:off x="1897118" y="4070624"/>
              <a:ext cx="755700" cy="350881"/>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HOLD</a:t>
              </a:r>
              <a:endParaRPr lang="en-US" sz="1600" dirty="0">
                <a:latin typeface="+mj-lt"/>
              </a:endParaRPr>
            </a:p>
          </p:txBody>
        </p:sp>
        <p:grpSp>
          <p:nvGrpSpPr>
            <p:cNvPr id="19464" name="Group 86">
              <a:extLst>
                <a:ext uri="{FF2B5EF4-FFF2-40B4-BE49-F238E27FC236}">
                  <a16:creationId xmlns:a16="http://schemas.microsoft.com/office/drawing/2014/main" id="{A155E798-5300-E682-16B6-AC6860D56626}"/>
                </a:ext>
              </a:extLst>
            </p:cNvPr>
            <p:cNvGrpSpPr>
              <a:grpSpLocks/>
            </p:cNvGrpSpPr>
            <p:nvPr/>
          </p:nvGrpSpPr>
          <p:grpSpPr bwMode="auto">
            <a:xfrm>
              <a:off x="1066800" y="1828800"/>
              <a:ext cx="4754880" cy="2431828"/>
              <a:chOff x="1066800" y="2019300"/>
              <a:chExt cx="4754880" cy="2431828"/>
            </a:xfrm>
          </p:grpSpPr>
          <p:sp>
            <p:nvSpPr>
              <p:cNvPr id="3075" name="Line 3">
                <a:extLst>
                  <a:ext uri="{FF2B5EF4-FFF2-40B4-BE49-F238E27FC236}">
                    <a16:creationId xmlns:a16="http://schemas.microsoft.com/office/drawing/2014/main" id="{9412235E-3B35-43F9-A81E-EEC5AD63738D}"/>
                  </a:ext>
                </a:extLst>
              </p:cNvPr>
              <p:cNvSpPr>
                <a:spLocks noChangeShapeType="1"/>
              </p:cNvSpPr>
              <p:nvPr/>
            </p:nvSpPr>
            <p:spPr bwMode="auto">
              <a:xfrm>
                <a:off x="1285890" y="2416223"/>
                <a:ext cx="604878" cy="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076" name="Line 4">
                <a:extLst>
                  <a:ext uri="{FF2B5EF4-FFF2-40B4-BE49-F238E27FC236}">
                    <a16:creationId xmlns:a16="http://schemas.microsoft.com/office/drawing/2014/main" id="{0B2A9CFD-3D64-489E-8F01-14497F9E55B9}"/>
                  </a:ext>
                </a:extLst>
              </p:cNvPr>
              <p:cNvSpPr>
                <a:spLocks noChangeShapeType="1"/>
              </p:cNvSpPr>
              <p:nvPr/>
            </p:nvSpPr>
            <p:spPr bwMode="auto">
              <a:xfrm flipV="1">
                <a:off x="1890768" y="2154254"/>
                <a:ext cx="74617" cy="261969"/>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77" name="Line 5">
                <a:extLst>
                  <a:ext uri="{FF2B5EF4-FFF2-40B4-BE49-F238E27FC236}">
                    <a16:creationId xmlns:a16="http://schemas.microsoft.com/office/drawing/2014/main" id="{2F5FAEA1-9797-43BA-826F-A34C75069821}"/>
                  </a:ext>
                </a:extLst>
              </p:cNvPr>
              <p:cNvSpPr>
                <a:spLocks noChangeShapeType="1"/>
              </p:cNvSpPr>
              <p:nvPr/>
            </p:nvSpPr>
            <p:spPr bwMode="auto">
              <a:xfrm>
                <a:off x="1960623" y="2151079"/>
                <a:ext cx="1046232" cy="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078" name="Line 6">
                <a:extLst>
                  <a:ext uri="{FF2B5EF4-FFF2-40B4-BE49-F238E27FC236}">
                    <a16:creationId xmlns:a16="http://schemas.microsoft.com/office/drawing/2014/main" id="{D33D7C30-8C5F-49BE-B0D9-A785C925DCC4}"/>
                  </a:ext>
                </a:extLst>
              </p:cNvPr>
              <p:cNvSpPr>
                <a:spLocks noChangeShapeType="1"/>
              </p:cNvSpPr>
              <p:nvPr/>
            </p:nvSpPr>
            <p:spPr bwMode="auto">
              <a:xfrm>
                <a:off x="3006854" y="2151079"/>
                <a:ext cx="66679" cy="271495"/>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079" name="Line 7">
                <a:extLst>
                  <a:ext uri="{FF2B5EF4-FFF2-40B4-BE49-F238E27FC236}">
                    <a16:creationId xmlns:a16="http://schemas.microsoft.com/office/drawing/2014/main" id="{88B813E5-CCB1-45D6-A820-7BF83B5E33B6}"/>
                  </a:ext>
                </a:extLst>
              </p:cNvPr>
              <p:cNvSpPr>
                <a:spLocks noChangeShapeType="1"/>
              </p:cNvSpPr>
              <p:nvPr/>
            </p:nvSpPr>
            <p:spPr bwMode="auto">
              <a:xfrm>
                <a:off x="3075122" y="2422574"/>
                <a:ext cx="2125804" cy="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080" name="Line 8">
                <a:extLst>
                  <a:ext uri="{FF2B5EF4-FFF2-40B4-BE49-F238E27FC236}">
                    <a16:creationId xmlns:a16="http://schemas.microsoft.com/office/drawing/2014/main" id="{3457BF7C-13B9-4D03-A613-B4FC8EEDF7B1}"/>
                  </a:ext>
                </a:extLst>
              </p:cNvPr>
              <p:cNvSpPr>
                <a:spLocks noChangeShapeType="1"/>
              </p:cNvSpPr>
              <p:nvPr/>
            </p:nvSpPr>
            <p:spPr bwMode="auto">
              <a:xfrm flipV="1">
                <a:off x="5202514" y="2152666"/>
                <a:ext cx="74617" cy="25879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81" name="Line 9">
                <a:extLst>
                  <a:ext uri="{FF2B5EF4-FFF2-40B4-BE49-F238E27FC236}">
                    <a16:creationId xmlns:a16="http://schemas.microsoft.com/office/drawing/2014/main" id="{43018356-589C-435B-8608-B3C40F234BD3}"/>
                  </a:ext>
                </a:extLst>
              </p:cNvPr>
              <p:cNvSpPr>
                <a:spLocks noChangeShapeType="1"/>
              </p:cNvSpPr>
              <p:nvPr/>
            </p:nvSpPr>
            <p:spPr bwMode="auto">
              <a:xfrm>
                <a:off x="5272368" y="2147904"/>
                <a:ext cx="523910" cy="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082" name="Line 10">
                <a:extLst>
                  <a:ext uri="{FF2B5EF4-FFF2-40B4-BE49-F238E27FC236}">
                    <a16:creationId xmlns:a16="http://schemas.microsoft.com/office/drawing/2014/main" id="{6767C387-0920-4BE4-8559-C986AC0AA3F4}"/>
                  </a:ext>
                </a:extLst>
              </p:cNvPr>
              <p:cNvSpPr>
                <a:spLocks noChangeShapeType="1"/>
              </p:cNvSpPr>
              <p:nvPr/>
            </p:nvSpPr>
            <p:spPr bwMode="auto">
              <a:xfrm>
                <a:off x="1928870" y="2136789"/>
                <a:ext cx="0" cy="231485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83" name="Line 11">
                <a:extLst>
                  <a:ext uri="{FF2B5EF4-FFF2-40B4-BE49-F238E27FC236}">
                    <a16:creationId xmlns:a16="http://schemas.microsoft.com/office/drawing/2014/main" id="{A447C9FC-3B9B-4B66-971E-0CDE1C7F1634}"/>
                  </a:ext>
                </a:extLst>
              </p:cNvPr>
              <p:cNvSpPr>
                <a:spLocks noChangeShapeType="1"/>
              </p:cNvSpPr>
              <p:nvPr/>
            </p:nvSpPr>
            <p:spPr bwMode="auto">
              <a:xfrm flipV="1">
                <a:off x="1304941" y="2773455"/>
                <a:ext cx="760464"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84" name="Line 12">
                <a:extLst>
                  <a:ext uri="{FF2B5EF4-FFF2-40B4-BE49-F238E27FC236}">
                    <a16:creationId xmlns:a16="http://schemas.microsoft.com/office/drawing/2014/main" id="{1D194AE6-FA82-4ED7-9CB9-D34F2BD80F57}"/>
                  </a:ext>
                </a:extLst>
              </p:cNvPr>
              <p:cNvSpPr>
                <a:spLocks noChangeShapeType="1"/>
              </p:cNvSpPr>
              <p:nvPr/>
            </p:nvSpPr>
            <p:spPr bwMode="auto">
              <a:xfrm flipV="1">
                <a:off x="1336693" y="3033837"/>
                <a:ext cx="712836"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85" name="Line 13">
                <a:extLst>
                  <a:ext uri="{FF2B5EF4-FFF2-40B4-BE49-F238E27FC236}">
                    <a16:creationId xmlns:a16="http://schemas.microsoft.com/office/drawing/2014/main" id="{75DC7EA9-6939-48DA-A3F7-D4CF7707C21C}"/>
                  </a:ext>
                </a:extLst>
              </p:cNvPr>
              <p:cNvSpPr>
                <a:spLocks noChangeShapeType="1"/>
              </p:cNvSpPr>
              <p:nvPr/>
            </p:nvSpPr>
            <p:spPr bwMode="auto">
              <a:xfrm flipV="1">
                <a:off x="2381338" y="2773455"/>
                <a:ext cx="3424466"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86" name="Line 14">
                <a:extLst>
                  <a:ext uri="{FF2B5EF4-FFF2-40B4-BE49-F238E27FC236}">
                    <a16:creationId xmlns:a16="http://schemas.microsoft.com/office/drawing/2014/main" id="{40D70C12-4B8A-4A55-BFE9-8B17202D4291}"/>
                  </a:ext>
                </a:extLst>
              </p:cNvPr>
              <p:cNvSpPr>
                <a:spLocks noChangeShapeType="1"/>
              </p:cNvSpPr>
              <p:nvPr/>
            </p:nvSpPr>
            <p:spPr bwMode="auto">
              <a:xfrm>
                <a:off x="2397214" y="3038599"/>
                <a:ext cx="3424466"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87" name="Line 15">
                <a:extLst>
                  <a:ext uri="{FF2B5EF4-FFF2-40B4-BE49-F238E27FC236}">
                    <a16:creationId xmlns:a16="http://schemas.microsoft.com/office/drawing/2014/main" id="{C0541D3D-0F66-4E08-8EE4-67F0DA837FCF}"/>
                  </a:ext>
                </a:extLst>
              </p:cNvPr>
              <p:cNvSpPr>
                <a:spLocks noChangeShapeType="1"/>
              </p:cNvSpPr>
              <p:nvPr/>
            </p:nvSpPr>
            <p:spPr bwMode="auto">
              <a:xfrm>
                <a:off x="2152722" y="2773455"/>
                <a:ext cx="133359"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88" name="Line 16">
                <a:extLst>
                  <a:ext uri="{FF2B5EF4-FFF2-40B4-BE49-F238E27FC236}">
                    <a16:creationId xmlns:a16="http://schemas.microsoft.com/office/drawing/2014/main" id="{9EABA7EF-A07D-4A77-B8DC-0603272AAB75}"/>
                  </a:ext>
                </a:extLst>
              </p:cNvPr>
              <p:cNvSpPr>
                <a:spLocks noChangeShapeType="1"/>
              </p:cNvSpPr>
              <p:nvPr/>
            </p:nvSpPr>
            <p:spPr bwMode="auto">
              <a:xfrm flipV="1">
                <a:off x="2170187" y="2765516"/>
                <a:ext cx="95256"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89" name="Line 17">
                <a:extLst>
                  <a:ext uri="{FF2B5EF4-FFF2-40B4-BE49-F238E27FC236}">
                    <a16:creationId xmlns:a16="http://schemas.microsoft.com/office/drawing/2014/main" id="{FE8B3DC2-C002-4E91-9803-7CC92F0FE16F}"/>
                  </a:ext>
                </a:extLst>
              </p:cNvPr>
              <p:cNvSpPr>
                <a:spLocks noChangeShapeType="1"/>
              </p:cNvSpPr>
              <p:nvPr/>
            </p:nvSpPr>
            <p:spPr bwMode="auto">
              <a:xfrm>
                <a:off x="2062229" y="2786157"/>
                <a:ext cx="107957"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0" name="Line 18">
                <a:extLst>
                  <a:ext uri="{FF2B5EF4-FFF2-40B4-BE49-F238E27FC236}">
                    <a16:creationId xmlns:a16="http://schemas.microsoft.com/office/drawing/2014/main" id="{628AC088-E089-4143-8984-3F5703982BD4}"/>
                  </a:ext>
                </a:extLst>
              </p:cNvPr>
              <p:cNvSpPr>
                <a:spLocks noChangeShapeType="1"/>
              </p:cNvSpPr>
              <p:nvPr/>
            </p:nvSpPr>
            <p:spPr bwMode="auto">
              <a:xfrm flipV="1">
                <a:off x="2065405" y="2773455"/>
                <a:ext cx="73030"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1" name="Line 19">
                <a:extLst>
                  <a:ext uri="{FF2B5EF4-FFF2-40B4-BE49-F238E27FC236}">
                    <a16:creationId xmlns:a16="http://schemas.microsoft.com/office/drawing/2014/main" id="{1621060A-1C06-4B35-A25A-0D36C2752FE2}"/>
                  </a:ext>
                </a:extLst>
              </p:cNvPr>
              <p:cNvSpPr>
                <a:spLocks noChangeShapeType="1"/>
              </p:cNvSpPr>
              <p:nvPr/>
            </p:nvSpPr>
            <p:spPr bwMode="auto">
              <a:xfrm>
                <a:off x="5239028" y="2133614"/>
                <a:ext cx="0" cy="186077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2" name="Line 20">
                <a:extLst>
                  <a:ext uri="{FF2B5EF4-FFF2-40B4-BE49-F238E27FC236}">
                    <a16:creationId xmlns:a16="http://schemas.microsoft.com/office/drawing/2014/main" id="{F8BFDF49-BC32-4E5C-82A6-538A6B14535F}"/>
                  </a:ext>
                </a:extLst>
              </p:cNvPr>
              <p:cNvSpPr>
                <a:spLocks noChangeShapeType="1"/>
              </p:cNvSpPr>
              <p:nvPr/>
            </p:nvSpPr>
            <p:spPr bwMode="auto">
              <a:xfrm>
                <a:off x="1438300" y="3392656"/>
                <a:ext cx="123515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93" name="Line 21">
                <a:extLst>
                  <a:ext uri="{FF2B5EF4-FFF2-40B4-BE49-F238E27FC236}">
                    <a16:creationId xmlns:a16="http://schemas.microsoft.com/office/drawing/2014/main" id="{A639E288-45E7-448F-82FE-EF4839445D13}"/>
                  </a:ext>
                </a:extLst>
              </p:cNvPr>
              <p:cNvSpPr>
                <a:spLocks noChangeShapeType="1"/>
              </p:cNvSpPr>
              <p:nvPr/>
            </p:nvSpPr>
            <p:spPr bwMode="auto">
              <a:xfrm>
                <a:off x="1438300" y="3659388"/>
                <a:ext cx="123674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094" name="Line 22">
                <a:extLst>
                  <a:ext uri="{FF2B5EF4-FFF2-40B4-BE49-F238E27FC236}">
                    <a16:creationId xmlns:a16="http://schemas.microsoft.com/office/drawing/2014/main" id="{E6C01D83-4D2D-488D-9E89-1D2C7BFE9FFA}"/>
                  </a:ext>
                </a:extLst>
              </p:cNvPr>
              <p:cNvSpPr>
                <a:spLocks noChangeShapeType="1"/>
              </p:cNvSpPr>
              <p:nvPr/>
            </p:nvSpPr>
            <p:spPr bwMode="auto">
              <a:xfrm>
                <a:off x="3864161" y="3395831"/>
                <a:ext cx="107957"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5" name="Line 23">
                <a:extLst>
                  <a:ext uri="{FF2B5EF4-FFF2-40B4-BE49-F238E27FC236}">
                    <a16:creationId xmlns:a16="http://schemas.microsoft.com/office/drawing/2014/main" id="{467DC7CE-CAAE-40B6-8F9C-7A3CF85F93B2}"/>
                  </a:ext>
                </a:extLst>
              </p:cNvPr>
              <p:cNvSpPr>
                <a:spLocks noChangeShapeType="1"/>
              </p:cNvSpPr>
              <p:nvPr/>
            </p:nvSpPr>
            <p:spPr bwMode="auto">
              <a:xfrm flipV="1">
                <a:off x="3864161" y="3384717"/>
                <a:ext cx="74618" cy="25879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6" name="Line 24">
                <a:extLst>
                  <a:ext uri="{FF2B5EF4-FFF2-40B4-BE49-F238E27FC236}">
                    <a16:creationId xmlns:a16="http://schemas.microsoft.com/office/drawing/2014/main" id="{3A22A470-4932-424B-B0BE-88FBD0B5DE22}"/>
                  </a:ext>
                </a:extLst>
              </p:cNvPr>
              <p:cNvSpPr>
                <a:spLocks noChangeShapeType="1"/>
              </p:cNvSpPr>
              <p:nvPr/>
            </p:nvSpPr>
            <p:spPr bwMode="auto">
              <a:xfrm flipV="1">
                <a:off x="3767318" y="3397418"/>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7" name="Line 25">
                <a:extLst>
                  <a:ext uri="{FF2B5EF4-FFF2-40B4-BE49-F238E27FC236}">
                    <a16:creationId xmlns:a16="http://schemas.microsoft.com/office/drawing/2014/main" id="{B7755822-76E2-40B5-AE7E-6E06828A21B6}"/>
                  </a:ext>
                </a:extLst>
              </p:cNvPr>
              <p:cNvSpPr>
                <a:spLocks noChangeShapeType="1"/>
              </p:cNvSpPr>
              <p:nvPr/>
            </p:nvSpPr>
            <p:spPr bwMode="auto">
              <a:xfrm>
                <a:off x="3741916" y="3394243"/>
                <a:ext cx="107957" cy="250856"/>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8" name="Line 26">
                <a:extLst>
                  <a:ext uri="{FF2B5EF4-FFF2-40B4-BE49-F238E27FC236}">
                    <a16:creationId xmlns:a16="http://schemas.microsoft.com/office/drawing/2014/main" id="{B825652B-46FF-4F67-856A-48D1FFC163CA}"/>
                  </a:ext>
                </a:extLst>
              </p:cNvPr>
              <p:cNvSpPr>
                <a:spLocks noChangeShapeType="1"/>
              </p:cNvSpPr>
              <p:nvPr/>
            </p:nvSpPr>
            <p:spPr bwMode="auto">
              <a:xfrm>
                <a:off x="3633959" y="3399007"/>
                <a:ext cx="107957" cy="25403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99" name="Line 27">
                <a:extLst>
                  <a:ext uri="{FF2B5EF4-FFF2-40B4-BE49-F238E27FC236}">
                    <a16:creationId xmlns:a16="http://schemas.microsoft.com/office/drawing/2014/main" id="{64B8CC0F-EB63-48B5-8523-CF3C95799BD7}"/>
                  </a:ext>
                </a:extLst>
              </p:cNvPr>
              <p:cNvSpPr>
                <a:spLocks noChangeShapeType="1"/>
              </p:cNvSpPr>
              <p:nvPr/>
            </p:nvSpPr>
            <p:spPr bwMode="auto">
              <a:xfrm flipV="1">
                <a:off x="3659361" y="3397418"/>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0" name="Line 28">
                <a:extLst>
                  <a:ext uri="{FF2B5EF4-FFF2-40B4-BE49-F238E27FC236}">
                    <a16:creationId xmlns:a16="http://schemas.microsoft.com/office/drawing/2014/main" id="{D5BACBE9-702C-4AEA-BB2A-5027D7E56FB1}"/>
                  </a:ext>
                </a:extLst>
              </p:cNvPr>
              <p:cNvSpPr>
                <a:spLocks noChangeShapeType="1"/>
              </p:cNvSpPr>
              <p:nvPr/>
            </p:nvSpPr>
            <p:spPr bwMode="auto">
              <a:xfrm>
                <a:off x="3529177" y="3397418"/>
                <a:ext cx="107957" cy="252444"/>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1" name="Line 29">
                <a:extLst>
                  <a:ext uri="{FF2B5EF4-FFF2-40B4-BE49-F238E27FC236}">
                    <a16:creationId xmlns:a16="http://schemas.microsoft.com/office/drawing/2014/main" id="{FBDAFCF1-BA81-46FF-933E-71ADCD21EA6F}"/>
                  </a:ext>
                </a:extLst>
              </p:cNvPr>
              <p:cNvSpPr>
                <a:spLocks noChangeShapeType="1"/>
              </p:cNvSpPr>
              <p:nvPr/>
            </p:nvSpPr>
            <p:spPr bwMode="auto">
              <a:xfrm flipV="1">
                <a:off x="3554579" y="3391068"/>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2" name="Line 30">
                <a:extLst>
                  <a:ext uri="{FF2B5EF4-FFF2-40B4-BE49-F238E27FC236}">
                    <a16:creationId xmlns:a16="http://schemas.microsoft.com/office/drawing/2014/main" id="{A984955B-8417-4504-BC28-216A61955970}"/>
                  </a:ext>
                </a:extLst>
              </p:cNvPr>
              <p:cNvSpPr>
                <a:spLocks noChangeShapeType="1"/>
              </p:cNvSpPr>
              <p:nvPr/>
            </p:nvSpPr>
            <p:spPr bwMode="auto">
              <a:xfrm>
                <a:off x="3425982" y="3410120"/>
                <a:ext cx="107957" cy="252444"/>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3" name="Line 31">
                <a:extLst>
                  <a:ext uri="{FF2B5EF4-FFF2-40B4-BE49-F238E27FC236}">
                    <a16:creationId xmlns:a16="http://schemas.microsoft.com/office/drawing/2014/main" id="{9B197AE3-A0FE-4D74-AA3D-F73D8238391A}"/>
                  </a:ext>
                </a:extLst>
              </p:cNvPr>
              <p:cNvSpPr>
                <a:spLocks noChangeShapeType="1"/>
              </p:cNvSpPr>
              <p:nvPr/>
            </p:nvSpPr>
            <p:spPr bwMode="auto">
              <a:xfrm flipV="1">
                <a:off x="3440271" y="3397418"/>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4" name="Line 32">
                <a:extLst>
                  <a:ext uri="{FF2B5EF4-FFF2-40B4-BE49-F238E27FC236}">
                    <a16:creationId xmlns:a16="http://schemas.microsoft.com/office/drawing/2014/main" id="{AA63D4A0-5988-4785-B202-2654023CB8A2}"/>
                  </a:ext>
                </a:extLst>
              </p:cNvPr>
              <p:cNvSpPr>
                <a:spLocks noChangeShapeType="1"/>
              </p:cNvSpPr>
              <p:nvPr/>
            </p:nvSpPr>
            <p:spPr bwMode="auto">
              <a:xfrm>
                <a:off x="3322788" y="3391068"/>
                <a:ext cx="107957" cy="252444"/>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5" name="Line 33">
                <a:extLst>
                  <a:ext uri="{FF2B5EF4-FFF2-40B4-BE49-F238E27FC236}">
                    <a16:creationId xmlns:a16="http://schemas.microsoft.com/office/drawing/2014/main" id="{C01062BF-6BED-44A1-ADCC-5FC630CD43A9}"/>
                  </a:ext>
                </a:extLst>
              </p:cNvPr>
              <p:cNvSpPr>
                <a:spLocks noChangeShapeType="1"/>
              </p:cNvSpPr>
              <p:nvPr/>
            </p:nvSpPr>
            <p:spPr bwMode="auto">
              <a:xfrm flipV="1">
                <a:off x="3329139" y="3392656"/>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6" name="Line 34">
                <a:extLst>
                  <a:ext uri="{FF2B5EF4-FFF2-40B4-BE49-F238E27FC236}">
                    <a16:creationId xmlns:a16="http://schemas.microsoft.com/office/drawing/2014/main" id="{121AF4CB-49AE-4175-99D2-5CBB0FC0478A}"/>
                  </a:ext>
                </a:extLst>
              </p:cNvPr>
              <p:cNvSpPr>
                <a:spLocks noChangeShapeType="1"/>
              </p:cNvSpPr>
              <p:nvPr/>
            </p:nvSpPr>
            <p:spPr bwMode="auto">
              <a:xfrm flipV="1">
                <a:off x="3225944" y="3392656"/>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7" name="Line 35">
                <a:extLst>
                  <a:ext uri="{FF2B5EF4-FFF2-40B4-BE49-F238E27FC236}">
                    <a16:creationId xmlns:a16="http://schemas.microsoft.com/office/drawing/2014/main" id="{21967AA3-00DF-412B-A274-177261D467D4}"/>
                  </a:ext>
                </a:extLst>
              </p:cNvPr>
              <p:cNvSpPr>
                <a:spLocks noChangeShapeType="1"/>
              </p:cNvSpPr>
              <p:nvPr/>
            </p:nvSpPr>
            <p:spPr bwMode="auto">
              <a:xfrm>
                <a:off x="3200542" y="3387892"/>
                <a:ext cx="106370" cy="252444"/>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8" name="Line 36">
                <a:extLst>
                  <a:ext uri="{FF2B5EF4-FFF2-40B4-BE49-F238E27FC236}">
                    <a16:creationId xmlns:a16="http://schemas.microsoft.com/office/drawing/2014/main" id="{FA11C905-42AE-4C83-87F5-B80FBA55BF75}"/>
                  </a:ext>
                </a:extLst>
              </p:cNvPr>
              <p:cNvSpPr>
                <a:spLocks noChangeShapeType="1"/>
              </p:cNvSpPr>
              <p:nvPr/>
            </p:nvSpPr>
            <p:spPr bwMode="auto">
              <a:xfrm>
                <a:off x="3092585" y="3394243"/>
                <a:ext cx="106370" cy="252444"/>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09" name="Line 37">
                <a:extLst>
                  <a:ext uri="{FF2B5EF4-FFF2-40B4-BE49-F238E27FC236}">
                    <a16:creationId xmlns:a16="http://schemas.microsoft.com/office/drawing/2014/main" id="{8163C03A-6807-463D-8B13-E6C88384DFDB}"/>
                  </a:ext>
                </a:extLst>
              </p:cNvPr>
              <p:cNvSpPr>
                <a:spLocks noChangeShapeType="1"/>
              </p:cNvSpPr>
              <p:nvPr/>
            </p:nvSpPr>
            <p:spPr bwMode="auto">
              <a:xfrm flipV="1">
                <a:off x="3117987" y="3392656"/>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0" name="Line 38">
                <a:extLst>
                  <a:ext uri="{FF2B5EF4-FFF2-40B4-BE49-F238E27FC236}">
                    <a16:creationId xmlns:a16="http://schemas.microsoft.com/office/drawing/2014/main" id="{A3ACF8DA-040A-4D96-85A2-14A193CC04A8}"/>
                  </a:ext>
                </a:extLst>
              </p:cNvPr>
              <p:cNvSpPr>
                <a:spLocks noChangeShapeType="1"/>
              </p:cNvSpPr>
              <p:nvPr/>
            </p:nvSpPr>
            <p:spPr bwMode="auto">
              <a:xfrm>
                <a:off x="2987803" y="3392656"/>
                <a:ext cx="106370" cy="250856"/>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1" name="Line 39">
                <a:extLst>
                  <a:ext uri="{FF2B5EF4-FFF2-40B4-BE49-F238E27FC236}">
                    <a16:creationId xmlns:a16="http://schemas.microsoft.com/office/drawing/2014/main" id="{3A30AC7F-6B27-4BC3-851D-0B9C101236D9}"/>
                  </a:ext>
                </a:extLst>
              </p:cNvPr>
              <p:cNvSpPr>
                <a:spLocks noChangeShapeType="1"/>
              </p:cNvSpPr>
              <p:nvPr/>
            </p:nvSpPr>
            <p:spPr bwMode="auto">
              <a:xfrm flipV="1">
                <a:off x="3013205" y="3384717"/>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2" name="Line 40">
                <a:extLst>
                  <a:ext uri="{FF2B5EF4-FFF2-40B4-BE49-F238E27FC236}">
                    <a16:creationId xmlns:a16="http://schemas.microsoft.com/office/drawing/2014/main" id="{5EC23CFF-8DAF-46F8-933B-B8CE7CE5AA48}"/>
                  </a:ext>
                </a:extLst>
              </p:cNvPr>
              <p:cNvSpPr>
                <a:spLocks noChangeShapeType="1"/>
              </p:cNvSpPr>
              <p:nvPr/>
            </p:nvSpPr>
            <p:spPr bwMode="auto">
              <a:xfrm>
                <a:off x="2884609" y="3403769"/>
                <a:ext cx="107957" cy="25403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3" name="Line 41">
                <a:extLst>
                  <a:ext uri="{FF2B5EF4-FFF2-40B4-BE49-F238E27FC236}">
                    <a16:creationId xmlns:a16="http://schemas.microsoft.com/office/drawing/2014/main" id="{3599C2B4-0C8B-4ADE-8A92-00E30B07C5D7}"/>
                  </a:ext>
                </a:extLst>
              </p:cNvPr>
              <p:cNvSpPr>
                <a:spLocks noChangeShapeType="1"/>
              </p:cNvSpPr>
              <p:nvPr/>
            </p:nvSpPr>
            <p:spPr bwMode="auto">
              <a:xfrm flipV="1">
                <a:off x="2898897" y="3392656"/>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4" name="Line 42">
                <a:extLst>
                  <a:ext uri="{FF2B5EF4-FFF2-40B4-BE49-F238E27FC236}">
                    <a16:creationId xmlns:a16="http://schemas.microsoft.com/office/drawing/2014/main" id="{1C22C27E-511D-4981-A466-949D3E2E625A}"/>
                  </a:ext>
                </a:extLst>
              </p:cNvPr>
              <p:cNvSpPr>
                <a:spLocks noChangeShapeType="1"/>
              </p:cNvSpPr>
              <p:nvPr/>
            </p:nvSpPr>
            <p:spPr bwMode="auto">
              <a:xfrm>
                <a:off x="2787765" y="3392656"/>
                <a:ext cx="106370"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5" name="Line 43">
                <a:extLst>
                  <a:ext uri="{FF2B5EF4-FFF2-40B4-BE49-F238E27FC236}">
                    <a16:creationId xmlns:a16="http://schemas.microsoft.com/office/drawing/2014/main" id="{55C57C2E-5C39-499E-970B-F78BDFA41A04}"/>
                  </a:ext>
                </a:extLst>
              </p:cNvPr>
              <p:cNvSpPr>
                <a:spLocks noChangeShapeType="1"/>
              </p:cNvSpPr>
              <p:nvPr/>
            </p:nvSpPr>
            <p:spPr bwMode="auto">
              <a:xfrm flipV="1">
                <a:off x="2794115" y="3394243"/>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6" name="Line 44">
                <a:extLst>
                  <a:ext uri="{FF2B5EF4-FFF2-40B4-BE49-F238E27FC236}">
                    <a16:creationId xmlns:a16="http://schemas.microsoft.com/office/drawing/2014/main" id="{310A9CF1-54F2-4929-B353-02A499E871CC}"/>
                  </a:ext>
                </a:extLst>
              </p:cNvPr>
              <p:cNvSpPr>
                <a:spLocks noChangeShapeType="1"/>
              </p:cNvSpPr>
              <p:nvPr/>
            </p:nvSpPr>
            <p:spPr bwMode="auto">
              <a:xfrm flipV="1">
                <a:off x="2689333" y="3394243"/>
                <a:ext cx="74618"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7" name="Line 45">
                <a:extLst>
                  <a:ext uri="{FF2B5EF4-FFF2-40B4-BE49-F238E27FC236}">
                    <a16:creationId xmlns:a16="http://schemas.microsoft.com/office/drawing/2014/main" id="{7D157086-12FF-4DED-8730-4E3714720EDB}"/>
                  </a:ext>
                </a:extLst>
              </p:cNvPr>
              <p:cNvSpPr>
                <a:spLocks noChangeShapeType="1"/>
              </p:cNvSpPr>
              <p:nvPr/>
            </p:nvSpPr>
            <p:spPr bwMode="auto">
              <a:xfrm>
                <a:off x="2667107" y="3397418"/>
                <a:ext cx="106370" cy="25403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18" name="Line 46">
                <a:extLst>
                  <a:ext uri="{FF2B5EF4-FFF2-40B4-BE49-F238E27FC236}">
                    <a16:creationId xmlns:a16="http://schemas.microsoft.com/office/drawing/2014/main" id="{86522963-B08A-420D-8FE2-30E0DE83D0AE}"/>
                  </a:ext>
                </a:extLst>
              </p:cNvPr>
              <p:cNvSpPr>
                <a:spLocks noChangeShapeType="1"/>
              </p:cNvSpPr>
              <p:nvPr/>
            </p:nvSpPr>
            <p:spPr bwMode="auto">
              <a:xfrm flipV="1">
                <a:off x="2775064" y="3391068"/>
                <a:ext cx="1165303" cy="1588"/>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119" name="Line 47">
                <a:extLst>
                  <a:ext uri="{FF2B5EF4-FFF2-40B4-BE49-F238E27FC236}">
                    <a16:creationId xmlns:a16="http://schemas.microsoft.com/office/drawing/2014/main" id="{F059D182-8AA1-40BD-AC59-FF36B8139F20}"/>
                  </a:ext>
                </a:extLst>
              </p:cNvPr>
              <p:cNvSpPr>
                <a:spLocks noChangeShapeType="1"/>
              </p:cNvSpPr>
              <p:nvPr/>
            </p:nvSpPr>
            <p:spPr bwMode="auto">
              <a:xfrm>
                <a:off x="2773477" y="3657800"/>
                <a:ext cx="1189116" cy="1588"/>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120" name="Text Box 48">
                <a:extLst>
                  <a:ext uri="{FF2B5EF4-FFF2-40B4-BE49-F238E27FC236}">
                    <a16:creationId xmlns:a16="http://schemas.microsoft.com/office/drawing/2014/main" id="{58FFEC4B-AC55-4931-9B39-19F01B4B7EA5}"/>
                  </a:ext>
                </a:extLst>
              </p:cNvPr>
              <p:cNvSpPr txBox="1">
                <a:spLocks noChangeArrowheads="1"/>
              </p:cNvSpPr>
              <p:nvPr/>
            </p:nvSpPr>
            <p:spPr bwMode="auto">
              <a:xfrm>
                <a:off x="1247787" y="2721061"/>
                <a:ext cx="552487" cy="341355"/>
              </a:xfrm>
              <a:prstGeom prst="rect">
                <a:avLst/>
              </a:prstGeom>
              <a:noFill/>
              <a:ln w="9525">
                <a:noFill/>
                <a:miter lim="800000"/>
                <a:headEnd/>
                <a:tailEnd/>
              </a:ln>
            </p:spPr>
            <p:txBody>
              <a:bodyPr/>
              <a:lstStyle/>
              <a:p>
                <a:pPr eaLnBrk="1" hangingPunct="1">
                  <a:defRPr/>
                </a:pPr>
                <a:r>
                  <a:rPr lang="en-US" sz="1600">
                    <a:latin typeface="+mj-lt"/>
                  </a:rPr>
                  <a:t>c</a:t>
                </a:r>
              </a:p>
              <a:p>
                <a:pPr eaLnBrk="1" hangingPunct="1">
                  <a:defRPr/>
                </a:pPr>
                <a:endParaRPr lang="ru-RU" sz="1600">
                  <a:latin typeface="+mj-lt"/>
                </a:endParaRPr>
              </a:p>
              <a:p>
                <a:pPr eaLnBrk="1" hangingPunct="1">
                  <a:defRPr/>
                </a:pPr>
                <a:endParaRPr lang="en-US" sz="1600">
                  <a:latin typeface="+mj-lt"/>
                </a:endParaRPr>
              </a:p>
            </p:txBody>
          </p:sp>
          <p:sp>
            <p:nvSpPr>
              <p:cNvPr id="3121" name="Line 49">
                <a:extLst>
                  <a:ext uri="{FF2B5EF4-FFF2-40B4-BE49-F238E27FC236}">
                    <a16:creationId xmlns:a16="http://schemas.microsoft.com/office/drawing/2014/main" id="{80FB2A9F-A045-4668-A48F-143210F984CA}"/>
                  </a:ext>
                </a:extLst>
              </p:cNvPr>
              <p:cNvSpPr>
                <a:spLocks noChangeShapeType="1"/>
              </p:cNvSpPr>
              <p:nvPr/>
            </p:nvSpPr>
            <p:spPr bwMode="auto">
              <a:xfrm>
                <a:off x="1954272" y="2513073"/>
                <a:ext cx="385788" cy="0"/>
              </a:xfrm>
              <a:prstGeom prst="line">
                <a:avLst/>
              </a:prstGeom>
              <a:noFill/>
              <a:ln w="19050">
                <a:solidFill>
                  <a:srgbClr val="0000FF"/>
                </a:solidFill>
                <a:round/>
                <a:headEnd type="triangle" w="sm" len="med"/>
                <a:tailEnd type="none" w="sm" len="sm"/>
              </a:ln>
            </p:spPr>
            <p:txBody>
              <a:bodyPr/>
              <a:lstStyle/>
              <a:p>
                <a:pPr eaLnBrk="1" hangingPunct="1">
                  <a:defRPr/>
                </a:pPr>
                <a:endParaRPr lang="en-GB" sz="1600">
                  <a:latin typeface="+mj-lt"/>
                </a:endParaRPr>
              </a:p>
            </p:txBody>
          </p:sp>
          <p:sp>
            <p:nvSpPr>
              <p:cNvPr id="3122" name="Line 50">
                <a:extLst>
                  <a:ext uri="{FF2B5EF4-FFF2-40B4-BE49-F238E27FC236}">
                    <a16:creationId xmlns:a16="http://schemas.microsoft.com/office/drawing/2014/main" id="{148BBFDF-C428-4970-A198-F45A3A37572D}"/>
                  </a:ext>
                </a:extLst>
              </p:cNvPr>
              <p:cNvSpPr>
                <a:spLocks noChangeShapeType="1"/>
              </p:cNvSpPr>
              <p:nvPr/>
            </p:nvSpPr>
            <p:spPr bwMode="auto">
              <a:xfrm>
                <a:off x="2644880" y="2494021"/>
                <a:ext cx="387376" cy="0"/>
              </a:xfrm>
              <a:prstGeom prst="line">
                <a:avLst/>
              </a:prstGeom>
              <a:noFill/>
              <a:ln w="19050">
                <a:solidFill>
                  <a:srgbClr val="0000FF"/>
                </a:solidFill>
                <a:round/>
                <a:headEnd type="none" w="sm" len="med"/>
                <a:tailEnd type="triangle" w="sm" len="med"/>
              </a:ln>
            </p:spPr>
            <p:txBody>
              <a:bodyPr/>
              <a:lstStyle/>
              <a:p>
                <a:pPr eaLnBrk="1" hangingPunct="1">
                  <a:defRPr/>
                </a:pPr>
                <a:endParaRPr lang="en-GB" sz="1600">
                  <a:latin typeface="+mj-lt"/>
                </a:endParaRPr>
              </a:p>
            </p:txBody>
          </p:sp>
          <p:sp>
            <p:nvSpPr>
              <p:cNvPr id="3123" name="Text Box 51">
                <a:extLst>
                  <a:ext uri="{FF2B5EF4-FFF2-40B4-BE49-F238E27FC236}">
                    <a16:creationId xmlns:a16="http://schemas.microsoft.com/office/drawing/2014/main" id="{927814B1-536F-48D6-8644-78B29F2D558D}"/>
                  </a:ext>
                </a:extLst>
              </p:cNvPr>
              <p:cNvSpPr txBox="1">
                <a:spLocks noChangeArrowheads="1"/>
              </p:cNvSpPr>
              <p:nvPr/>
            </p:nvSpPr>
            <p:spPr bwMode="auto">
              <a:xfrm>
                <a:off x="2286081" y="2290796"/>
                <a:ext cx="506447" cy="335003"/>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H</a:t>
                </a:r>
                <a:endParaRPr lang="en-US" sz="1600" dirty="0">
                  <a:latin typeface="+mj-lt"/>
                </a:endParaRPr>
              </a:p>
            </p:txBody>
          </p:sp>
          <p:sp>
            <p:nvSpPr>
              <p:cNvPr id="3124" name="Line 52">
                <a:extLst>
                  <a:ext uri="{FF2B5EF4-FFF2-40B4-BE49-F238E27FC236}">
                    <a16:creationId xmlns:a16="http://schemas.microsoft.com/office/drawing/2014/main" id="{EA106ADE-22FE-4457-8F44-6F82BAB40F1F}"/>
                  </a:ext>
                </a:extLst>
              </p:cNvPr>
              <p:cNvSpPr>
                <a:spLocks noChangeShapeType="1"/>
              </p:cNvSpPr>
              <p:nvPr/>
            </p:nvSpPr>
            <p:spPr bwMode="auto">
              <a:xfrm>
                <a:off x="4261063" y="2494021"/>
                <a:ext cx="943038" cy="0"/>
              </a:xfrm>
              <a:prstGeom prst="line">
                <a:avLst/>
              </a:prstGeom>
              <a:noFill/>
              <a:ln w="19050">
                <a:solidFill>
                  <a:srgbClr val="0000FF"/>
                </a:solidFill>
                <a:round/>
                <a:headEnd/>
                <a:tailEnd type="triangle" w="sm" len="med"/>
              </a:ln>
            </p:spPr>
            <p:txBody>
              <a:bodyPr/>
              <a:lstStyle/>
              <a:p>
                <a:pPr eaLnBrk="1" hangingPunct="1">
                  <a:defRPr/>
                </a:pPr>
                <a:endParaRPr lang="en-GB" sz="1600">
                  <a:latin typeface="+mj-lt"/>
                </a:endParaRPr>
              </a:p>
            </p:txBody>
          </p:sp>
          <p:sp>
            <p:nvSpPr>
              <p:cNvPr id="3125" name="Line 53">
                <a:extLst>
                  <a:ext uri="{FF2B5EF4-FFF2-40B4-BE49-F238E27FC236}">
                    <a16:creationId xmlns:a16="http://schemas.microsoft.com/office/drawing/2014/main" id="{798CE0DC-3979-46DD-A0D4-1947DBE2B360}"/>
                  </a:ext>
                </a:extLst>
              </p:cNvPr>
              <p:cNvSpPr>
                <a:spLocks noChangeShapeType="1"/>
              </p:cNvSpPr>
              <p:nvPr/>
            </p:nvSpPr>
            <p:spPr bwMode="auto">
              <a:xfrm>
                <a:off x="3027494" y="2501959"/>
                <a:ext cx="943038" cy="0"/>
              </a:xfrm>
              <a:prstGeom prst="line">
                <a:avLst/>
              </a:prstGeom>
              <a:noFill/>
              <a:ln w="19050">
                <a:solidFill>
                  <a:srgbClr val="0000FF"/>
                </a:solidFill>
                <a:round/>
                <a:headEnd type="triangle" w="sm" len="med"/>
                <a:tailEnd type="none" w="sm" len="med"/>
              </a:ln>
            </p:spPr>
            <p:txBody>
              <a:bodyPr/>
              <a:lstStyle/>
              <a:p>
                <a:pPr eaLnBrk="1" hangingPunct="1">
                  <a:defRPr/>
                </a:pPr>
                <a:endParaRPr lang="en-GB" sz="1600">
                  <a:latin typeface="+mj-lt"/>
                </a:endParaRPr>
              </a:p>
            </p:txBody>
          </p:sp>
          <p:sp>
            <p:nvSpPr>
              <p:cNvPr id="3126" name="Text Box 54">
                <a:extLst>
                  <a:ext uri="{FF2B5EF4-FFF2-40B4-BE49-F238E27FC236}">
                    <a16:creationId xmlns:a16="http://schemas.microsoft.com/office/drawing/2014/main" id="{38615468-A466-47EC-AD73-1706BD9A8FBA}"/>
                  </a:ext>
                </a:extLst>
              </p:cNvPr>
              <p:cNvSpPr txBox="1">
                <a:spLocks noChangeArrowheads="1"/>
              </p:cNvSpPr>
              <p:nvPr/>
            </p:nvSpPr>
            <p:spPr bwMode="auto">
              <a:xfrm>
                <a:off x="3953067" y="2355891"/>
                <a:ext cx="542961" cy="333416"/>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L</a:t>
                </a:r>
                <a:endParaRPr lang="en-US" sz="1600" dirty="0">
                  <a:latin typeface="+mj-lt"/>
                </a:endParaRPr>
              </a:p>
            </p:txBody>
          </p:sp>
          <p:sp>
            <p:nvSpPr>
              <p:cNvPr id="3127" name="Line 55">
                <a:extLst>
                  <a:ext uri="{FF2B5EF4-FFF2-40B4-BE49-F238E27FC236}">
                    <a16:creationId xmlns:a16="http://schemas.microsoft.com/office/drawing/2014/main" id="{BF929152-DE41-4557-BF74-64C13CCA9562}"/>
                  </a:ext>
                </a:extLst>
              </p:cNvPr>
              <p:cNvSpPr>
                <a:spLocks noChangeShapeType="1"/>
              </p:cNvSpPr>
              <p:nvPr/>
            </p:nvSpPr>
            <p:spPr bwMode="auto">
              <a:xfrm>
                <a:off x="3853049" y="2655966"/>
                <a:ext cx="1358991" cy="0"/>
              </a:xfrm>
              <a:prstGeom prst="line">
                <a:avLst/>
              </a:prstGeom>
              <a:noFill/>
              <a:ln w="19050">
                <a:solidFill>
                  <a:srgbClr val="0000FF"/>
                </a:solidFill>
                <a:round/>
                <a:headEnd/>
                <a:tailEnd type="triangle" w="sm" len="med"/>
              </a:ln>
            </p:spPr>
            <p:txBody>
              <a:bodyPr/>
              <a:lstStyle/>
              <a:p>
                <a:pPr eaLnBrk="1" hangingPunct="1">
                  <a:defRPr/>
                </a:pPr>
                <a:endParaRPr lang="en-GB" sz="1600">
                  <a:latin typeface="+mj-lt"/>
                </a:endParaRPr>
              </a:p>
            </p:txBody>
          </p:sp>
          <p:sp>
            <p:nvSpPr>
              <p:cNvPr id="3128" name="Line 56">
                <a:extLst>
                  <a:ext uri="{FF2B5EF4-FFF2-40B4-BE49-F238E27FC236}">
                    <a16:creationId xmlns:a16="http://schemas.microsoft.com/office/drawing/2014/main" id="{0C967DD8-1BC8-4732-A9F2-2AAE40E4C9EE}"/>
                  </a:ext>
                </a:extLst>
              </p:cNvPr>
              <p:cNvSpPr>
                <a:spLocks noChangeShapeType="1"/>
              </p:cNvSpPr>
              <p:nvPr/>
            </p:nvSpPr>
            <p:spPr bwMode="auto">
              <a:xfrm>
                <a:off x="1954272" y="2649615"/>
                <a:ext cx="1284373" cy="0"/>
              </a:xfrm>
              <a:prstGeom prst="line">
                <a:avLst/>
              </a:prstGeom>
              <a:noFill/>
              <a:ln w="19050">
                <a:solidFill>
                  <a:srgbClr val="0000FF"/>
                </a:solidFill>
                <a:round/>
                <a:headEnd type="triangle" w="sm" len="lg"/>
                <a:tailEnd type="none" w="sm" len="med"/>
              </a:ln>
            </p:spPr>
            <p:txBody>
              <a:bodyPr/>
              <a:lstStyle/>
              <a:p>
                <a:pPr eaLnBrk="1" hangingPunct="1">
                  <a:defRPr/>
                </a:pPr>
                <a:endParaRPr lang="en-GB" sz="1600">
                  <a:latin typeface="+mj-lt"/>
                </a:endParaRPr>
              </a:p>
            </p:txBody>
          </p:sp>
          <p:sp>
            <p:nvSpPr>
              <p:cNvPr id="3129" name="Text Box 57">
                <a:extLst>
                  <a:ext uri="{FF2B5EF4-FFF2-40B4-BE49-F238E27FC236}">
                    <a16:creationId xmlns:a16="http://schemas.microsoft.com/office/drawing/2014/main" id="{C5A19A3F-D474-4957-BA76-4844D1836839}"/>
                  </a:ext>
                </a:extLst>
              </p:cNvPr>
              <p:cNvSpPr txBox="1">
                <a:spLocks noChangeArrowheads="1"/>
              </p:cNvSpPr>
              <p:nvPr/>
            </p:nvSpPr>
            <p:spPr bwMode="auto">
              <a:xfrm>
                <a:off x="3214831" y="2449566"/>
                <a:ext cx="754112" cy="336591"/>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CLK</a:t>
                </a:r>
                <a:endParaRPr lang="en-US" sz="1600" dirty="0">
                  <a:latin typeface="+mj-lt"/>
                </a:endParaRPr>
              </a:p>
            </p:txBody>
          </p:sp>
          <p:sp>
            <p:nvSpPr>
              <p:cNvPr id="3130" name="Line 58">
                <a:extLst>
                  <a:ext uri="{FF2B5EF4-FFF2-40B4-BE49-F238E27FC236}">
                    <a16:creationId xmlns:a16="http://schemas.microsoft.com/office/drawing/2014/main" id="{92707335-2345-439A-80C6-323E0A04AECA}"/>
                  </a:ext>
                </a:extLst>
              </p:cNvPr>
              <p:cNvSpPr>
                <a:spLocks noChangeShapeType="1"/>
              </p:cNvSpPr>
              <p:nvPr/>
            </p:nvSpPr>
            <p:spPr bwMode="auto">
              <a:xfrm>
                <a:off x="2130496" y="2765516"/>
                <a:ext cx="0" cy="1114561"/>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31" name="Line 59">
                <a:extLst>
                  <a:ext uri="{FF2B5EF4-FFF2-40B4-BE49-F238E27FC236}">
                    <a16:creationId xmlns:a16="http://schemas.microsoft.com/office/drawing/2014/main" id="{816921DB-F163-4832-9CC3-07DB7EB6CF95}"/>
                  </a:ext>
                </a:extLst>
              </p:cNvPr>
              <p:cNvSpPr>
                <a:spLocks noChangeShapeType="1"/>
              </p:cNvSpPr>
              <p:nvPr/>
            </p:nvSpPr>
            <p:spPr bwMode="auto">
              <a:xfrm>
                <a:off x="4016572" y="3278342"/>
                <a:ext cx="0" cy="771619"/>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32" name="Text Box 60">
                <a:extLst>
                  <a:ext uri="{FF2B5EF4-FFF2-40B4-BE49-F238E27FC236}">
                    <a16:creationId xmlns:a16="http://schemas.microsoft.com/office/drawing/2014/main" id="{04147855-B606-4DE3-A693-37260CE6CDA7}"/>
                  </a:ext>
                </a:extLst>
              </p:cNvPr>
              <p:cNvSpPr txBox="1">
                <a:spLocks noChangeArrowheads="1"/>
              </p:cNvSpPr>
              <p:nvPr/>
            </p:nvSpPr>
            <p:spPr bwMode="auto">
              <a:xfrm>
                <a:off x="2409915" y="3848323"/>
                <a:ext cx="866833" cy="373109"/>
              </a:xfrm>
              <a:prstGeom prst="rect">
                <a:avLst/>
              </a:prstGeom>
              <a:noFill/>
              <a:ln w="9525">
                <a:noFill/>
                <a:miter lim="800000"/>
                <a:headEnd/>
                <a:tailEnd/>
              </a:ln>
            </p:spPr>
            <p:txBody>
              <a:bodyPr/>
              <a:lstStyle/>
              <a:p>
                <a:pPr>
                  <a:spcAft>
                    <a:spcPts val="1000"/>
                  </a:spcAft>
                  <a:defRPr/>
                </a:pPr>
                <a:r>
                  <a:rPr lang="en-GB" sz="1600" dirty="0" err="1">
                    <a:latin typeface="+mj-lt"/>
                  </a:rPr>
                  <a:t>Tccd</a:t>
                </a:r>
                <a:endParaRPr lang="en-US" sz="1600" dirty="0">
                  <a:latin typeface="+mj-lt"/>
                </a:endParaRPr>
              </a:p>
            </p:txBody>
          </p:sp>
          <p:sp>
            <p:nvSpPr>
              <p:cNvPr id="3133" name="Line 61">
                <a:extLst>
                  <a:ext uri="{FF2B5EF4-FFF2-40B4-BE49-F238E27FC236}">
                    <a16:creationId xmlns:a16="http://schemas.microsoft.com/office/drawing/2014/main" id="{00A21160-1B8B-450D-92D6-9C4937403E82}"/>
                  </a:ext>
                </a:extLst>
              </p:cNvPr>
              <p:cNvSpPr>
                <a:spLocks noChangeShapeType="1"/>
              </p:cNvSpPr>
              <p:nvPr/>
            </p:nvSpPr>
            <p:spPr bwMode="auto">
              <a:xfrm>
                <a:off x="1890768" y="3791166"/>
                <a:ext cx="257192"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3134" name="Text Box 62">
                <a:extLst>
                  <a:ext uri="{FF2B5EF4-FFF2-40B4-BE49-F238E27FC236}">
                    <a16:creationId xmlns:a16="http://schemas.microsoft.com/office/drawing/2014/main" id="{30EFDD9E-D2DC-4703-B7C8-DF035100529F}"/>
                  </a:ext>
                </a:extLst>
              </p:cNvPr>
              <p:cNvSpPr txBox="1">
                <a:spLocks noChangeArrowheads="1"/>
              </p:cNvSpPr>
              <p:nvPr/>
            </p:nvSpPr>
            <p:spPr bwMode="auto">
              <a:xfrm>
                <a:off x="1685966" y="3867376"/>
                <a:ext cx="989079" cy="300075"/>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CCQ</a:t>
                </a:r>
                <a:endParaRPr lang="en-US" sz="1600" dirty="0">
                  <a:latin typeface="+mj-lt"/>
                </a:endParaRPr>
              </a:p>
            </p:txBody>
          </p:sp>
          <p:sp>
            <p:nvSpPr>
              <p:cNvPr id="3135" name="Line 63">
                <a:extLst>
                  <a:ext uri="{FF2B5EF4-FFF2-40B4-BE49-F238E27FC236}">
                    <a16:creationId xmlns:a16="http://schemas.microsoft.com/office/drawing/2014/main" id="{F06E08D3-4327-41CD-8A63-946AD970332D}"/>
                  </a:ext>
                </a:extLst>
              </p:cNvPr>
              <p:cNvSpPr>
                <a:spLocks noChangeShapeType="1"/>
              </p:cNvSpPr>
              <p:nvPr/>
            </p:nvSpPr>
            <p:spPr bwMode="auto">
              <a:xfrm>
                <a:off x="2206701" y="4216668"/>
                <a:ext cx="0" cy="166708"/>
              </a:xfrm>
              <a:prstGeom prst="line">
                <a:avLst/>
              </a:prstGeom>
              <a:noFill/>
              <a:ln w="9525">
                <a:solidFill>
                  <a:srgbClr val="000000"/>
                </a:solidFill>
                <a:prstDash val="dash"/>
                <a:round/>
                <a:headEnd/>
                <a:tailEnd/>
              </a:ln>
            </p:spPr>
            <p:txBody>
              <a:bodyPr/>
              <a:lstStyle/>
              <a:p>
                <a:pPr eaLnBrk="1" hangingPunct="1">
                  <a:defRPr/>
                </a:pPr>
                <a:endParaRPr lang="en-GB" sz="1600">
                  <a:latin typeface="+mj-lt"/>
                </a:endParaRPr>
              </a:p>
            </p:txBody>
          </p:sp>
          <p:sp>
            <p:nvSpPr>
              <p:cNvPr id="3136" name="Text Box 64">
                <a:extLst>
                  <a:ext uri="{FF2B5EF4-FFF2-40B4-BE49-F238E27FC236}">
                    <a16:creationId xmlns:a16="http://schemas.microsoft.com/office/drawing/2014/main" id="{5FB32213-6064-471D-8D3E-7E8AFB08C756}"/>
                  </a:ext>
                </a:extLst>
              </p:cNvPr>
              <p:cNvSpPr txBox="1">
                <a:spLocks noChangeArrowheads="1"/>
              </p:cNvSpPr>
              <p:nvPr/>
            </p:nvSpPr>
            <p:spPr bwMode="auto">
              <a:xfrm>
                <a:off x="1066800" y="2138378"/>
                <a:ext cx="669970" cy="304837"/>
              </a:xfrm>
              <a:prstGeom prst="rect">
                <a:avLst/>
              </a:prstGeom>
              <a:noFill/>
              <a:ln w="9525">
                <a:noFill/>
                <a:miter lim="800000"/>
                <a:headEnd/>
                <a:tailEnd/>
              </a:ln>
            </p:spPr>
            <p:txBody>
              <a:bodyPr/>
              <a:lstStyle/>
              <a:p>
                <a:pPr>
                  <a:spcAft>
                    <a:spcPts val="1000"/>
                  </a:spcAft>
                  <a:defRPr/>
                </a:pPr>
                <a:r>
                  <a:rPr lang="en-GB" sz="1600" dirty="0">
                    <a:latin typeface="+mj-lt"/>
                  </a:rPr>
                  <a:t>CLK</a:t>
                </a:r>
                <a:endParaRPr lang="en-US" sz="1600" dirty="0">
                  <a:latin typeface="+mj-lt"/>
                </a:endParaRPr>
              </a:p>
            </p:txBody>
          </p:sp>
          <p:sp>
            <p:nvSpPr>
              <p:cNvPr id="3137" name="Text Box 65">
                <a:extLst>
                  <a:ext uri="{FF2B5EF4-FFF2-40B4-BE49-F238E27FC236}">
                    <a16:creationId xmlns:a16="http://schemas.microsoft.com/office/drawing/2014/main" id="{F2B24690-2A1A-4B55-99A1-696F7377C887}"/>
                  </a:ext>
                </a:extLst>
              </p:cNvPr>
              <p:cNvSpPr txBox="1">
                <a:spLocks noChangeArrowheads="1"/>
              </p:cNvSpPr>
              <p:nvPr/>
            </p:nvSpPr>
            <p:spPr bwMode="auto">
              <a:xfrm>
                <a:off x="1260488" y="3360902"/>
                <a:ext cx="611229" cy="342942"/>
              </a:xfrm>
              <a:prstGeom prst="rect">
                <a:avLst/>
              </a:prstGeom>
              <a:noFill/>
              <a:ln w="9525">
                <a:noFill/>
                <a:miter lim="800000"/>
                <a:headEnd/>
                <a:tailEnd/>
              </a:ln>
            </p:spPr>
            <p:txBody>
              <a:bodyPr/>
              <a:lstStyle/>
              <a:p>
                <a:pPr eaLnBrk="1" hangingPunct="1">
                  <a:defRPr/>
                </a:pPr>
                <a:r>
                  <a:rPr lang="en-GB" sz="1600">
                    <a:latin typeface="+mj-lt"/>
                  </a:rPr>
                  <a:t>d</a:t>
                </a:r>
              </a:p>
              <a:p>
                <a:pPr eaLnBrk="1" hangingPunct="1">
                  <a:defRPr/>
                </a:pPr>
                <a:endParaRPr lang="ru-RU" sz="1600">
                  <a:latin typeface="+mj-lt"/>
                </a:endParaRPr>
              </a:p>
              <a:p>
                <a:pPr eaLnBrk="1" hangingPunct="1">
                  <a:defRPr/>
                </a:pPr>
                <a:endParaRPr lang="en-US" sz="1600">
                  <a:latin typeface="+mj-lt"/>
                </a:endParaRPr>
              </a:p>
            </p:txBody>
          </p:sp>
          <p:sp>
            <p:nvSpPr>
              <p:cNvPr id="3138" name="Line 66">
                <a:extLst>
                  <a:ext uri="{FF2B5EF4-FFF2-40B4-BE49-F238E27FC236}">
                    <a16:creationId xmlns:a16="http://schemas.microsoft.com/office/drawing/2014/main" id="{1009A114-2B6C-4916-B8D4-2D23417A08B4}"/>
                  </a:ext>
                </a:extLst>
              </p:cNvPr>
              <p:cNvSpPr>
                <a:spLocks noChangeShapeType="1"/>
              </p:cNvSpPr>
              <p:nvPr/>
            </p:nvSpPr>
            <p:spPr bwMode="auto">
              <a:xfrm>
                <a:off x="2151135" y="3786404"/>
                <a:ext cx="619166"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cxnSp>
            <p:nvCxnSpPr>
              <p:cNvPr id="19529" name="AutoShape 67">
                <a:extLst>
                  <a:ext uri="{FF2B5EF4-FFF2-40B4-BE49-F238E27FC236}">
                    <a16:creationId xmlns:a16="http://schemas.microsoft.com/office/drawing/2014/main" id="{0142645A-1142-CB98-F95A-B077E4EA1F10}"/>
                  </a:ext>
                </a:extLst>
              </p:cNvPr>
              <p:cNvCxnSpPr>
                <a:cxnSpLocks noChangeShapeType="1"/>
              </p:cNvCxnSpPr>
              <p:nvPr/>
            </p:nvCxnSpPr>
            <p:spPr bwMode="auto">
              <a:xfrm>
                <a:off x="2152335" y="2772642"/>
                <a:ext cx="134224"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530" name="AutoShape 68">
                <a:extLst>
                  <a:ext uri="{FF2B5EF4-FFF2-40B4-BE49-F238E27FC236}">
                    <a16:creationId xmlns:a16="http://schemas.microsoft.com/office/drawing/2014/main" id="{F831E864-2A3B-BA1E-11B9-D94F4892A02D}"/>
                  </a:ext>
                </a:extLst>
              </p:cNvPr>
              <p:cNvCxnSpPr>
                <a:cxnSpLocks noChangeShapeType="1"/>
              </p:cNvCxnSpPr>
              <p:nvPr/>
            </p:nvCxnSpPr>
            <p:spPr bwMode="auto">
              <a:xfrm>
                <a:off x="2152335" y="3027298"/>
                <a:ext cx="134224"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141" name="Line 69">
                <a:extLst>
                  <a:ext uri="{FF2B5EF4-FFF2-40B4-BE49-F238E27FC236}">
                    <a16:creationId xmlns:a16="http://schemas.microsoft.com/office/drawing/2014/main" id="{F1B3839C-36A1-44FF-854D-14CDE5236F02}"/>
                  </a:ext>
                </a:extLst>
              </p:cNvPr>
              <p:cNvSpPr>
                <a:spLocks noChangeShapeType="1"/>
              </p:cNvSpPr>
              <p:nvPr/>
            </p:nvSpPr>
            <p:spPr bwMode="auto">
              <a:xfrm flipV="1">
                <a:off x="2290845" y="2781393"/>
                <a:ext cx="73030" cy="252444"/>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3142" name="Line 70">
                <a:extLst>
                  <a:ext uri="{FF2B5EF4-FFF2-40B4-BE49-F238E27FC236}">
                    <a16:creationId xmlns:a16="http://schemas.microsoft.com/office/drawing/2014/main" id="{F7ED2FE9-230C-4594-928E-2FAEDCB7E29B}"/>
                  </a:ext>
                </a:extLst>
              </p:cNvPr>
              <p:cNvSpPr>
                <a:spLocks noChangeShapeType="1"/>
              </p:cNvSpPr>
              <p:nvPr/>
            </p:nvSpPr>
            <p:spPr bwMode="auto">
              <a:xfrm>
                <a:off x="2265443" y="2786157"/>
                <a:ext cx="134946" cy="2524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43" name="Freeform 71">
                <a:extLst>
                  <a:ext uri="{FF2B5EF4-FFF2-40B4-BE49-F238E27FC236}">
                    <a16:creationId xmlns:a16="http://schemas.microsoft.com/office/drawing/2014/main" id="{CBAF6D8C-377F-4989-8634-D1194F240326}"/>
                  </a:ext>
                </a:extLst>
              </p:cNvPr>
              <p:cNvSpPr>
                <a:spLocks/>
              </p:cNvSpPr>
              <p:nvPr/>
            </p:nvSpPr>
            <p:spPr bwMode="auto">
              <a:xfrm>
                <a:off x="2130496" y="2852840"/>
                <a:ext cx="569951" cy="727164"/>
              </a:xfrm>
              <a:custGeom>
                <a:avLst/>
                <a:gdLst/>
                <a:ahLst/>
                <a:cxnLst>
                  <a:cxn ang="0">
                    <a:pos x="0" y="11"/>
                  </a:cxn>
                  <a:cxn ang="0">
                    <a:pos x="368" y="92"/>
                  </a:cxn>
                  <a:cxn ang="0">
                    <a:pos x="368" y="562"/>
                  </a:cxn>
                  <a:cxn ang="0">
                    <a:pos x="604" y="917"/>
                  </a:cxn>
                </a:cxnLst>
                <a:rect l="0" t="0" r="r" b="b"/>
                <a:pathLst>
                  <a:path w="604" h="917">
                    <a:moveTo>
                      <a:pt x="0" y="11"/>
                    </a:moveTo>
                    <a:cubicBezTo>
                      <a:pt x="153" y="5"/>
                      <a:pt x="307" y="0"/>
                      <a:pt x="368" y="92"/>
                    </a:cubicBezTo>
                    <a:cubicBezTo>
                      <a:pt x="429" y="184"/>
                      <a:pt x="329" y="425"/>
                      <a:pt x="368" y="562"/>
                    </a:cubicBezTo>
                    <a:cubicBezTo>
                      <a:pt x="407" y="699"/>
                      <a:pt x="565" y="858"/>
                      <a:pt x="604" y="917"/>
                    </a:cubicBezTo>
                  </a:path>
                </a:pathLst>
              </a:custGeom>
              <a:noFill/>
              <a:ln w="28575">
                <a:solidFill>
                  <a:srgbClr val="0000FF"/>
                </a:solidFill>
                <a:round/>
                <a:headEnd/>
                <a:tailEnd type="triangle" w="med" len="med"/>
              </a:ln>
            </p:spPr>
            <p:txBody>
              <a:bodyPr/>
              <a:lstStyle/>
              <a:p>
                <a:pPr eaLnBrk="1" hangingPunct="1">
                  <a:defRPr/>
                </a:pPr>
                <a:endParaRPr lang="en-GB" sz="1600">
                  <a:latin typeface="+mj-lt"/>
                </a:endParaRPr>
              </a:p>
            </p:txBody>
          </p:sp>
          <p:sp>
            <p:nvSpPr>
              <p:cNvPr id="3144" name="Line 72">
                <a:extLst>
                  <a:ext uri="{FF2B5EF4-FFF2-40B4-BE49-F238E27FC236}">
                    <a16:creationId xmlns:a16="http://schemas.microsoft.com/office/drawing/2014/main" id="{F391AABA-EE18-436A-996D-39887CFF31A4}"/>
                  </a:ext>
                </a:extLst>
              </p:cNvPr>
              <p:cNvSpPr>
                <a:spLocks noChangeShapeType="1"/>
              </p:cNvSpPr>
              <p:nvPr/>
            </p:nvSpPr>
            <p:spPr bwMode="auto">
              <a:xfrm>
                <a:off x="2722673" y="3318034"/>
                <a:ext cx="0" cy="1090746"/>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cxnSp>
            <p:nvCxnSpPr>
              <p:cNvPr id="19535" name="AutoShape 73">
                <a:extLst>
                  <a:ext uri="{FF2B5EF4-FFF2-40B4-BE49-F238E27FC236}">
                    <a16:creationId xmlns:a16="http://schemas.microsoft.com/office/drawing/2014/main" id="{23FBA573-54B3-4A3E-13E3-4E1DE27FD819}"/>
                  </a:ext>
                </a:extLst>
              </p:cNvPr>
              <p:cNvCxnSpPr>
                <a:cxnSpLocks noChangeShapeType="1"/>
              </p:cNvCxnSpPr>
              <p:nvPr/>
            </p:nvCxnSpPr>
            <p:spPr bwMode="auto">
              <a:xfrm>
                <a:off x="2399811" y="3791265"/>
                <a:ext cx="245797" cy="160962"/>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9536" name="AutoShape 74">
                <a:extLst>
                  <a:ext uri="{FF2B5EF4-FFF2-40B4-BE49-F238E27FC236}">
                    <a16:creationId xmlns:a16="http://schemas.microsoft.com/office/drawing/2014/main" id="{D71429A4-C740-F3B4-4F7C-B1C2E7CFEECA}"/>
                  </a:ext>
                </a:extLst>
              </p:cNvPr>
              <p:cNvCxnSpPr>
                <a:cxnSpLocks noChangeShapeType="1"/>
              </p:cNvCxnSpPr>
              <p:nvPr/>
            </p:nvCxnSpPr>
            <p:spPr bwMode="auto">
              <a:xfrm flipH="1" flipV="1">
                <a:off x="2015595" y="3800875"/>
                <a:ext cx="84729" cy="154555"/>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sp>
            <p:nvSpPr>
              <p:cNvPr id="3148" name="Freeform 76">
                <a:extLst>
                  <a:ext uri="{FF2B5EF4-FFF2-40B4-BE49-F238E27FC236}">
                    <a16:creationId xmlns:a16="http://schemas.microsoft.com/office/drawing/2014/main" id="{10AF033C-C8C6-47C0-94A2-1253BC8A3C2A}"/>
                  </a:ext>
                </a:extLst>
              </p:cNvPr>
              <p:cNvSpPr>
                <a:spLocks/>
              </p:cNvSpPr>
              <p:nvPr/>
            </p:nvSpPr>
            <p:spPr bwMode="auto">
              <a:xfrm>
                <a:off x="1909819" y="2271744"/>
                <a:ext cx="190513" cy="636665"/>
              </a:xfrm>
              <a:custGeom>
                <a:avLst/>
                <a:gdLst/>
                <a:ahLst/>
                <a:cxnLst>
                  <a:cxn ang="0">
                    <a:pos x="0" y="0"/>
                  </a:cxn>
                  <a:cxn ang="0">
                    <a:pos x="267" y="161"/>
                  </a:cxn>
                  <a:cxn ang="0">
                    <a:pos x="29" y="636"/>
                  </a:cxn>
                  <a:cxn ang="0">
                    <a:pos x="267" y="866"/>
                  </a:cxn>
                </a:cxnLst>
                <a:rect l="0" t="0" r="r" b="b"/>
                <a:pathLst>
                  <a:path w="272" h="866">
                    <a:moveTo>
                      <a:pt x="0" y="0"/>
                    </a:moveTo>
                    <a:cubicBezTo>
                      <a:pt x="131" y="27"/>
                      <a:pt x="262" y="55"/>
                      <a:pt x="267" y="161"/>
                    </a:cubicBezTo>
                    <a:cubicBezTo>
                      <a:pt x="272" y="267"/>
                      <a:pt x="29" y="519"/>
                      <a:pt x="29" y="636"/>
                    </a:cubicBezTo>
                    <a:cubicBezTo>
                      <a:pt x="29" y="753"/>
                      <a:pt x="227" y="828"/>
                      <a:pt x="267" y="866"/>
                    </a:cubicBezTo>
                  </a:path>
                </a:pathLst>
              </a:custGeom>
              <a:noFill/>
              <a:ln w="28575">
                <a:solidFill>
                  <a:srgbClr val="0000FF"/>
                </a:solidFill>
                <a:round/>
                <a:headEnd/>
                <a:tailEnd type="triangle" w="med" len="med"/>
              </a:ln>
            </p:spPr>
            <p:txBody>
              <a:bodyPr/>
              <a:lstStyle/>
              <a:p>
                <a:pPr eaLnBrk="1" hangingPunct="1">
                  <a:defRPr/>
                </a:pPr>
                <a:endParaRPr lang="en-GB" sz="1600">
                  <a:latin typeface="+mj-lt"/>
                </a:endParaRPr>
              </a:p>
            </p:txBody>
          </p:sp>
          <p:sp>
            <p:nvSpPr>
              <p:cNvPr id="3149" name="Line 77">
                <a:extLst>
                  <a:ext uri="{FF2B5EF4-FFF2-40B4-BE49-F238E27FC236}">
                    <a16:creationId xmlns:a16="http://schemas.microsoft.com/office/drawing/2014/main" id="{FEE3072F-5922-445C-9D31-0B3E2AE1D700}"/>
                  </a:ext>
                </a:extLst>
              </p:cNvPr>
              <p:cNvSpPr>
                <a:spLocks noChangeShapeType="1"/>
              </p:cNvSpPr>
              <p:nvPr/>
            </p:nvSpPr>
            <p:spPr bwMode="auto">
              <a:xfrm>
                <a:off x="2446430" y="3337086"/>
                <a:ext cx="0" cy="108915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50" name="Line 78">
                <a:extLst>
                  <a:ext uri="{FF2B5EF4-FFF2-40B4-BE49-F238E27FC236}">
                    <a16:creationId xmlns:a16="http://schemas.microsoft.com/office/drawing/2014/main" id="{088B965D-7ACE-400F-A15E-05DABEFB5EFB}"/>
                  </a:ext>
                </a:extLst>
              </p:cNvPr>
              <p:cNvSpPr>
                <a:spLocks noChangeShapeType="1"/>
              </p:cNvSpPr>
              <p:nvPr/>
            </p:nvSpPr>
            <p:spPr bwMode="auto">
              <a:xfrm>
                <a:off x="1928870" y="4216668"/>
                <a:ext cx="522322"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3151" name="Line 79">
                <a:extLst>
                  <a:ext uri="{FF2B5EF4-FFF2-40B4-BE49-F238E27FC236}">
                    <a16:creationId xmlns:a16="http://schemas.microsoft.com/office/drawing/2014/main" id="{00F638E0-826D-4855-9A66-3511C768B088}"/>
                  </a:ext>
                </a:extLst>
              </p:cNvPr>
              <p:cNvSpPr>
                <a:spLocks noChangeShapeType="1"/>
              </p:cNvSpPr>
              <p:nvPr/>
            </p:nvSpPr>
            <p:spPr bwMode="auto">
              <a:xfrm flipV="1">
                <a:off x="3980057" y="3395831"/>
                <a:ext cx="74617" cy="26038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52" name="Line 80">
                <a:extLst>
                  <a:ext uri="{FF2B5EF4-FFF2-40B4-BE49-F238E27FC236}">
                    <a16:creationId xmlns:a16="http://schemas.microsoft.com/office/drawing/2014/main" id="{E4A66422-5DD0-4DBC-A733-A706E48216A7}"/>
                  </a:ext>
                </a:extLst>
              </p:cNvPr>
              <p:cNvSpPr>
                <a:spLocks noChangeShapeType="1"/>
              </p:cNvSpPr>
              <p:nvPr/>
            </p:nvSpPr>
            <p:spPr bwMode="auto">
              <a:xfrm>
                <a:off x="3946717" y="3384717"/>
                <a:ext cx="107957" cy="250856"/>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53" name="Line 81">
                <a:extLst>
                  <a:ext uri="{FF2B5EF4-FFF2-40B4-BE49-F238E27FC236}">
                    <a16:creationId xmlns:a16="http://schemas.microsoft.com/office/drawing/2014/main" id="{5085393B-89CC-45EF-9670-FD3230BD6C51}"/>
                  </a:ext>
                </a:extLst>
              </p:cNvPr>
              <p:cNvSpPr>
                <a:spLocks noChangeShapeType="1"/>
              </p:cNvSpPr>
              <p:nvPr/>
            </p:nvSpPr>
            <p:spPr bwMode="auto">
              <a:xfrm>
                <a:off x="4054674" y="3659388"/>
                <a:ext cx="1711439"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154" name="Line 82">
                <a:extLst>
                  <a:ext uri="{FF2B5EF4-FFF2-40B4-BE49-F238E27FC236}">
                    <a16:creationId xmlns:a16="http://schemas.microsoft.com/office/drawing/2014/main" id="{43E4881F-E970-4B19-9C2B-2082B7DCC0D1}"/>
                  </a:ext>
                </a:extLst>
              </p:cNvPr>
              <p:cNvSpPr>
                <a:spLocks noChangeShapeType="1"/>
              </p:cNvSpPr>
              <p:nvPr/>
            </p:nvSpPr>
            <p:spPr bwMode="auto">
              <a:xfrm>
                <a:off x="4054674" y="3395831"/>
                <a:ext cx="1711439"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155" name="Line 83">
                <a:extLst>
                  <a:ext uri="{FF2B5EF4-FFF2-40B4-BE49-F238E27FC236}">
                    <a16:creationId xmlns:a16="http://schemas.microsoft.com/office/drawing/2014/main" id="{EA44FAC4-454B-4F92-988B-8D694A650139}"/>
                  </a:ext>
                </a:extLst>
              </p:cNvPr>
              <p:cNvSpPr>
                <a:spLocks noChangeShapeType="1"/>
              </p:cNvSpPr>
              <p:nvPr/>
            </p:nvSpPr>
            <p:spPr bwMode="auto">
              <a:xfrm>
                <a:off x="2444842" y="4216668"/>
                <a:ext cx="284182"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91" name="Line 19">
                <a:extLst>
                  <a:ext uri="{FF2B5EF4-FFF2-40B4-BE49-F238E27FC236}">
                    <a16:creationId xmlns:a16="http://schemas.microsoft.com/office/drawing/2014/main" id="{2F46CAA2-D26F-44F2-956D-48E36FF6A1D5}"/>
                  </a:ext>
                </a:extLst>
              </p:cNvPr>
              <p:cNvSpPr>
                <a:spLocks noChangeShapeType="1"/>
              </p:cNvSpPr>
              <p:nvPr/>
            </p:nvSpPr>
            <p:spPr bwMode="auto">
              <a:xfrm>
                <a:off x="3037019" y="2019300"/>
                <a:ext cx="0" cy="186077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grpSp>
      </p:grpSp>
      <p:sp>
        <p:nvSpPr>
          <p:cNvPr id="19461" name="TextBox 88">
            <a:extLst>
              <a:ext uri="{FF2B5EF4-FFF2-40B4-BE49-F238E27FC236}">
                <a16:creationId xmlns:a16="http://schemas.microsoft.com/office/drawing/2014/main" id="{EE993CD9-2A81-9BC8-C74D-67CE276D375E}"/>
              </a:ext>
            </a:extLst>
          </p:cNvPr>
          <p:cNvSpPr txBox="1">
            <a:spLocks noChangeArrowheads="1"/>
          </p:cNvSpPr>
          <p:nvPr/>
        </p:nvSpPr>
        <p:spPr bwMode="auto">
          <a:xfrm>
            <a:off x="1828800" y="4495801"/>
            <a:ext cx="3810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 </a:t>
            </a:r>
            <a:r>
              <a:rPr lang="en-US" altLang="en-US" baseline="-25000"/>
              <a:t>HOLD</a:t>
            </a:r>
            <a:r>
              <a:rPr lang="en-US" altLang="en-US"/>
              <a:t> &lt; </a:t>
            </a:r>
            <a:r>
              <a:rPr lang="en-GB" altLang="en-US"/>
              <a:t>=</a:t>
            </a:r>
            <a:r>
              <a:rPr lang="en-US" altLang="en-US"/>
              <a:t>T</a:t>
            </a:r>
            <a:r>
              <a:rPr lang="en-US" altLang="en-US" baseline="-25000"/>
              <a:t>CC_Q</a:t>
            </a:r>
            <a:r>
              <a:rPr lang="en-US" altLang="en-US"/>
              <a:t>+Tccd</a:t>
            </a:r>
            <a:r>
              <a:rPr lang="en-US" altLang="en-US" baseline="-25000"/>
              <a:t>   </a:t>
            </a:r>
            <a:endParaRPr lang="en-GB" altLang="en-US"/>
          </a:p>
          <a:p>
            <a:pPr eaLnBrk="1" hangingPunct="1"/>
            <a:r>
              <a:rPr lang="en-US" altLang="en-US"/>
              <a:t>T</a:t>
            </a:r>
            <a:r>
              <a:rPr lang="en-US" altLang="en-US" baseline="-25000"/>
              <a:t>COMB_MIN </a:t>
            </a:r>
            <a:r>
              <a:rPr lang="en-US" altLang="en-US"/>
              <a:t>&gt;= T </a:t>
            </a:r>
            <a:r>
              <a:rPr lang="en-US" altLang="en-US" baseline="-25000"/>
              <a:t>HOLD</a:t>
            </a:r>
            <a:r>
              <a:rPr lang="en-US" altLang="en-US"/>
              <a:t> - T</a:t>
            </a:r>
            <a:r>
              <a:rPr lang="en-US" altLang="en-US" baseline="-25000"/>
              <a:t>CC_Q</a:t>
            </a:r>
            <a:endParaRPr lang="en-US" altLang="en-US"/>
          </a:p>
          <a:p>
            <a:pPr eaLnBrk="1" hangingPunct="1"/>
            <a:r>
              <a:rPr lang="en-US" altLang="en-US"/>
              <a:t>T</a:t>
            </a:r>
            <a:r>
              <a:rPr lang="en-US" altLang="en-US" baseline="-25000"/>
              <a:t>COMB_MIN</a:t>
            </a:r>
            <a:r>
              <a:rPr lang="en-US" altLang="en-US"/>
              <a:t> = Tcd</a:t>
            </a:r>
            <a:endParaRPr lang="en-GB" altLang="en-US"/>
          </a:p>
        </p:txBody>
      </p:sp>
      <p:sp>
        <p:nvSpPr>
          <p:cNvPr id="19462" name="Freeform 93">
            <a:extLst>
              <a:ext uri="{FF2B5EF4-FFF2-40B4-BE49-F238E27FC236}">
                <a16:creationId xmlns:a16="http://schemas.microsoft.com/office/drawing/2014/main" id="{00F1A566-6433-CD4C-5B0E-2295CFF3A949}"/>
              </a:ext>
            </a:extLst>
          </p:cNvPr>
          <p:cNvSpPr>
            <a:spLocks/>
          </p:cNvSpPr>
          <p:nvPr/>
        </p:nvSpPr>
        <p:spPr bwMode="auto">
          <a:xfrm>
            <a:off x="4081463" y="4040188"/>
            <a:ext cx="493712" cy="171450"/>
          </a:xfrm>
          <a:custGeom>
            <a:avLst/>
            <a:gdLst>
              <a:gd name="T0" fmla="*/ 15926 w 494414"/>
              <a:gd name="T1" fmla="*/ 0 h 171893"/>
              <a:gd name="T2" fmla="*/ 79631 w 494414"/>
              <a:gd name="T3" fmla="*/ 148472 h 171893"/>
              <a:gd name="T4" fmla="*/ 493712 w 494414"/>
              <a:gd name="T5" fmla="*/ 137867 h 171893"/>
              <a:gd name="T6" fmla="*/ 493712 w 494414"/>
              <a:gd name="T7" fmla="*/ 137867 h 1718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4414" h="171893">
                <a:moveTo>
                  <a:pt x="15949" y="0"/>
                </a:moveTo>
                <a:cubicBezTo>
                  <a:pt x="7974" y="62909"/>
                  <a:pt x="0" y="125819"/>
                  <a:pt x="79744" y="148856"/>
                </a:cubicBezTo>
                <a:cubicBezTo>
                  <a:pt x="159488" y="171893"/>
                  <a:pt x="494414" y="138223"/>
                  <a:pt x="494414" y="138223"/>
                </a:cubicBezTo>
              </a:path>
            </a:pathLst>
          </a:custGeom>
          <a:noFill/>
          <a:ln w="9525" cap="flat" cmpd="sng" algn="ctr">
            <a:solidFill>
              <a:schemeClr val="tx1"/>
            </a:solidFill>
            <a:prstDash val="dash"/>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nchor="ct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19496F50-F004-DBCC-6596-67B1DA58D9F1}"/>
              </a:ext>
            </a:extLst>
          </p:cNvPr>
          <p:cNvSpPr>
            <a:spLocks noGrp="1" noChangeArrowheads="1"/>
          </p:cNvSpPr>
          <p:nvPr>
            <p:ph type="title"/>
          </p:nvPr>
        </p:nvSpPr>
        <p:spPr>
          <a:xfrm>
            <a:off x="0" y="183401"/>
            <a:ext cx="11612880" cy="704088"/>
          </a:xfrm>
        </p:spPr>
        <p:txBody>
          <a:bodyPr/>
          <a:lstStyle/>
          <a:p>
            <a:r>
              <a:rPr lang="en-US" altLang="en-US"/>
              <a:t>Setup  and  Hold Time for Ideal Clock</a:t>
            </a:r>
            <a:endParaRPr lang="en-GB" altLang="en-US"/>
          </a:p>
        </p:txBody>
      </p:sp>
      <p:sp>
        <p:nvSpPr>
          <p:cNvPr id="20483" name="TextBox 2">
            <a:extLst>
              <a:ext uri="{FF2B5EF4-FFF2-40B4-BE49-F238E27FC236}">
                <a16:creationId xmlns:a16="http://schemas.microsoft.com/office/drawing/2014/main" id="{FAFBCEB6-8B4B-D042-EBE6-E4B6F88F1A45}"/>
              </a:ext>
            </a:extLst>
          </p:cNvPr>
          <p:cNvSpPr txBox="1">
            <a:spLocks noChangeArrowheads="1"/>
          </p:cNvSpPr>
          <p:nvPr/>
        </p:nvSpPr>
        <p:spPr bwMode="auto">
          <a:xfrm>
            <a:off x="1905000" y="1143000"/>
            <a:ext cx="83820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600"/>
              </a:spcAft>
            </a:pPr>
            <a:r>
              <a:rPr lang="en-US" altLang="en-US" sz="2000"/>
              <a:t>Setup – the time  before  a clock edge before which  the data should  be stable   on the D  pin of a  flip-flop.</a:t>
            </a:r>
          </a:p>
          <a:p>
            <a:pPr>
              <a:spcAft>
                <a:spcPts val="600"/>
              </a:spcAft>
            </a:pPr>
            <a:r>
              <a:rPr lang="en-US" altLang="en-US" sz="2000"/>
              <a:t>Hold – time after  a clock edge for which the data  should be held  stable.</a:t>
            </a:r>
          </a:p>
          <a:p>
            <a:pPr eaLnBrk="1" hangingPunct="1"/>
            <a:r>
              <a:rPr lang="en-US" altLang="en-US" sz="2000"/>
              <a:t>Setup slack = data setup requierement – last  arriving  signal</a:t>
            </a:r>
          </a:p>
          <a:p>
            <a:pPr eaLnBrk="1" hangingPunct="1"/>
            <a:r>
              <a:rPr lang="en-US" altLang="en-US" sz="2000"/>
              <a:t>Hold slack  = earliest arriving signal  -  data stability requirement</a:t>
            </a:r>
            <a:endParaRPr lang="en-GB" altLang="en-US" sz="2000"/>
          </a:p>
        </p:txBody>
      </p:sp>
      <p:grpSp>
        <p:nvGrpSpPr>
          <p:cNvPr id="20484" name="Group 45">
            <a:extLst>
              <a:ext uri="{FF2B5EF4-FFF2-40B4-BE49-F238E27FC236}">
                <a16:creationId xmlns:a16="http://schemas.microsoft.com/office/drawing/2014/main" id="{7746CC59-5D5D-39F9-4261-A24C43335BF9}"/>
              </a:ext>
            </a:extLst>
          </p:cNvPr>
          <p:cNvGrpSpPr>
            <a:grpSpLocks/>
          </p:cNvGrpSpPr>
          <p:nvPr/>
        </p:nvGrpSpPr>
        <p:grpSpPr bwMode="auto">
          <a:xfrm>
            <a:off x="2605088" y="3049588"/>
            <a:ext cx="6538912" cy="2786062"/>
            <a:chOff x="685800" y="3193521"/>
            <a:chExt cx="6539132" cy="2786402"/>
          </a:xfrm>
        </p:grpSpPr>
        <p:cxnSp>
          <p:nvCxnSpPr>
            <p:cNvPr id="20490" name="Straight Connector 4">
              <a:extLst>
                <a:ext uri="{FF2B5EF4-FFF2-40B4-BE49-F238E27FC236}">
                  <a16:creationId xmlns:a16="http://schemas.microsoft.com/office/drawing/2014/main" id="{19799D9A-6E24-5D7E-B6F5-964F80CF0635}"/>
                </a:ext>
              </a:extLst>
            </p:cNvPr>
            <p:cNvCxnSpPr>
              <a:cxnSpLocks noChangeShapeType="1"/>
            </p:cNvCxnSpPr>
            <p:nvPr/>
          </p:nvCxnSpPr>
          <p:spPr bwMode="auto">
            <a:xfrm>
              <a:off x="685800" y="4953000"/>
              <a:ext cx="9906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91" name="Straight Connector 6">
              <a:extLst>
                <a:ext uri="{FF2B5EF4-FFF2-40B4-BE49-F238E27FC236}">
                  <a16:creationId xmlns:a16="http://schemas.microsoft.com/office/drawing/2014/main" id="{3F65DB61-928C-D710-7482-DE3EBEC67668}"/>
                </a:ext>
              </a:extLst>
            </p:cNvPr>
            <p:cNvCxnSpPr>
              <a:cxnSpLocks noChangeShapeType="1"/>
            </p:cNvCxnSpPr>
            <p:nvPr/>
          </p:nvCxnSpPr>
          <p:spPr bwMode="auto">
            <a:xfrm rot="5400000">
              <a:off x="1219200" y="4493452"/>
              <a:ext cx="914400" cy="15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20492" name="Straight Connector 7">
              <a:extLst>
                <a:ext uri="{FF2B5EF4-FFF2-40B4-BE49-F238E27FC236}">
                  <a16:creationId xmlns:a16="http://schemas.microsoft.com/office/drawing/2014/main" id="{961AEFD1-4C0F-6947-922C-6335BB24A7AB}"/>
                </a:ext>
              </a:extLst>
            </p:cNvPr>
            <p:cNvCxnSpPr>
              <a:cxnSpLocks noChangeShapeType="1"/>
            </p:cNvCxnSpPr>
            <p:nvPr/>
          </p:nvCxnSpPr>
          <p:spPr bwMode="auto">
            <a:xfrm>
              <a:off x="1676400" y="4038600"/>
              <a:ext cx="13716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93" name="Straight Connector 8">
              <a:extLst>
                <a:ext uri="{FF2B5EF4-FFF2-40B4-BE49-F238E27FC236}">
                  <a16:creationId xmlns:a16="http://schemas.microsoft.com/office/drawing/2014/main" id="{105D9198-C7FF-7D63-2AEF-89A07103C9E1}"/>
                </a:ext>
              </a:extLst>
            </p:cNvPr>
            <p:cNvCxnSpPr>
              <a:cxnSpLocks noChangeShapeType="1"/>
            </p:cNvCxnSpPr>
            <p:nvPr/>
          </p:nvCxnSpPr>
          <p:spPr bwMode="auto">
            <a:xfrm rot="5400000">
              <a:off x="2591594" y="4495006"/>
              <a:ext cx="914400" cy="15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20494" name="Straight Connector 9">
              <a:extLst>
                <a:ext uri="{FF2B5EF4-FFF2-40B4-BE49-F238E27FC236}">
                  <a16:creationId xmlns:a16="http://schemas.microsoft.com/office/drawing/2014/main" id="{4DD3B2D4-63B9-220F-09E8-AAAE79FC3F10}"/>
                </a:ext>
              </a:extLst>
            </p:cNvPr>
            <p:cNvCxnSpPr>
              <a:cxnSpLocks noChangeShapeType="1"/>
            </p:cNvCxnSpPr>
            <p:nvPr/>
          </p:nvCxnSpPr>
          <p:spPr bwMode="auto">
            <a:xfrm>
              <a:off x="3048000" y="4953000"/>
              <a:ext cx="18288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95" name="Straight Connector 10">
              <a:extLst>
                <a:ext uri="{FF2B5EF4-FFF2-40B4-BE49-F238E27FC236}">
                  <a16:creationId xmlns:a16="http://schemas.microsoft.com/office/drawing/2014/main" id="{D280DFFC-9F0C-6A9D-9DEA-525B4D0A9B82}"/>
                </a:ext>
              </a:extLst>
            </p:cNvPr>
            <p:cNvCxnSpPr>
              <a:cxnSpLocks noChangeShapeType="1"/>
            </p:cNvCxnSpPr>
            <p:nvPr/>
          </p:nvCxnSpPr>
          <p:spPr bwMode="auto">
            <a:xfrm rot="5400000">
              <a:off x="4405532" y="4493452"/>
              <a:ext cx="914400" cy="15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20496" name="Straight Connector 11">
              <a:extLst>
                <a:ext uri="{FF2B5EF4-FFF2-40B4-BE49-F238E27FC236}">
                  <a16:creationId xmlns:a16="http://schemas.microsoft.com/office/drawing/2014/main" id="{1EE4EB02-6A31-D4B2-9331-91367EE69EB9}"/>
                </a:ext>
              </a:extLst>
            </p:cNvPr>
            <p:cNvCxnSpPr>
              <a:cxnSpLocks noChangeShapeType="1"/>
            </p:cNvCxnSpPr>
            <p:nvPr/>
          </p:nvCxnSpPr>
          <p:spPr bwMode="auto">
            <a:xfrm>
              <a:off x="4862732" y="4038600"/>
              <a:ext cx="13716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97" name="Straight Connector 12">
              <a:extLst>
                <a:ext uri="{FF2B5EF4-FFF2-40B4-BE49-F238E27FC236}">
                  <a16:creationId xmlns:a16="http://schemas.microsoft.com/office/drawing/2014/main" id="{3597782D-45F8-8C30-818A-B1E46749A2C1}"/>
                </a:ext>
              </a:extLst>
            </p:cNvPr>
            <p:cNvCxnSpPr>
              <a:cxnSpLocks noChangeShapeType="1"/>
            </p:cNvCxnSpPr>
            <p:nvPr/>
          </p:nvCxnSpPr>
          <p:spPr bwMode="auto">
            <a:xfrm rot="5400000">
              <a:off x="5784166" y="4488766"/>
              <a:ext cx="914400" cy="1406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20498" name="Straight Connector 13">
              <a:extLst>
                <a:ext uri="{FF2B5EF4-FFF2-40B4-BE49-F238E27FC236}">
                  <a16:creationId xmlns:a16="http://schemas.microsoft.com/office/drawing/2014/main" id="{54857178-ACC3-E598-40E2-290A42985672}"/>
                </a:ext>
              </a:extLst>
            </p:cNvPr>
            <p:cNvCxnSpPr>
              <a:cxnSpLocks noChangeShapeType="1"/>
            </p:cNvCxnSpPr>
            <p:nvPr/>
          </p:nvCxnSpPr>
          <p:spPr bwMode="auto">
            <a:xfrm>
              <a:off x="6234332" y="4953000"/>
              <a:ext cx="9906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99" name="Straight Connector 15">
              <a:extLst>
                <a:ext uri="{FF2B5EF4-FFF2-40B4-BE49-F238E27FC236}">
                  <a16:creationId xmlns:a16="http://schemas.microsoft.com/office/drawing/2014/main" id="{2B3F734D-8F0B-BE22-9CFD-7D42CE698C4B}"/>
                </a:ext>
              </a:extLst>
            </p:cNvPr>
            <p:cNvCxnSpPr>
              <a:cxnSpLocks noChangeShapeType="1"/>
            </p:cNvCxnSpPr>
            <p:nvPr/>
          </p:nvCxnSpPr>
          <p:spPr bwMode="auto">
            <a:xfrm rot="5400000">
              <a:off x="1021080" y="4541520"/>
              <a:ext cx="1920240" cy="1588"/>
            </a:xfrm>
            <a:prstGeom prst="line">
              <a:avLst/>
            </a:prstGeom>
            <a:noFill/>
            <a:ln w="28575"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0500" name="Straight Connector 16">
              <a:extLst>
                <a:ext uri="{FF2B5EF4-FFF2-40B4-BE49-F238E27FC236}">
                  <a16:creationId xmlns:a16="http://schemas.microsoft.com/office/drawing/2014/main" id="{CE7B0E56-C607-DDCB-A675-69F0D6DA5C89}"/>
                </a:ext>
              </a:extLst>
            </p:cNvPr>
            <p:cNvCxnSpPr>
              <a:cxnSpLocks noChangeShapeType="1"/>
            </p:cNvCxnSpPr>
            <p:nvPr/>
          </p:nvCxnSpPr>
          <p:spPr bwMode="auto">
            <a:xfrm rot="5400000">
              <a:off x="1509750" y="4481069"/>
              <a:ext cx="2011288" cy="1588"/>
            </a:xfrm>
            <a:prstGeom prst="line">
              <a:avLst/>
            </a:prstGeom>
            <a:noFill/>
            <a:ln w="28575" algn="ctr">
              <a:solidFill>
                <a:srgbClr val="0070C0"/>
              </a:solidFill>
              <a:prstDash val="dash"/>
              <a:round/>
              <a:headEnd/>
              <a:tailEnd/>
            </a:ln>
            <a:extLst>
              <a:ext uri="{909E8E84-426E-40DD-AFC4-6F175D3DCCD1}">
                <a14:hiddenFill xmlns:a14="http://schemas.microsoft.com/office/drawing/2010/main">
                  <a:noFill/>
                </a14:hiddenFill>
              </a:ext>
            </a:extLst>
          </p:spPr>
        </p:cxnSp>
        <p:cxnSp>
          <p:nvCxnSpPr>
            <p:cNvPr id="20501" name="Straight Connector 17">
              <a:extLst>
                <a:ext uri="{FF2B5EF4-FFF2-40B4-BE49-F238E27FC236}">
                  <a16:creationId xmlns:a16="http://schemas.microsoft.com/office/drawing/2014/main" id="{31386165-53A3-D7D6-96CD-8C1665D38F76}"/>
                </a:ext>
              </a:extLst>
            </p:cNvPr>
            <p:cNvCxnSpPr>
              <a:cxnSpLocks noChangeShapeType="1"/>
            </p:cNvCxnSpPr>
            <p:nvPr/>
          </p:nvCxnSpPr>
          <p:spPr bwMode="auto">
            <a:xfrm rot="5400000">
              <a:off x="3612674" y="4540726"/>
              <a:ext cx="1920240" cy="1588"/>
            </a:xfrm>
            <a:prstGeom prst="line">
              <a:avLst/>
            </a:prstGeom>
            <a:noFill/>
            <a:ln w="28575"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0502" name="Straight Connector 18">
              <a:extLst>
                <a:ext uri="{FF2B5EF4-FFF2-40B4-BE49-F238E27FC236}">
                  <a16:creationId xmlns:a16="http://schemas.microsoft.com/office/drawing/2014/main" id="{0392ECE8-E52C-547C-8035-4E4F77EE24AC}"/>
                </a:ext>
              </a:extLst>
            </p:cNvPr>
            <p:cNvCxnSpPr>
              <a:cxnSpLocks noChangeShapeType="1"/>
            </p:cNvCxnSpPr>
            <p:nvPr/>
          </p:nvCxnSpPr>
          <p:spPr bwMode="auto">
            <a:xfrm rot="5400000">
              <a:off x="3049019" y="4335502"/>
              <a:ext cx="2285549" cy="1588"/>
            </a:xfrm>
            <a:prstGeom prst="line">
              <a:avLst/>
            </a:prstGeom>
            <a:noFill/>
            <a:ln w="28575" algn="ctr">
              <a:solidFill>
                <a:srgbClr val="0070C0"/>
              </a:solidFill>
              <a:prstDash val="dash"/>
              <a:round/>
              <a:headEnd/>
              <a:tailEnd/>
            </a:ln>
            <a:extLst>
              <a:ext uri="{909E8E84-426E-40DD-AFC4-6F175D3DCCD1}">
                <a14:hiddenFill xmlns:a14="http://schemas.microsoft.com/office/drawing/2010/main">
                  <a:noFill/>
                </a14:hiddenFill>
              </a:ext>
            </a:extLst>
          </p:spPr>
        </p:cxnSp>
        <p:cxnSp>
          <p:nvCxnSpPr>
            <p:cNvPr id="20503" name="Straight Arrow Connector 20">
              <a:extLst>
                <a:ext uri="{FF2B5EF4-FFF2-40B4-BE49-F238E27FC236}">
                  <a16:creationId xmlns:a16="http://schemas.microsoft.com/office/drawing/2014/main" id="{C32D57EB-C467-AD90-39C4-025F6E216B1B}"/>
                </a:ext>
              </a:extLst>
            </p:cNvPr>
            <p:cNvCxnSpPr>
              <a:cxnSpLocks noChangeShapeType="1"/>
            </p:cNvCxnSpPr>
            <p:nvPr/>
          </p:nvCxnSpPr>
          <p:spPr bwMode="auto">
            <a:xfrm>
              <a:off x="4191000" y="5334000"/>
              <a:ext cx="381000" cy="1588"/>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20504" name="Straight Arrow Connector 21">
              <a:extLst>
                <a:ext uri="{FF2B5EF4-FFF2-40B4-BE49-F238E27FC236}">
                  <a16:creationId xmlns:a16="http://schemas.microsoft.com/office/drawing/2014/main" id="{63D6CECE-2A13-0029-D500-6F6DDCB7E786}"/>
                </a:ext>
              </a:extLst>
            </p:cNvPr>
            <p:cNvCxnSpPr>
              <a:cxnSpLocks noChangeShapeType="1"/>
            </p:cNvCxnSpPr>
            <p:nvPr/>
          </p:nvCxnSpPr>
          <p:spPr bwMode="auto">
            <a:xfrm>
              <a:off x="2015196" y="5334000"/>
              <a:ext cx="457200" cy="1588"/>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20505" name="TextBox 22">
              <a:extLst>
                <a:ext uri="{FF2B5EF4-FFF2-40B4-BE49-F238E27FC236}">
                  <a16:creationId xmlns:a16="http://schemas.microsoft.com/office/drawing/2014/main" id="{D04EFF59-29AF-0372-F933-AFEEF4EBF00A}"/>
                </a:ext>
              </a:extLst>
            </p:cNvPr>
            <p:cNvSpPr txBox="1">
              <a:spLocks noChangeArrowheads="1"/>
            </p:cNvSpPr>
            <p:nvPr/>
          </p:nvSpPr>
          <p:spPr bwMode="auto">
            <a:xfrm>
              <a:off x="1696328" y="5610664"/>
              <a:ext cx="1600200" cy="369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Hold  Slack</a:t>
              </a:r>
              <a:endParaRPr lang="en-GB" altLang="en-US"/>
            </a:p>
          </p:txBody>
        </p:sp>
        <p:sp>
          <p:nvSpPr>
            <p:cNvPr id="20506" name="TextBox 23">
              <a:extLst>
                <a:ext uri="{FF2B5EF4-FFF2-40B4-BE49-F238E27FC236}">
                  <a16:creationId xmlns:a16="http://schemas.microsoft.com/office/drawing/2014/main" id="{862F0C2A-E9E4-44E5-621A-9308B98BF5AD}"/>
                </a:ext>
              </a:extLst>
            </p:cNvPr>
            <p:cNvSpPr txBox="1">
              <a:spLocks noChangeArrowheads="1"/>
            </p:cNvSpPr>
            <p:nvPr/>
          </p:nvSpPr>
          <p:spPr bwMode="auto">
            <a:xfrm>
              <a:off x="3886200" y="5562600"/>
              <a:ext cx="1600200" cy="369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Setup  Slack</a:t>
              </a:r>
              <a:endParaRPr lang="en-GB" altLang="en-US"/>
            </a:p>
          </p:txBody>
        </p:sp>
        <p:cxnSp>
          <p:nvCxnSpPr>
            <p:cNvPr id="20507" name="Straight Arrow Connector 24">
              <a:extLst>
                <a:ext uri="{FF2B5EF4-FFF2-40B4-BE49-F238E27FC236}">
                  <a16:creationId xmlns:a16="http://schemas.microsoft.com/office/drawing/2014/main" id="{F12FADDE-7FF4-A8CA-5C6B-22A8FDCB7976}"/>
                </a:ext>
              </a:extLst>
            </p:cNvPr>
            <p:cNvCxnSpPr>
              <a:cxnSpLocks noChangeShapeType="1"/>
            </p:cNvCxnSpPr>
            <p:nvPr/>
          </p:nvCxnSpPr>
          <p:spPr bwMode="auto">
            <a:xfrm>
              <a:off x="4572000" y="4161700"/>
              <a:ext cx="274320" cy="1588"/>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20508" name="TextBox 25">
              <a:extLst>
                <a:ext uri="{FF2B5EF4-FFF2-40B4-BE49-F238E27FC236}">
                  <a16:creationId xmlns:a16="http://schemas.microsoft.com/office/drawing/2014/main" id="{AB62805E-65D2-4E7C-70EF-6F5DC99B895F}"/>
                </a:ext>
              </a:extLst>
            </p:cNvPr>
            <p:cNvSpPr txBox="1">
              <a:spLocks noChangeArrowheads="1"/>
            </p:cNvSpPr>
            <p:nvPr/>
          </p:nvSpPr>
          <p:spPr bwMode="auto">
            <a:xfrm>
              <a:off x="4651712" y="3595468"/>
              <a:ext cx="838200" cy="369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Setup</a:t>
              </a:r>
              <a:endParaRPr lang="en-GB" altLang="en-US"/>
            </a:p>
          </p:txBody>
        </p:sp>
        <p:cxnSp>
          <p:nvCxnSpPr>
            <p:cNvPr id="20509" name="Straight Arrow Connector 26">
              <a:extLst>
                <a:ext uri="{FF2B5EF4-FFF2-40B4-BE49-F238E27FC236}">
                  <a16:creationId xmlns:a16="http://schemas.microsoft.com/office/drawing/2014/main" id="{9C11FE9B-6C68-388F-6BF2-15BC714987CC}"/>
                </a:ext>
              </a:extLst>
            </p:cNvPr>
            <p:cNvCxnSpPr>
              <a:cxnSpLocks noChangeShapeType="1"/>
            </p:cNvCxnSpPr>
            <p:nvPr/>
          </p:nvCxnSpPr>
          <p:spPr bwMode="auto">
            <a:xfrm>
              <a:off x="1696328" y="3698344"/>
              <a:ext cx="274320" cy="1588"/>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20510" name="TextBox 27">
              <a:extLst>
                <a:ext uri="{FF2B5EF4-FFF2-40B4-BE49-F238E27FC236}">
                  <a16:creationId xmlns:a16="http://schemas.microsoft.com/office/drawing/2014/main" id="{B1884682-EBAA-9736-7D89-C412F36E674F}"/>
                </a:ext>
              </a:extLst>
            </p:cNvPr>
            <p:cNvSpPr txBox="1">
              <a:spLocks noChangeArrowheads="1"/>
            </p:cNvSpPr>
            <p:nvPr/>
          </p:nvSpPr>
          <p:spPr bwMode="auto">
            <a:xfrm>
              <a:off x="914400" y="3810000"/>
              <a:ext cx="838200" cy="369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Hold</a:t>
              </a:r>
              <a:endParaRPr lang="en-GB" altLang="en-US"/>
            </a:p>
          </p:txBody>
        </p:sp>
        <p:cxnSp>
          <p:nvCxnSpPr>
            <p:cNvPr id="20511" name="Straight Arrow Connector 26">
              <a:extLst>
                <a:ext uri="{FF2B5EF4-FFF2-40B4-BE49-F238E27FC236}">
                  <a16:creationId xmlns:a16="http://schemas.microsoft.com/office/drawing/2014/main" id="{70648A90-5677-453D-548F-685D8FE5AD44}"/>
                </a:ext>
              </a:extLst>
            </p:cNvPr>
            <p:cNvCxnSpPr>
              <a:cxnSpLocks noChangeShapeType="1"/>
            </p:cNvCxnSpPr>
            <p:nvPr/>
          </p:nvCxnSpPr>
          <p:spPr bwMode="auto">
            <a:xfrm>
              <a:off x="1675994" y="3503931"/>
              <a:ext cx="822988" cy="1588"/>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20512" name="Straight Arrow Connector 26">
              <a:extLst>
                <a:ext uri="{FF2B5EF4-FFF2-40B4-BE49-F238E27FC236}">
                  <a16:creationId xmlns:a16="http://schemas.microsoft.com/office/drawing/2014/main" id="{78C19A02-93C7-4298-E1E8-17577CF0CA9D}"/>
                </a:ext>
              </a:extLst>
            </p:cNvPr>
            <p:cNvCxnSpPr>
              <a:cxnSpLocks noChangeShapeType="1"/>
            </p:cNvCxnSpPr>
            <p:nvPr/>
          </p:nvCxnSpPr>
          <p:spPr bwMode="auto">
            <a:xfrm>
              <a:off x="1662145" y="3268447"/>
              <a:ext cx="2560406" cy="1588"/>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20513" name="TextBox 27">
              <a:extLst>
                <a:ext uri="{FF2B5EF4-FFF2-40B4-BE49-F238E27FC236}">
                  <a16:creationId xmlns:a16="http://schemas.microsoft.com/office/drawing/2014/main" id="{F67221C5-30EB-32B6-2C09-0AF7AFC35094}"/>
                </a:ext>
              </a:extLst>
            </p:cNvPr>
            <p:cNvSpPr txBox="1">
              <a:spLocks noChangeArrowheads="1"/>
            </p:cNvSpPr>
            <p:nvPr/>
          </p:nvSpPr>
          <p:spPr bwMode="auto">
            <a:xfrm>
              <a:off x="747714" y="3469283"/>
              <a:ext cx="838200" cy="369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Tmin</a:t>
              </a:r>
              <a:endParaRPr lang="en-GB" altLang="en-US"/>
            </a:p>
          </p:txBody>
        </p:sp>
        <p:sp>
          <p:nvSpPr>
            <p:cNvPr id="20514" name="TextBox 27">
              <a:extLst>
                <a:ext uri="{FF2B5EF4-FFF2-40B4-BE49-F238E27FC236}">
                  <a16:creationId xmlns:a16="http://schemas.microsoft.com/office/drawing/2014/main" id="{2A385553-5F74-F1B7-61F9-E7DE35833D50}"/>
                </a:ext>
              </a:extLst>
            </p:cNvPr>
            <p:cNvSpPr txBox="1">
              <a:spLocks noChangeArrowheads="1"/>
            </p:cNvSpPr>
            <p:nvPr/>
          </p:nvSpPr>
          <p:spPr bwMode="auto">
            <a:xfrm>
              <a:off x="4862653" y="3233804"/>
              <a:ext cx="838200" cy="369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Tmax</a:t>
              </a:r>
              <a:endParaRPr lang="en-GB" altLang="en-US"/>
            </a:p>
          </p:txBody>
        </p:sp>
      </p:grpSp>
      <p:cxnSp>
        <p:nvCxnSpPr>
          <p:cNvPr id="20485" name="Straight Connector 26">
            <a:extLst>
              <a:ext uri="{FF2B5EF4-FFF2-40B4-BE49-F238E27FC236}">
                <a16:creationId xmlns:a16="http://schemas.microsoft.com/office/drawing/2014/main" id="{875DA5D2-7B61-D5C4-7D4E-263039AC9AB7}"/>
              </a:ext>
            </a:extLst>
          </p:cNvPr>
          <p:cNvCxnSpPr>
            <a:cxnSpLocks noChangeShapeType="1"/>
          </p:cNvCxnSpPr>
          <p:nvPr/>
        </p:nvCxnSpPr>
        <p:spPr bwMode="auto">
          <a:xfrm flipH="1" flipV="1">
            <a:off x="3587750" y="3054351"/>
            <a:ext cx="0" cy="10064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486" name="Straight Connector 28">
            <a:extLst>
              <a:ext uri="{FF2B5EF4-FFF2-40B4-BE49-F238E27FC236}">
                <a16:creationId xmlns:a16="http://schemas.microsoft.com/office/drawing/2014/main" id="{06265BDC-2FDD-EDBD-5FE9-B095C7636AF9}"/>
              </a:ext>
            </a:extLst>
          </p:cNvPr>
          <p:cNvCxnSpPr>
            <a:cxnSpLocks noChangeShapeType="1"/>
          </p:cNvCxnSpPr>
          <p:nvPr/>
        </p:nvCxnSpPr>
        <p:spPr bwMode="auto">
          <a:xfrm rot="5400000">
            <a:off x="6564313" y="3744913"/>
            <a:ext cx="228600" cy="15240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0487" name="Straight Connector 30">
            <a:extLst>
              <a:ext uri="{FF2B5EF4-FFF2-40B4-BE49-F238E27FC236}">
                <a16:creationId xmlns:a16="http://schemas.microsoft.com/office/drawing/2014/main" id="{78805FB3-8668-9A27-22C4-E504D91C1021}"/>
              </a:ext>
            </a:extLst>
          </p:cNvPr>
          <p:cNvCxnSpPr>
            <a:cxnSpLocks noChangeShapeType="1"/>
          </p:cNvCxnSpPr>
          <p:nvPr/>
        </p:nvCxnSpPr>
        <p:spPr bwMode="auto">
          <a:xfrm rot="5400000">
            <a:off x="3382963" y="3581401"/>
            <a:ext cx="274638" cy="274637"/>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0488" name="Straight Connector 33">
            <a:extLst>
              <a:ext uri="{FF2B5EF4-FFF2-40B4-BE49-F238E27FC236}">
                <a16:creationId xmlns:a16="http://schemas.microsoft.com/office/drawing/2014/main" id="{4FEC6D1C-B78D-B976-01D4-DA0B9AE776FC}"/>
              </a:ext>
            </a:extLst>
          </p:cNvPr>
          <p:cNvCxnSpPr>
            <a:cxnSpLocks noChangeShapeType="1"/>
          </p:cNvCxnSpPr>
          <p:nvPr/>
        </p:nvCxnSpPr>
        <p:spPr bwMode="auto">
          <a:xfrm rot="10800000" flipV="1">
            <a:off x="3276600" y="3352800"/>
            <a:ext cx="503238" cy="15240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0489" name="Straight Connector 39">
            <a:extLst>
              <a:ext uri="{FF2B5EF4-FFF2-40B4-BE49-F238E27FC236}">
                <a16:creationId xmlns:a16="http://schemas.microsoft.com/office/drawing/2014/main" id="{4A965DE0-6681-8CA8-68C0-53E84CA20AB6}"/>
              </a:ext>
            </a:extLst>
          </p:cNvPr>
          <p:cNvCxnSpPr>
            <a:cxnSpLocks noChangeShapeType="1"/>
            <a:endCxn id="20514" idx="1"/>
          </p:cNvCxnSpPr>
          <p:nvPr/>
        </p:nvCxnSpPr>
        <p:spPr bwMode="auto">
          <a:xfrm>
            <a:off x="4876800" y="3165475"/>
            <a:ext cx="1905000" cy="10953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D5184814-2D1A-814E-E340-69A9E1BB4825}"/>
              </a:ext>
            </a:extLst>
          </p:cNvPr>
          <p:cNvSpPr>
            <a:spLocks noGrp="1" noChangeArrowheads="1"/>
          </p:cNvSpPr>
          <p:nvPr>
            <p:ph type="title"/>
          </p:nvPr>
        </p:nvSpPr>
        <p:spPr>
          <a:xfrm>
            <a:off x="0" y="183401"/>
            <a:ext cx="11612880" cy="704088"/>
          </a:xfrm>
        </p:spPr>
        <p:txBody>
          <a:bodyPr/>
          <a:lstStyle/>
          <a:p>
            <a:r>
              <a:rPr lang="en-US" altLang="en-US"/>
              <a:t>Example</a:t>
            </a:r>
          </a:p>
        </p:txBody>
      </p:sp>
      <p:graphicFrame>
        <p:nvGraphicFramePr>
          <p:cNvPr id="3" name="Table 2">
            <a:extLst>
              <a:ext uri="{FF2B5EF4-FFF2-40B4-BE49-F238E27FC236}">
                <a16:creationId xmlns:a16="http://schemas.microsoft.com/office/drawing/2014/main" id="{956B981F-D86A-47FC-AF35-9CBACDB03518}"/>
              </a:ext>
            </a:extLst>
          </p:cNvPr>
          <p:cNvGraphicFramePr>
            <a:graphicFrameLocks noGrp="1"/>
          </p:cNvGraphicFramePr>
          <p:nvPr/>
        </p:nvGraphicFramePr>
        <p:xfrm>
          <a:off x="3086100" y="2286000"/>
          <a:ext cx="6019800" cy="3164328"/>
        </p:xfrm>
        <a:graphic>
          <a:graphicData uri="http://schemas.openxmlformats.org/drawingml/2006/table">
            <a:tbl>
              <a:tblPr>
                <a:tableStyleId>{BC89EF96-8CEA-46FF-86C4-4CE0E7609802}</a:tableStyleId>
              </a:tblPr>
              <a:tblGrid>
                <a:gridCol w="3810000">
                  <a:extLst>
                    <a:ext uri="{9D8B030D-6E8A-4147-A177-3AD203B41FA5}">
                      <a16:colId xmlns:a16="http://schemas.microsoft.com/office/drawing/2014/main" val="629703183"/>
                    </a:ext>
                  </a:extLst>
                </a:gridCol>
                <a:gridCol w="1219200">
                  <a:extLst>
                    <a:ext uri="{9D8B030D-6E8A-4147-A177-3AD203B41FA5}">
                      <a16:colId xmlns:a16="http://schemas.microsoft.com/office/drawing/2014/main" val="3193687499"/>
                    </a:ext>
                  </a:extLst>
                </a:gridCol>
                <a:gridCol w="990600">
                  <a:extLst>
                    <a:ext uri="{9D8B030D-6E8A-4147-A177-3AD203B41FA5}">
                      <a16:colId xmlns:a16="http://schemas.microsoft.com/office/drawing/2014/main" val="3610325339"/>
                    </a:ext>
                  </a:extLst>
                </a:gridCol>
              </a:tblGrid>
              <a:tr h="548530">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Clock-to-Q contamination delay</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T</a:t>
                      </a:r>
                      <a:r>
                        <a:rPr kumimoji="0" lang="en-US" altLang="en-US" sz="1800" u="none" strike="noStrike" cap="none" normalizeH="0" baseline="-25000">
                          <a:ln>
                            <a:noFill/>
                          </a:ln>
                          <a:effectLst/>
                        </a:rPr>
                        <a:t>CCQ</a:t>
                      </a:r>
                      <a:endParaRPr kumimoji="0" lang="en-US" altLang="en-US" sz="1800" u="none" strike="noStrike" cap="none" normalizeH="0" baseline="0">
                        <a:ln>
                          <a:noFill/>
                        </a:ln>
                        <a:effectLst/>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30ps</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extLst>
                  <a:ext uri="{0D108BD9-81ED-4DB2-BD59-A6C34878D82A}">
                    <a16:rowId xmlns:a16="http://schemas.microsoft.com/office/drawing/2014/main" val="1909827438"/>
                  </a:ext>
                </a:extLst>
              </a:tr>
              <a:tr h="517421">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 Propagation delay</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T </a:t>
                      </a:r>
                      <a:r>
                        <a:rPr kumimoji="0" lang="en-US" altLang="en-US" sz="1800" u="none" strike="noStrike" cap="none" normalizeH="0" baseline="-25000">
                          <a:ln>
                            <a:noFill/>
                          </a:ln>
                          <a:effectLst/>
                        </a:rPr>
                        <a:t>CLK</a:t>
                      </a:r>
                      <a:r>
                        <a:rPr kumimoji="0" lang="ru-RU" altLang="en-US" sz="1800" u="none" strike="noStrike" cap="none" normalizeH="0" baseline="-25000">
                          <a:ln>
                            <a:noFill/>
                          </a:ln>
                          <a:effectLst/>
                        </a:rPr>
                        <a:t>-</a:t>
                      </a:r>
                      <a:r>
                        <a:rPr kumimoji="0" lang="en-US" altLang="en-US" sz="1800" u="none" strike="noStrike" cap="none" normalizeH="0" baseline="-25000">
                          <a:ln>
                            <a:noFill/>
                          </a:ln>
                          <a:effectLst/>
                        </a:rPr>
                        <a:t>Q</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80ps</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extLst>
                  <a:ext uri="{0D108BD9-81ED-4DB2-BD59-A6C34878D82A}">
                    <a16:rowId xmlns:a16="http://schemas.microsoft.com/office/drawing/2014/main" val="857272298"/>
                  </a:ext>
                </a:extLst>
              </a:tr>
              <a:tr h="452347">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 Setup time   Tsetup</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Tsetup</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50ps</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extLst>
                  <a:ext uri="{0D108BD9-81ED-4DB2-BD59-A6C34878D82A}">
                    <a16:rowId xmlns:a16="http://schemas.microsoft.com/office/drawing/2014/main" val="698179048"/>
                  </a:ext>
                </a:extLst>
              </a:tr>
              <a:tr h="548530">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Hold time</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altLang="en-US" sz="1800" u="none" strike="noStrike" cap="none" normalizeH="0" baseline="0">
                          <a:ln>
                            <a:noFill/>
                          </a:ln>
                          <a:effectLst/>
                        </a:rPr>
                        <a:t>Т</a:t>
                      </a:r>
                      <a:r>
                        <a:rPr kumimoji="0" lang="en-US" altLang="en-US" sz="1800" u="none" strike="noStrike" cap="none" normalizeH="0" baseline="0">
                          <a:ln>
                            <a:noFill/>
                          </a:ln>
                          <a:effectLst/>
                        </a:rPr>
                        <a:t>hold</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60ps</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extLst>
                  <a:ext uri="{0D108BD9-81ED-4DB2-BD59-A6C34878D82A}">
                    <a16:rowId xmlns:a16="http://schemas.microsoft.com/office/drawing/2014/main" val="1371563909"/>
                  </a:ext>
                </a:extLst>
              </a:tr>
              <a:tr h="548530">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Logic gates contamination delay</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altLang="en-US" sz="1800" u="none" strike="noStrike" cap="none" normalizeH="0" baseline="0">
                          <a:ln>
                            <a:noFill/>
                          </a:ln>
                          <a:effectLst/>
                        </a:rPr>
                        <a:t>Т</a:t>
                      </a:r>
                      <a:r>
                        <a:rPr kumimoji="0" lang="en-US" altLang="en-US" sz="1800" u="none" strike="noStrike" cap="none" normalizeH="0" baseline="0">
                          <a:ln>
                            <a:noFill/>
                          </a:ln>
                          <a:effectLst/>
                        </a:rPr>
                        <a:t>ccd</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25ps</a:t>
                      </a: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extLst>
                  <a:ext uri="{0D108BD9-81ED-4DB2-BD59-A6C34878D82A}">
                    <a16:rowId xmlns:a16="http://schemas.microsoft.com/office/drawing/2014/main" val="776089052"/>
                  </a:ext>
                </a:extLst>
              </a:tr>
              <a:tr h="548530">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rPr>
                        <a:t>Logic gate  propagation delay</a:t>
                      </a:r>
                      <a:endParaRPr kumimoji="0" lang="en-US" altLang="en-US" sz="1800" b="0" i="0" u="none" strike="noStrike" cap="none" normalizeH="0" baseline="0" dirty="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a:ln>
                            <a:noFill/>
                          </a:ln>
                          <a:effectLst/>
                        </a:rPr>
                        <a:t>Tpd</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mj-lt"/>
                        <a:cs typeface="Times New Roman" panose="02020603050405020304" pitchFamily="18" charset="0"/>
                      </a:endParaRPr>
                    </a:p>
                  </a:txBody>
                  <a:tcPr marL="68580" marR="68580" marT="0" marB="0" horzOverflow="overflow"/>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rPr>
                        <a:t>40ps</a:t>
                      </a:r>
                      <a:endParaRPr kumimoji="0" lang="en-US" altLang="en-US" sz="1800" b="0" i="0" u="none" strike="noStrike" cap="none" normalizeH="0" baseline="0" dirty="0">
                        <a:ln>
                          <a:noFill/>
                        </a:ln>
                        <a:solidFill>
                          <a:schemeClr val="tx1"/>
                        </a:solidFill>
                        <a:effectLst/>
                        <a:latin typeface="+mj-lt"/>
                        <a:cs typeface="Times New Roman" panose="02020603050405020304" pitchFamily="18" charset="0"/>
                      </a:endParaRPr>
                    </a:p>
                  </a:txBody>
                  <a:tcPr marL="68580" marR="68580" marT="0" marB="0" horzOverflow="overflow"/>
                </a:tc>
                <a:extLst>
                  <a:ext uri="{0D108BD9-81ED-4DB2-BD59-A6C34878D82A}">
                    <a16:rowId xmlns:a16="http://schemas.microsoft.com/office/drawing/2014/main" val="112445571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EFD2A8ED-6867-4E7A-F617-0A7F00F8DE04}"/>
              </a:ext>
            </a:extLst>
          </p:cNvPr>
          <p:cNvSpPr>
            <a:spLocks noGrp="1" noChangeArrowheads="1"/>
          </p:cNvSpPr>
          <p:nvPr>
            <p:ph type="title"/>
          </p:nvPr>
        </p:nvSpPr>
        <p:spPr>
          <a:xfrm>
            <a:off x="0" y="183401"/>
            <a:ext cx="11612880" cy="704088"/>
          </a:xfrm>
        </p:spPr>
        <p:txBody>
          <a:bodyPr/>
          <a:lstStyle/>
          <a:p>
            <a:r>
              <a:rPr lang="en-US" altLang="en-US"/>
              <a:t>Timing Analysis</a:t>
            </a:r>
          </a:p>
        </p:txBody>
      </p:sp>
      <p:pic>
        <p:nvPicPr>
          <p:cNvPr id="22531" name="Picture 2">
            <a:extLst>
              <a:ext uri="{FF2B5EF4-FFF2-40B4-BE49-F238E27FC236}">
                <a16:creationId xmlns:a16="http://schemas.microsoft.com/office/drawing/2014/main" id="{21C556E3-7D8F-35BC-50BE-97DCA3E112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905000"/>
            <a:ext cx="47942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2">
            <a:extLst>
              <a:ext uri="{FF2B5EF4-FFF2-40B4-BE49-F238E27FC236}">
                <a16:creationId xmlns:a16="http://schemas.microsoft.com/office/drawing/2014/main" id="{BEDF2747-AEA6-E1AE-3E75-31296897D9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579" y="1088345"/>
            <a:ext cx="3371850" cy="542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80EC8C6B-6172-226A-F942-917E12615E4A}"/>
              </a:ext>
            </a:extLst>
          </p:cNvPr>
          <p:cNvSpPr>
            <a:spLocks noGrp="1" noChangeArrowheads="1"/>
          </p:cNvSpPr>
          <p:nvPr>
            <p:ph type="title"/>
          </p:nvPr>
        </p:nvSpPr>
        <p:spPr/>
        <p:txBody>
          <a:bodyPr/>
          <a:lstStyle/>
          <a:p>
            <a:r>
              <a:rPr lang="en-US" altLang="en-US"/>
              <a:t>Timing  Analysis</a:t>
            </a:r>
          </a:p>
        </p:txBody>
      </p:sp>
      <p:sp>
        <p:nvSpPr>
          <p:cNvPr id="3" name="Text Placeholder 2">
            <a:extLst>
              <a:ext uri="{FF2B5EF4-FFF2-40B4-BE49-F238E27FC236}">
                <a16:creationId xmlns:a16="http://schemas.microsoft.com/office/drawing/2014/main" id="{8FEBFDD1-91C4-84E5-79A2-5FFF25D3E5F3}"/>
              </a:ext>
            </a:extLst>
          </p:cNvPr>
          <p:cNvSpPr>
            <a:spLocks noGrp="1"/>
          </p:cNvSpPr>
          <p:nvPr>
            <p:ph type="body" sz="quarter" idx="10"/>
          </p:nvPr>
        </p:nvSpPr>
        <p:spPr/>
        <p:txBody>
          <a:bodyPr/>
          <a:lstStyle/>
          <a:p>
            <a:pPr eaLnBrk="1" hangingPunct="1"/>
            <a:r>
              <a:rPr lang="en-US" altLang="en-US" sz="1800" dirty="0"/>
              <a:t>Critical  path:   B=1; C=0; D=0;  A rises from 0 to 1 (0</a:t>
            </a:r>
            <a:r>
              <a:rPr lang="en-US" altLang="en-US" sz="1800" dirty="0">
                <a:sym typeface="Symbol" panose="05050102010706020507" pitchFamily="18" charset="2"/>
              </a:rPr>
              <a:t>1)</a:t>
            </a:r>
            <a:r>
              <a:rPr lang="en-US" altLang="en-US" sz="1800" dirty="0"/>
              <a:t>, triggering n1 to rise(0</a:t>
            </a:r>
            <a:r>
              <a:rPr lang="en-US" altLang="en-US" sz="1800" dirty="0">
                <a:sym typeface="Symbol" panose="05050102010706020507" pitchFamily="18" charset="2"/>
              </a:rPr>
              <a:t>1) ,</a:t>
            </a:r>
            <a:r>
              <a:rPr lang="en-US" altLang="en-US" sz="1800" dirty="0"/>
              <a:t>X′ to rise, and Y′ to fall (1</a:t>
            </a:r>
            <a:r>
              <a:rPr lang="en-US" altLang="en-US" sz="1800" dirty="0">
                <a:sym typeface="Symbol" panose="05050102010706020507" pitchFamily="18" charset="2"/>
              </a:rPr>
              <a:t>0)</a:t>
            </a:r>
            <a:r>
              <a:rPr lang="en-US" altLang="en-US" sz="1800" dirty="0"/>
              <a:t>. </a:t>
            </a:r>
          </a:p>
          <a:p>
            <a:pPr eaLnBrk="1" hangingPunct="1"/>
            <a:r>
              <a:rPr lang="en-US" altLang="en-US" sz="1800" dirty="0"/>
              <a:t>This path involves three gate delays. </a:t>
            </a:r>
          </a:p>
          <a:p>
            <a:pPr eaLnBrk="1" hangingPunct="1"/>
            <a:r>
              <a:rPr lang="en-US" altLang="en-US" sz="1800" dirty="0" err="1"/>
              <a:t>Tclk</a:t>
            </a:r>
            <a:r>
              <a:rPr lang="en-US" altLang="en-US" sz="1800" dirty="0"/>
              <a:t> ≥</a:t>
            </a:r>
            <a:r>
              <a:rPr lang="en-US" altLang="en-US" sz="1800" dirty="0" err="1"/>
              <a:t>tpcq</a:t>
            </a:r>
            <a:r>
              <a:rPr lang="en-US" altLang="en-US" sz="1800" dirty="0"/>
              <a:t> +3tpd +</a:t>
            </a:r>
            <a:r>
              <a:rPr lang="en-US" altLang="en-US" sz="1800" dirty="0" err="1"/>
              <a:t>tsetup</a:t>
            </a:r>
            <a:r>
              <a:rPr lang="en-US" altLang="en-US" sz="1800" dirty="0"/>
              <a:t> = 80+3×40+50 = 250ps </a:t>
            </a:r>
          </a:p>
          <a:p>
            <a:pPr eaLnBrk="1" hangingPunct="1"/>
            <a:r>
              <a:rPr lang="en-US" altLang="en-US" sz="1800" dirty="0"/>
              <a:t>The maximum clock frequency is fc =1/Tc =4 GHz. </a:t>
            </a:r>
          </a:p>
          <a:p>
            <a:pPr eaLnBrk="1" hangingPunct="1"/>
            <a:r>
              <a:rPr lang="en-US" altLang="en-US" sz="1800" dirty="0"/>
              <a:t> </a:t>
            </a:r>
            <a:r>
              <a:rPr lang="en-US" altLang="en-US" sz="1800" dirty="0" err="1">
                <a:solidFill>
                  <a:srgbClr val="FF0000"/>
                </a:solidFill>
              </a:rPr>
              <a:t>FIixing</a:t>
            </a:r>
            <a:r>
              <a:rPr lang="en-US" altLang="en-US" sz="1800" dirty="0">
                <a:solidFill>
                  <a:srgbClr val="FF0000"/>
                </a:solidFill>
              </a:rPr>
              <a:t> Hold Time Violations</a:t>
            </a:r>
          </a:p>
          <a:p>
            <a:pPr eaLnBrk="1" hangingPunct="1"/>
            <a:r>
              <a:rPr lang="en-US" altLang="en-US" sz="1800" dirty="0"/>
              <a:t>A short path occurs when A=0 and C rises (0</a:t>
            </a:r>
            <a:r>
              <a:rPr lang="en-US" altLang="en-US" sz="1800" dirty="0">
                <a:sym typeface="Symbol" panose="05050102010706020507" pitchFamily="18" charset="2"/>
              </a:rPr>
              <a:t>1)</a:t>
            </a:r>
            <a:r>
              <a:rPr lang="en-US" altLang="en-US" sz="1800" dirty="0"/>
              <a:t>, causing X′ to rise (0</a:t>
            </a:r>
            <a:r>
              <a:rPr lang="en-US" altLang="en-US" sz="1800" dirty="0">
                <a:sym typeface="Symbol" panose="05050102010706020507" pitchFamily="18" charset="2"/>
              </a:rPr>
              <a:t>1).</a:t>
            </a:r>
          </a:p>
          <a:p>
            <a:pPr eaLnBrk="1" hangingPunct="1"/>
            <a:r>
              <a:rPr lang="en-US" altLang="en-US" sz="1800" dirty="0"/>
              <a:t>For the short path, we assume that each gate switches after only a contamination delay.</a:t>
            </a:r>
          </a:p>
          <a:p>
            <a:pPr eaLnBrk="1" hangingPunct="1"/>
            <a:r>
              <a:rPr lang="en-US" altLang="en-US" sz="1800" dirty="0"/>
              <a:t>This path involves only one gate delay.    </a:t>
            </a:r>
            <a:r>
              <a:rPr lang="en-US" altLang="en-US" sz="1800" dirty="0" err="1"/>
              <a:t>Thold</a:t>
            </a:r>
            <a:r>
              <a:rPr lang="en-US" altLang="en-US" sz="1800" dirty="0"/>
              <a:t>&lt; </a:t>
            </a:r>
            <a:r>
              <a:rPr lang="en-GB" altLang="en-US" sz="1800" dirty="0"/>
              <a:t>=</a:t>
            </a:r>
            <a:r>
              <a:rPr lang="en-US" altLang="en-US" sz="1800" dirty="0" err="1"/>
              <a:t>Tccq+Tccd</a:t>
            </a:r>
            <a:r>
              <a:rPr lang="en-US" altLang="en-US" sz="1800" baseline="-25000" dirty="0"/>
              <a:t>   </a:t>
            </a:r>
            <a:endParaRPr lang="en-GB" altLang="en-US" sz="1800" dirty="0"/>
          </a:p>
          <a:p>
            <a:pPr eaLnBrk="1" hangingPunct="1"/>
            <a:r>
              <a:rPr lang="en-US" altLang="en-US" sz="1800" dirty="0" err="1"/>
              <a:t>tccq</a:t>
            </a:r>
            <a:r>
              <a:rPr lang="en-US" altLang="en-US" sz="1800" dirty="0"/>
              <a:t> +</a:t>
            </a:r>
            <a:r>
              <a:rPr lang="en-US" altLang="en-US" sz="1800" dirty="0" err="1"/>
              <a:t>tcd</a:t>
            </a:r>
            <a:r>
              <a:rPr lang="en-US" altLang="en-US" sz="1800" dirty="0"/>
              <a:t> =30+ 25=55 ps.  60ps&gt;55ps</a:t>
            </a:r>
          </a:p>
          <a:p>
            <a:pPr eaLnBrk="1" hangingPunct="1"/>
            <a:r>
              <a:rPr lang="en-US" altLang="en-US" sz="1800" dirty="0"/>
              <a:t>X′ must remain stable for 60 </a:t>
            </a:r>
            <a:r>
              <a:rPr lang="en-US" altLang="en-US" sz="1800" dirty="0" err="1"/>
              <a:t>ps</a:t>
            </a:r>
            <a:r>
              <a:rPr lang="en-US" altLang="en-US" sz="1800" dirty="0"/>
              <a:t> after the rising edge of CLK .</a:t>
            </a:r>
          </a:p>
          <a:p>
            <a:pPr eaLnBrk="1" hangingPunct="1"/>
            <a:r>
              <a:rPr lang="en-US" altLang="en-US" sz="1800" dirty="0"/>
              <a:t>The circuit has a hold time violation and may behave erratically at any clock frequency.</a:t>
            </a:r>
          </a:p>
          <a:p>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EA246422-8A0F-46C2-DCE2-8BF63A7FE66F}"/>
              </a:ext>
            </a:extLst>
          </p:cNvPr>
          <p:cNvSpPr>
            <a:spLocks noGrp="1" noChangeArrowheads="1"/>
          </p:cNvSpPr>
          <p:nvPr>
            <p:ph type="title"/>
          </p:nvPr>
        </p:nvSpPr>
        <p:spPr>
          <a:xfrm>
            <a:off x="0" y="183401"/>
            <a:ext cx="11612880" cy="704088"/>
          </a:xfrm>
        </p:spPr>
        <p:txBody>
          <a:bodyPr>
            <a:normAutofit/>
          </a:bodyPr>
          <a:lstStyle/>
          <a:p>
            <a:r>
              <a:rPr lang="en-US" altLang="en-US" dirty="0"/>
              <a:t>Fixing Hold Time Violations</a:t>
            </a:r>
          </a:p>
        </p:txBody>
      </p:sp>
      <p:pic>
        <p:nvPicPr>
          <p:cNvPr id="24579" name="Picture 5">
            <a:extLst>
              <a:ext uri="{FF2B5EF4-FFF2-40B4-BE49-F238E27FC236}">
                <a16:creationId xmlns:a16="http://schemas.microsoft.com/office/drawing/2014/main" id="{261D1877-46E3-89B5-1EF4-6B0D10723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1752600"/>
            <a:ext cx="4926013"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0" name="TextBox 2">
            <a:extLst>
              <a:ext uri="{FF2B5EF4-FFF2-40B4-BE49-F238E27FC236}">
                <a16:creationId xmlns:a16="http://schemas.microsoft.com/office/drawing/2014/main" id="{A505B8F6-AF4E-0415-BC50-32F2D96573E0}"/>
              </a:ext>
            </a:extLst>
          </p:cNvPr>
          <p:cNvSpPr txBox="1">
            <a:spLocks noChangeArrowheads="1"/>
          </p:cNvSpPr>
          <p:nvPr/>
        </p:nvSpPr>
        <p:spPr bwMode="auto">
          <a:xfrm>
            <a:off x="7417481" y="2255837"/>
            <a:ext cx="3352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300"/>
              </a:spcAft>
            </a:pPr>
            <a:r>
              <a:rPr lang="en-US" altLang="en-US" dirty="0"/>
              <a:t>The short paths are slowed by the contamination delay of the buffer.</a:t>
            </a:r>
          </a:p>
          <a:p>
            <a:pPr>
              <a:spcAft>
                <a:spcPts val="300"/>
              </a:spcAft>
            </a:pPr>
            <a:r>
              <a:rPr lang="en-US" altLang="en-US" dirty="0"/>
              <a:t> Now X′ will not change until </a:t>
            </a:r>
            <a:r>
              <a:rPr lang="en-US" altLang="en-US" dirty="0" err="1"/>
              <a:t>tccq</a:t>
            </a:r>
            <a:r>
              <a:rPr lang="en-US" altLang="en-US" dirty="0"/>
              <a:t> +2tcd =30+2×25=80 ps. This is after the 60 </a:t>
            </a:r>
            <a:r>
              <a:rPr lang="en-US" altLang="en-US" dirty="0" err="1"/>
              <a:t>ps</a:t>
            </a:r>
            <a:r>
              <a:rPr lang="en-US" altLang="en-US" dirty="0"/>
              <a:t> hold time has elapsed, so the circuit now operates correctly.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A0A35ED-0E78-A344-E1A1-EE4D7AA4BC48}"/>
              </a:ext>
            </a:extLst>
          </p:cNvPr>
          <p:cNvSpPr>
            <a:spLocks noGrp="1"/>
          </p:cNvSpPr>
          <p:nvPr>
            <p:ph type="body" sz="quarter" idx="10"/>
          </p:nvPr>
        </p:nvSpPr>
        <p:spPr/>
        <p:txBody>
          <a:bodyPr/>
          <a:lstStyle/>
          <a:p>
            <a:r>
              <a:rPr lang="en-US" dirty="0"/>
              <a:t>Clock skew – a difference between arrival times of the clock at different devices.</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If </a:t>
            </a:r>
            <a:r>
              <a:rPr lang="en-US" altLang="en-US" dirty="0" err="1"/>
              <a:t>Tskew</a:t>
            </a:r>
            <a:r>
              <a:rPr lang="en-US" altLang="en-US" dirty="0"/>
              <a:t> &gt; </a:t>
            </a:r>
            <a:r>
              <a:rPr lang="en-US" altLang="en-US" dirty="0" err="1"/>
              <a:t>Tclk</a:t>
            </a:r>
            <a:r>
              <a:rPr lang="en-US" altLang="en-US" dirty="0"/>
              <a:t> second register will not be able to store new data</a:t>
            </a:r>
            <a:r>
              <a:rPr lang="en-US" dirty="0"/>
              <a:t> </a:t>
            </a:r>
          </a:p>
        </p:txBody>
      </p:sp>
      <p:sp>
        <p:nvSpPr>
          <p:cNvPr id="69" name="Title 3">
            <a:extLst>
              <a:ext uri="{FF2B5EF4-FFF2-40B4-BE49-F238E27FC236}">
                <a16:creationId xmlns:a16="http://schemas.microsoft.com/office/drawing/2014/main" id="{DF6FBE22-2E7A-4F26-A638-A2D8620BF7CD}"/>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grpSp>
        <p:nvGrpSpPr>
          <p:cNvPr id="25604" name="Группа 2">
            <a:extLst>
              <a:ext uri="{FF2B5EF4-FFF2-40B4-BE49-F238E27FC236}">
                <a16:creationId xmlns:a16="http://schemas.microsoft.com/office/drawing/2014/main" id="{5D3E650A-9592-98BF-61B0-070A03FDFF89}"/>
              </a:ext>
            </a:extLst>
          </p:cNvPr>
          <p:cNvGrpSpPr>
            <a:grpSpLocks/>
          </p:cNvGrpSpPr>
          <p:nvPr/>
        </p:nvGrpSpPr>
        <p:grpSpPr bwMode="auto">
          <a:xfrm>
            <a:off x="2438400" y="2065338"/>
            <a:ext cx="7716838" cy="3505200"/>
            <a:chOff x="914400" y="2362200"/>
            <a:chExt cx="7716837" cy="3505200"/>
          </a:xfrm>
        </p:grpSpPr>
        <p:grpSp>
          <p:nvGrpSpPr>
            <p:cNvPr id="25606" name="Group 71">
              <a:extLst>
                <a:ext uri="{FF2B5EF4-FFF2-40B4-BE49-F238E27FC236}">
                  <a16:creationId xmlns:a16="http://schemas.microsoft.com/office/drawing/2014/main" id="{CAF564AF-CF25-2ED5-95B9-0085D6D55FED}"/>
                </a:ext>
              </a:extLst>
            </p:cNvPr>
            <p:cNvGrpSpPr>
              <a:grpSpLocks/>
            </p:cNvGrpSpPr>
            <p:nvPr/>
          </p:nvGrpSpPr>
          <p:grpSpPr bwMode="auto">
            <a:xfrm>
              <a:off x="5029200" y="2362200"/>
              <a:ext cx="3602037" cy="3505200"/>
              <a:chOff x="4857750" y="2368550"/>
              <a:chExt cx="3602038" cy="3940175"/>
            </a:xfrm>
          </p:grpSpPr>
          <p:sp>
            <p:nvSpPr>
              <p:cNvPr id="25631" name="Text Box 56">
                <a:extLst>
                  <a:ext uri="{FF2B5EF4-FFF2-40B4-BE49-F238E27FC236}">
                    <a16:creationId xmlns:a16="http://schemas.microsoft.com/office/drawing/2014/main" id="{D3BD4B90-2903-BCD5-C461-32831FC6E524}"/>
                  </a:ext>
                </a:extLst>
              </p:cNvPr>
              <p:cNvSpPr txBox="1">
                <a:spLocks noChangeArrowheads="1"/>
              </p:cNvSpPr>
              <p:nvPr/>
            </p:nvSpPr>
            <p:spPr bwMode="auto">
              <a:xfrm>
                <a:off x="6970713" y="5789613"/>
                <a:ext cx="1200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correct</a:t>
                </a:r>
                <a:endParaRPr lang="ru-RU" altLang="en-US" sz="1600"/>
              </a:p>
            </p:txBody>
          </p:sp>
          <p:grpSp>
            <p:nvGrpSpPr>
              <p:cNvPr id="25632" name="Group 86">
                <a:extLst>
                  <a:ext uri="{FF2B5EF4-FFF2-40B4-BE49-F238E27FC236}">
                    <a16:creationId xmlns:a16="http://schemas.microsoft.com/office/drawing/2014/main" id="{52209FE7-5A5B-4D8F-F34D-B863501D22F2}"/>
                  </a:ext>
                </a:extLst>
              </p:cNvPr>
              <p:cNvGrpSpPr>
                <a:grpSpLocks/>
              </p:cNvGrpSpPr>
              <p:nvPr/>
            </p:nvGrpSpPr>
            <p:grpSpPr bwMode="auto">
              <a:xfrm>
                <a:off x="4857750" y="2368550"/>
                <a:ext cx="3602038" cy="3587750"/>
                <a:chOff x="3060" y="1492"/>
                <a:chExt cx="2269" cy="2260"/>
              </a:xfrm>
            </p:grpSpPr>
            <p:grpSp>
              <p:nvGrpSpPr>
                <p:cNvPr id="25633" name="Group 77">
                  <a:extLst>
                    <a:ext uri="{FF2B5EF4-FFF2-40B4-BE49-F238E27FC236}">
                      <a16:creationId xmlns:a16="http://schemas.microsoft.com/office/drawing/2014/main" id="{F038D2CB-823C-D910-4D46-79A5CBF70C99}"/>
                    </a:ext>
                  </a:extLst>
                </p:cNvPr>
                <p:cNvGrpSpPr>
                  <a:grpSpLocks/>
                </p:cNvGrpSpPr>
                <p:nvPr/>
              </p:nvGrpSpPr>
              <p:grpSpPr bwMode="auto">
                <a:xfrm>
                  <a:off x="3060" y="1492"/>
                  <a:ext cx="2269" cy="2260"/>
                  <a:chOff x="3060" y="1071"/>
                  <a:chExt cx="2269" cy="2260"/>
                </a:xfrm>
              </p:grpSpPr>
              <p:sp>
                <p:nvSpPr>
                  <p:cNvPr id="25641" name="Line 27">
                    <a:extLst>
                      <a:ext uri="{FF2B5EF4-FFF2-40B4-BE49-F238E27FC236}">
                        <a16:creationId xmlns:a16="http://schemas.microsoft.com/office/drawing/2014/main" id="{93374290-C2E6-F68B-57C2-B74D4CD45B26}"/>
                      </a:ext>
                    </a:extLst>
                  </p:cNvPr>
                  <p:cNvSpPr>
                    <a:spLocks noChangeShapeType="1"/>
                  </p:cNvSpPr>
                  <p:nvPr/>
                </p:nvSpPr>
                <p:spPr bwMode="auto">
                  <a:xfrm>
                    <a:off x="3326" y="1378"/>
                    <a:ext cx="748" cy="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2" name="Line 28">
                    <a:extLst>
                      <a:ext uri="{FF2B5EF4-FFF2-40B4-BE49-F238E27FC236}">
                        <a16:creationId xmlns:a16="http://schemas.microsoft.com/office/drawing/2014/main" id="{40F583DC-5C59-E510-3D33-DA6D7627D6E8}"/>
                      </a:ext>
                    </a:extLst>
                  </p:cNvPr>
                  <p:cNvSpPr>
                    <a:spLocks noChangeShapeType="1"/>
                  </p:cNvSpPr>
                  <p:nvPr/>
                </p:nvSpPr>
                <p:spPr bwMode="auto">
                  <a:xfrm>
                    <a:off x="3326" y="1849"/>
                    <a:ext cx="33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3" name="Line 29">
                    <a:extLst>
                      <a:ext uri="{FF2B5EF4-FFF2-40B4-BE49-F238E27FC236}">
                        <a16:creationId xmlns:a16="http://schemas.microsoft.com/office/drawing/2014/main" id="{805A0261-0FD6-18D3-44B8-3C17BA73AA68}"/>
                      </a:ext>
                    </a:extLst>
                  </p:cNvPr>
                  <p:cNvSpPr>
                    <a:spLocks noChangeShapeType="1"/>
                  </p:cNvSpPr>
                  <p:nvPr/>
                </p:nvSpPr>
                <p:spPr bwMode="auto">
                  <a:xfrm flipV="1">
                    <a:off x="3662" y="1531"/>
                    <a:ext cx="38" cy="30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4" name="Line 30">
                    <a:extLst>
                      <a:ext uri="{FF2B5EF4-FFF2-40B4-BE49-F238E27FC236}">
                        <a16:creationId xmlns:a16="http://schemas.microsoft.com/office/drawing/2014/main" id="{7B2F6E12-6C40-71CF-EA8E-1C8869778488}"/>
                      </a:ext>
                    </a:extLst>
                  </p:cNvPr>
                  <p:cNvSpPr>
                    <a:spLocks noChangeShapeType="1"/>
                  </p:cNvSpPr>
                  <p:nvPr/>
                </p:nvSpPr>
                <p:spPr bwMode="auto">
                  <a:xfrm>
                    <a:off x="3692" y="1535"/>
                    <a:ext cx="2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5" name="Line 31">
                    <a:extLst>
                      <a:ext uri="{FF2B5EF4-FFF2-40B4-BE49-F238E27FC236}">
                        <a16:creationId xmlns:a16="http://schemas.microsoft.com/office/drawing/2014/main" id="{F1CC64C7-ED0F-F163-3564-7A0A4F7C3D93}"/>
                      </a:ext>
                    </a:extLst>
                  </p:cNvPr>
                  <p:cNvSpPr>
                    <a:spLocks noChangeShapeType="1"/>
                  </p:cNvSpPr>
                  <p:nvPr/>
                </p:nvSpPr>
                <p:spPr bwMode="auto">
                  <a:xfrm>
                    <a:off x="3953" y="1531"/>
                    <a:ext cx="25" cy="33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6" name="Line 32">
                    <a:extLst>
                      <a:ext uri="{FF2B5EF4-FFF2-40B4-BE49-F238E27FC236}">
                        <a16:creationId xmlns:a16="http://schemas.microsoft.com/office/drawing/2014/main" id="{2644BE89-3219-495B-0E4C-1A64903C261D}"/>
                      </a:ext>
                    </a:extLst>
                  </p:cNvPr>
                  <p:cNvSpPr>
                    <a:spLocks noChangeShapeType="1"/>
                  </p:cNvSpPr>
                  <p:nvPr/>
                </p:nvSpPr>
                <p:spPr bwMode="auto">
                  <a:xfrm>
                    <a:off x="3978" y="1860"/>
                    <a:ext cx="28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7" name="Line 33">
                    <a:extLst>
                      <a:ext uri="{FF2B5EF4-FFF2-40B4-BE49-F238E27FC236}">
                        <a16:creationId xmlns:a16="http://schemas.microsoft.com/office/drawing/2014/main" id="{B621B177-548D-8B10-177B-C52963B08E0B}"/>
                      </a:ext>
                    </a:extLst>
                  </p:cNvPr>
                  <p:cNvSpPr>
                    <a:spLocks noChangeShapeType="1"/>
                  </p:cNvSpPr>
                  <p:nvPr/>
                </p:nvSpPr>
                <p:spPr bwMode="auto">
                  <a:xfrm flipV="1">
                    <a:off x="4258" y="1548"/>
                    <a:ext cx="38" cy="30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8" name="Line 34">
                    <a:extLst>
                      <a:ext uri="{FF2B5EF4-FFF2-40B4-BE49-F238E27FC236}">
                        <a16:creationId xmlns:a16="http://schemas.microsoft.com/office/drawing/2014/main" id="{88643E3A-1CB8-D42C-1D9D-6672665B0430}"/>
                      </a:ext>
                    </a:extLst>
                  </p:cNvPr>
                  <p:cNvSpPr>
                    <a:spLocks noChangeShapeType="1"/>
                  </p:cNvSpPr>
                  <p:nvPr/>
                </p:nvSpPr>
                <p:spPr bwMode="auto">
                  <a:xfrm>
                    <a:off x="4303" y="1541"/>
                    <a:ext cx="2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9" name="Line 35">
                    <a:extLst>
                      <a:ext uri="{FF2B5EF4-FFF2-40B4-BE49-F238E27FC236}">
                        <a16:creationId xmlns:a16="http://schemas.microsoft.com/office/drawing/2014/main" id="{CE814711-0059-9C5A-27E2-7403CB0CA983}"/>
                      </a:ext>
                    </a:extLst>
                  </p:cNvPr>
                  <p:cNvSpPr>
                    <a:spLocks noChangeShapeType="1"/>
                  </p:cNvSpPr>
                  <p:nvPr/>
                </p:nvSpPr>
                <p:spPr bwMode="auto">
                  <a:xfrm>
                    <a:off x="4562" y="1539"/>
                    <a:ext cx="25" cy="33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0" name="Line 36">
                    <a:extLst>
                      <a:ext uri="{FF2B5EF4-FFF2-40B4-BE49-F238E27FC236}">
                        <a16:creationId xmlns:a16="http://schemas.microsoft.com/office/drawing/2014/main" id="{F029D904-20BE-2374-D3EC-7381DA891FF1}"/>
                      </a:ext>
                    </a:extLst>
                  </p:cNvPr>
                  <p:cNvSpPr>
                    <a:spLocks noChangeShapeType="1"/>
                  </p:cNvSpPr>
                  <p:nvPr/>
                </p:nvSpPr>
                <p:spPr bwMode="auto">
                  <a:xfrm>
                    <a:off x="4586" y="1871"/>
                    <a:ext cx="1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1" name="Line 37">
                    <a:extLst>
                      <a:ext uri="{FF2B5EF4-FFF2-40B4-BE49-F238E27FC236}">
                        <a16:creationId xmlns:a16="http://schemas.microsoft.com/office/drawing/2014/main" id="{37BEFFA5-429B-40FE-871A-55D696B574BD}"/>
                      </a:ext>
                    </a:extLst>
                  </p:cNvPr>
                  <p:cNvSpPr>
                    <a:spLocks noChangeShapeType="1"/>
                  </p:cNvSpPr>
                  <p:nvPr/>
                </p:nvSpPr>
                <p:spPr bwMode="auto">
                  <a:xfrm flipV="1">
                    <a:off x="4082" y="1075"/>
                    <a:ext cx="39" cy="30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2" name="Line 38">
                    <a:extLst>
                      <a:ext uri="{FF2B5EF4-FFF2-40B4-BE49-F238E27FC236}">
                        <a16:creationId xmlns:a16="http://schemas.microsoft.com/office/drawing/2014/main" id="{D6367E08-9982-C177-7CC5-EF97D85CB704}"/>
                      </a:ext>
                    </a:extLst>
                  </p:cNvPr>
                  <p:cNvSpPr>
                    <a:spLocks noChangeShapeType="1"/>
                  </p:cNvSpPr>
                  <p:nvPr/>
                </p:nvSpPr>
                <p:spPr bwMode="auto">
                  <a:xfrm>
                    <a:off x="4127" y="1071"/>
                    <a:ext cx="5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3" name="Line 39">
                    <a:extLst>
                      <a:ext uri="{FF2B5EF4-FFF2-40B4-BE49-F238E27FC236}">
                        <a16:creationId xmlns:a16="http://schemas.microsoft.com/office/drawing/2014/main" id="{A1E14DFC-2B99-CB1A-B37C-07CDE7D889FB}"/>
                      </a:ext>
                    </a:extLst>
                  </p:cNvPr>
                  <p:cNvSpPr>
                    <a:spLocks noChangeShapeType="1"/>
                  </p:cNvSpPr>
                  <p:nvPr/>
                </p:nvSpPr>
                <p:spPr bwMode="auto">
                  <a:xfrm>
                    <a:off x="3339" y="2257"/>
                    <a:ext cx="92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4" name="Line 40">
                    <a:extLst>
                      <a:ext uri="{FF2B5EF4-FFF2-40B4-BE49-F238E27FC236}">
                        <a16:creationId xmlns:a16="http://schemas.microsoft.com/office/drawing/2014/main" id="{ADC18014-48AB-686A-4755-57366C297155}"/>
                      </a:ext>
                    </a:extLst>
                  </p:cNvPr>
                  <p:cNvSpPr>
                    <a:spLocks noChangeShapeType="1"/>
                  </p:cNvSpPr>
                  <p:nvPr/>
                </p:nvSpPr>
                <p:spPr bwMode="auto">
                  <a:xfrm flipV="1">
                    <a:off x="4283" y="1949"/>
                    <a:ext cx="38" cy="30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5" name="Line 41">
                    <a:extLst>
                      <a:ext uri="{FF2B5EF4-FFF2-40B4-BE49-F238E27FC236}">
                        <a16:creationId xmlns:a16="http://schemas.microsoft.com/office/drawing/2014/main" id="{963987E4-7F5A-FAC7-31B5-54F6EF24A66B}"/>
                      </a:ext>
                    </a:extLst>
                  </p:cNvPr>
                  <p:cNvSpPr>
                    <a:spLocks noChangeShapeType="1"/>
                  </p:cNvSpPr>
                  <p:nvPr/>
                </p:nvSpPr>
                <p:spPr bwMode="auto">
                  <a:xfrm>
                    <a:off x="4334" y="1949"/>
                    <a:ext cx="42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6" name="Line 42">
                    <a:extLst>
                      <a:ext uri="{FF2B5EF4-FFF2-40B4-BE49-F238E27FC236}">
                        <a16:creationId xmlns:a16="http://schemas.microsoft.com/office/drawing/2014/main" id="{956F786B-AC1A-4B75-A698-DA76AB866680}"/>
                      </a:ext>
                    </a:extLst>
                  </p:cNvPr>
                  <p:cNvSpPr>
                    <a:spLocks noChangeShapeType="1"/>
                  </p:cNvSpPr>
                  <p:nvPr/>
                </p:nvSpPr>
                <p:spPr bwMode="auto">
                  <a:xfrm>
                    <a:off x="3393" y="2717"/>
                    <a:ext cx="33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7" name="Line 43">
                    <a:extLst>
                      <a:ext uri="{FF2B5EF4-FFF2-40B4-BE49-F238E27FC236}">
                        <a16:creationId xmlns:a16="http://schemas.microsoft.com/office/drawing/2014/main" id="{57C46A7F-8935-A6EB-BDB1-3B7E16809529}"/>
                      </a:ext>
                    </a:extLst>
                  </p:cNvPr>
                  <p:cNvSpPr>
                    <a:spLocks noChangeShapeType="1"/>
                  </p:cNvSpPr>
                  <p:nvPr/>
                </p:nvSpPr>
                <p:spPr bwMode="auto">
                  <a:xfrm flipV="1">
                    <a:off x="3729" y="2398"/>
                    <a:ext cx="38" cy="30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8" name="Line 44">
                    <a:extLst>
                      <a:ext uri="{FF2B5EF4-FFF2-40B4-BE49-F238E27FC236}">
                        <a16:creationId xmlns:a16="http://schemas.microsoft.com/office/drawing/2014/main" id="{846AEAE8-E29A-3FC3-E2AE-14556233BC67}"/>
                      </a:ext>
                    </a:extLst>
                  </p:cNvPr>
                  <p:cNvSpPr>
                    <a:spLocks noChangeShapeType="1"/>
                  </p:cNvSpPr>
                  <p:nvPr/>
                </p:nvSpPr>
                <p:spPr bwMode="auto">
                  <a:xfrm>
                    <a:off x="3759" y="2394"/>
                    <a:ext cx="2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9" name="Line 45">
                    <a:extLst>
                      <a:ext uri="{FF2B5EF4-FFF2-40B4-BE49-F238E27FC236}">
                        <a16:creationId xmlns:a16="http://schemas.microsoft.com/office/drawing/2014/main" id="{D6E7A0E6-49B1-8CFF-72C1-4D1E6999D2C4}"/>
                      </a:ext>
                    </a:extLst>
                  </p:cNvPr>
                  <p:cNvSpPr>
                    <a:spLocks noChangeShapeType="1"/>
                  </p:cNvSpPr>
                  <p:nvPr/>
                </p:nvSpPr>
                <p:spPr bwMode="auto">
                  <a:xfrm>
                    <a:off x="4020" y="2398"/>
                    <a:ext cx="25" cy="33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0" name="Line 46">
                    <a:extLst>
                      <a:ext uri="{FF2B5EF4-FFF2-40B4-BE49-F238E27FC236}">
                        <a16:creationId xmlns:a16="http://schemas.microsoft.com/office/drawing/2014/main" id="{F101FCB5-B5C1-5CD0-2AC2-516DBBC202CB}"/>
                      </a:ext>
                    </a:extLst>
                  </p:cNvPr>
                  <p:cNvSpPr>
                    <a:spLocks noChangeShapeType="1"/>
                  </p:cNvSpPr>
                  <p:nvPr/>
                </p:nvSpPr>
                <p:spPr bwMode="auto">
                  <a:xfrm>
                    <a:off x="4045" y="2728"/>
                    <a:ext cx="2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1" name="Line 47">
                    <a:extLst>
                      <a:ext uri="{FF2B5EF4-FFF2-40B4-BE49-F238E27FC236}">
                        <a16:creationId xmlns:a16="http://schemas.microsoft.com/office/drawing/2014/main" id="{266A6821-6AC8-8495-D931-8DCBF924935E}"/>
                      </a:ext>
                    </a:extLst>
                  </p:cNvPr>
                  <p:cNvSpPr>
                    <a:spLocks noChangeShapeType="1"/>
                  </p:cNvSpPr>
                  <p:nvPr/>
                </p:nvSpPr>
                <p:spPr bwMode="auto">
                  <a:xfrm flipV="1">
                    <a:off x="4325" y="2406"/>
                    <a:ext cx="38" cy="33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2" name="Line 48">
                    <a:extLst>
                      <a:ext uri="{FF2B5EF4-FFF2-40B4-BE49-F238E27FC236}">
                        <a16:creationId xmlns:a16="http://schemas.microsoft.com/office/drawing/2014/main" id="{6A2E628E-B213-DA78-92AA-429867F12702}"/>
                      </a:ext>
                    </a:extLst>
                  </p:cNvPr>
                  <p:cNvSpPr>
                    <a:spLocks noChangeShapeType="1"/>
                  </p:cNvSpPr>
                  <p:nvPr/>
                </p:nvSpPr>
                <p:spPr bwMode="auto">
                  <a:xfrm>
                    <a:off x="4360" y="2409"/>
                    <a:ext cx="2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3" name="Line 49">
                    <a:extLst>
                      <a:ext uri="{FF2B5EF4-FFF2-40B4-BE49-F238E27FC236}">
                        <a16:creationId xmlns:a16="http://schemas.microsoft.com/office/drawing/2014/main" id="{EBD1AD33-52BB-0566-B99D-DE9F70E936AD}"/>
                      </a:ext>
                    </a:extLst>
                  </p:cNvPr>
                  <p:cNvSpPr>
                    <a:spLocks noChangeShapeType="1"/>
                  </p:cNvSpPr>
                  <p:nvPr/>
                </p:nvSpPr>
                <p:spPr bwMode="auto">
                  <a:xfrm>
                    <a:off x="4629" y="2415"/>
                    <a:ext cx="25" cy="33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4" name="Line 50">
                    <a:extLst>
                      <a:ext uri="{FF2B5EF4-FFF2-40B4-BE49-F238E27FC236}">
                        <a16:creationId xmlns:a16="http://schemas.microsoft.com/office/drawing/2014/main" id="{AC408812-963B-1CF1-50C0-A910F99E58C2}"/>
                      </a:ext>
                    </a:extLst>
                  </p:cNvPr>
                  <p:cNvSpPr>
                    <a:spLocks noChangeShapeType="1"/>
                  </p:cNvSpPr>
                  <p:nvPr/>
                </p:nvSpPr>
                <p:spPr bwMode="auto">
                  <a:xfrm>
                    <a:off x="4653" y="2739"/>
                    <a:ext cx="1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5" name="Line 51">
                    <a:extLst>
                      <a:ext uri="{FF2B5EF4-FFF2-40B4-BE49-F238E27FC236}">
                        <a16:creationId xmlns:a16="http://schemas.microsoft.com/office/drawing/2014/main" id="{C48D49FE-8E47-4C44-6821-0D44E002D1B1}"/>
                      </a:ext>
                    </a:extLst>
                  </p:cNvPr>
                  <p:cNvSpPr>
                    <a:spLocks noChangeShapeType="1"/>
                  </p:cNvSpPr>
                  <p:nvPr/>
                </p:nvSpPr>
                <p:spPr bwMode="auto">
                  <a:xfrm>
                    <a:off x="3398" y="3165"/>
                    <a:ext cx="92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6" name="Line 52">
                    <a:extLst>
                      <a:ext uri="{FF2B5EF4-FFF2-40B4-BE49-F238E27FC236}">
                        <a16:creationId xmlns:a16="http://schemas.microsoft.com/office/drawing/2014/main" id="{EADF1FC6-7EA7-1C50-2BFD-FA00D051E96C}"/>
                      </a:ext>
                    </a:extLst>
                  </p:cNvPr>
                  <p:cNvSpPr>
                    <a:spLocks noChangeShapeType="1"/>
                  </p:cNvSpPr>
                  <p:nvPr/>
                </p:nvSpPr>
                <p:spPr bwMode="auto">
                  <a:xfrm flipV="1">
                    <a:off x="4350" y="2858"/>
                    <a:ext cx="39" cy="30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7" name="Line 53">
                    <a:extLst>
                      <a:ext uri="{FF2B5EF4-FFF2-40B4-BE49-F238E27FC236}">
                        <a16:creationId xmlns:a16="http://schemas.microsoft.com/office/drawing/2014/main" id="{937FEB1B-67FB-6644-2A7D-D07F7C36AA9A}"/>
                      </a:ext>
                    </a:extLst>
                  </p:cNvPr>
                  <p:cNvSpPr>
                    <a:spLocks noChangeShapeType="1"/>
                  </p:cNvSpPr>
                  <p:nvPr/>
                </p:nvSpPr>
                <p:spPr bwMode="auto">
                  <a:xfrm>
                    <a:off x="4393" y="2858"/>
                    <a:ext cx="42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8" name="Line 54">
                    <a:extLst>
                      <a:ext uri="{FF2B5EF4-FFF2-40B4-BE49-F238E27FC236}">
                        <a16:creationId xmlns:a16="http://schemas.microsoft.com/office/drawing/2014/main" id="{9371D415-F675-0C04-7B50-06509E08E5F7}"/>
                      </a:ext>
                    </a:extLst>
                  </p:cNvPr>
                  <p:cNvSpPr>
                    <a:spLocks noChangeShapeType="1"/>
                  </p:cNvSpPr>
                  <p:nvPr/>
                </p:nvSpPr>
                <p:spPr bwMode="auto">
                  <a:xfrm>
                    <a:off x="4327" y="3166"/>
                    <a:ext cx="477" cy="5"/>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5669" name="Text Box 55">
                    <a:extLst>
                      <a:ext uri="{FF2B5EF4-FFF2-40B4-BE49-F238E27FC236}">
                        <a16:creationId xmlns:a16="http://schemas.microsoft.com/office/drawing/2014/main" id="{DCDA362D-1648-7294-7C39-CC73C0929A63}"/>
                      </a:ext>
                    </a:extLst>
                  </p:cNvPr>
                  <p:cNvSpPr txBox="1">
                    <a:spLocks noChangeArrowheads="1"/>
                  </p:cNvSpPr>
                  <p:nvPr/>
                </p:nvSpPr>
                <p:spPr bwMode="auto">
                  <a:xfrm>
                    <a:off x="4421" y="2831"/>
                    <a:ext cx="9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incorrect</a:t>
                    </a:r>
                    <a:endParaRPr lang="ru-RU" altLang="en-US" sz="1600"/>
                  </a:p>
                </p:txBody>
              </p:sp>
              <p:sp>
                <p:nvSpPr>
                  <p:cNvPr id="3129" name="Text Box 57">
                    <a:extLst>
                      <a:ext uri="{FF2B5EF4-FFF2-40B4-BE49-F238E27FC236}">
                        <a16:creationId xmlns:a16="http://schemas.microsoft.com/office/drawing/2014/main" id="{BEDBB75B-9028-4B74-B638-EB04D098B901}"/>
                      </a:ext>
                    </a:extLst>
                  </p:cNvPr>
                  <p:cNvSpPr txBox="1">
                    <a:spLocks noChangeArrowheads="1"/>
                  </p:cNvSpPr>
                  <p:nvPr/>
                </p:nvSpPr>
                <p:spPr bwMode="auto">
                  <a:xfrm>
                    <a:off x="3158" y="1156"/>
                    <a:ext cx="336" cy="251"/>
                  </a:xfrm>
                  <a:prstGeom prst="rect">
                    <a:avLst/>
                  </a:prstGeom>
                  <a:noFill/>
                  <a:ln w="22225">
                    <a:noFill/>
                    <a:miter lim="800000"/>
                    <a:headEnd/>
                    <a:tailEnd/>
                  </a:ln>
                </p:spPr>
                <p:txBody>
                  <a:bodyPr/>
                  <a:lstStyle/>
                  <a:p>
                    <a:pPr eaLnBrk="1" hangingPunct="1">
                      <a:defRPr/>
                    </a:pPr>
                    <a:r>
                      <a:rPr lang="en-US" sz="1600" dirty="0">
                        <a:latin typeface="+mj-lt"/>
                        <a:cs typeface="Arial" charset="0"/>
                      </a:rPr>
                      <a:t>IN</a:t>
                    </a:r>
                    <a:endParaRPr lang="ru-RU" sz="1600" dirty="0">
                      <a:latin typeface="+mj-lt"/>
                      <a:cs typeface="Arial" charset="0"/>
                    </a:endParaRPr>
                  </a:p>
                </p:txBody>
              </p:sp>
              <p:sp>
                <p:nvSpPr>
                  <p:cNvPr id="3130" name="Text Box 58">
                    <a:extLst>
                      <a:ext uri="{FF2B5EF4-FFF2-40B4-BE49-F238E27FC236}">
                        <a16:creationId xmlns:a16="http://schemas.microsoft.com/office/drawing/2014/main" id="{83EE4016-ECD8-4FAF-9DAF-C1626C7218AC}"/>
                      </a:ext>
                    </a:extLst>
                  </p:cNvPr>
                  <p:cNvSpPr txBox="1">
                    <a:spLocks noChangeArrowheads="1"/>
                  </p:cNvSpPr>
                  <p:nvPr/>
                </p:nvSpPr>
                <p:spPr bwMode="auto">
                  <a:xfrm>
                    <a:off x="3060" y="1621"/>
                    <a:ext cx="500" cy="230"/>
                  </a:xfrm>
                  <a:prstGeom prst="rect">
                    <a:avLst/>
                  </a:prstGeom>
                  <a:noFill/>
                  <a:ln w="22225">
                    <a:noFill/>
                    <a:miter lim="800000"/>
                    <a:headEnd/>
                    <a:tailEnd/>
                  </a:ln>
                </p:spPr>
                <p:txBody>
                  <a:bodyPr/>
                  <a:lstStyle/>
                  <a:p>
                    <a:pPr eaLnBrk="1" hangingPunct="1">
                      <a:defRPr/>
                    </a:pPr>
                    <a:r>
                      <a:rPr lang="en-US" sz="1600" dirty="0">
                        <a:latin typeface="+mj-lt"/>
                        <a:cs typeface="Arial" charset="0"/>
                      </a:rPr>
                      <a:t>Clock</a:t>
                    </a:r>
                    <a:endParaRPr lang="ru-RU" sz="1600" dirty="0">
                      <a:latin typeface="+mj-lt"/>
                      <a:cs typeface="Arial" charset="0"/>
                    </a:endParaRPr>
                  </a:p>
                </p:txBody>
              </p:sp>
              <p:sp>
                <p:nvSpPr>
                  <p:cNvPr id="25672" name="Text Box 59">
                    <a:extLst>
                      <a:ext uri="{FF2B5EF4-FFF2-40B4-BE49-F238E27FC236}">
                        <a16:creationId xmlns:a16="http://schemas.microsoft.com/office/drawing/2014/main" id="{A77C6EC1-3B35-003F-AF44-A5982F5F7AFE}"/>
                      </a:ext>
                    </a:extLst>
                  </p:cNvPr>
                  <p:cNvSpPr txBox="1">
                    <a:spLocks noChangeArrowheads="1"/>
                  </p:cNvSpPr>
                  <p:nvPr/>
                </p:nvSpPr>
                <p:spPr bwMode="auto">
                  <a:xfrm>
                    <a:off x="3158" y="1949"/>
                    <a:ext cx="336"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Q1</a:t>
                    </a:r>
                    <a:endParaRPr lang="ru-RU" altLang="en-US" sz="1600"/>
                  </a:p>
                </p:txBody>
              </p:sp>
              <p:sp>
                <p:nvSpPr>
                  <p:cNvPr id="25673" name="Text Box 60">
                    <a:extLst>
                      <a:ext uri="{FF2B5EF4-FFF2-40B4-BE49-F238E27FC236}">
                        <a16:creationId xmlns:a16="http://schemas.microsoft.com/office/drawing/2014/main" id="{7A11BB13-C308-51BD-4B22-B3D8D78EF6FA}"/>
                      </a:ext>
                    </a:extLst>
                  </p:cNvPr>
                  <p:cNvSpPr txBox="1">
                    <a:spLocks noChangeArrowheads="1"/>
                  </p:cNvSpPr>
                  <p:nvPr/>
                </p:nvSpPr>
                <p:spPr bwMode="auto">
                  <a:xfrm>
                    <a:off x="3164" y="2903"/>
                    <a:ext cx="336"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Q2</a:t>
                    </a:r>
                    <a:endParaRPr lang="ru-RU" altLang="en-US" sz="1600"/>
                  </a:p>
                </p:txBody>
              </p:sp>
              <p:sp>
                <p:nvSpPr>
                  <p:cNvPr id="25674" name="Text Box 61">
                    <a:extLst>
                      <a:ext uri="{FF2B5EF4-FFF2-40B4-BE49-F238E27FC236}">
                        <a16:creationId xmlns:a16="http://schemas.microsoft.com/office/drawing/2014/main" id="{20820CD1-1A4E-FD7C-2C7C-50CBA6632534}"/>
                      </a:ext>
                    </a:extLst>
                  </p:cNvPr>
                  <p:cNvSpPr txBox="1">
                    <a:spLocks noChangeArrowheads="1"/>
                  </p:cNvSpPr>
                  <p:nvPr/>
                </p:nvSpPr>
                <p:spPr bwMode="auto">
                  <a:xfrm>
                    <a:off x="3061" y="2432"/>
                    <a:ext cx="590"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Clock D</a:t>
                    </a:r>
                    <a:endParaRPr lang="ru-RU" altLang="en-US" sz="1400"/>
                  </a:p>
                </p:txBody>
              </p:sp>
            </p:grpSp>
            <p:sp>
              <p:nvSpPr>
                <p:cNvPr id="25634" name="Line 79">
                  <a:extLst>
                    <a:ext uri="{FF2B5EF4-FFF2-40B4-BE49-F238E27FC236}">
                      <a16:creationId xmlns:a16="http://schemas.microsoft.com/office/drawing/2014/main" id="{5A8E938B-8718-2A20-6C22-C84F89BECD76}"/>
                    </a:ext>
                  </a:extLst>
                </p:cNvPr>
                <p:cNvSpPr>
                  <a:spLocks noChangeShapeType="1"/>
                </p:cNvSpPr>
                <p:nvPr/>
              </p:nvSpPr>
              <p:spPr bwMode="auto">
                <a:xfrm>
                  <a:off x="3678" y="1842"/>
                  <a:ext cx="0" cy="13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5" name="Line 80">
                  <a:extLst>
                    <a:ext uri="{FF2B5EF4-FFF2-40B4-BE49-F238E27FC236}">
                      <a16:creationId xmlns:a16="http://schemas.microsoft.com/office/drawing/2014/main" id="{2191C375-D032-C154-A1C1-67D5B42BA34F}"/>
                    </a:ext>
                  </a:extLst>
                </p:cNvPr>
                <p:cNvSpPr>
                  <a:spLocks noChangeShapeType="1"/>
                </p:cNvSpPr>
                <p:nvPr/>
              </p:nvSpPr>
              <p:spPr bwMode="auto">
                <a:xfrm>
                  <a:off x="3747" y="1842"/>
                  <a:ext cx="0" cy="13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6" name="Line 81">
                  <a:extLst>
                    <a:ext uri="{FF2B5EF4-FFF2-40B4-BE49-F238E27FC236}">
                      <a16:creationId xmlns:a16="http://schemas.microsoft.com/office/drawing/2014/main" id="{06B00C82-6226-1DB9-FEAD-084F64EBEA1D}"/>
                    </a:ext>
                  </a:extLst>
                </p:cNvPr>
                <p:cNvSpPr>
                  <a:spLocks noChangeShapeType="1"/>
                </p:cNvSpPr>
                <p:nvPr/>
              </p:nvSpPr>
              <p:spPr bwMode="auto">
                <a:xfrm>
                  <a:off x="3542" y="2387"/>
                  <a:ext cx="1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37" name="Line 82">
                  <a:extLst>
                    <a:ext uri="{FF2B5EF4-FFF2-40B4-BE49-F238E27FC236}">
                      <a16:creationId xmlns:a16="http://schemas.microsoft.com/office/drawing/2014/main" id="{E18776C4-9561-45E0-31F2-823C98929D83}"/>
                    </a:ext>
                  </a:extLst>
                </p:cNvPr>
                <p:cNvSpPr>
                  <a:spLocks noChangeShapeType="1"/>
                </p:cNvSpPr>
                <p:nvPr/>
              </p:nvSpPr>
              <p:spPr bwMode="auto">
                <a:xfrm>
                  <a:off x="3743" y="2386"/>
                  <a:ext cx="136"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5638" name="Text Box 83">
                  <a:extLst>
                    <a:ext uri="{FF2B5EF4-FFF2-40B4-BE49-F238E27FC236}">
                      <a16:creationId xmlns:a16="http://schemas.microsoft.com/office/drawing/2014/main" id="{BA15791D-52B8-9DF2-E3E2-3F8D269D36C4}"/>
                    </a:ext>
                  </a:extLst>
                </p:cNvPr>
                <p:cNvSpPr txBox="1">
                  <a:spLocks noChangeArrowheads="1"/>
                </p:cNvSpPr>
                <p:nvPr/>
              </p:nvSpPr>
              <p:spPr bwMode="auto">
                <a:xfrm>
                  <a:off x="3787" y="2341"/>
                  <a:ext cx="590"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t</a:t>
                  </a:r>
                  <a:r>
                    <a:rPr lang="en-US" altLang="en-US" sz="2400" baseline="-25000"/>
                    <a:t>skew</a:t>
                  </a:r>
                  <a:endParaRPr lang="ru-RU" altLang="en-US" sz="2400" baseline="-25000"/>
                </a:p>
              </p:txBody>
            </p:sp>
            <p:sp>
              <p:nvSpPr>
                <p:cNvPr id="25639" name="Arc 84">
                  <a:extLst>
                    <a:ext uri="{FF2B5EF4-FFF2-40B4-BE49-F238E27FC236}">
                      <a16:creationId xmlns:a16="http://schemas.microsoft.com/office/drawing/2014/main" id="{4A7BAC39-690F-D615-E1D9-9FA0C2356A27}"/>
                    </a:ext>
                  </a:extLst>
                </p:cNvPr>
                <p:cNvSpPr>
                  <a:spLocks/>
                </p:cNvSpPr>
                <p:nvPr/>
              </p:nvSpPr>
              <p:spPr bwMode="auto">
                <a:xfrm flipH="1">
                  <a:off x="4467" y="3200"/>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40" name="Arc 85">
                  <a:extLst>
                    <a:ext uri="{FF2B5EF4-FFF2-40B4-BE49-F238E27FC236}">
                      <a16:creationId xmlns:a16="http://schemas.microsoft.com/office/drawing/2014/main" id="{30C4BDF3-E167-DC3D-3414-0E3BFA6DB156}"/>
                    </a:ext>
                  </a:extLst>
                </p:cNvPr>
                <p:cNvSpPr>
                  <a:spLocks/>
                </p:cNvSpPr>
                <p:nvPr/>
              </p:nvSpPr>
              <p:spPr bwMode="auto">
                <a:xfrm flipH="1" flipV="1">
                  <a:off x="4476" y="3579"/>
                  <a:ext cx="144"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5607" name="Group 84">
              <a:extLst>
                <a:ext uri="{FF2B5EF4-FFF2-40B4-BE49-F238E27FC236}">
                  <a16:creationId xmlns:a16="http://schemas.microsoft.com/office/drawing/2014/main" id="{2FC47CAE-1D01-DE37-D667-16F2780CB612}"/>
                </a:ext>
              </a:extLst>
            </p:cNvPr>
            <p:cNvGrpSpPr>
              <a:grpSpLocks/>
            </p:cNvGrpSpPr>
            <p:nvPr/>
          </p:nvGrpSpPr>
          <p:grpSpPr bwMode="auto">
            <a:xfrm>
              <a:off x="914400" y="2690548"/>
              <a:ext cx="4054475" cy="2571751"/>
              <a:chOff x="480" y="1488"/>
              <a:chExt cx="2554" cy="1620"/>
            </a:xfrm>
          </p:grpSpPr>
          <p:sp>
            <p:nvSpPr>
              <p:cNvPr id="9224" name="Rectangle 73">
                <a:extLst>
                  <a:ext uri="{FF2B5EF4-FFF2-40B4-BE49-F238E27FC236}">
                    <a16:creationId xmlns:a16="http://schemas.microsoft.com/office/drawing/2014/main" id="{C2E3D682-D854-4C53-B03C-E13C0303C8F4}"/>
                  </a:ext>
                </a:extLst>
              </p:cNvPr>
              <p:cNvSpPr>
                <a:spLocks noChangeArrowheads="1"/>
              </p:cNvSpPr>
              <p:nvPr/>
            </p:nvSpPr>
            <p:spPr bwMode="auto">
              <a:xfrm>
                <a:off x="2202" y="1708"/>
                <a:ext cx="472" cy="759"/>
              </a:xfrm>
              <a:prstGeom prst="rect">
                <a:avLst/>
              </a:prstGeom>
              <a:solidFill>
                <a:schemeClr val="accent1">
                  <a:lumMod val="60000"/>
                  <a:lumOff val="40000"/>
                </a:schemeClr>
              </a:solidFill>
              <a:ln w="25400">
                <a:solidFill>
                  <a:schemeClr val="tx1"/>
                </a:solidFill>
                <a:miter lim="800000"/>
                <a:headEnd/>
                <a:tailEnd/>
              </a:ln>
            </p:spPr>
            <p:txBody>
              <a:bodyPr/>
              <a:lstStyle/>
              <a:p>
                <a:pPr eaLnBrk="1" hangingPunct="1">
                  <a:defRPr/>
                </a:pPr>
                <a:endParaRPr lang="ru-RU"/>
              </a:p>
            </p:txBody>
          </p:sp>
          <p:sp>
            <p:nvSpPr>
              <p:cNvPr id="9225" name="Rectangle 68">
                <a:extLst>
                  <a:ext uri="{FF2B5EF4-FFF2-40B4-BE49-F238E27FC236}">
                    <a16:creationId xmlns:a16="http://schemas.microsoft.com/office/drawing/2014/main" id="{9A964051-ADAD-4D19-BBFB-BD4E8964C0C7}"/>
                  </a:ext>
                </a:extLst>
              </p:cNvPr>
              <p:cNvSpPr>
                <a:spLocks noChangeArrowheads="1"/>
              </p:cNvSpPr>
              <p:nvPr/>
            </p:nvSpPr>
            <p:spPr bwMode="auto">
              <a:xfrm>
                <a:off x="1247" y="1696"/>
                <a:ext cx="472" cy="759"/>
              </a:xfrm>
              <a:prstGeom prst="rect">
                <a:avLst/>
              </a:prstGeom>
              <a:solidFill>
                <a:schemeClr val="accent1">
                  <a:lumMod val="60000"/>
                  <a:lumOff val="40000"/>
                </a:schemeClr>
              </a:solidFill>
              <a:ln w="25400">
                <a:solidFill>
                  <a:schemeClr val="tx1"/>
                </a:solidFill>
                <a:miter lim="800000"/>
                <a:headEnd/>
                <a:tailEnd/>
              </a:ln>
            </p:spPr>
            <p:txBody>
              <a:bodyPr/>
              <a:lstStyle/>
              <a:p>
                <a:pPr eaLnBrk="1" hangingPunct="1">
                  <a:defRPr/>
                </a:pPr>
                <a:endParaRPr lang="ru-RU"/>
              </a:p>
            </p:txBody>
          </p:sp>
          <p:sp>
            <p:nvSpPr>
              <p:cNvPr id="25610" name="Line 8">
                <a:extLst>
                  <a:ext uri="{FF2B5EF4-FFF2-40B4-BE49-F238E27FC236}">
                    <a16:creationId xmlns:a16="http://schemas.microsoft.com/office/drawing/2014/main" id="{4F909A5F-DDB2-3879-FE6D-A636D13D3AE3}"/>
                  </a:ext>
                </a:extLst>
              </p:cNvPr>
              <p:cNvSpPr>
                <a:spLocks noChangeShapeType="1"/>
              </p:cNvSpPr>
              <p:nvPr/>
            </p:nvSpPr>
            <p:spPr bwMode="auto">
              <a:xfrm>
                <a:off x="974" y="1864"/>
                <a:ext cx="26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1" name="Line 9">
                <a:extLst>
                  <a:ext uri="{FF2B5EF4-FFF2-40B4-BE49-F238E27FC236}">
                    <a16:creationId xmlns:a16="http://schemas.microsoft.com/office/drawing/2014/main" id="{857F6CBE-CFBA-9936-28BA-9571FD35106C}"/>
                  </a:ext>
                </a:extLst>
              </p:cNvPr>
              <p:cNvSpPr>
                <a:spLocks noChangeShapeType="1"/>
              </p:cNvSpPr>
              <p:nvPr/>
            </p:nvSpPr>
            <p:spPr bwMode="auto">
              <a:xfrm>
                <a:off x="1063" y="2260"/>
                <a:ext cx="1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2" name="Line 10">
                <a:extLst>
                  <a:ext uri="{FF2B5EF4-FFF2-40B4-BE49-F238E27FC236}">
                    <a16:creationId xmlns:a16="http://schemas.microsoft.com/office/drawing/2014/main" id="{0D4D8EDC-FE12-D65B-FEC9-2931C0A08694}"/>
                  </a:ext>
                </a:extLst>
              </p:cNvPr>
              <p:cNvSpPr>
                <a:spLocks noChangeShapeType="1"/>
              </p:cNvSpPr>
              <p:nvPr/>
            </p:nvSpPr>
            <p:spPr bwMode="auto">
              <a:xfrm>
                <a:off x="1063" y="2258"/>
                <a:ext cx="0" cy="588"/>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5613" name="Line 11">
                <a:extLst>
                  <a:ext uri="{FF2B5EF4-FFF2-40B4-BE49-F238E27FC236}">
                    <a16:creationId xmlns:a16="http://schemas.microsoft.com/office/drawing/2014/main" id="{0D62F892-CA37-BA19-65E9-3CCB4A1E970D}"/>
                  </a:ext>
                </a:extLst>
              </p:cNvPr>
              <p:cNvSpPr>
                <a:spLocks noChangeShapeType="1"/>
              </p:cNvSpPr>
              <p:nvPr/>
            </p:nvSpPr>
            <p:spPr bwMode="auto">
              <a:xfrm>
                <a:off x="884" y="2845"/>
                <a:ext cx="44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4" name="Line 13">
                <a:extLst>
                  <a:ext uri="{FF2B5EF4-FFF2-40B4-BE49-F238E27FC236}">
                    <a16:creationId xmlns:a16="http://schemas.microsoft.com/office/drawing/2014/main" id="{464F9CAC-A78C-2C68-75FD-B098B2A0F094}"/>
                  </a:ext>
                </a:extLst>
              </p:cNvPr>
              <p:cNvSpPr>
                <a:spLocks noChangeShapeType="1"/>
              </p:cNvSpPr>
              <p:nvPr/>
            </p:nvSpPr>
            <p:spPr bwMode="auto">
              <a:xfrm>
                <a:off x="2669" y="1864"/>
                <a:ext cx="1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5" name="Text Box 14">
                <a:extLst>
                  <a:ext uri="{FF2B5EF4-FFF2-40B4-BE49-F238E27FC236}">
                    <a16:creationId xmlns:a16="http://schemas.microsoft.com/office/drawing/2014/main" id="{72F4CCF1-31B6-A151-692C-F58BCB50DADD}"/>
                  </a:ext>
                </a:extLst>
              </p:cNvPr>
              <p:cNvSpPr txBox="1">
                <a:spLocks noChangeArrowheads="1"/>
              </p:cNvSpPr>
              <p:nvPr/>
            </p:nvSpPr>
            <p:spPr bwMode="auto">
              <a:xfrm>
                <a:off x="775" y="1700"/>
                <a:ext cx="357"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IN</a:t>
                </a:r>
                <a:endParaRPr lang="ru-RU" altLang="en-US" sz="1600"/>
              </a:p>
            </p:txBody>
          </p:sp>
          <p:sp>
            <p:nvSpPr>
              <p:cNvPr id="25616" name="Text Box 15">
                <a:extLst>
                  <a:ext uri="{FF2B5EF4-FFF2-40B4-BE49-F238E27FC236}">
                    <a16:creationId xmlns:a16="http://schemas.microsoft.com/office/drawing/2014/main" id="{B2CC28FE-E0A6-6A1C-37E1-B51FE565DFB4}"/>
                  </a:ext>
                </a:extLst>
              </p:cNvPr>
              <p:cNvSpPr txBox="1">
                <a:spLocks noChangeArrowheads="1"/>
              </p:cNvSpPr>
              <p:nvPr/>
            </p:nvSpPr>
            <p:spPr bwMode="auto">
              <a:xfrm>
                <a:off x="480" y="2428"/>
                <a:ext cx="528"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Clock</a:t>
                </a:r>
                <a:endParaRPr lang="ru-RU" altLang="en-US" sz="1600"/>
              </a:p>
            </p:txBody>
          </p:sp>
          <p:sp>
            <p:nvSpPr>
              <p:cNvPr id="3095" name="Text Box 23">
                <a:extLst>
                  <a:ext uri="{FF2B5EF4-FFF2-40B4-BE49-F238E27FC236}">
                    <a16:creationId xmlns:a16="http://schemas.microsoft.com/office/drawing/2014/main" id="{1018AD41-D47E-4A74-84ED-64A931620C58}"/>
                  </a:ext>
                </a:extLst>
              </p:cNvPr>
              <p:cNvSpPr txBox="1">
                <a:spLocks noChangeArrowheads="1"/>
              </p:cNvSpPr>
              <p:nvPr/>
            </p:nvSpPr>
            <p:spPr bwMode="auto">
              <a:xfrm>
                <a:off x="2678" y="1616"/>
                <a:ext cx="356" cy="317"/>
              </a:xfrm>
              <a:prstGeom prst="rect">
                <a:avLst/>
              </a:prstGeom>
              <a:noFill/>
              <a:ln w="25400">
                <a:noFill/>
                <a:miter lim="800000"/>
                <a:headEnd/>
                <a:tailEnd/>
              </a:ln>
            </p:spPr>
            <p:txBody>
              <a:bodyPr/>
              <a:lstStyle/>
              <a:p>
                <a:pPr eaLnBrk="1" hangingPunct="1">
                  <a:defRPr/>
                </a:pPr>
                <a:r>
                  <a:rPr lang="en-US" sz="1600" dirty="0">
                    <a:latin typeface="+mj-lt"/>
                    <a:cs typeface="Arial" charset="0"/>
                  </a:rPr>
                  <a:t>Q2</a:t>
                </a:r>
                <a:endParaRPr lang="ru-RU" sz="1600" dirty="0">
                  <a:latin typeface="+mj-lt"/>
                  <a:cs typeface="Arial" charset="0"/>
                </a:endParaRPr>
              </a:p>
            </p:txBody>
          </p:sp>
          <p:sp>
            <p:nvSpPr>
              <p:cNvPr id="3096" name="Text Box 24">
                <a:extLst>
                  <a:ext uri="{FF2B5EF4-FFF2-40B4-BE49-F238E27FC236}">
                    <a16:creationId xmlns:a16="http://schemas.microsoft.com/office/drawing/2014/main" id="{DA2AE69B-68CF-490A-A42D-D412FBCA8B57}"/>
                  </a:ext>
                </a:extLst>
              </p:cNvPr>
              <p:cNvSpPr txBox="1">
                <a:spLocks noChangeArrowheads="1"/>
              </p:cNvSpPr>
              <p:nvPr/>
            </p:nvSpPr>
            <p:spPr bwMode="auto">
              <a:xfrm>
                <a:off x="1296" y="1488"/>
                <a:ext cx="357" cy="288"/>
              </a:xfrm>
              <a:prstGeom prst="rect">
                <a:avLst/>
              </a:prstGeom>
              <a:noFill/>
              <a:ln w="25400">
                <a:noFill/>
                <a:miter lim="800000"/>
                <a:headEnd/>
                <a:tailEnd/>
              </a:ln>
            </p:spPr>
            <p:txBody>
              <a:bodyPr/>
              <a:lstStyle/>
              <a:p>
                <a:pPr eaLnBrk="1" hangingPunct="1">
                  <a:defRPr/>
                </a:pPr>
                <a:r>
                  <a:rPr lang="ru-RU" sz="1600" dirty="0">
                    <a:latin typeface="+mj-lt"/>
                    <a:cs typeface="Arial" charset="0"/>
                  </a:rPr>
                  <a:t>FF1</a:t>
                </a:r>
              </a:p>
            </p:txBody>
          </p:sp>
          <p:sp>
            <p:nvSpPr>
              <p:cNvPr id="25619" name="Text Box 25">
                <a:extLst>
                  <a:ext uri="{FF2B5EF4-FFF2-40B4-BE49-F238E27FC236}">
                    <a16:creationId xmlns:a16="http://schemas.microsoft.com/office/drawing/2014/main" id="{75E10B35-8E63-66BF-3D84-5DBF8B015846}"/>
                  </a:ext>
                </a:extLst>
              </p:cNvPr>
              <p:cNvSpPr txBox="1">
                <a:spLocks noChangeArrowheads="1"/>
              </p:cNvSpPr>
              <p:nvPr/>
            </p:nvSpPr>
            <p:spPr bwMode="auto">
              <a:xfrm>
                <a:off x="2256" y="1488"/>
                <a:ext cx="356"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sz="1600">
                    <a:latin typeface="Times NR Cyr MT"/>
                  </a:rPr>
                  <a:t>FF2</a:t>
                </a:r>
                <a:endParaRPr lang="ru-RU" altLang="en-US" sz="1600"/>
              </a:p>
            </p:txBody>
          </p:sp>
          <p:sp>
            <p:nvSpPr>
              <p:cNvPr id="25620" name="Rectangle 65">
                <a:extLst>
                  <a:ext uri="{FF2B5EF4-FFF2-40B4-BE49-F238E27FC236}">
                    <a16:creationId xmlns:a16="http://schemas.microsoft.com/office/drawing/2014/main" id="{2449E749-DDC4-3720-4C86-993ECA86BE75}"/>
                  </a:ext>
                </a:extLst>
              </p:cNvPr>
              <p:cNvSpPr>
                <a:spLocks noChangeArrowheads="1"/>
              </p:cNvSpPr>
              <p:nvPr/>
            </p:nvSpPr>
            <p:spPr bwMode="auto">
              <a:xfrm>
                <a:off x="1277" y="1820"/>
                <a:ext cx="8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000000"/>
                    </a:solidFill>
                    <a:latin typeface="Myriad Roman"/>
                  </a:rPr>
                  <a:t>D</a:t>
                </a:r>
                <a:endParaRPr lang="en-US" altLang="en-US" sz="2400">
                  <a:latin typeface="Times New Roman" panose="02020603050405020304" pitchFamily="18" charset="0"/>
                </a:endParaRPr>
              </a:p>
            </p:txBody>
          </p:sp>
          <p:sp>
            <p:nvSpPr>
              <p:cNvPr id="3138" name="Rectangle 66">
                <a:extLst>
                  <a:ext uri="{FF2B5EF4-FFF2-40B4-BE49-F238E27FC236}">
                    <a16:creationId xmlns:a16="http://schemas.microsoft.com/office/drawing/2014/main" id="{83BE2B95-D3B0-440A-9688-1023FB15941B}"/>
                  </a:ext>
                </a:extLst>
              </p:cNvPr>
              <p:cNvSpPr>
                <a:spLocks noChangeArrowheads="1"/>
              </p:cNvSpPr>
              <p:nvPr/>
            </p:nvSpPr>
            <p:spPr bwMode="auto">
              <a:xfrm>
                <a:off x="1835" y="1651"/>
                <a:ext cx="171" cy="154"/>
              </a:xfrm>
              <a:prstGeom prst="rect">
                <a:avLst/>
              </a:prstGeom>
              <a:noFill/>
              <a:ln w="25400">
                <a:noFill/>
                <a:miter lim="800000"/>
                <a:headEnd/>
                <a:tailEnd/>
              </a:ln>
            </p:spPr>
            <p:txBody>
              <a:bodyPr wrap="none" lIns="0" tIns="0" rIns="0" bIns="0">
                <a:spAutoFit/>
              </a:bodyPr>
              <a:lstStyle/>
              <a:p>
                <a:pPr eaLnBrk="1" hangingPunct="1">
                  <a:defRPr/>
                </a:pPr>
                <a:r>
                  <a:rPr lang="en-US" sz="1600" dirty="0">
                    <a:solidFill>
                      <a:srgbClr val="000000"/>
                    </a:solidFill>
                    <a:latin typeface="+mj-lt"/>
                    <a:cs typeface="Arial" charset="0"/>
                  </a:rPr>
                  <a:t>Q1</a:t>
                </a:r>
                <a:endParaRPr lang="en-US" sz="2400" dirty="0">
                  <a:latin typeface="+mj-lt"/>
                  <a:cs typeface="Arial" charset="0"/>
                </a:endParaRPr>
              </a:p>
            </p:txBody>
          </p:sp>
          <p:sp>
            <p:nvSpPr>
              <p:cNvPr id="25622" name="Freeform 67">
                <a:extLst>
                  <a:ext uri="{FF2B5EF4-FFF2-40B4-BE49-F238E27FC236}">
                    <a16:creationId xmlns:a16="http://schemas.microsoft.com/office/drawing/2014/main" id="{61188B11-1CE1-FCF0-3261-A0DF4BCDC23D}"/>
                  </a:ext>
                </a:extLst>
              </p:cNvPr>
              <p:cNvSpPr>
                <a:spLocks/>
              </p:cNvSpPr>
              <p:nvPr/>
            </p:nvSpPr>
            <p:spPr bwMode="auto">
              <a:xfrm>
                <a:off x="1251" y="2201"/>
                <a:ext cx="96" cy="111"/>
              </a:xfrm>
              <a:custGeom>
                <a:avLst/>
                <a:gdLst>
                  <a:gd name="T0" fmla="*/ 0 w 129"/>
                  <a:gd name="T1" fmla="*/ 605659677 h 133"/>
                  <a:gd name="T2" fmla="*/ 271456333 w 129"/>
                  <a:gd name="T3" fmla="*/ 60565967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42" name="Rectangle 70">
                <a:extLst>
                  <a:ext uri="{FF2B5EF4-FFF2-40B4-BE49-F238E27FC236}">
                    <a16:creationId xmlns:a16="http://schemas.microsoft.com/office/drawing/2014/main" id="{75D41C6C-D3EF-4EF7-B84C-F07832B800A8}"/>
                  </a:ext>
                </a:extLst>
              </p:cNvPr>
              <p:cNvSpPr>
                <a:spLocks noChangeArrowheads="1"/>
              </p:cNvSpPr>
              <p:nvPr/>
            </p:nvSpPr>
            <p:spPr bwMode="auto">
              <a:xfrm>
                <a:off x="2231" y="1832"/>
                <a:ext cx="92" cy="154"/>
              </a:xfrm>
              <a:prstGeom prst="rect">
                <a:avLst/>
              </a:prstGeom>
              <a:noFill/>
              <a:ln w="25400">
                <a:noFill/>
                <a:miter lim="800000"/>
                <a:headEnd/>
                <a:tailEnd/>
              </a:ln>
            </p:spPr>
            <p:txBody>
              <a:bodyPr wrap="none" lIns="0" tIns="0" rIns="0" bIns="0">
                <a:spAutoFit/>
              </a:bodyPr>
              <a:lstStyle/>
              <a:p>
                <a:pPr eaLnBrk="1" hangingPunct="1">
                  <a:defRPr/>
                </a:pPr>
                <a:r>
                  <a:rPr lang="en-US" sz="1600" dirty="0">
                    <a:solidFill>
                      <a:srgbClr val="000000"/>
                    </a:solidFill>
                    <a:latin typeface="+mj-lt"/>
                    <a:cs typeface="Arial" charset="0"/>
                  </a:rPr>
                  <a:t>D</a:t>
                </a:r>
                <a:endParaRPr lang="en-US" sz="2400" dirty="0">
                  <a:latin typeface="+mj-lt"/>
                  <a:cs typeface="Arial" charset="0"/>
                </a:endParaRPr>
              </a:p>
            </p:txBody>
          </p:sp>
          <p:sp>
            <p:nvSpPr>
              <p:cNvPr id="3143" name="Rectangle 71">
                <a:extLst>
                  <a:ext uri="{FF2B5EF4-FFF2-40B4-BE49-F238E27FC236}">
                    <a16:creationId xmlns:a16="http://schemas.microsoft.com/office/drawing/2014/main" id="{5ED42F4A-6AEE-49E3-BE72-519BC573B5B1}"/>
                  </a:ext>
                </a:extLst>
              </p:cNvPr>
              <p:cNvSpPr>
                <a:spLocks noChangeArrowheads="1"/>
              </p:cNvSpPr>
              <p:nvPr/>
            </p:nvSpPr>
            <p:spPr bwMode="auto">
              <a:xfrm>
                <a:off x="2511" y="1832"/>
                <a:ext cx="100" cy="154"/>
              </a:xfrm>
              <a:prstGeom prst="rect">
                <a:avLst/>
              </a:prstGeom>
              <a:noFill/>
              <a:ln w="25400">
                <a:noFill/>
                <a:miter lim="800000"/>
                <a:headEnd/>
                <a:tailEnd/>
              </a:ln>
            </p:spPr>
            <p:txBody>
              <a:bodyPr wrap="none" lIns="0" tIns="0" rIns="0" bIns="0">
                <a:spAutoFit/>
              </a:bodyPr>
              <a:lstStyle/>
              <a:p>
                <a:pPr eaLnBrk="1" hangingPunct="1">
                  <a:defRPr/>
                </a:pPr>
                <a:r>
                  <a:rPr lang="en-US" sz="1600" dirty="0">
                    <a:solidFill>
                      <a:srgbClr val="000000"/>
                    </a:solidFill>
                    <a:latin typeface="+mj-lt"/>
                    <a:cs typeface="Arial" charset="0"/>
                  </a:rPr>
                  <a:t>Q</a:t>
                </a:r>
                <a:endParaRPr lang="en-US" sz="2400" dirty="0">
                  <a:latin typeface="+mj-lt"/>
                  <a:cs typeface="Arial" charset="0"/>
                </a:endParaRPr>
              </a:p>
            </p:txBody>
          </p:sp>
          <p:sp>
            <p:nvSpPr>
              <p:cNvPr id="25625" name="Freeform 72">
                <a:extLst>
                  <a:ext uri="{FF2B5EF4-FFF2-40B4-BE49-F238E27FC236}">
                    <a16:creationId xmlns:a16="http://schemas.microsoft.com/office/drawing/2014/main" id="{E42011B2-28D6-2623-9286-7FDAB9E112BE}"/>
                  </a:ext>
                </a:extLst>
              </p:cNvPr>
              <p:cNvSpPr>
                <a:spLocks/>
              </p:cNvSpPr>
              <p:nvPr/>
            </p:nvSpPr>
            <p:spPr bwMode="auto">
              <a:xfrm>
                <a:off x="2205" y="2213"/>
                <a:ext cx="97" cy="111"/>
              </a:xfrm>
              <a:custGeom>
                <a:avLst/>
                <a:gdLst>
                  <a:gd name="T0" fmla="*/ 0 w 129"/>
                  <a:gd name="T1" fmla="*/ 605659677 h 133"/>
                  <a:gd name="T2" fmla="*/ 291879310 w 129"/>
                  <a:gd name="T3" fmla="*/ 60565967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26" name="Line 74">
                <a:extLst>
                  <a:ext uri="{FF2B5EF4-FFF2-40B4-BE49-F238E27FC236}">
                    <a16:creationId xmlns:a16="http://schemas.microsoft.com/office/drawing/2014/main" id="{CF520B5F-A814-3DF7-0E94-3AF74D12ABE3}"/>
                  </a:ext>
                </a:extLst>
              </p:cNvPr>
              <p:cNvSpPr>
                <a:spLocks noChangeShapeType="1"/>
              </p:cNvSpPr>
              <p:nvPr/>
            </p:nvSpPr>
            <p:spPr bwMode="auto">
              <a:xfrm>
                <a:off x="1720" y="1869"/>
                <a:ext cx="4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7" name="Line 75">
                <a:extLst>
                  <a:ext uri="{FF2B5EF4-FFF2-40B4-BE49-F238E27FC236}">
                    <a16:creationId xmlns:a16="http://schemas.microsoft.com/office/drawing/2014/main" id="{BD58C4F8-D8BE-7EC3-6381-F681CEE04E5C}"/>
                  </a:ext>
                </a:extLst>
              </p:cNvPr>
              <p:cNvSpPr>
                <a:spLocks noChangeShapeType="1"/>
              </p:cNvSpPr>
              <p:nvPr/>
            </p:nvSpPr>
            <p:spPr bwMode="auto">
              <a:xfrm>
                <a:off x="2038" y="2259"/>
                <a:ext cx="16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Line 74">
                <a:extLst>
                  <a:ext uri="{FF2B5EF4-FFF2-40B4-BE49-F238E27FC236}">
                    <a16:creationId xmlns:a16="http://schemas.microsoft.com/office/drawing/2014/main" id="{959F042C-AA4B-A9FC-8B86-5A4D02492FE0}"/>
                  </a:ext>
                </a:extLst>
              </p:cNvPr>
              <p:cNvSpPr>
                <a:spLocks noChangeShapeType="1"/>
              </p:cNvSpPr>
              <p:nvPr/>
            </p:nvSpPr>
            <p:spPr bwMode="auto">
              <a:xfrm>
                <a:off x="2046" y="2256"/>
                <a:ext cx="0" cy="5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9" name="Freeform 82">
                <a:extLst>
                  <a:ext uri="{FF2B5EF4-FFF2-40B4-BE49-F238E27FC236}">
                    <a16:creationId xmlns:a16="http://schemas.microsoft.com/office/drawing/2014/main" id="{37891C8B-FBA0-6417-63AB-AF38E75680AD}"/>
                  </a:ext>
                </a:extLst>
              </p:cNvPr>
              <p:cNvSpPr>
                <a:spLocks/>
              </p:cNvSpPr>
              <p:nvPr/>
            </p:nvSpPr>
            <p:spPr bwMode="auto">
              <a:xfrm>
                <a:off x="1296" y="2817"/>
                <a:ext cx="755" cy="291"/>
              </a:xfrm>
              <a:custGeom>
                <a:avLst/>
                <a:gdLst>
                  <a:gd name="T0" fmla="*/ 0 w 816"/>
                  <a:gd name="T1" fmla="*/ 30 h 296"/>
                  <a:gd name="T2" fmla="*/ 165 w 816"/>
                  <a:gd name="T3" fmla="*/ 30 h 296"/>
                  <a:gd name="T4" fmla="*/ 82 w 816"/>
                  <a:gd name="T5" fmla="*/ 216 h 296"/>
                  <a:gd name="T6" fmla="*/ 288 w 816"/>
                  <a:gd name="T7" fmla="*/ 78 h 296"/>
                  <a:gd name="T8" fmla="*/ 246 w 816"/>
                  <a:gd name="T9" fmla="*/ 216 h 296"/>
                  <a:gd name="T10" fmla="*/ 288 w 816"/>
                  <a:gd name="T11" fmla="*/ 262 h 296"/>
                  <a:gd name="T12" fmla="*/ 452 w 816"/>
                  <a:gd name="T13" fmla="*/ 78 h 296"/>
                  <a:gd name="T14" fmla="*/ 534 w 816"/>
                  <a:gd name="T15" fmla="*/ 262 h 296"/>
                  <a:gd name="T16" fmla="*/ 658 w 816"/>
                  <a:gd name="T17" fmla="*/ 216 h 296"/>
                  <a:gd name="T18" fmla="*/ 576 w 816"/>
                  <a:gd name="T19" fmla="*/ 78 h 296"/>
                  <a:gd name="T20" fmla="*/ 699 w 816"/>
                  <a:gd name="T21" fmla="*/ 30 h 2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16"/>
                  <a:gd name="T34" fmla="*/ 0 h 296"/>
                  <a:gd name="T35" fmla="*/ 816 w 816"/>
                  <a:gd name="T36" fmla="*/ 296 h 2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16" h="296">
                    <a:moveTo>
                      <a:pt x="0" y="32"/>
                    </a:moveTo>
                    <a:cubicBezTo>
                      <a:pt x="88" y="16"/>
                      <a:pt x="176" y="0"/>
                      <a:pt x="192" y="32"/>
                    </a:cubicBezTo>
                    <a:cubicBezTo>
                      <a:pt x="208" y="64"/>
                      <a:pt x="72" y="216"/>
                      <a:pt x="96" y="224"/>
                    </a:cubicBezTo>
                    <a:cubicBezTo>
                      <a:pt x="120" y="232"/>
                      <a:pt x="304" y="80"/>
                      <a:pt x="336" y="80"/>
                    </a:cubicBezTo>
                    <a:cubicBezTo>
                      <a:pt x="368" y="80"/>
                      <a:pt x="288" y="192"/>
                      <a:pt x="288" y="224"/>
                    </a:cubicBezTo>
                    <a:cubicBezTo>
                      <a:pt x="288" y="256"/>
                      <a:pt x="296" y="296"/>
                      <a:pt x="336" y="272"/>
                    </a:cubicBezTo>
                    <a:cubicBezTo>
                      <a:pt x="376" y="248"/>
                      <a:pt x="480" y="80"/>
                      <a:pt x="528" y="80"/>
                    </a:cubicBezTo>
                    <a:cubicBezTo>
                      <a:pt x="576" y="80"/>
                      <a:pt x="584" y="248"/>
                      <a:pt x="624" y="272"/>
                    </a:cubicBezTo>
                    <a:cubicBezTo>
                      <a:pt x="664" y="296"/>
                      <a:pt x="760" y="256"/>
                      <a:pt x="768" y="224"/>
                    </a:cubicBezTo>
                    <a:cubicBezTo>
                      <a:pt x="776" y="192"/>
                      <a:pt x="664" y="112"/>
                      <a:pt x="672" y="80"/>
                    </a:cubicBezTo>
                    <a:cubicBezTo>
                      <a:pt x="680" y="48"/>
                      <a:pt x="792" y="40"/>
                      <a:pt x="816" y="32"/>
                    </a:cubicBezTo>
                  </a:path>
                </a:pathLst>
              </a:cu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0" name="Text Box 15">
                <a:extLst>
                  <a:ext uri="{FF2B5EF4-FFF2-40B4-BE49-F238E27FC236}">
                    <a16:creationId xmlns:a16="http://schemas.microsoft.com/office/drawing/2014/main" id="{4F732C5B-3571-AF02-4025-AE3C4E9294A3}"/>
                  </a:ext>
                </a:extLst>
              </p:cNvPr>
              <p:cNvSpPr txBox="1">
                <a:spLocks noChangeArrowheads="1"/>
              </p:cNvSpPr>
              <p:nvPr/>
            </p:nvSpPr>
            <p:spPr bwMode="auto">
              <a:xfrm>
                <a:off x="1571" y="2448"/>
                <a:ext cx="528"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ClockD</a:t>
                </a:r>
                <a:endParaRPr lang="ru-RU" altLang="en-US" sz="1600"/>
              </a:p>
            </p:txBody>
          </p:sp>
        </p:grpSp>
      </p:grpSp>
      <p:sp>
        <p:nvSpPr>
          <p:cNvPr id="2" name="Title 1">
            <a:extLst>
              <a:ext uri="{FF2B5EF4-FFF2-40B4-BE49-F238E27FC236}">
                <a16:creationId xmlns:a16="http://schemas.microsoft.com/office/drawing/2014/main" id="{A488F236-DD7C-59FC-184B-5F5A0E33000C}"/>
              </a:ext>
            </a:extLst>
          </p:cNvPr>
          <p:cNvSpPr>
            <a:spLocks noGrp="1"/>
          </p:cNvSpPr>
          <p:nvPr>
            <p:ph type="title"/>
          </p:nvPr>
        </p:nvSpPr>
        <p:spPr/>
        <p:txBody>
          <a:bodyPr>
            <a:normAutofit/>
          </a:bodyPr>
          <a:lstStyle/>
          <a:p>
            <a:r>
              <a:rPr lang="en-US" dirty="0"/>
              <a:t>Clock Skew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4AE333F5-6F50-ED3C-AA3B-26F6137D72FC}"/>
              </a:ext>
            </a:extLst>
          </p:cNvPr>
          <p:cNvSpPr>
            <a:spLocks noGrp="1" noChangeArrowheads="1"/>
          </p:cNvSpPr>
          <p:nvPr>
            <p:ph type="title"/>
          </p:nvPr>
        </p:nvSpPr>
        <p:spPr>
          <a:xfrm>
            <a:off x="0" y="183401"/>
            <a:ext cx="11612880" cy="704088"/>
          </a:xfrm>
        </p:spPr>
        <p:txBody>
          <a:bodyPr/>
          <a:lstStyle/>
          <a:p>
            <a:r>
              <a:rPr lang="en-US" altLang="en-US"/>
              <a:t>Clock Skew</a:t>
            </a:r>
            <a:endParaRPr lang="en-GB" altLang="en-US"/>
          </a:p>
        </p:txBody>
      </p:sp>
      <p:grpSp>
        <p:nvGrpSpPr>
          <p:cNvPr id="26627" name="Group 162">
            <a:extLst>
              <a:ext uri="{FF2B5EF4-FFF2-40B4-BE49-F238E27FC236}">
                <a16:creationId xmlns:a16="http://schemas.microsoft.com/office/drawing/2014/main" id="{B1223827-2E57-1C7B-7A6A-340AB70B6EF0}"/>
              </a:ext>
            </a:extLst>
          </p:cNvPr>
          <p:cNvGrpSpPr>
            <a:grpSpLocks/>
          </p:cNvGrpSpPr>
          <p:nvPr/>
        </p:nvGrpSpPr>
        <p:grpSpPr bwMode="auto">
          <a:xfrm>
            <a:off x="2160588" y="3551238"/>
            <a:ext cx="5118100" cy="2087562"/>
            <a:chOff x="636912" y="2819400"/>
            <a:chExt cx="5117565" cy="2087552"/>
          </a:xfrm>
        </p:grpSpPr>
        <p:sp>
          <p:nvSpPr>
            <p:cNvPr id="88" name="Line 5">
              <a:extLst>
                <a:ext uri="{FF2B5EF4-FFF2-40B4-BE49-F238E27FC236}">
                  <a16:creationId xmlns:a16="http://schemas.microsoft.com/office/drawing/2014/main" id="{C7CB8C5B-1D07-4042-88D7-1D333C77C907}"/>
                </a:ext>
              </a:extLst>
            </p:cNvPr>
            <p:cNvSpPr>
              <a:spLocks noChangeShapeType="1"/>
            </p:cNvSpPr>
            <p:nvPr/>
          </p:nvSpPr>
          <p:spPr bwMode="auto">
            <a:xfrm>
              <a:off x="1322640" y="3651246"/>
              <a:ext cx="549218"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89" name="Line 6">
              <a:extLst>
                <a:ext uri="{FF2B5EF4-FFF2-40B4-BE49-F238E27FC236}">
                  <a16:creationId xmlns:a16="http://schemas.microsoft.com/office/drawing/2014/main" id="{9EBB0F7F-5F2F-4BCB-85C5-0D8363016173}"/>
                </a:ext>
              </a:extLst>
            </p:cNvPr>
            <p:cNvSpPr>
              <a:spLocks noChangeShapeType="1"/>
            </p:cNvSpPr>
            <p:nvPr/>
          </p:nvSpPr>
          <p:spPr bwMode="auto">
            <a:xfrm flipV="1">
              <a:off x="1857571" y="3371847"/>
              <a:ext cx="77780" cy="279399"/>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90" name="Line 7">
              <a:extLst>
                <a:ext uri="{FF2B5EF4-FFF2-40B4-BE49-F238E27FC236}">
                  <a16:creationId xmlns:a16="http://schemas.microsoft.com/office/drawing/2014/main" id="{705F243F-BBBA-414A-8D29-FCC187B289EA}"/>
                </a:ext>
              </a:extLst>
            </p:cNvPr>
            <p:cNvSpPr>
              <a:spLocks noChangeShapeType="1"/>
            </p:cNvSpPr>
            <p:nvPr/>
          </p:nvSpPr>
          <p:spPr bwMode="auto">
            <a:xfrm>
              <a:off x="1909954" y="3367084"/>
              <a:ext cx="1188913"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92" name="Line 9">
              <a:extLst>
                <a:ext uri="{FF2B5EF4-FFF2-40B4-BE49-F238E27FC236}">
                  <a16:creationId xmlns:a16="http://schemas.microsoft.com/office/drawing/2014/main" id="{1FECAF05-2B9E-4260-8306-7B0034401C13}"/>
                </a:ext>
              </a:extLst>
            </p:cNvPr>
            <p:cNvSpPr>
              <a:spLocks noChangeShapeType="1"/>
            </p:cNvSpPr>
            <p:nvPr/>
          </p:nvSpPr>
          <p:spPr bwMode="auto">
            <a:xfrm>
              <a:off x="3192520" y="3659183"/>
              <a:ext cx="2101630"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93" name="Line 10">
              <a:extLst>
                <a:ext uri="{FF2B5EF4-FFF2-40B4-BE49-F238E27FC236}">
                  <a16:creationId xmlns:a16="http://schemas.microsoft.com/office/drawing/2014/main" id="{F56BEE73-3463-4561-950B-1393DBC9756E}"/>
                </a:ext>
              </a:extLst>
            </p:cNvPr>
            <p:cNvSpPr>
              <a:spLocks noChangeShapeType="1"/>
            </p:cNvSpPr>
            <p:nvPr/>
          </p:nvSpPr>
          <p:spPr bwMode="auto">
            <a:xfrm flipV="1">
              <a:off x="5268753" y="3368672"/>
              <a:ext cx="77779" cy="277811"/>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94" name="Line 11">
              <a:extLst>
                <a:ext uri="{FF2B5EF4-FFF2-40B4-BE49-F238E27FC236}">
                  <a16:creationId xmlns:a16="http://schemas.microsoft.com/office/drawing/2014/main" id="{1C2FAB24-B10C-4D63-A489-7A5500DE32C9}"/>
                </a:ext>
              </a:extLst>
            </p:cNvPr>
            <p:cNvSpPr>
              <a:spLocks noChangeShapeType="1"/>
            </p:cNvSpPr>
            <p:nvPr/>
          </p:nvSpPr>
          <p:spPr bwMode="auto">
            <a:xfrm>
              <a:off x="5352881" y="3373434"/>
              <a:ext cx="36508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06" name="Line 8">
              <a:extLst>
                <a:ext uri="{FF2B5EF4-FFF2-40B4-BE49-F238E27FC236}">
                  <a16:creationId xmlns:a16="http://schemas.microsoft.com/office/drawing/2014/main" id="{9C2A80B6-4780-4440-8F24-554614DA5C15}"/>
                </a:ext>
              </a:extLst>
            </p:cNvPr>
            <p:cNvSpPr>
              <a:spLocks noChangeShapeType="1"/>
            </p:cNvSpPr>
            <p:nvPr/>
          </p:nvSpPr>
          <p:spPr bwMode="auto">
            <a:xfrm>
              <a:off x="3100454" y="3363909"/>
              <a:ext cx="69843" cy="292099"/>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09" name="Line 5">
              <a:extLst>
                <a:ext uri="{FF2B5EF4-FFF2-40B4-BE49-F238E27FC236}">
                  <a16:creationId xmlns:a16="http://schemas.microsoft.com/office/drawing/2014/main" id="{E0FF14A9-0BCF-4D71-B080-E687D8F90D04}"/>
                </a:ext>
              </a:extLst>
            </p:cNvPr>
            <p:cNvSpPr>
              <a:spLocks noChangeShapeType="1"/>
            </p:cNvSpPr>
            <p:nvPr/>
          </p:nvSpPr>
          <p:spPr bwMode="auto">
            <a:xfrm>
              <a:off x="1262322" y="4259255"/>
              <a:ext cx="36508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0" name="Line 6">
              <a:extLst>
                <a:ext uri="{FF2B5EF4-FFF2-40B4-BE49-F238E27FC236}">
                  <a16:creationId xmlns:a16="http://schemas.microsoft.com/office/drawing/2014/main" id="{7E38F74F-45D0-453F-AC49-E0A65A9577E4}"/>
                </a:ext>
              </a:extLst>
            </p:cNvPr>
            <p:cNvSpPr>
              <a:spLocks noChangeShapeType="1"/>
            </p:cNvSpPr>
            <p:nvPr/>
          </p:nvSpPr>
          <p:spPr bwMode="auto">
            <a:xfrm flipV="1">
              <a:off x="1617884" y="3979856"/>
              <a:ext cx="77779" cy="279399"/>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11" name="Line 7">
              <a:extLst>
                <a:ext uri="{FF2B5EF4-FFF2-40B4-BE49-F238E27FC236}">
                  <a16:creationId xmlns:a16="http://schemas.microsoft.com/office/drawing/2014/main" id="{A493C0B1-2B2D-470A-9AB0-E783ACB470B7}"/>
                </a:ext>
              </a:extLst>
            </p:cNvPr>
            <p:cNvSpPr>
              <a:spLocks noChangeShapeType="1"/>
            </p:cNvSpPr>
            <p:nvPr/>
          </p:nvSpPr>
          <p:spPr bwMode="auto">
            <a:xfrm>
              <a:off x="1668679" y="3975094"/>
              <a:ext cx="1188913"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3" name="Line 9">
              <a:extLst>
                <a:ext uri="{FF2B5EF4-FFF2-40B4-BE49-F238E27FC236}">
                  <a16:creationId xmlns:a16="http://schemas.microsoft.com/office/drawing/2014/main" id="{FF27430C-213B-4998-A9CE-93AB0361ABD2}"/>
                </a:ext>
              </a:extLst>
            </p:cNvPr>
            <p:cNvSpPr>
              <a:spLocks noChangeShapeType="1"/>
            </p:cNvSpPr>
            <p:nvPr/>
          </p:nvSpPr>
          <p:spPr bwMode="auto">
            <a:xfrm>
              <a:off x="2951245" y="4267193"/>
              <a:ext cx="210321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4" name="Line 10">
              <a:extLst>
                <a:ext uri="{FF2B5EF4-FFF2-40B4-BE49-F238E27FC236}">
                  <a16:creationId xmlns:a16="http://schemas.microsoft.com/office/drawing/2014/main" id="{0147BBC9-3EEE-4924-AB7B-390701E64A0C}"/>
                </a:ext>
              </a:extLst>
            </p:cNvPr>
            <p:cNvSpPr>
              <a:spLocks noChangeShapeType="1"/>
            </p:cNvSpPr>
            <p:nvPr/>
          </p:nvSpPr>
          <p:spPr bwMode="auto">
            <a:xfrm flipV="1">
              <a:off x="5029065" y="3976681"/>
              <a:ext cx="77780" cy="277812"/>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5" name="Line 11">
              <a:extLst>
                <a:ext uri="{FF2B5EF4-FFF2-40B4-BE49-F238E27FC236}">
                  <a16:creationId xmlns:a16="http://schemas.microsoft.com/office/drawing/2014/main" id="{6231E2D6-5A92-4379-872C-97645F4C74DF}"/>
                </a:ext>
              </a:extLst>
            </p:cNvPr>
            <p:cNvSpPr>
              <a:spLocks noChangeShapeType="1"/>
            </p:cNvSpPr>
            <p:nvPr/>
          </p:nvSpPr>
          <p:spPr bwMode="auto">
            <a:xfrm>
              <a:off x="5113194" y="3983031"/>
              <a:ext cx="63969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25" name="Line 8">
              <a:extLst>
                <a:ext uri="{FF2B5EF4-FFF2-40B4-BE49-F238E27FC236}">
                  <a16:creationId xmlns:a16="http://schemas.microsoft.com/office/drawing/2014/main" id="{9A975B17-3118-480B-9844-9E00EC1CF678}"/>
                </a:ext>
              </a:extLst>
            </p:cNvPr>
            <p:cNvSpPr>
              <a:spLocks noChangeShapeType="1"/>
            </p:cNvSpPr>
            <p:nvPr/>
          </p:nvSpPr>
          <p:spPr bwMode="auto">
            <a:xfrm>
              <a:off x="2860767" y="3971919"/>
              <a:ext cx="69843" cy="292099"/>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28" name="Line 5">
              <a:extLst>
                <a:ext uri="{FF2B5EF4-FFF2-40B4-BE49-F238E27FC236}">
                  <a16:creationId xmlns:a16="http://schemas.microsoft.com/office/drawing/2014/main" id="{B7DCBBF5-82E5-4A05-9ECB-9CBDE22E288C}"/>
                </a:ext>
              </a:extLst>
            </p:cNvPr>
            <p:cNvSpPr>
              <a:spLocks noChangeShapeType="1"/>
            </p:cNvSpPr>
            <p:nvPr/>
          </p:nvSpPr>
          <p:spPr bwMode="auto">
            <a:xfrm>
              <a:off x="1359148" y="4792653"/>
              <a:ext cx="547631"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29" name="Line 6">
              <a:extLst>
                <a:ext uri="{FF2B5EF4-FFF2-40B4-BE49-F238E27FC236}">
                  <a16:creationId xmlns:a16="http://schemas.microsoft.com/office/drawing/2014/main" id="{3A07A992-5930-46FE-9C15-649398EA9D70}"/>
                </a:ext>
              </a:extLst>
            </p:cNvPr>
            <p:cNvSpPr>
              <a:spLocks noChangeShapeType="1"/>
            </p:cNvSpPr>
            <p:nvPr/>
          </p:nvSpPr>
          <p:spPr bwMode="auto">
            <a:xfrm flipV="1">
              <a:off x="1894081" y="4513254"/>
              <a:ext cx="77779" cy="279399"/>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30" name="Line 7">
              <a:extLst>
                <a:ext uri="{FF2B5EF4-FFF2-40B4-BE49-F238E27FC236}">
                  <a16:creationId xmlns:a16="http://schemas.microsoft.com/office/drawing/2014/main" id="{E40D3881-AB6B-49A4-8375-746EA0AFE3E8}"/>
                </a:ext>
              </a:extLst>
            </p:cNvPr>
            <p:cNvSpPr>
              <a:spLocks noChangeShapeType="1"/>
            </p:cNvSpPr>
            <p:nvPr/>
          </p:nvSpPr>
          <p:spPr bwMode="auto">
            <a:xfrm>
              <a:off x="1944875" y="4508492"/>
              <a:ext cx="1188913"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31" name="Line 8">
              <a:extLst>
                <a:ext uri="{FF2B5EF4-FFF2-40B4-BE49-F238E27FC236}">
                  <a16:creationId xmlns:a16="http://schemas.microsoft.com/office/drawing/2014/main" id="{512CD8C4-76D9-4139-8333-4316D0852454}"/>
                </a:ext>
              </a:extLst>
            </p:cNvPr>
            <p:cNvSpPr>
              <a:spLocks noChangeShapeType="1"/>
            </p:cNvSpPr>
            <p:nvPr/>
          </p:nvSpPr>
          <p:spPr bwMode="auto">
            <a:xfrm>
              <a:off x="3049660" y="4508492"/>
              <a:ext cx="69843" cy="292099"/>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32" name="Line 9">
              <a:extLst>
                <a:ext uri="{FF2B5EF4-FFF2-40B4-BE49-F238E27FC236}">
                  <a16:creationId xmlns:a16="http://schemas.microsoft.com/office/drawing/2014/main" id="{61FC01A6-A65D-4E3F-8E51-D1868B21373F}"/>
                </a:ext>
              </a:extLst>
            </p:cNvPr>
            <p:cNvSpPr>
              <a:spLocks noChangeShapeType="1"/>
            </p:cNvSpPr>
            <p:nvPr/>
          </p:nvSpPr>
          <p:spPr bwMode="auto">
            <a:xfrm>
              <a:off x="3227441" y="4800591"/>
              <a:ext cx="210321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33" name="Line 10">
              <a:extLst>
                <a:ext uri="{FF2B5EF4-FFF2-40B4-BE49-F238E27FC236}">
                  <a16:creationId xmlns:a16="http://schemas.microsoft.com/office/drawing/2014/main" id="{08C20512-7E8C-4B60-AC1B-F625A51AD876}"/>
                </a:ext>
              </a:extLst>
            </p:cNvPr>
            <p:cNvSpPr>
              <a:spLocks noChangeShapeType="1"/>
            </p:cNvSpPr>
            <p:nvPr/>
          </p:nvSpPr>
          <p:spPr bwMode="auto">
            <a:xfrm flipV="1">
              <a:off x="5305261" y="4510079"/>
              <a:ext cx="77780" cy="277812"/>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34" name="Line 11">
              <a:extLst>
                <a:ext uri="{FF2B5EF4-FFF2-40B4-BE49-F238E27FC236}">
                  <a16:creationId xmlns:a16="http://schemas.microsoft.com/office/drawing/2014/main" id="{C804942E-FC55-4ED5-A3E6-8F62EDE16F0C}"/>
                </a:ext>
              </a:extLst>
            </p:cNvPr>
            <p:cNvSpPr>
              <a:spLocks noChangeShapeType="1"/>
            </p:cNvSpPr>
            <p:nvPr/>
          </p:nvSpPr>
          <p:spPr bwMode="auto">
            <a:xfrm>
              <a:off x="5389390" y="4516429"/>
              <a:ext cx="36508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35" name="Line 6">
              <a:extLst>
                <a:ext uri="{FF2B5EF4-FFF2-40B4-BE49-F238E27FC236}">
                  <a16:creationId xmlns:a16="http://schemas.microsoft.com/office/drawing/2014/main" id="{B81E862D-9465-4FC4-B366-B9BFA0490DF8}"/>
                </a:ext>
              </a:extLst>
            </p:cNvPr>
            <p:cNvSpPr>
              <a:spLocks noChangeShapeType="1"/>
            </p:cNvSpPr>
            <p:nvPr/>
          </p:nvSpPr>
          <p:spPr bwMode="auto">
            <a:xfrm flipV="1">
              <a:off x="1809951" y="4519604"/>
              <a:ext cx="77780" cy="280987"/>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36" name="Line 6">
              <a:extLst>
                <a:ext uri="{FF2B5EF4-FFF2-40B4-BE49-F238E27FC236}">
                  <a16:creationId xmlns:a16="http://schemas.microsoft.com/office/drawing/2014/main" id="{93DBED20-4AF5-4E5A-87F9-FE059721313A}"/>
                </a:ext>
              </a:extLst>
            </p:cNvPr>
            <p:cNvSpPr>
              <a:spLocks noChangeShapeType="1"/>
            </p:cNvSpPr>
            <p:nvPr/>
          </p:nvSpPr>
          <p:spPr bwMode="auto">
            <a:xfrm flipV="1">
              <a:off x="1722648" y="4519604"/>
              <a:ext cx="77779" cy="280987"/>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37" name="Line 8">
              <a:extLst>
                <a:ext uri="{FF2B5EF4-FFF2-40B4-BE49-F238E27FC236}">
                  <a16:creationId xmlns:a16="http://schemas.microsoft.com/office/drawing/2014/main" id="{027098A1-D11C-413B-A6F3-E878B0171B63}"/>
                </a:ext>
              </a:extLst>
            </p:cNvPr>
            <p:cNvSpPr>
              <a:spLocks noChangeShapeType="1"/>
            </p:cNvSpPr>
            <p:nvPr/>
          </p:nvSpPr>
          <p:spPr bwMode="auto">
            <a:xfrm>
              <a:off x="2984579" y="4519604"/>
              <a:ext cx="69843" cy="292099"/>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38" name="Line 8">
              <a:extLst>
                <a:ext uri="{FF2B5EF4-FFF2-40B4-BE49-F238E27FC236}">
                  <a16:creationId xmlns:a16="http://schemas.microsoft.com/office/drawing/2014/main" id="{259A1828-D028-4A90-8A14-ADF400CC7B1F}"/>
                </a:ext>
              </a:extLst>
            </p:cNvPr>
            <p:cNvSpPr>
              <a:spLocks noChangeShapeType="1"/>
            </p:cNvSpPr>
            <p:nvPr/>
          </p:nvSpPr>
          <p:spPr bwMode="auto">
            <a:xfrm>
              <a:off x="2909974" y="4519604"/>
              <a:ext cx="69843" cy="292099"/>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39" name="Line 6">
              <a:extLst>
                <a:ext uri="{FF2B5EF4-FFF2-40B4-BE49-F238E27FC236}">
                  <a16:creationId xmlns:a16="http://schemas.microsoft.com/office/drawing/2014/main" id="{362E1106-CEC7-4AAA-A97E-35FC06B04FE4}"/>
                </a:ext>
              </a:extLst>
            </p:cNvPr>
            <p:cNvSpPr>
              <a:spLocks noChangeShapeType="1"/>
            </p:cNvSpPr>
            <p:nvPr/>
          </p:nvSpPr>
          <p:spPr bwMode="auto">
            <a:xfrm flipV="1">
              <a:off x="5217958" y="4519604"/>
              <a:ext cx="77779" cy="280987"/>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40" name="Line 6">
              <a:extLst>
                <a:ext uri="{FF2B5EF4-FFF2-40B4-BE49-F238E27FC236}">
                  <a16:creationId xmlns:a16="http://schemas.microsoft.com/office/drawing/2014/main" id="{67B3F1CF-3EA6-43E4-A230-B2DCE8FD0473}"/>
                </a:ext>
              </a:extLst>
            </p:cNvPr>
            <p:cNvSpPr>
              <a:spLocks noChangeShapeType="1"/>
            </p:cNvSpPr>
            <p:nvPr/>
          </p:nvSpPr>
          <p:spPr bwMode="auto">
            <a:xfrm flipV="1">
              <a:off x="5141766" y="4519604"/>
              <a:ext cx="77779" cy="280987"/>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cxnSp>
          <p:nvCxnSpPr>
            <p:cNvPr id="26683" name="Straight Connector 140">
              <a:extLst>
                <a:ext uri="{FF2B5EF4-FFF2-40B4-BE49-F238E27FC236}">
                  <a16:creationId xmlns:a16="http://schemas.microsoft.com/office/drawing/2014/main" id="{5C4841F5-21CD-FDE9-9E79-7152126CA11C}"/>
                </a:ext>
              </a:extLst>
            </p:cNvPr>
            <p:cNvCxnSpPr>
              <a:cxnSpLocks noChangeShapeType="1"/>
            </p:cNvCxnSpPr>
            <p:nvPr/>
          </p:nvCxnSpPr>
          <p:spPr bwMode="auto">
            <a:xfrm rot="5400000" flipH="1">
              <a:off x="1833936" y="4368030"/>
              <a:ext cx="0" cy="2743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6684" name="Straight Connector 141">
              <a:extLst>
                <a:ext uri="{FF2B5EF4-FFF2-40B4-BE49-F238E27FC236}">
                  <a16:creationId xmlns:a16="http://schemas.microsoft.com/office/drawing/2014/main" id="{4DBC324C-FAD0-8D19-72EB-C099EBD41AC4}"/>
                </a:ext>
              </a:extLst>
            </p:cNvPr>
            <p:cNvCxnSpPr>
              <a:cxnSpLocks noChangeShapeType="1"/>
            </p:cNvCxnSpPr>
            <p:nvPr/>
          </p:nvCxnSpPr>
          <p:spPr bwMode="auto">
            <a:xfrm rot="5400000">
              <a:off x="5255905" y="4373182"/>
              <a:ext cx="0" cy="2743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3" name="Line 6">
              <a:extLst>
                <a:ext uri="{FF2B5EF4-FFF2-40B4-BE49-F238E27FC236}">
                  <a16:creationId xmlns:a16="http://schemas.microsoft.com/office/drawing/2014/main" id="{45806499-F1D1-494A-8732-B0D2BEB3F471}"/>
                </a:ext>
              </a:extLst>
            </p:cNvPr>
            <p:cNvSpPr>
              <a:spLocks noChangeShapeType="1"/>
            </p:cNvSpPr>
            <p:nvPr/>
          </p:nvSpPr>
          <p:spPr bwMode="auto">
            <a:xfrm flipV="1">
              <a:off x="1633758" y="4505317"/>
              <a:ext cx="77779" cy="279399"/>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44" name="Line 8">
              <a:extLst>
                <a:ext uri="{FF2B5EF4-FFF2-40B4-BE49-F238E27FC236}">
                  <a16:creationId xmlns:a16="http://schemas.microsoft.com/office/drawing/2014/main" id="{4ABD4080-924F-4FA2-A93C-0A099F5B019F}"/>
                </a:ext>
              </a:extLst>
            </p:cNvPr>
            <p:cNvSpPr>
              <a:spLocks noChangeShapeType="1"/>
            </p:cNvSpPr>
            <p:nvPr/>
          </p:nvSpPr>
          <p:spPr bwMode="auto">
            <a:xfrm>
              <a:off x="3136963" y="4505317"/>
              <a:ext cx="68256" cy="292099"/>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45" name="Line 6">
              <a:extLst>
                <a:ext uri="{FF2B5EF4-FFF2-40B4-BE49-F238E27FC236}">
                  <a16:creationId xmlns:a16="http://schemas.microsoft.com/office/drawing/2014/main" id="{3195B029-DB61-474A-8A54-8ECB70210B72}"/>
                </a:ext>
              </a:extLst>
            </p:cNvPr>
            <p:cNvSpPr>
              <a:spLocks noChangeShapeType="1"/>
            </p:cNvSpPr>
            <p:nvPr/>
          </p:nvSpPr>
          <p:spPr bwMode="auto">
            <a:xfrm flipV="1">
              <a:off x="5054462" y="4516429"/>
              <a:ext cx="76192" cy="279399"/>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cxnSp>
          <p:nvCxnSpPr>
            <p:cNvPr id="26688" name="Straight Connector 145">
              <a:extLst>
                <a:ext uri="{FF2B5EF4-FFF2-40B4-BE49-F238E27FC236}">
                  <a16:creationId xmlns:a16="http://schemas.microsoft.com/office/drawing/2014/main" id="{BC70D1D3-452D-45F1-DED4-6EA53F4451E0}"/>
                </a:ext>
              </a:extLst>
            </p:cNvPr>
            <p:cNvCxnSpPr>
              <a:cxnSpLocks noChangeShapeType="1"/>
            </p:cNvCxnSpPr>
            <p:nvPr/>
          </p:nvCxnSpPr>
          <p:spPr bwMode="auto">
            <a:xfrm rot="5400000" flipH="1">
              <a:off x="3121145" y="4672829"/>
              <a:ext cx="0" cy="2743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7" name="Text Box 93">
              <a:extLst>
                <a:ext uri="{FF2B5EF4-FFF2-40B4-BE49-F238E27FC236}">
                  <a16:creationId xmlns:a16="http://schemas.microsoft.com/office/drawing/2014/main" id="{0E8DCE30-6C09-40B1-8CA7-FE5A44A26851}"/>
                </a:ext>
              </a:extLst>
            </p:cNvPr>
            <p:cNvSpPr txBox="1">
              <a:spLocks noChangeArrowheads="1"/>
            </p:cNvSpPr>
            <p:nvPr/>
          </p:nvSpPr>
          <p:spPr bwMode="auto">
            <a:xfrm>
              <a:off x="636912" y="3505197"/>
              <a:ext cx="693664" cy="327023"/>
            </a:xfrm>
            <a:prstGeom prst="rect">
              <a:avLst/>
            </a:prstGeom>
            <a:noFill/>
            <a:ln w="9525">
              <a:noFill/>
              <a:miter lim="800000"/>
              <a:headEnd/>
              <a:tailEnd/>
            </a:ln>
          </p:spPr>
          <p:txBody>
            <a:bodyPr/>
            <a:lstStyle/>
            <a:p>
              <a:pPr>
                <a:spcAft>
                  <a:spcPts val="1000"/>
                </a:spcAft>
                <a:defRPr/>
              </a:pPr>
              <a:r>
                <a:rPr lang="en-GB" sz="1600" dirty="0">
                  <a:latin typeface="+mj-lt"/>
                </a:rPr>
                <a:t>CLK1</a:t>
              </a:r>
              <a:endParaRPr lang="en-US" sz="1600" dirty="0">
                <a:latin typeface="+mj-lt"/>
              </a:endParaRPr>
            </a:p>
          </p:txBody>
        </p:sp>
        <p:sp>
          <p:nvSpPr>
            <p:cNvPr id="148" name="Text Box 93">
              <a:extLst>
                <a:ext uri="{FF2B5EF4-FFF2-40B4-BE49-F238E27FC236}">
                  <a16:creationId xmlns:a16="http://schemas.microsoft.com/office/drawing/2014/main" id="{EE429910-E566-490D-AF6A-2BE858DF8801}"/>
                </a:ext>
              </a:extLst>
            </p:cNvPr>
            <p:cNvSpPr txBox="1">
              <a:spLocks noChangeArrowheads="1"/>
            </p:cNvSpPr>
            <p:nvPr/>
          </p:nvSpPr>
          <p:spPr bwMode="auto">
            <a:xfrm>
              <a:off x="636912" y="3962395"/>
              <a:ext cx="693664" cy="327023"/>
            </a:xfrm>
            <a:prstGeom prst="rect">
              <a:avLst/>
            </a:prstGeom>
            <a:noFill/>
            <a:ln w="9525">
              <a:noFill/>
              <a:miter lim="800000"/>
              <a:headEnd/>
              <a:tailEnd/>
            </a:ln>
          </p:spPr>
          <p:txBody>
            <a:bodyPr/>
            <a:lstStyle/>
            <a:p>
              <a:pPr>
                <a:spcAft>
                  <a:spcPts val="1000"/>
                </a:spcAft>
                <a:defRPr/>
              </a:pPr>
              <a:r>
                <a:rPr lang="en-GB" sz="1600" dirty="0">
                  <a:latin typeface="+mj-lt"/>
                </a:rPr>
                <a:t>CLK2</a:t>
              </a:r>
              <a:endParaRPr lang="en-US" sz="1600" dirty="0">
                <a:latin typeface="+mj-lt"/>
              </a:endParaRPr>
            </a:p>
          </p:txBody>
        </p:sp>
        <p:sp>
          <p:nvSpPr>
            <p:cNvPr id="149" name="Text Box 93">
              <a:extLst>
                <a:ext uri="{FF2B5EF4-FFF2-40B4-BE49-F238E27FC236}">
                  <a16:creationId xmlns:a16="http://schemas.microsoft.com/office/drawing/2014/main" id="{C1C710AA-9605-496B-B080-4C15128F1887}"/>
                </a:ext>
              </a:extLst>
            </p:cNvPr>
            <p:cNvSpPr txBox="1">
              <a:spLocks noChangeArrowheads="1"/>
            </p:cNvSpPr>
            <p:nvPr/>
          </p:nvSpPr>
          <p:spPr bwMode="auto">
            <a:xfrm>
              <a:off x="749612" y="4579929"/>
              <a:ext cx="693665" cy="327023"/>
            </a:xfrm>
            <a:prstGeom prst="rect">
              <a:avLst/>
            </a:prstGeom>
            <a:noFill/>
            <a:ln w="9525">
              <a:noFill/>
              <a:miter lim="800000"/>
              <a:headEnd/>
              <a:tailEnd/>
            </a:ln>
          </p:spPr>
          <p:txBody>
            <a:bodyPr/>
            <a:lstStyle/>
            <a:p>
              <a:pPr>
                <a:spcAft>
                  <a:spcPts val="1000"/>
                </a:spcAft>
                <a:defRPr/>
              </a:pPr>
              <a:r>
                <a:rPr lang="en-GB" sz="1600" dirty="0">
                  <a:latin typeface="+mj-lt"/>
                </a:rPr>
                <a:t>CLK</a:t>
              </a:r>
              <a:endParaRPr lang="en-US" sz="1600" dirty="0">
                <a:latin typeface="+mj-lt"/>
              </a:endParaRPr>
            </a:p>
          </p:txBody>
        </p:sp>
        <p:cxnSp>
          <p:nvCxnSpPr>
            <p:cNvPr id="26692" name="Straight Connector 151">
              <a:extLst>
                <a:ext uri="{FF2B5EF4-FFF2-40B4-BE49-F238E27FC236}">
                  <a16:creationId xmlns:a16="http://schemas.microsoft.com/office/drawing/2014/main" id="{675D5D09-7D61-6A89-B0EE-76320D3BE9D2}"/>
                </a:ext>
              </a:extLst>
            </p:cNvPr>
            <p:cNvCxnSpPr>
              <a:cxnSpLocks noChangeShapeType="1"/>
            </p:cNvCxnSpPr>
            <p:nvPr/>
          </p:nvCxnSpPr>
          <p:spPr bwMode="auto">
            <a:xfrm rot="5400000">
              <a:off x="1051575" y="3771750"/>
              <a:ext cx="118872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6693" name="Straight Connector 152">
              <a:extLst>
                <a:ext uri="{FF2B5EF4-FFF2-40B4-BE49-F238E27FC236}">
                  <a16:creationId xmlns:a16="http://schemas.microsoft.com/office/drawing/2014/main" id="{D5A31CA7-CE5E-3D49-F9CC-5DF775C6A3A1}"/>
                </a:ext>
              </a:extLst>
            </p:cNvPr>
            <p:cNvCxnSpPr>
              <a:cxnSpLocks noChangeShapeType="1"/>
            </p:cNvCxnSpPr>
            <p:nvPr/>
          </p:nvCxnSpPr>
          <p:spPr bwMode="auto">
            <a:xfrm rot="5400000">
              <a:off x="1294182" y="3793966"/>
              <a:ext cx="118872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6694" name="Straight Arrow Connector 156">
              <a:extLst>
                <a:ext uri="{FF2B5EF4-FFF2-40B4-BE49-F238E27FC236}">
                  <a16:creationId xmlns:a16="http://schemas.microsoft.com/office/drawing/2014/main" id="{46840B61-B6D0-4262-44C3-1FA30C55290B}"/>
                </a:ext>
              </a:extLst>
            </p:cNvPr>
            <p:cNvCxnSpPr>
              <a:cxnSpLocks noChangeShapeType="1"/>
            </p:cNvCxnSpPr>
            <p:nvPr/>
          </p:nvCxnSpPr>
          <p:spPr bwMode="auto">
            <a:xfrm flipV="1">
              <a:off x="1649808" y="3276600"/>
              <a:ext cx="256032" cy="0"/>
            </a:xfrm>
            <a:prstGeom prst="straightConnector1">
              <a:avLst/>
            </a:prstGeom>
            <a:noFill/>
            <a:ln w="19050" algn="ctr">
              <a:solidFill>
                <a:srgbClr val="0000FF"/>
              </a:solidFill>
              <a:round/>
              <a:headEnd type="triangle" w="sm" len="med"/>
              <a:tailEnd type="triangle" w="sm" len="med"/>
            </a:ln>
            <a:extLst>
              <a:ext uri="{909E8E84-426E-40DD-AFC4-6F175D3DCCD1}">
                <a14:hiddenFill xmlns:a14="http://schemas.microsoft.com/office/drawing/2010/main">
                  <a:noFill/>
                </a14:hiddenFill>
              </a:ext>
            </a:extLst>
          </p:spPr>
        </p:cxnSp>
        <p:sp>
          <p:nvSpPr>
            <p:cNvPr id="26695" name="TextBox 157">
              <a:extLst>
                <a:ext uri="{FF2B5EF4-FFF2-40B4-BE49-F238E27FC236}">
                  <a16:creationId xmlns:a16="http://schemas.microsoft.com/office/drawing/2014/main" id="{E38651FF-7B53-F097-86CB-9FE0B35841D8}"/>
                </a:ext>
              </a:extLst>
            </p:cNvPr>
            <p:cNvSpPr txBox="1">
              <a:spLocks noChangeArrowheads="1"/>
            </p:cNvSpPr>
            <p:nvPr/>
          </p:nvSpPr>
          <p:spPr bwMode="auto">
            <a:xfrm>
              <a:off x="1676400" y="2819400"/>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baseline="-25000"/>
                <a:t>SKEW</a:t>
              </a:r>
              <a:endParaRPr lang="en-GB" altLang="en-US" baseline="-25000"/>
            </a:p>
          </p:txBody>
        </p:sp>
        <p:cxnSp>
          <p:nvCxnSpPr>
            <p:cNvPr id="26696" name="Straight Connector 161">
              <a:extLst>
                <a:ext uri="{FF2B5EF4-FFF2-40B4-BE49-F238E27FC236}">
                  <a16:creationId xmlns:a16="http://schemas.microsoft.com/office/drawing/2014/main" id="{D5375055-C496-EE77-9B50-C6752B039DE3}"/>
                </a:ext>
              </a:extLst>
            </p:cNvPr>
            <p:cNvCxnSpPr>
              <a:cxnSpLocks noChangeShapeType="1"/>
            </p:cNvCxnSpPr>
            <p:nvPr/>
          </p:nvCxnSpPr>
          <p:spPr bwMode="auto">
            <a:xfrm rot="5400000" flipH="1" flipV="1">
              <a:off x="1714500" y="3086100"/>
              <a:ext cx="152400" cy="7620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grpSp>
      <p:sp>
        <p:nvSpPr>
          <p:cNvPr id="26628" name="TextBox 164">
            <a:extLst>
              <a:ext uri="{FF2B5EF4-FFF2-40B4-BE49-F238E27FC236}">
                <a16:creationId xmlns:a16="http://schemas.microsoft.com/office/drawing/2014/main" id="{9137210C-7A3B-0D77-CA66-68C1429E6FEC}"/>
              </a:ext>
            </a:extLst>
          </p:cNvPr>
          <p:cNvSpPr txBox="1">
            <a:spLocks noChangeArrowheads="1"/>
          </p:cNvSpPr>
          <p:nvPr/>
        </p:nvSpPr>
        <p:spPr bwMode="auto">
          <a:xfrm>
            <a:off x="7735888" y="2200276"/>
            <a:ext cx="2590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t>R1 receives the latest skewed clock and R2 receives the earliest</a:t>
            </a:r>
          </a:p>
          <a:p>
            <a:pPr eaLnBrk="1" hangingPunct="1"/>
            <a:r>
              <a:rPr lang="en-GB" altLang="en-US"/>
              <a:t>skewed clock.</a:t>
            </a:r>
          </a:p>
          <a:p>
            <a:pPr eaLnBrk="1" hangingPunct="1"/>
            <a:endParaRPr lang="ru-RU" altLang="en-US"/>
          </a:p>
          <a:p>
            <a:pPr eaLnBrk="1" hangingPunct="1"/>
            <a:r>
              <a:rPr lang="en-GB" altLang="en-US"/>
              <a:t>There is a little time for data to propagate  </a:t>
            </a:r>
            <a:endParaRPr lang="ru-RU" altLang="en-US"/>
          </a:p>
          <a:p>
            <a:pPr eaLnBrk="1" hangingPunct="1"/>
            <a:r>
              <a:rPr lang="en-GB" altLang="en-US"/>
              <a:t>between  registers.</a:t>
            </a:r>
          </a:p>
        </p:txBody>
      </p:sp>
      <p:grpSp>
        <p:nvGrpSpPr>
          <p:cNvPr id="26629" name="Group 84">
            <a:extLst>
              <a:ext uri="{FF2B5EF4-FFF2-40B4-BE49-F238E27FC236}">
                <a16:creationId xmlns:a16="http://schemas.microsoft.com/office/drawing/2014/main" id="{95DA3F1B-8458-8E6C-BC54-6108126A52B8}"/>
              </a:ext>
            </a:extLst>
          </p:cNvPr>
          <p:cNvGrpSpPr>
            <a:grpSpLocks/>
          </p:cNvGrpSpPr>
          <p:nvPr/>
        </p:nvGrpSpPr>
        <p:grpSpPr bwMode="auto">
          <a:xfrm>
            <a:off x="2133600" y="1676400"/>
            <a:ext cx="5410200" cy="1606550"/>
            <a:chOff x="609600" y="990600"/>
            <a:chExt cx="5410200" cy="1606395"/>
          </a:xfrm>
        </p:grpSpPr>
        <p:sp>
          <p:nvSpPr>
            <p:cNvPr id="26630" name="Rectangle 55">
              <a:extLst>
                <a:ext uri="{FF2B5EF4-FFF2-40B4-BE49-F238E27FC236}">
                  <a16:creationId xmlns:a16="http://schemas.microsoft.com/office/drawing/2014/main" id="{30AEEE26-E3EE-1A12-86B0-B036E477B6D5}"/>
                </a:ext>
              </a:extLst>
            </p:cNvPr>
            <p:cNvSpPr>
              <a:spLocks noChangeArrowheads="1"/>
            </p:cNvSpPr>
            <p:nvPr/>
          </p:nvSpPr>
          <p:spPr bwMode="auto">
            <a:xfrm>
              <a:off x="1664651" y="1321716"/>
              <a:ext cx="386509" cy="822960"/>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26631" name="Straight Arrow Connector 56">
              <a:extLst>
                <a:ext uri="{FF2B5EF4-FFF2-40B4-BE49-F238E27FC236}">
                  <a16:creationId xmlns:a16="http://schemas.microsoft.com/office/drawing/2014/main" id="{A7C65F53-3BDC-D5FA-F640-F46CF109CD8D}"/>
                </a:ext>
              </a:extLst>
            </p:cNvPr>
            <p:cNvCxnSpPr>
              <a:cxnSpLocks noChangeShapeType="1"/>
            </p:cNvCxnSpPr>
            <p:nvPr/>
          </p:nvCxnSpPr>
          <p:spPr bwMode="auto">
            <a:xfrm flipV="1">
              <a:off x="2051160" y="1664109"/>
              <a:ext cx="742097"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6632" name="Straight Arrow Connector 57">
              <a:extLst>
                <a:ext uri="{FF2B5EF4-FFF2-40B4-BE49-F238E27FC236}">
                  <a16:creationId xmlns:a16="http://schemas.microsoft.com/office/drawing/2014/main" id="{67ED65D2-1814-D7E5-08FD-C6BFC68FB0D0}"/>
                </a:ext>
              </a:extLst>
            </p:cNvPr>
            <p:cNvCxnSpPr>
              <a:cxnSpLocks noChangeShapeType="1"/>
            </p:cNvCxnSpPr>
            <p:nvPr/>
          </p:nvCxnSpPr>
          <p:spPr bwMode="auto">
            <a:xfrm flipV="1">
              <a:off x="1116360" y="1664109"/>
              <a:ext cx="556573"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26633" name="Rounded Rectangle 59">
              <a:extLst>
                <a:ext uri="{FF2B5EF4-FFF2-40B4-BE49-F238E27FC236}">
                  <a16:creationId xmlns:a16="http://schemas.microsoft.com/office/drawing/2014/main" id="{9BDF374A-E60C-C4EE-D9E5-0334B0A887F0}"/>
                </a:ext>
              </a:extLst>
            </p:cNvPr>
            <p:cNvSpPr>
              <a:spLocks noChangeArrowheads="1"/>
            </p:cNvSpPr>
            <p:nvPr/>
          </p:nvSpPr>
          <p:spPr bwMode="auto">
            <a:xfrm>
              <a:off x="2815186" y="1420829"/>
              <a:ext cx="1556823" cy="464932"/>
            </a:xfrm>
            <a:prstGeom prst="roundRect">
              <a:avLst>
                <a:gd name="adj" fmla="val 16667"/>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CL</a:t>
              </a:r>
              <a:endParaRPr lang="en-GB" altLang="en-US"/>
            </a:p>
          </p:txBody>
        </p:sp>
        <p:cxnSp>
          <p:nvCxnSpPr>
            <p:cNvPr id="26634" name="Straight Arrow Connector 61">
              <a:extLst>
                <a:ext uri="{FF2B5EF4-FFF2-40B4-BE49-F238E27FC236}">
                  <a16:creationId xmlns:a16="http://schemas.microsoft.com/office/drawing/2014/main" id="{5A982F46-3E82-36C5-232A-09E777D9A633}"/>
                </a:ext>
              </a:extLst>
            </p:cNvPr>
            <p:cNvCxnSpPr>
              <a:cxnSpLocks noChangeShapeType="1"/>
            </p:cNvCxnSpPr>
            <p:nvPr/>
          </p:nvCxnSpPr>
          <p:spPr bwMode="auto">
            <a:xfrm flipV="1">
              <a:off x="4370215" y="1664109"/>
              <a:ext cx="742097"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26635" name="Rectangle 63">
              <a:extLst>
                <a:ext uri="{FF2B5EF4-FFF2-40B4-BE49-F238E27FC236}">
                  <a16:creationId xmlns:a16="http://schemas.microsoft.com/office/drawing/2014/main" id="{CB483E08-AECD-DCC4-370E-8D4B16DA45C7}"/>
                </a:ext>
              </a:extLst>
            </p:cNvPr>
            <p:cNvSpPr>
              <a:spLocks noChangeArrowheads="1"/>
            </p:cNvSpPr>
            <p:nvPr/>
          </p:nvSpPr>
          <p:spPr bwMode="auto">
            <a:xfrm>
              <a:off x="5087505" y="1295400"/>
              <a:ext cx="386509" cy="822960"/>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26636" name="Straight Connector 64">
              <a:extLst>
                <a:ext uri="{FF2B5EF4-FFF2-40B4-BE49-F238E27FC236}">
                  <a16:creationId xmlns:a16="http://schemas.microsoft.com/office/drawing/2014/main" id="{81239B88-46E4-8EBF-80C0-B4BFD24FA1AE}"/>
                </a:ext>
              </a:extLst>
            </p:cNvPr>
            <p:cNvCxnSpPr>
              <a:cxnSpLocks noChangeShapeType="1"/>
            </p:cNvCxnSpPr>
            <p:nvPr/>
          </p:nvCxnSpPr>
          <p:spPr bwMode="auto">
            <a:xfrm rot="5400000">
              <a:off x="2282879" y="1586807"/>
              <a:ext cx="154977" cy="15460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6637" name="Straight Connector 65">
              <a:extLst>
                <a:ext uri="{FF2B5EF4-FFF2-40B4-BE49-F238E27FC236}">
                  <a16:creationId xmlns:a16="http://schemas.microsoft.com/office/drawing/2014/main" id="{62B64162-80BA-7967-28A3-77EAF14E1CC0}"/>
                </a:ext>
              </a:extLst>
            </p:cNvPr>
            <p:cNvCxnSpPr>
              <a:cxnSpLocks noChangeShapeType="1"/>
            </p:cNvCxnSpPr>
            <p:nvPr/>
          </p:nvCxnSpPr>
          <p:spPr bwMode="auto">
            <a:xfrm rot="5400000">
              <a:off x="4601933" y="1586807"/>
              <a:ext cx="154977" cy="15460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6638" name="Straight Connector 66">
              <a:extLst>
                <a:ext uri="{FF2B5EF4-FFF2-40B4-BE49-F238E27FC236}">
                  <a16:creationId xmlns:a16="http://schemas.microsoft.com/office/drawing/2014/main" id="{E1B2BE06-D82E-B96A-43EB-63D9DEA1273A}"/>
                </a:ext>
              </a:extLst>
            </p:cNvPr>
            <p:cNvCxnSpPr>
              <a:cxnSpLocks noChangeShapeType="1"/>
            </p:cNvCxnSpPr>
            <p:nvPr/>
          </p:nvCxnSpPr>
          <p:spPr bwMode="auto">
            <a:xfrm rot="5400000">
              <a:off x="1322897" y="1588606"/>
              <a:ext cx="154977" cy="15460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6639" name="Straight Arrow Connector 67">
              <a:extLst>
                <a:ext uri="{FF2B5EF4-FFF2-40B4-BE49-F238E27FC236}">
                  <a16:creationId xmlns:a16="http://schemas.microsoft.com/office/drawing/2014/main" id="{30383A87-A54A-789B-76E3-8B40F2B8D698}"/>
                </a:ext>
              </a:extLst>
            </p:cNvPr>
            <p:cNvCxnSpPr>
              <a:cxnSpLocks noChangeShapeType="1"/>
            </p:cNvCxnSpPr>
            <p:nvPr/>
          </p:nvCxnSpPr>
          <p:spPr bwMode="auto">
            <a:xfrm flipV="1">
              <a:off x="5463227" y="1664109"/>
              <a:ext cx="556573"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6640" name="Straight Connector 68">
              <a:extLst>
                <a:ext uri="{FF2B5EF4-FFF2-40B4-BE49-F238E27FC236}">
                  <a16:creationId xmlns:a16="http://schemas.microsoft.com/office/drawing/2014/main" id="{4F84D692-8CA2-6736-C431-226D8B4348E0}"/>
                </a:ext>
              </a:extLst>
            </p:cNvPr>
            <p:cNvCxnSpPr>
              <a:cxnSpLocks noChangeShapeType="1"/>
            </p:cNvCxnSpPr>
            <p:nvPr/>
          </p:nvCxnSpPr>
          <p:spPr bwMode="auto">
            <a:xfrm rot="5400000">
              <a:off x="5606857" y="1586807"/>
              <a:ext cx="154977" cy="15460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6641" name="TextBox 69">
              <a:extLst>
                <a:ext uri="{FF2B5EF4-FFF2-40B4-BE49-F238E27FC236}">
                  <a16:creationId xmlns:a16="http://schemas.microsoft.com/office/drawing/2014/main" id="{27E2902F-04DC-0875-9856-84AE87EB047F}"/>
                </a:ext>
              </a:extLst>
            </p:cNvPr>
            <p:cNvSpPr txBox="1">
              <a:spLocks noChangeArrowheads="1"/>
            </p:cNvSpPr>
            <p:nvPr/>
          </p:nvSpPr>
          <p:spPr bwMode="auto">
            <a:xfrm>
              <a:off x="1565776" y="1740328"/>
              <a:ext cx="463811" cy="469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&gt;</a:t>
              </a:r>
              <a:endParaRPr lang="en-GB" altLang="en-US" sz="2400"/>
            </a:p>
          </p:txBody>
        </p:sp>
        <p:sp>
          <p:nvSpPr>
            <p:cNvPr id="26642" name="TextBox 70">
              <a:extLst>
                <a:ext uri="{FF2B5EF4-FFF2-40B4-BE49-F238E27FC236}">
                  <a16:creationId xmlns:a16="http://schemas.microsoft.com/office/drawing/2014/main" id="{AC6A4D88-86A6-EEF4-E519-7ADA9CEB8CC4}"/>
                </a:ext>
              </a:extLst>
            </p:cNvPr>
            <p:cNvSpPr txBox="1">
              <a:spLocks noChangeArrowheads="1"/>
            </p:cNvSpPr>
            <p:nvPr/>
          </p:nvSpPr>
          <p:spPr bwMode="auto">
            <a:xfrm>
              <a:off x="4981333" y="1740328"/>
              <a:ext cx="463811" cy="469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&gt;</a:t>
              </a:r>
              <a:endParaRPr lang="en-GB" altLang="en-US" sz="2400"/>
            </a:p>
          </p:txBody>
        </p:sp>
        <p:cxnSp>
          <p:nvCxnSpPr>
            <p:cNvPr id="26643" name="Straight Connector 71">
              <a:extLst>
                <a:ext uri="{FF2B5EF4-FFF2-40B4-BE49-F238E27FC236}">
                  <a16:creationId xmlns:a16="http://schemas.microsoft.com/office/drawing/2014/main" id="{9C1A4084-CB35-201F-9E83-5D78FBBB3A8F}"/>
                </a:ext>
              </a:extLst>
            </p:cNvPr>
            <p:cNvCxnSpPr>
              <a:cxnSpLocks noChangeShapeType="1"/>
            </p:cNvCxnSpPr>
            <p:nvPr/>
          </p:nvCxnSpPr>
          <p:spPr bwMode="auto">
            <a:xfrm>
              <a:off x="1092900" y="2352334"/>
              <a:ext cx="548640" cy="1615"/>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6644" name="Straight Connector 72">
              <a:extLst>
                <a:ext uri="{FF2B5EF4-FFF2-40B4-BE49-F238E27FC236}">
                  <a16:creationId xmlns:a16="http://schemas.microsoft.com/office/drawing/2014/main" id="{C302194A-2470-5E67-89AC-8832DCC32E0D}"/>
                </a:ext>
              </a:extLst>
            </p:cNvPr>
            <p:cNvCxnSpPr>
              <a:cxnSpLocks noChangeShapeType="1"/>
            </p:cNvCxnSpPr>
            <p:nvPr/>
          </p:nvCxnSpPr>
          <p:spPr bwMode="auto">
            <a:xfrm rot="5400000">
              <a:off x="1267367" y="2155879"/>
              <a:ext cx="365760" cy="1611"/>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26645" name="Straight Connector 73">
              <a:extLst>
                <a:ext uri="{FF2B5EF4-FFF2-40B4-BE49-F238E27FC236}">
                  <a16:creationId xmlns:a16="http://schemas.microsoft.com/office/drawing/2014/main" id="{194DBC51-925A-3A1E-F9A0-FA7879894561}"/>
                </a:ext>
              </a:extLst>
            </p:cNvPr>
            <p:cNvCxnSpPr>
              <a:cxnSpLocks noChangeShapeType="1"/>
            </p:cNvCxnSpPr>
            <p:nvPr/>
          </p:nvCxnSpPr>
          <p:spPr bwMode="auto">
            <a:xfrm>
              <a:off x="1451702" y="1972998"/>
              <a:ext cx="21033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6646" name="Straight Connector 74">
              <a:extLst>
                <a:ext uri="{FF2B5EF4-FFF2-40B4-BE49-F238E27FC236}">
                  <a16:creationId xmlns:a16="http://schemas.microsoft.com/office/drawing/2014/main" id="{30148204-4E4C-1B36-D04E-F888FE34719A}"/>
                </a:ext>
              </a:extLst>
            </p:cNvPr>
            <p:cNvCxnSpPr>
              <a:cxnSpLocks noChangeShapeType="1"/>
            </p:cNvCxnSpPr>
            <p:nvPr/>
          </p:nvCxnSpPr>
          <p:spPr bwMode="auto">
            <a:xfrm rot="5400000">
              <a:off x="4692488" y="2163340"/>
              <a:ext cx="365760" cy="1611"/>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6647" name="Straight Connector 75">
              <a:extLst>
                <a:ext uri="{FF2B5EF4-FFF2-40B4-BE49-F238E27FC236}">
                  <a16:creationId xmlns:a16="http://schemas.microsoft.com/office/drawing/2014/main" id="{3DD82ED5-1249-E9E7-658E-9EE0826C9071}"/>
                </a:ext>
              </a:extLst>
            </p:cNvPr>
            <p:cNvCxnSpPr>
              <a:cxnSpLocks noChangeShapeType="1"/>
            </p:cNvCxnSpPr>
            <p:nvPr/>
          </p:nvCxnSpPr>
          <p:spPr bwMode="auto">
            <a:xfrm>
              <a:off x="4876574" y="1980311"/>
              <a:ext cx="21033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26648" name="TextBox 76">
              <a:extLst>
                <a:ext uri="{FF2B5EF4-FFF2-40B4-BE49-F238E27FC236}">
                  <a16:creationId xmlns:a16="http://schemas.microsoft.com/office/drawing/2014/main" id="{94B5D842-2225-CCF4-AD15-86B6255CAA83}"/>
                </a:ext>
              </a:extLst>
            </p:cNvPr>
            <p:cNvSpPr txBox="1">
              <a:spLocks noChangeArrowheads="1"/>
            </p:cNvSpPr>
            <p:nvPr/>
          </p:nvSpPr>
          <p:spPr bwMode="auto">
            <a:xfrm>
              <a:off x="2110833" y="1371599"/>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Q1</a:t>
              </a:r>
              <a:endParaRPr lang="en-GB" altLang="en-US" sz="1600"/>
            </a:p>
          </p:txBody>
        </p:sp>
        <p:sp>
          <p:nvSpPr>
            <p:cNvPr id="26649" name="TextBox 77">
              <a:extLst>
                <a:ext uri="{FF2B5EF4-FFF2-40B4-BE49-F238E27FC236}">
                  <a16:creationId xmlns:a16="http://schemas.microsoft.com/office/drawing/2014/main" id="{50CC9336-44C2-D50C-1E40-C0C0813BE949}"/>
                </a:ext>
              </a:extLst>
            </p:cNvPr>
            <p:cNvSpPr txBox="1">
              <a:spLocks noChangeArrowheads="1"/>
            </p:cNvSpPr>
            <p:nvPr/>
          </p:nvSpPr>
          <p:spPr bwMode="auto">
            <a:xfrm>
              <a:off x="5463633" y="1371599"/>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Q2</a:t>
              </a:r>
              <a:endParaRPr lang="en-GB" altLang="en-US" sz="1600"/>
            </a:p>
          </p:txBody>
        </p:sp>
        <p:sp>
          <p:nvSpPr>
            <p:cNvPr id="26650" name="TextBox 78">
              <a:extLst>
                <a:ext uri="{FF2B5EF4-FFF2-40B4-BE49-F238E27FC236}">
                  <a16:creationId xmlns:a16="http://schemas.microsoft.com/office/drawing/2014/main" id="{B975357B-FF26-559C-8438-2864AA90C731}"/>
                </a:ext>
              </a:extLst>
            </p:cNvPr>
            <p:cNvSpPr txBox="1">
              <a:spLocks noChangeArrowheads="1"/>
            </p:cNvSpPr>
            <p:nvPr/>
          </p:nvSpPr>
          <p:spPr bwMode="auto">
            <a:xfrm>
              <a:off x="4473033" y="1371599"/>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D2</a:t>
              </a:r>
              <a:endParaRPr lang="en-GB" altLang="en-US" sz="1600"/>
            </a:p>
          </p:txBody>
        </p:sp>
        <p:sp>
          <p:nvSpPr>
            <p:cNvPr id="26651" name="Freeform 80">
              <a:extLst>
                <a:ext uri="{FF2B5EF4-FFF2-40B4-BE49-F238E27FC236}">
                  <a16:creationId xmlns:a16="http://schemas.microsoft.com/office/drawing/2014/main" id="{D5D211CC-D58A-3962-FA83-2D5768520251}"/>
                </a:ext>
              </a:extLst>
            </p:cNvPr>
            <p:cNvSpPr>
              <a:spLocks/>
            </p:cNvSpPr>
            <p:nvPr/>
          </p:nvSpPr>
          <p:spPr bwMode="auto">
            <a:xfrm>
              <a:off x="1636364" y="2237561"/>
              <a:ext cx="3255264" cy="359434"/>
            </a:xfrm>
            <a:custGeom>
              <a:avLst/>
              <a:gdLst>
                <a:gd name="T0" fmla="*/ 0 w 3305354"/>
                <a:gd name="T1" fmla="*/ 116457 h 359434"/>
                <a:gd name="T2" fmla="*/ 468548 w 3305354"/>
                <a:gd name="T3" fmla="*/ 349370 h 359434"/>
                <a:gd name="T4" fmla="*/ 911997 w 3305354"/>
                <a:gd name="T5" fmla="*/ 56072 h 359434"/>
                <a:gd name="T6" fmla="*/ 1556251 w 3305354"/>
                <a:gd name="T7" fmla="*/ 159589 h 359434"/>
                <a:gd name="T8" fmla="*/ 1773792 w 3305354"/>
                <a:gd name="T9" fmla="*/ 30192 h 359434"/>
                <a:gd name="T10" fmla="*/ 2116836 w 3305354"/>
                <a:gd name="T11" fmla="*/ 340743 h 359434"/>
                <a:gd name="T12" fmla="*/ 2602119 w 3305354"/>
                <a:gd name="T13" fmla="*/ 107830 h 359434"/>
                <a:gd name="T14" fmla="*/ 2961898 w 3305354"/>
                <a:gd name="T15" fmla="*/ 280358 h 359434"/>
                <a:gd name="T16" fmla="*/ 3171072 w 3305354"/>
                <a:gd name="T17" fmla="*/ 90577 h 359434"/>
                <a:gd name="T18" fmla="*/ 3171072 w 3305354"/>
                <a:gd name="T19" fmla="*/ 73324 h 3594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05354" h="359434">
                  <a:moveTo>
                    <a:pt x="0" y="116457"/>
                  </a:moveTo>
                  <a:cubicBezTo>
                    <a:pt x="163183" y="237945"/>
                    <a:pt x="326366" y="359434"/>
                    <a:pt x="483079" y="349370"/>
                  </a:cubicBezTo>
                  <a:cubicBezTo>
                    <a:pt x="639792" y="339306"/>
                    <a:pt x="753373" y="87702"/>
                    <a:pt x="940279" y="56072"/>
                  </a:cubicBezTo>
                  <a:cubicBezTo>
                    <a:pt x="1127185" y="24442"/>
                    <a:pt x="1456426" y="163902"/>
                    <a:pt x="1604513" y="159589"/>
                  </a:cubicBezTo>
                  <a:cubicBezTo>
                    <a:pt x="1752600" y="155276"/>
                    <a:pt x="1732472" y="0"/>
                    <a:pt x="1828800" y="30192"/>
                  </a:cubicBezTo>
                  <a:cubicBezTo>
                    <a:pt x="1925128" y="60384"/>
                    <a:pt x="2040147" y="327803"/>
                    <a:pt x="2182483" y="340743"/>
                  </a:cubicBezTo>
                  <a:cubicBezTo>
                    <a:pt x="2324819" y="353683"/>
                    <a:pt x="2537604" y="117894"/>
                    <a:pt x="2682815" y="107830"/>
                  </a:cubicBezTo>
                  <a:cubicBezTo>
                    <a:pt x="2828026" y="97766"/>
                    <a:pt x="2955985" y="283233"/>
                    <a:pt x="3053751" y="280358"/>
                  </a:cubicBezTo>
                  <a:cubicBezTo>
                    <a:pt x="3151517" y="277483"/>
                    <a:pt x="3233468" y="125083"/>
                    <a:pt x="3269411" y="90577"/>
                  </a:cubicBezTo>
                  <a:cubicBezTo>
                    <a:pt x="3305354" y="56071"/>
                    <a:pt x="3287382" y="64697"/>
                    <a:pt x="3269411" y="73324"/>
                  </a:cubicBezTo>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6652" name="TextBox 81">
              <a:extLst>
                <a:ext uri="{FF2B5EF4-FFF2-40B4-BE49-F238E27FC236}">
                  <a16:creationId xmlns:a16="http://schemas.microsoft.com/office/drawing/2014/main" id="{DFBDBBD5-7ADF-485F-C3F2-B9B08F89EA2E}"/>
                </a:ext>
              </a:extLst>
            </p:cNvPr>
            <p:cNvSpPr txBox="1">
              <a:spLocks noChangeArrowheads="1"/>
            </p:cNvSpPr>
            <p:nvPr/>
          </p:nvSpPr>
          <p:spPr bwMode="auto">
            <a:xfrm>
              <a:off x="609600" y="1828800"/>
              <a:ext cx="76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CLK1</a:t>
              </a:r>
              <a:endParaRPr lang="en-GB" altLang="en-US" sz="1600"/>
            </a:p>
          </p:txBody>
        </p:sp>
        <p:sp>
          <p:nvSpPr>
            <p:cNvPr id="26653" name="TextBox 82">
              <a:extLst>
                <a:ext uri="{FF2B5EF4-FFF2-40B4-BE49-F238E27FC236}">
                  <a16:creationId xmlns:a16="http://schemas.microsoft.com/office/drawing/2014/main" id="{8BF45E83-AF88-95C8-D344-EF055CCD71A4}"/>
                </a:ext>
              </a:extLst>
            </p:cNvPr>
            <p:cNvSpPr txBox="1">
              <a:spLocks noChangeArrowheads="1"/>
            </p:cNvSpPr>
            <p:nvPr/>
          </p:nvSpPr>
          <p:spPr bwMode="auto">
            <a:xfrm>
              <a:off x="4191000" y="1905000"/>
              <a:ext cx="76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CLK2</a:t>
              </a:r>
              <a:endParaRPr lang="en-GB" altLang="en-US" sz="1600"/>
            </a:p>
          </p:txBody>
        </p:sp>
        <p:sp>
          <p:nvSpPr>
            <p:cNvPr id="26654" name="TextBox 79">
              <a:extLst>
                <a:ext uri="{FF2B5EF4-FFF2-40B4-BE49-F238E27FC236}">
                  <a16:creationId xmlns:a16="http://schemas.microsoft.com/office/drawing/2014/main" id="{30FAA10E-CFD9-D1AC-E244-B5FA4DF4C4A2}"/>
                </a:ext>
              </a:extLst>
            </p:cNvPr>
            <p:cNvSpPr txBox="1">
              <a:spLocks noChangeArrowheads="1"/>
            </p:cNvSpPr>
            <p:nvPr/>
          </p:nvSpPr>
          <p:spPr bwMode="auto">
            <a:xfrm>
              <a:off x="1600200" y="9906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R1</a:t>
              </a:r>
              <a:endParaRPr lang="en-GB" altLang="en-US" sz="1600"/>
            </a:p>
          </p:txBody>
        </p:sp>
        <p:sp>
          <p:nvSpPr>
            <p:cNvPr id="26655" name="TextBox 83">
              <a:extLst>
                <a:ext uri="{FF2B5EF4-FFF2-40B4-BE49-F238E27FC236}">
                  <a16:creationId xmlns:a16="http://schemas.microsoft.com/office/drawing/2014/main" id="{269E2F25-A54B-339C-DB64-26C0727ED45B}"/>
                </a:ext>
              </a:extLst>
            </p:cNvPr>
            <p:cNvSpPr txBox="1">
              <a:spLocks noChangeArrowheads="1"/>
            </p:cNvSpPr>
            <p:nvPr/>
          </p:nvSpPr>
          <p:spPr bwMode="auto">
            <a:xfrm>
              <a:off x="5029200" y="9906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R2</a:t>
              </a:r>
              <a:endParaRPr lang="en-GB" altLang="en-US" sz="160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1DE2F6B0-561E-59EE-47D7-7EF53925A07C}"/>
              </a:ext>
            </a:extLst>
          </p:cNvPr>
          <p:cNvSpPr>
            <a:spLocks noGrp="1" noChangeArrowheads="1"/>
          </p:cNvSpPr>
          <p:nvPr>
            <p:ph type="title"/>
          </p:nvPr>
        </p:nvSpPr>
        <p:spPr>
          <a:xfrm>
            <a:off x="0" y="183401"/>
            <a:ext cx="11612880" cy="704088"/>
          </a:xfrm>
        </p:spPr>
        <p:txBody>
          <a:bodyPr/>
          <a:lstStyle/>
          <a:p>
            <a:r>
              <a:rPr lang="en-US" altLang="en-US"/>
              <a:t>Timing Diagram with Clock Skew </a:t>
            </a:r>
            <a:endParaRPr lang="en-GB" altLang="en-US"/>
          </a:p>
        </p:txBody>
      </p:sp>
      <p:grpSp>
        <p:nvGrpSpPr>
          <p:cNvPr id="28675" name="Group 124">
            <a:extLst>
              <a:ext uri="{FF2B5EF4-FFF2-40B4-BE49-F238E27FC236}">
                <a16:creationId xmlns:a16="http://schemas.microsoft.com/office/drawing/2014/main" id="{33E6220D-D183-1962-47D9-D07BF9C94BF1}"/>
              </a:ext>
            </a:extLst>
          </p:cNvPr>
          <p:cNvGrpSpPr>
            <a:grpSpLocks/>
          </p:cNvGrpSpPr>
          <p:nvPr/>
        </p:nvGrpSpPr>
        <p:grpSpPr bwMode="auto">
          <a:xfrm>
            <a:off x="2493964" y="1362075"/>
            <a:ext cx="5583237" cy="3270250"/>
            <a:chOff x="970092" y="1362187"/>
            <a:chExt cx="5583108" cy="3270073"/>
          </a:xfrm>
        </p:grpSpPr>
        <p:sp>
          <p:nvSpPr>
            <p:cNvPr id="4" name="Freeform 3">
              <a:extLst>
                <a:ext uri="{FF2B5EF4-FFF2-40B4-BE49-F238E27FC236}">
                  <a16:creationId xmlns:a16="http://schemas.microsoft.com/office/drawing/2014/main" id="{7F32B98E-0E25-4A44-8A8C-85C7B6F06510}"/>
                </a:ext>
              </a:extLst>
            </p:cNvPr>
            <p:cNvSpPr>
              <a:spLocks/>
            </p:cNvSpPr>
            <p:nvPr/>
          </p:nvSpPr>
          <p:spPr bwMode="auto">
            <a:xfrm>
              <a:off x="2348010" y="1987628"/>
              <a:ext cx="512750" cy="1066742"/>
            </a:xfrm>
            <a:custGeom>
              <a:avLst/>
              <a:gdLst/>
              <a:ahLst/>
              <a:cxnLst>
                <a:cxn ang="0">
                  <a:pos x="0" y="0"/>
                </a:cxn>
                <a:cxn ang="0">
                  <a:pos x="267" y="161"/>
                </a:cxn>
                <a:cxn ang="0">
                  <a:pos x="29" y="636"/>
                </a:cxn>
                <a:cxn ang="0">
                  <a:pos x="267" y="866"/>
                </a:cxn>
              </a:cxnLst>
              <a:rect l="0" t="0" r="r" b="b"/>
              <a:pathLst>
                <a:path w="272" h="866">
                  <a:moveTo>
                    <a:pt x="0" y="0"/>
                  </a:moveTo>
                  <a:cubicBezTo>
                    <a:pt x="131" y="27"/>
                    <a:pt x="262" y="55"/>
                    <a:pt x="267" y="161"/>
                  </a:cubicBezTo>
                  <a:cubicBezTo>
                    <a:pt x="272" y="267"/>
                    <a:pt x="29" y="519"/>
                    <a:pt x="29" y="636"/>
                  </a:cubicBezTo>
                  <a:cubicBezTo>
                    <a:pt x="29" y="753"/>
                    <a:pt x="227" y="828"/>
                    <a:pt x="267" y="866"/>
                  </a:cubicBezTo>
                </a:path>
              </a:pathLst>
            </a:custGeom>
            <a:noFill/>
            <a:ln w="28575">
              <a:solidFill>
                <a:srgbClr val="0000FF"/>
              </a:solidFill>
              <a:round/>
              <a:headEnd/>
              <a:tailEnd type="triangle" w="med" len="med"/>
            </a:ln>
          </p:spPr>
          <p:txBody>
            <a:bodyPr/>
            <a:lstStyle/>
            <a:p>
              <a:pPr eaLnBrk="1" hangingPunct="1">
                <a:defRPr/>
              </a:pPr>
              <a:endParaRPr lang="en-GB" sz="1600">
                <a:latin typeface="+mj-lt"/>
              </a:endParaRPr>
            </a:p>
          </p:txBody>
        </p:sp>
        <p:sp>
          <p:nvSpPr>
            <p:cNvPr id="5" name="Text Box 4">
              <a:extLst>
                <a:ext uri="{FF2B5EF4-FFF2-40B4-BE49-F238E27FC236}">
                  <a16:creationId xmlns:a16="http://schemas.microsoft.com/office/drawing/2014/main" id="{C0DC5A09-9E41-4563-A3D1-3D67A8786667}"/>
                </a:ext>
              </a:extLst>
            </p:cNvPr>
            <p:cNvSpPr txBox="1">
              <a:spLocks noChangeArrowheads="1"/>
            </p:cNvSpPr>
            <p:nvPr/>
          </p:nvSpPr>
          <p:spPr bwMode="auto">
            <a:xfrm>
              <a:off x="3649730" y="4278267"/>
              <a:ext cx="1295370" cy="346056"/>
            </a:xfrm>
            <a:prstGeom prst="rect">
              <a:avLst/>
            </a:prstGeom>
            <a:noFill/>
            <a:ln w="9525">
              <a:noFill/>
              <a:miter lim="800000"/>
              <a:headEnd/>
              <a:tailEnd/>
            </a:ln>
          </p:spPr>
          <p:txBody>
            <a:bodyPr/>
            <a:lstStyle/>
            <a:p>
              <a:pPr>
                <a:spcAft>
                  <a:spcPts val="1000"/>
                </a:spcAft>
                <a:defRPr/>
              </a:pPr>
              <a:r>
                <a:rPr lang="en-GB" sz="1600" dirty="0">
                  <a:latin typeface="+mj-lt"/>
                </a:rPr>
                <a:t>Setup Slack</a:t>
              </a:r>
              <a:endParaRPr lang="en-US" sz="1600" dirty="0">
                <a:latin typeface="+mj-lt"/>
              </a:endParaRPr>
            </a:p>
          </p:txBody>
        </p:sp>
        <p:sp>
          <p:nvSpPr>
            <p:cNvPr id="6" name="Line 5">
              <a:extLst>
                <a:ext uri="{FF2B5EF4-FFF2-40B4-BE49-F238E27FC236}">
                  <a16:creationId xmlns:a16="http://schemas.microsoft.com/office/drawing/2014/main" id="{0854012C-7D77-4F11-8181-0C215B5785A6}"/>
                </a:ext>
              </a:extLst>
            </p:cNvPr>
            <p:cNvSpPr>
              <a:spLocks noChangeShapeType="1"/>
            </p:cNvSpPr>
            <p:nvPr/>
          </p:nvSpPr>
          <p:spPr bwMode="auto">
            <a:xfrm>
              <a:off x="1747949" y="2565447"/>
              <a:ext cx="54926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7" name="Line 6">
              <a:extLst>
                <a:ext uri="{FF2B5EF4-FFF2-40B4-BE49-F238E27FC236}">
                  <a16:creationId xmlns:a16="http://schemas.microsoft.com/office/drawing/2014/main" id="{7E8FBE37-F3C2-4DD1-9C97-03F65BE60BF3}"/>
                </a:ext>
              </a:extLst>
            </p:cNvPr>
            <p:cNvSpPr>
              <a:spLocks noChangeShapeType="1"/>
            </p:cNvSpPr>
            <p:nvPr/>
          </p:nvSpPr>
          <p:spPr bwMode="auto">
            <a:xfrm flipV="1">
              <a:off x="2305148" y="2286062"/>
              <a:ext cx="76198" cy="279385"/>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8" name="Line 7">
              <a:extLst>
                <a:ext uri="{FF2B5EF4-FFF2-40B4-BE49-F238E27FC236}">
                  <a16:creationId xmlns:a16="http://schemas.microsoft.com/office/drawing/2014/main" id="{D1E52694-60B3-4348-AB0B-76374BE5CB95}"/>
                </a:ext>
              </a:extLst>
            </p:cNvPr>
            <p:cNvSpPr>
              <a:spLocks noChangeShapeType="1"/>
            </p:cNvSpPr>
            <p:nvPr/>
          </p:nvSpPr>
          <p:spPr bwMode="auto">
            <a:xfrm>
              <a:off x="2111478" y="2281300"/>
              <a:ext cx="1281083"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9" name="Line 8">
              <a:extLst>
                <a:ext uri="{FF2B5EF4-FFF2-40B4-BE49-F238E27FC236}">
                  <a16:creationId xmlns:a16="http://schemas.microsoft.com/office/drawing/2014/main" id="{D93AF31A-4508-46D0-AB80-58AA58D3CBBE}"/>
                </a:ext>
              </a:extLst>
            </p:cNvPr>
            <p:cNvSpPr>
              <a:spLocks noChangeShapeType="1"/>
            </p:cNvSpPr>
            <p:nvPr/>
          </p:nvSpPr>
          <p:spPr bwMode="auto">
            <a:xfrm>
              <a:off x="3578294" y="2281300"/>
              <a:ext cx="69848" cy="292084"/>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0" name="Line 9">
              <a:extLst>
                <a:ext uri="{FF2B5EF4-FFF2-40B4-BE49-F238E27FC236}">
                  <a16:creationId xmlns:a16="http://schemas.microsoft.com/office/drawing/2014/main" id="{0028F625-77FD-4297-AF59-348F72EF5BF6}"/>
                </a:ext>
              </a:extLst>
            </p:cNvPr>
            <p:cNvSpPr>
              <a:spLocks noChangeShapeType="1"/>
            </p:cNvSpPr>
            <p:nvPr/>
          </p:nvSpPr>
          <p:spPr bwMode="auto">
            <a:xfrm>
              <a:off x="3489396" y="2573384"/>
              <a:ext cx="2012903"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 name="Line 10">
              <a:extLst>
                <a:ext uri="{FF2B5EF4-FFF2-40B4-BE49-F238E27FC236}">
                  <a16:creationId xmlns:a16="http://schemas.microsoft.com/office/drawing/2014/main" id="{3E965D64-29D0-41B8-8FE9-ADEF29BEDE62}"/>
                </a:ext>
              </a:extLst>
            </p:cNvPr>
            <p:cNvSpPr>
              <a:spLocks noChangeShapeType="1"/>
            </p:cNvSpPr>
            <p:nvPr/>
          </p:nvSpPr>
          <p:spPr bwMode="auto">
            <a:xfrm flipV="1">
              <a:off x="5757881" y="2282887"/>
              <a:ext cx="77785" cy="277798"/>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2" name="Line 11">
              <a:extLst>
                <a:ext uri="{FF2B5EF4-FFF2-40B4-BE49-F238E27FC236}">
                  <a16:creationId xmlns:a16="http://schemas.microsoft.com/office/drawing/2014/main" id="{2EDC3850-9786-4474-BCB8-C2B2EA4931EE}"/>
                </a:ext>
              </a:extLst>
            </p:cNvPr>
            <p:cNvSpPr>
              <a:spLocks noChangeShapeType="1"/>
            </p:cNvSpPr>
            <p:nvPr/>
          </p:nvSpPr>
          <p:spPr bwMode="auto">
            <a:xfrm>
              <a:off x="5545161" y="2278125"/>
              <a:ext cx="63974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3" name="Line 12">
              <a:extLst>
                <a:ext uri="{FF2B5EF4-FFF2-40B4-BE49-F238E27FC236}">
                  <a16:creationId xmlns:a16="http://schemas.microsoft.com/office/drawing/2014/main" id="{0E2C0EEA-6CB1-41E0-8637-AE526F595569}"/>
                </a:ext>
              </a:extLst>
            </p:cNvPr>
            <p:cNvSpPr>
              <a:spLocks noChangeShapeType="1"/>
            </p:cNvSpPr>
            <p:nvPr/>
          </p:nvSpPr>
          <p:spPr bwMode="auto">
            <a:xfrm>
              <a:off x="2376585" y="1362187"/>
              <a:ext cx="0" cy="274305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14" name="Line 13">
              <a:extLst>
                <a:ext uri="{FF2B5EF4-FFF2-40B4-BE49-F238E27FC236}">
                  <a16:creationId xmlns:a16="http://schemas.microsoft.com/office/drawing/2014/main" id="{9272D8D4-D9CD-4FAB-9633-D72DAC6D0D48}"/>
                </a:ext>
              </a:extLst>
            </p:cNvPr>
            <p:cNvSpPr>
              <a:spLocks noChangeShapeType="1"/>
            </p:cNvSpPr>
            <p:nvPr/>
          </p:nvSpPr>
          <p:spPr bwMode="auto">
            <a:xfrm flipV="1">
              <a:off x="1641588" y="2948014"/>
              <a:ext cx="914379" cy="1587"/>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5" name="Line 14">
              <a:extLst>
                <a:ext uri="{FF2B5EF4-FFF2-40B4-BE49-F238E27FC236}">
                  <a16:creationId xmlns:a16="http://schemas.microsoft.com/office/drawing/2014/main" id="{788846FD-6539-449D-9F1C-0D9549CD6AA4}"/>
                </a:ext>
              </a:extLst>
            </p:cNvPr>
            <p:cNvSpPr>
              <a:spLocks noChangeShapeType="1"/>
            </p:cNvSpPr>
            <p:nvPr/>
          </p:nvSpPr>
          <p:spPr bwMode="auto">
            <a:xfrm flipV="1">
              <a:off x="1671751" y="3228986"/>
              <a:ext cx="914379"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6" name="Line 15">
              <a:extLst>
                <a:ext uri="{FF2B5EF4-FFF2-40B4-BE49-F238E27FC236}">
                  <a16:creationId xmlns:a16="http://schemas.microsoft.com/office/drawing/2014/main" id="{B71E6099-C1C4-42E6-B771-039F283A537A}"/>
                </a:ext>
              </a:extLst>
            </p:cNvPr>
            <p:cNvSpPr>
              <a:spLocks noChangeShapeType="1"/>
            </p:cNvSpPr>
            <p:nvPr/>
          </p:nvSpPr>
          <p:spPr bwMode="auto">
            <a:xfrm flipV="1">
              <a:off x="2844886" y="2948014"/>
              <a:ext cx="3400346" cy="1587"/>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7" name="Line 16">
              <a:extLst>
                <a:ext uri="{FF2B5EF4-FFF2-40B4-BE49-F238E27FC236}">
                  <a16:creationId xmlns:a16="http://schemas.microsoft.com/office/drawing/2014/main" id="{E9E3C13C-549A-4CB7-B200-8CB024DA0062}"/>
                </a:ext>
              </a:extLst>
            </p:cNvPr>
            <p:cNvSpPr>
              <a:spLocks noChangeShapeType="1"/>
            </p:cNvSpPr>
            <p:nvPr/>
          </p:nvSpPr>
          <p:spPr bwMode="auto">
            <a:xfrm>
              <a:off x="2886160" y="3232161"/>
              <a:ext cx="3352723" cy="4763"/>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8" name="Line 17">
              <a:extLst>
                <a:ext uri="{FF2B5EF4-FFF2-40B4-BE49-F238E27FC236}">
                  <a16:creationId xmlns:a16="http://schemas.microsoft.com/office/drawing/2014/main" id="{CFA5F03E-46B3-4B0E-B6D6-7EB4D41F2E5F}"/>
                </a:ext>
              </a:extLst>
            </p:cNvPr>
            <p:cNvSpPr>
              <a:spLocks noChangeShapeType="1"/>
            </p:cNvSpPr>
            <p:nvPr/>
          </p:nvSpPr>
          <p:spPr bwMode="auto">
            <a:xfrm>
              <a:off x="2663915" y="2949601"/>
              <a:ext cx="111122" cy="27144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19" name="Line 18">
              <a:extLst>
                <a:ext uri="{FF2B5EF4-FFF2-40B4-BE49-F238E27FC236}">
                  <a16:creationId xmlns:a16="http://schemas.microsoft.com/office/drawing/2014/main" id="{6A0D8198-4876-4369-8005-EA06BD42832F}"/>
                </a:ext>
              </a:extLst>
            </p:cNvPr>
            <p:cNvSpPr>
              <a:spLocks noChangeShapeType="1"/>
            </p:cNvSpPr>
            <p:nvPr/>
          </p:nvSpPr>
          <p:spPr bwMode="auto">
            <a:xfrm flipV="1">
              <a:off x="2690902" y="2948014"/>
              <a:ext cx="76198" cy="28097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 name="Line 19">
              <a:extLst>
                <a:ext uri="{FF2B5EF4-FFF2-40B4-BE49-F238E27FC236}">
                  <a16:creationId xmlns:a16="http://schemas.microsoft.com/office/drawing/2014/main" id="{6CEE16D6-FC5A-477C-819D-3DB54126951B}"/>
                </a:ext>
              </a:extLst>
            </p:cNvPr>
            <p:cNvSpPr>
              <a:spLocks noChangeShapeType="1"/>
            </p:cNvSpPr>
            <p:nvPr/>
          </p:nvSpPr>
          <p:spPr bwMode="auto">
            <a:xfrm>
              <a:off x="2554380" y="2962300"/>
              <a:ext cx="111122" cy="26986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21" name="Line 20">
              <a:extLst>
                <a:ext uri="{FF2B5EF4-FFF2-40B4-BE49-F238E27FC236}">
                  <a16:creationId xmlns:a16="http://schemas.microsoft.com/office/drawing/2014/main" id="{5F6401FA-1406-4957-BCD2-19F23A6834C5}"/>
                </a:ext>
              </a:extLst>
            </p:cNvPr>
            <p:cNvSpPr>
              <a:spLocks noChangeShapeType="1"/>
            </p:cNvSpPr>
            <p:nvPr/>
          </p:nvSpPr>
          <p:spPr bwMode="auto">
            <a:xfrm flipV="1">
              <a:off x="2581367" y="2941665"/>
              <a:ext cx="77786" cy="27779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 name="Line 30">
              <a:extLst>
                <a:ext uri="{FF2B5EF4-FFF2-40B4-BE49-F238E27FC236}">
                  <a16:creationId xmlns:a16="http://schemas.microsoft.com/office/drawing/2014/main" id="{D879C8C2-C7AC-439A-B7F3-29C0C082F105}"/>
                </a:ext>
              </a:extLst>
            </p:cNvPr>
            <p:cNvSpPr>
              <a:spLocks noChangeShapeType="1"/>
            </p:cNvSpPr>
            <p:nvPr/>
          </p:nvSpPr>
          <p:spPr bwMode="auto">
            <a:xfrm>
              <a:off x="5540398" y="1717768"/>
              <a:ext cx="0" cy="2560499"/>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2" name="Line 31">
              <a:extLst>
                <a:ext uri="{FF2B5EF4-FFF2-40B4-BE49-F238E27FC236}">
                  <a16:creationId xmlns:a16="http://schemas.microsoft.com/office/drawing/2014/main" id="{3ACD5E1B-2C15-43F6-A7AF-FE36E1856F2C}"/>
                </a:ext>
              </a:extLst>
            </p:cNvPr>
            <p:cNvSpPr>
              <a:spLocks noChangeShapeType="1"/>
            </p:cNvSpPr>
            <p:nvPr/>
          </p:nvSpPr>
          <p:spPr bwMode="auto">
            <a:xfrm>
              <a:off x="1732074" y="3613140"/>
              <a:ext cx="1371568"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3" name="Line 32">
              <a:extLst>
                <a:ext uri="{FF2B5EF4-FFF2-40B4-BE49-F238E27FC236}">
                  <a16:creationId xmlns:a16="http://schemas.microsoft.com/office/drawing/2014/main" id="{314EA5D5-C853-41CC-99F5-83CFF53E682C}"/>
                </a:ext>
              </a:extLst>
            </p:cNvPr>
            <p:cNvSpPr>
              <a:spLocks noChangeShapeType="1"/>
            </p:cNvSpPr>
            <p:nvPr/>
          </p:nvSpPr>
          <p:spPr bwMode="auto">
            <a:xfrm>
              <a:off x="1722550" y="3898875"/>
              <a:ext cx="1371568"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34" name="Line 33">
              <a:extLst>
                <a:ext uri="{FF2B5EF4-FFF2-40B4-BE49-F238E27FC236}">
                  <a16:creationId xmlns:a16="http://schemas.microsoft.com/office/drawing/2014/main" id="{11921C11-DA0B-405D-8F7F-B27739B7588C}"/>
                </a:ext>
              </a:extLst>
            </p:cNvPr>
            <p:cNvSpPr>
              <a:spLocks noChangeShapeType="1"/>
            </p:cNvSpPr>
            <p:nvPr/>
          </p:nvSpPr>
          <p:spPr bwMode="auto">
            <a:xfrm>
              <a:off x="4329164" y="3617903"/>
              <a:ext cx="111122" cy="26986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5" name="Line 34">
              <a:extLst>
                <a:ext uri="{FF2B5EF4-FFF2-40B4-BE49-F238E27FC236}">
                  <a16:creationId xmlns:a16="http://schemas.microsoft.com/office/drawing/2014/main" id="{F4E1F0B4-E2AE-4D97-B2D6-DCA5D788633C}"/>
                </a:ext>
              </a:extLst>
            </p:cNvPr>
            <p:cNvSpPr>
              <a:spLocks noChangeShapeType="1"/>
            </p:cNvSpPr>
            <p:nvPr/>
          </p:nvSpPr>
          <p:spPr bwMode="auto">
            <a:xfrm flipV="1">
              <a:off x="4335514" y="3617903"/>
              <a:ext cx="77785" cy="27938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6" name="Line 35">
              <a:extLst>
                <a:ext uri="{FF2B5EF4-FFF2-40B4-BE49-F238E27FC236}">
                  <a16:creationId xmlns:a16="http://schemas.microsoft.com/office/drawing/2014/main" id="{1F7DCA0F-7A0E-437D-B8E8-01B03831BBCB}"/>
                </a:ext>
              </a:extLst>
            </p:cNvPr>
            <p:cNvSpPr>
              <a:spLocks noChangeShapeType="1"/>
            </p:cNvSpPr>
            <p:nvPr/>
          </p:nvSpPr>
          <p:spPr bwMode="auto">
            <a:xfrm flipV="1">
              <a:off x="4229154" y="3617903"/>
              <a:ext cx="76198" cy="27938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7" name="Line 36">
              <a:extLst>
                <a:ext uri="{FF2B5EF4-FFF2-40B4-BE49-F238E27FC236}">
                  <a16:creationId xmlns:a16="http://schemas.microsoft.com/office/drawing/2014/main" id="{9AEBAA8A-ED00-4E09-9690-6E259C425545}"/>
                </a:ext>
              </a:extLst>
            </p:cNvPr>
            <p:cNvSpPr>
              <a:spLocks noChangeShapeType="1"/>
            </p:cNvSpPr>
            <p:nvPr/>
          </p:nvSpPr>
          <p:spPr bwMode="auto">
            <a:xfrm>
              <a:off x="4202167" y="3614728"/>
              <a:ext cx="111122" cy="27144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8" name="Line 37">
              <a:extLst>
                <a:ext uri="{FF2B5EF4-FFF2-40B4-BE49-F238E27FC236}">
                  <a16:creationId xmlns:a16="http://schemas.microsoft.com/office/drawing/2014/main" id="{05A7A5DD-8C3B-4728-ABA8-7C507A3179AD}"/>
                </a:ext>
              </a:extLst>
            </p:cNvPr>
            <p:cNvSpPr>
              <a:spLocks noChangeShapeType="1"/>
            </p:cNvSpPr>
            <p:nvPr/>
          </p:nvSpPr>
          <p:spPr bwMode="auto">
            <a:xfrm>
              <a:off x="4089457" y="3621078"/>
              <a:ext cx="112710" cy="27144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9" name="Line 38">
              <a:extLst>
                <a:ext uri="{FF2B5EF4-FFF2-40B4-BE49-F238E27FC236}">
                  <a16:creationId xmlns:a16="http://schemas.microsoft.com/office/drawing/2014/main" id="{9CDE8B57-7434-46E0-B498-A2C5D8C5A984}"/>
                </a:ext>
              </a:extLst>
            </p:cNvPr>
            <p:cNvSpPr>
              <a:spLocks noChangeShapeType="1"/>
            </p:cNvSpPr>
            <p:nvPr/>
          </p:nvSpPr>
          <p:spPr bwMode="auto">
            <a:xfrm flipV="1">
              <a:off x="4116444" y="3619490"/>
              <a:ext cx="77785" cy="27938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0" name="Line 39">
              <a:extLst>
                <a:ext uri="{FF2B5EF4-FFF2-40B4-BE49-F238E27FC236}">
                  <a16:creationId xmlns:a16="http://schemas.microsoft.com/office/drawing/2014/main" id="{0742DC02-EB6E-4AE6-96D0-B19426614880}"/>
                </a:ext>
              </a:extLst>
            </p:cNvPr>
            <p:cNvSpPr>
              <a:spLocks noChangeShapeType="1"/>
            </p:cNvSpPr>
            <p:nvPr/>
          </p:nvSpPr>
          <p:spPr bwMode="auto">
            <a:xfrm>
              <a:off x="3981509" y="3617903"/>
              <a:ext cx="111122" cy="27144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1" name="Line 40">
              <a:extLst>
                <a:ext uri="{FF2B5EF4-FFF2-40B4-BE49-F238E27FC236}">
                  <a16:creationId xmlns:a16="http://schemas.microsoft.com/office/drawing/2014/main" id="{AB8717C6-9852-46E0-8C84-255A83F0DB44}"/>
                </a:ext>
              </a:extLst>
            </p:cNvPr>
            <p:cNvSpPr>
              <a:spLocks noChangeShapeType="1"/>
            </p:cNvSpPr>
            <p:nvPr/>
          </p:nvSpPr>
          <p:spPr bwMode="auto">
            <a:xfrm flipV="1">
              <a:off x="4008497" y="3611553"/>
              <a:ext cx="77785" cy="27938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2" name="Line 41">
              <a:extLst>
                <a:ext uri="{FF2B5EF4-FFF2-40B4-BE49-F238E27FC236}">
                  <a16:creationId xmlns:a16="http://schemas.microsoft.com/office/drawing/2014/main" id="{BF3AF9FE-541B-4264-B14C-5D3223179FD9}"/>
                </a:ext>
              </a:extLst>
            </p:cNvPr>
            <p:cNvSpPr>
              <a:spLocks noChangeShapeType="1"/>
            </p:cNvSpPr>
            <p:nvPr/>
          </p:nvSpPr>
          <p:spPr bwMode="auto">
            <a:xfrm>
              <a:off x="3875150" y="3632189"/>
              <a:ext cx="111122" cy="27144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3" name="Line 42">
              <a:extLst>
                <a:ext uri="{FF2B5EF4-FFF2-40B4-BE49-F238E27FC236}">
                  <a16:creationId xmlns:a16="http://schemas.microsoft.com/office/drawing/2014/main" id="{A2574BA6-1D4B-4512-81D6-450595794920}"/>
                </a:ext>
              </a:extLst>
            </p:cNvPr>
            <p:cNvSpPr>
              <a:spLocks noChangeShapeType="1"/>
            </p:cNvSpPr>
            <p:nvPr/>
          </p:nvSpPr>
          <p:spPr bwMode="auto">
            <a:xfrm flipV="1">
              <a:off x="3889437" y="3617903"/>
              <a:ext cx="77786" cy="28097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4" name="Line 43">
              <a:extLst>
                <a:ext uri="{FF2B5EF4-FFF2-40B4-BE49-F238E27FC236}">
                  <a16:creationId xmlns:a16="http://schemas.microsoft.com/office/drawing/2014/main" id="{9BF9172A-4E61-4BF2-97AF-5E5875C265A7}"/>
                </a:ext>
              </a:extLst>
            </p:cNvPr>
            <p:cNvSpPr>
              <a:spLocks noChangeShapeType="1"/>
            </p:cNvSpPr>
            <p:nvPr/>
          </p:nvSpPr>
          <p:spPr bwMode="auto">
            <a:xfrm>
              <a:off x="3767202" y="3613140"/>
              <a:ext cx="111122" cy="27144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5" name="Line 44">
              <a:extLst>
                <a:ext uri="{FF2B5EF4-FFF2-40B4-BE49-F238E27FC236}">
                  <a16:creationId xmlns:a16="http://schemas.microsoft.com/office/drawing/2014/main" id="{0F5A6216-CD74-445E-A357-F6B4FE71272C}"/>
                </a:ext>
              </a:extLst>
            </p:cNvPr>
            <p:cNvSpPr>
              <a:spLocks noChangeShapeType="1"/>
            </p:cNvSpPr>
            <p:nvPr/>
          </p:nvSpPr>
          <p:spPr bwMode="auto">
            <a:xfrm flipV="1">
              <a:off x="3775139" y="3613140"/>
              <a:ext cx="76198" cy="27938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6" name="Line 45">
              <a:extLst>
                <a:ext uri="{FF2B5EF4-FFF2-40B4-BE49-F238E27FC236}">
                  <a16:creationId xmlns:a16="http://schemas.microsoft.com/office/drawing/2014/main" id="{1B8231AB-7D60-4EDB-87D1-811573185317}"/>
                </a:ext>
              </a:extLst>
            </p:cNvPr>
            <p:cNvSpPr>
              <a:spLocks noChangeShapeType="1"/>
            </p:cNvSpPr>
            <p:nvPr/>
          </p:nvSpPr>
          <p:spPr bwMode="auto">
            <a:xfrm flipV="1">
              <a:off x="3667192" y="3613140"/>
              <a:ext cx="76198" cy="27938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7" name="Line 46">
              <a:extLst>
                <a:ext uri="{FF2B5EF4-FFF2-40B4-BE49-F238E27FC236}">
                  <a16:creationId xmlns:a16="http://schemas.microsoft.com/office/drawing/2014/main" id="{C0ABB383-8B29-4695-A136-B6201B2A822A}"/>
                </a:ext>
              </a:extLst>
            </p:cNvPr>
            <p:cNvSpPr>
              <a:spLocks noChangeShapeType="1"/>
            </p:cNvSpPr>
            <p:nvPr/>
          </p:nvSpPr>
          <p:spPr bwMode="auto">
            <a:xfrm>
              <a:off x="3640205" y="3608378"/>
              <a:ext cx="111122" cy="27144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8" name="Line 47">
              <a:extLst>
                <a:ext uri="{FF2B5EF4-FFF2-40B4-BE49-F238E27FC236}">
                  <a16:creationId xmlns:a16="http://schemas.microsoft.com/office/drawing/2014/main" id="{ED89FC67-3B23-4613-8F79-5994CA3FD75B}"/>
                </a:ext>
              </a:extLst>
            </p:cNvPr>
            <p:cNvSpPr>
              <a:spLocks noChangeShapeType="1"/>
            </p:cNvSpPr>
            <p:nvPr/>
          </p:nvSpPr>
          <p:spPr bwMode="auto">
            <a:xfrm>
              <a:off x="3529083" y="3616315"/>
              <a:ext cx="111122" cy="26986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9" name="Line 48">
              <a:extLst>
                <a:ext uri="{FF2B5EF4-FFF2-40B4-BE49-F238E27FC236}">
                  <a16:creationId xmlns:a16="http://schemas.microsoft.com/office/drawing/2014/main" id="{D0EC17EB-1518-4639-9278-744467C69845}"/>
                </a:ext>
              </a:extLst>
            </p:cNvPr>
            <p:cNvSpPr>
              <a:spLocks noChangeShapeType="1"/>
            </p:cNvSpPr>
            <p:nvPr/>
          </p:nvSpPr>
          <p:spPr bwMode="auto">
            <a:xfrm flipV="1">
              <a:off x="3556069" y="3614728"/>
              <a:ext cx="76198" cy="27779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50" name="Line 49">
              <a:extLst>
                <a:ext uri="{FF2B5EF4-FFF2-40B4-BE49-F238E27FC236}">
                  <a16:creationId xmlns:a16="http://schemas.microsoft.com/office/drawing/2014/main" id="{B3646E71-017C-4D6D-B776-9F97C3AF8673}"/>
                </a:ext>
              </a:extLst>
            </p:cNvPr>
            <p:cNvSpPr>
              <a:spLocks noChangeShapeType="1"/>
            </p:cNvSpPr>
            <p:nvPr/>
          </p:nvSpPr>
          <p:spPr bwMode="auto">
            <a:xfrm>
              <a:off x="3419547" y="3613140"/>
              <a:ext cx="111122" cy="27144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51" name="Line 50">
              <a:extLst>
                <a:ext uri="{FF2B5EF4-FFF2-40B4-BE49-F238E27FC236}">
                  <a16:creationId xmlns:a16="http://schemas.microsoft.com/office/drawing/2014/main" id="{54105AAC-A146-4B04-B020-F13B314A48F4}"/>
                </a:ext>
              </a:extLst>
            </p:cNvPr>
            <p:cNvSpPr>
              <a:spLocks noChangeShapeType="1"/>
            </p:cNvSpPr>
            <p:nvPr/>
          </p:nvSpPr>
          <p:spPr bwMode="auto">
            <a:xfrm flipV="1">
              <a:off x="3446535" y="3605204"/>
              <a:ext cx="77785" cy="27938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52" name="Line 51">
              <a:extLst>
                <a:ext uri="{FF2B5EF4-FFF2-40B4-BE49-F238E27FC236}">
                  <a16:creationId xmlns:a16="http://schemas.microsoft.com/office/drawing/2014/main" id="{1FACC543-FE56-48A2-916B-8025D38071DC}"/>
                </a:ext>
              </a:extLst>
            </p:cNvPr>
            <p:cNvSpPr>
              <a:spLocks noChangeShapeType="1"/>
            </p:cNvSpPr>
            <p:nvPr/>
          </p:nvSpPr>
          <p:spPr bwMode="auto">
            <a:xfrm>
              <a:off x="3313188" y="3625839"/>
              <a:ext cx="111122" cy="27303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53" name="Line 52">
              <a:extLst>
                <a:ext uri="{FF2B5EF4-FFF2-40B4-BE49-F238E27FC236}">
                  <a16:creationId xmlns:a16="http://schemas.microsoft.com/office/drawing/2014/main" id="{A8B81331-254D-4F75-A9E5-1554D852029B}"/>
                </a:ext>
              </a:extLst>
            </p:cNvPr>
            <p:cNvSpPr>
              <a:spLocks noChangeShapeType="1"/>
            </p:cNvSpPr>
            <p:nvPr/>
          </p:nvSpPr>
          <p:spPr bwMode="auto">
            <a:xfrm flipV="1">
              <a:off x="3329062" y="3613140"/>
              <a:ext cx="76198" cy="27938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54" name="Line 53">
              <a:extLst>
                <a:ext uri="{FF2B5EF4-FFF2-40B4-BE49-F238E27FC236}">
                  <a16:creationId xmlns:a16="http://schemas.microsoft.com/office/drawing/2014/main" id="{C399444F-CFED-4145-B0F4-8A6DC864CAFB}"/>
                </a:ext>
              </a:extLst>
            </p:cNvPr>
            <p:cNvSpPr>
              <a:spLocks noChangeShapeType="1"/>
            </p:cNvSpPr>
            <p:nvPr/>
          </p:nvSpPr>
          <p:spPr bwMode="auto">
            <a:xfrm>
              <a:off x="3213177" y="3614728"/>
              <a:ext cx="111122" cy="27144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55" name="Line 54">
              <a:extLst>
                <a:ext uri="{FF2B5EF4-FFF2-40B4-BE49-F238E27FC236}">
                  <a16:creationId xmlns:a16="http://schemas.microsoft.com/office/drawing/2014/main" id="{CF031304-F218-409B-8E94-4945D6EE3E81}"/>
                </a:ext>
              </a:extLst>
            </p:cNvPr>
            <p:cNvSpPr>
              <a:spLocks noChangeShapeType="1"/>
            </p:cNvSpPr>
            <p:nvPr/>
          </p:nvSpPr>
          <p:spPr bwMode="auto">
            <a:xfrm flipV="1">
              <a:off x="3219527" y="3616315"/>
              <a:ext cx="77786" cy="27779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56" name="Line 55">
              <a:extLst>
                <a:ext uri="{FF2B5EF4-FFF2-40B4-BE49-F238E27FC236}">
                  <a16:creationId xmlns:a16="http://schemas.microsoft.com/office/drawing/2014/main" id="{EC11BF85-4FBC-4B75-8CFD-6EC60C38FC31}"/>
                </a:ext>
              </a:extLst>
            </p:cNvPr>
            <p:cNvSpPr>
              <a:spLocks noChangeShapeType="1"/>
            </p:cNvSpPr>
            <p:nvPr/>
          </p:nvSpPr>
          <p:spPr bwMode="auto">
            <a:xfrm flipV="1">
              <a:off x="3111580" y="3616315"/>
              <a:ext cx="77786" cy="277798"/>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57" name="Line 56">
              <a:extLst>
                <a:ext uri="{FF2B5EF4-FFF2-40B4-BE49-F238E27FC236}">
                  <a16:creationId xmlns:a16="http://schemas.microsoft.com/office/drawing/2014/main" id="{5E701874-5A92-4AA3-B451-884C2FC5D07E}"/>
                </a:ext>
              </a:extLst>
            </p:cNvPr>
            <p:cNvSpPr>
              <a:spLocks noChangeShapeType="1"/>
            </p:cNvSpPr>
            <p:nvPr/>
          </p:nvSpPr>
          <p:spPr bwMode="auto">
            <a:xfrm>
              <a:off x="3086180" y="3613140"/>
              <a:ext cx="111122" cy="271448"/>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66" name="Line 65">
              <a:extLst>
                <a:ext uri="{FF2B5EF4-FFF2-40B4-BE49-F238E27FC236}">
                  <a16:creationId xmlns:a16="http://schemas.microsoft.com/office/drawing/2014/main" id="{1951F862-0516-431D-96AB-53A0ECCF0F94}"/>
                </a:ext>
              </a:extLst>
            </p:cNvPr>
            <p:cNvSpPr>
              <a:spLocks noChangeShapeType="1"/>
            </p:cNvSpPr>
            <p:nvPr/>
          </p:nvSpPr>
          <p:spPr bwMode="auto">
            <a:xfrm flipV="1">
              <a:off x="3184603" y="3613140"/>
              <a:ext cx="1330294"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67" name="Line 66">
              <a:extLst>
                <a:ext uri="{FF2B5EF4-FFF2-40B4-BE49-F238E27FC236}">
                  <a16:creationId xmlns:a16="http://schemas.microsoft.com/office/drawing/2014/main" id="{530FE9DD-FD00-4526-AF88-AB6DE08CB562}"/>
                </a:ext>
              </a:extLst>
            </p:cNvPr>
            <p:cNvSpPr>
              <a:spLocks noChangeShapeType="1"/>
            </p:cNvSpPr>
            <p:nvPr/>
          </p:nvSpPr>
          <p:spPr bwMode="auto">
            <a:xfrm>
              <a:off x="3184603" y="3897288"/>
              <a:ext cx="1331882" cy="1587"/>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68" name="Line 67">
              <a:extLst>
                <a:ext uri="{FF2B5EF4-FFF2-40B4-BE49-F238E27FC236}">
                  <a16:creationId xmlns:a16="http://schemas.microsoft.com/office/drawing/2014/main" id="{5E7C42C0-339E-49ED-8A4D-FFDAB8764CBE}"/>
                </a:ext>
              </a:extLst>
            </p:cNvPr>
            <p:cNvSpPr>
              <a:spLocks noChangeShapeType="1"/>
            </p:cNvSpPr>
            <p:nvPr/>
          </p:nvSpPr>
          <p:spPr bwMode="auto">
            <a:xfrm flipV="1">
              <a:off x="4621258" y="3621078"/>
              <a:ext cx="1646199"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69" name="Line 68">
              <a:extLst>
                <a:ext uri="{FF2B5EF4-FFF2-40B4-BE49-F238E27FC236}">
                  <a16:creationId xmlns:a16="http://schemas.microsoft.com/office/drawing/2014/main" id="{2DCABC04-7416-4A15-8D6F-7180CA1AFFC4}"/>
                </a:ext>
              </a:extLst>
            </p:cNvPr>
            <p:cNvSpPr>
              <a:spLocks noChangeShapeType="1"/>
            </p:cNvSpPr>
            <p:nvPr/>
          </p:nvSpPr>
          <p:spPr bwMode="auto">
            <a:xfrm>
              <a:off x="4649832" y="3906812"/>
              <a:ext cx="164461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72" name="Text Box 71">
              <a:extLst>
                <a:ext uri="{FF2B5EF4-FFF2-40B4-BE49-F238E27FC236}">
                  <a16:creationId xmlns:a16="http://schemas.microsoft.com/office/drawing/2014/main" id="{450D12E3-E3EB-4FAF-A3D6-2FD4C4D41BB2}"/>
                </a:ext>
              </a:extLst>
            </p:cNvPr>
            <p:cNvSpPr txBox="1">
              <a:spLocks noChangeArrowheads="1"/>
            </p:cNvSpPr>
            <p:nvPr/>
          </p:nvSpPr>
          <p:spPr bwMode="auto">
            <a:xfrm>
              <a:off x="1135188" y="2792448"/>
              <a:ext cx="541324" cy="366692"/>
            </a:xfrm>
            <a:prstGeom prst="rect">
              <a:avLst/>
            </a:prstGeom>
            <a:noFill/>
            <a:ln w="9525">
              <a:noFill/>
              <a:miter lim="800000"/>
              <a:headEnd/>
              <a:tailEnd/>
            </a:ln>
          </p:spPr>
          <p:txBody>
            <a:bodyPr/>
            <a:lstStyle/>
            <a:p>
              <a:pPr eaLnBrk="1" hangingPunct="1">
                <a:defRPr/>
              </a:pPr>
              <a:r>
                <a:rPr lang="en-US" sz="1600" dirty="0">
                  <a:latin typeface="+mj-lt"/>
                </a:rPr>
                <a:t>Q1</a:t>
              </a:r>
              <a:endParaRPr lang="ru-RU" sz="1600" dirty="0">
                <a:latin typeface="+mj-lt"/>
              </a:endParaRPr>
            </a:p>
            <a:p>
              <a:pPr eaLnBrk="1" hangingPunct="1">
                <a:defRPr/>
              </a:pPr>
              <a:endParaRPr lang="ru-RU" sz="1600" dirty="0">
                <a:latin typeface="+mj-lt"/>
              </a:endParaRPr>
            </a:p>
            <a:p>
              <a:pPr eaLnBrk="1" hangingPunct="1">
                <a:defRPr/>
              </a:pPr>
              <a:endParaRPr lang="en-US" sz="1600" dirty="0">
                <a:latin typeface="+mj-lt"/>
              </a:endParaRPr>
            </a:p>
          </p:txBody>
        </p:sp>
        <p:sp>
          <p:nvSpPr>
            <p:cNvPr id="79" name="Line 78">
              <a:extLst>
                <a:ext uri="{FF2B5EF4-FFF2-40B4-BE49-F238E27FC236}">
                  <a16:creationId xmlns:a16="http://schemas.microsoft.com/office/drawing/2014/main" id="{F7B96986-633F-4737-9522-44FC93657FB0}"/>
                </a:ext>
              </a:extLst>
            </p:cNvPr>
            <p:cNvSpPr>
              <a:spLocks noChangeShapeType="1"/>
            </p:cNvSpPr>
            <p:nvPr/>
          </p:nvSpPr>
          <p:spPr bwMode="auto">
            <a:xfrm>
              <a:off x="4357739" y="1606649"/>
              <a:ext cx="1409667" cy="0"/>
            </a:xfrm>
            <a:prstGeom prst="line">
              <a:avLst/>
            </a:prstGeom>
            <a:noFill/>
            <a:ln w="19050">
              <a:solidFill>
                <a:srgbClr val="FF0000"/>
              </a:solidFill>
              <a:round/>
              <a:headEnd/>
              <a:tailEnd type="triangle" w="sm" len="med"/>
            </a:ln>
          </p:spPr>
          <p:txBody>
            <a:bodyPr/>
            <a:lstStyle/>
            <a:p>
              <a:pPr eaLnBrk="1" hangingPunct="1">
                <a:defRPr/>
              </a:pPr>
              <a:endParaRPr lang="en-GB" sz="1600">
                <a:latin typeface="+mj-lt"/>
              </a:endParaRPr>
            </a:p>
          </p:txBody>
        </p:sp>
        <p:sp>
          <p:nvSpPr>
            <p:cNvPr id="80" name="Line 79">
              <a:extLst>
                <a:ext uri="{FF2B5EF4-FFF2-40B4-BE49-F238E27FC236}">
                  <a16:creationId xmlns:a16="http://schemas.microsoft.com/office/drawing/2014/main" id="{F2F7A6F9-D6D5-4A54-9052-7A0ED5F0ADDA}"/>
                </a:ext>
              </a:extLst>
            </p:cNvPr>
            <p:cNvSpPr>
              <a:spLocks noChangeShapeType="1"/>
            </p:cNvSpPr>
            <p:nvPr/>
          </p:nvSpPr>
          <p:spPr bwMode="auto">
            <a:xfrm>
              <a:off x="2417859" y="1606649"/>
              <a:ext cx="1331881" cy="0"/>
            </a:xfrm>
            <a:prstGeom prst="line">
              <a:avLst/>
            </a:prstGeom>
            <a:noFill/>
            <a:ln w="19050">
              <a:solidFill>
                <a:srgbClr val="FF0000"/>
              </a:solidFill>
              <a:round/>
              <a:headEnd type="triangle" w="sm" len="lg"/>
              <a:tailEnd type="none" w="sm" len="med"/>
            </a:ln>
          </p:spPr>
          <p:txBody>
            <a:bodyPr/>
            <a:lstStyle/>
            <a:p>
              <a:pPr eaLnBrk="1" hangingPunct="1">
                <a:defRPr/>
              </a:pPr>
              <a:endParaRPr lang="en-GB" sz="1600">
                <a:latin typeface="+mj-lt"/>
              </a:endParaRPr>
            </a:p>
          </p:txBody>
        </p:sp>
        <p:sp>
          <p:nvSpPr>
            <p:cNvPr id="81" name="Text Box 80">
              <a:extLst>
                <a:ext uri="{FF2B5EF4-FFF2-40B4-BE49-F238E27FC236}">
                  <a16:creationId xmlns:a16="http://schemas.microsoft.com/office/drawing/2014/main" id="{D7D5F073-4E32-4D21-B2A0-3ED79FF28E84}"/>
                </a:ext>
              </a:extLst>
            </p:cNvPr>
            <p:cNvSpPr txBox="1">
              <a:spLocks noChangeArrowheads="1"/>
            </p:cNvSpPr>
            <p:nvPr/>
          </p:nvSpPr>
          <p:spPr bwMode="auto">
            <a:xfrm>
              <a:off x="3713229" y="1378061"/>
              <a:ext cx="782619" cy="361930"/>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CLK</a:t>
              </a:r>
              <a:endParaRPr lang="en-US" sz="1600" dirty="0">
                <a:latin typeface="+mj-lt"/>
              </a:endParaRPr>
            </a:p>
          </p:txBody>
        </p:sp>
        <p:sp>
          <p:nvSpPr>
            <p:cNvPr id="82" name="Line 81">
              <a:extLst>
                <a:ext uri="{FF2B5EF4-FFF2-40B4-BE49-F238E27FC236}">
                  <a16:creationId xmlns:a16="http://schemas.microsoft.com/office/drawing/2014/main" id="{540B0B8B-B4CF-4592-8491-4FBB41BC9E14}"/>
                </a:ext>
              </a:extLst>
            </p:cNvPr>
            <p:cNvSpPr>
              <a:spLocks noChangeShapeType="1"/>
            </p:cNvSpPr>
            <p:nvPr/>
          </p:nvSpPr>
          <p:spPr bwMode="auto">
            <a:xfrm>
              <a:off x="2840124" y="2948014"/>
              <a:ext cx="0" cy="128104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83" name="Line 82">
              <a:extLst>
                <a:ext uri="{FF2B5EF4-FFF2-40B4-BE49-F238E27FC236}">
                  <a16:creationId xmlns:a16="http://schemas.microsoft.com/office/drawing/2014/main" id="{DC2B7054-63D1-4322-A8C7-B2C9F5292B8B}"/>
                </a:ext>
              </a:extLst>
            </p:cNvPr>
            <p:cNvSpPr>
              <a:spLocks noChangeShapeType="1"/>
            </p:cNvSpPr>
            <p:nvPr/>
          </p:nvSpPr>
          <p:spPr bwMode="auto">
            <a:xfrm>
              <a:off x="4591095" y="3532183"/>
              <a:ext cx="0" cy="6810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84" name="Line 83">
              <a:extLst>
                <a:ext uri="{FF2B5EF4-FFF2-40B4-BE49-F238E27FC236}">
                  <a16:creationId xmlns:a16="http://schemas.microsoft.com/office/drawing/2014/main" id="{6E564FD3-2862-44D3-A244-54CD4C57C4FC}"/>
                </a:ext>
              </a:extLst>
            </p:cNvPr>
            <p:cNvSpPr>
              <a:spLocks noChangeShapeType="1"/>
            </p:cNvSpPr>
            <p:nvPr/>
          </p:nvSpPr>
          <p:spPr bwMode="auto">
            <a:xfrm flipH="1">
              <a:off x="5007011" y="3571867"/>
              <a:ext cx="4763" cy="63972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85" name="Text Box 84">
              <a:extLst>
                <a:ext uri="{FF2B5EF4-FFF2-40B4-BE49-F238E27FC236}">
                  <a16:creationId xmlns:a16="http://schemas.microsoft.com/office/drawing/2014/main" id="{B1B8F9EB-A832-47D7-A7FA-594C235F5AB5}"/>
                </a:ext>
              </a:extLst>
            </p:cNvPr>
            <p:cNvSpPr txBox="1">
              <a:spLocks noChangeArrowheads="1"/>
            </p:cNvSpPr>
            <p:nvPr/>
          </p:nvSpPr>
          <p:spPr bwMode="auto">
            <a:xfrm>
              <a:off x="3324300" y="3954435"/>
              <a:ext cx="898504" cy="400028"/>
            </a:xfrm>
            <a:prstGeom prst="rect">
              <a:avLst/>
            </a:prstGeom>
            <a:noFill/>
            <a:ln w="9525">
              <a:noFill/>
              <a:miter lim="800000"/>
              <a:headEnd/>
              <a:tailEnd/>
            </a:ln>
          </p:spPr>
          <p:txBody>
            <a:bodyPr/>
            <a:lstStyle/>
            <a:p>
              <a:pPr>
                <a:spcAft>
                  <a:spcPts val="1000"/>
                </a:spcAft>
                <a:defRPr/>
              </a:pPr>
              <a:r>
                <a:rPr lang="en-GB" sz="1600" dirty="0">
                  <a:latin typeface="+mj-lt"/>
                </a:rPr>
                <a:t>  </a:t>
              </a:r>
              <a:r>
                <a:rPr lang="en-GB" sz="1600" dirty="0" err="1">
                  <a:latin typeface="+mj-lt"/>
                </a:rPr>
                <a:t>Tpd</a:t>
              </a:r>
              <a:endParaRPr lang="en-US" sz="1600" dirty="0">
                <a:latin typeface="+mj-lt"/>
              </a:endParaRPr>
            </a:p>
          </p:txBody>
        </p:sp>
        <p:sp>
          <p:nvSpPr>
            <p:cNvPr id="86" name="Line 85">
              <a:extLst>
                <a:ext uri="{FF2B5EF4-FFF2-40B4-BE49-F238E27FC236}">
                  <a16:creationId xmlns:a16="http://schemas.microsoft.com/office/drawing/2014/main" id="{066AA9F8-1F15-41BF-BA86-E36251C4D2F0}"/>
                </a:ext>
              </a:extLst>
            </p:cNvPr>
            <p:cNvSpPr>
              <a:spLocks noChangeShapeType="1"/>
            </p:cNvSpPr>
            <p:nvPr/>
          </p:nvSpPr>
          <p:spPr bwMode="auto">
            <a:xfrm>
              <a:off x="2009880" y="3384553"/>
              <a:ext cx="312731" cy="0"/>
            </a:xfrm>
            <a:prstGeom prst="line">
              <a:avLst/>
            </a:prstGeom>
            <a:noFill/>
            <a:ln w="9525">
              <a:solidFill>
                <a:srgbClr val="000000"/>
              </a:solidFill>
              <a:round/>
              <a:headEnd/>
              <a:tailEnd type="triangle" w="sm" len="med"/>
            </a:ln>
          </p:spPr>
          <p:txBody>
            <a:bodyPr/>
            <a:lstStyle/>
            <a:p>
              <a:pPr eaLnBrk="1" hangingPunct="1">
                <a:defRPr/>
              </a:pPr>
              <a:endParaRPr lang="en-GB" sz="1600">
                <a:latin typeface="+mj-lt"/>
              </a:endParaRPr>
            </a:p>
          </p:txBody>
        </p:sp>
        <p:sp>
          <p:nvSpPr>
            <p:cNvPr id="87" name="Line 86">
              <a:extLst>
                <a:ext uri="{FF2B5EF4-FFF2-40B4-BE49-F238E27FC236}">
                  <a16:creationId xmlns:a16="http://schemas.microsoft.com/office/drawing/2014/main" id="{298F6470-A677-4BAD-8F3F-4A41CB552256}"/>
                </a:ext>
              </a:extLst>
            </p:cNvPr>
            <p:cNvSpPr>
              <a:spLocks noChangeShapeType="1"/>
            </p:cNvSpPr>
            <p:nvPr/>
          </p:nvSpPr>
          <p:spPr bwMode="auto">
            <a:xfrm>
              <a:off x="2840124" y="3392490"/>
              <a:ext cx="312730" cy="0"/>
            </a:xfrm>
            <a:prstGeom prst="line">
              <a:avLst/>
            </a:prstGeom>
            <a:noFill/>
            <a:ln w="9525">
              <a:solidFill>
                <a:srgbClr val="000000"/>
              </a:solidFill>
              <a:round/>
              <a:headEnd type="triangle" w="sm" len="med"/>
              <a:tailEnd type="none" w="sm" len="med"/>
            </a:ln>
          </p:spPr>
          <p:txBody>
            <a:bodyPr/>
            <a:lstStyle/>
            <a:p>
              <a:pPr eaLnBrk="1" hangingPunct="1">
                <a:defRPr/>
              </a:pPr>
              <a:endParaRPr lang="en-GB" sz="1600">
                <a:latin typeface="+mj-lt"/>
              </a:endParaRPr>
            </a:p>
          </p:txBody>
        </p:sp>
        <p:sp>
          <p:nvSpPr>
            <p:cNvPr id="88" name="Text Box 87">
              <a:extLst>
                <a:ext uri="{FF2B5EF4-FFF2-40B4-BE49-F238E27FC236}">
                  <a16:creationId xmlns:a16="http://schemas.microsoft.com/office/drawing/2014/main" id="{C40218E8-226B-4E31-9DF4-3847BA87C654}"/>
                </a:ext>
              </a:extLst>
            </p:cNvPr>
            <p:cNvSpPr txBox="1">
              <a:spLocks noChangeArrowheads="1"/>
            </p:cNvSpPr>
            <p:nvPr/>
          </p:nvSpPr>
          <p:spPr bwMode="auto">
            <a:xfrm>
              <a:off x="2301973" y="3270259"/>
              <a:ext cx="801669" cy="322246"/>
            </a:xfrm>
            <a:prstGeom prst="rect">
              <a:avLst/>
            </a:prstGeom>
            <a:noFill/>
            <a:ln w="9525">
              <a:noFill/>
              <a:miter lim="800000"/>
              <a:headEnd/>
              <a:tailEnd/>
            </a:ln>
          </p:spPr>
          <p:txBody>
            <a:bodyPr/>
            <a:lstStyle/>
            <a:p>
              <a:pPr>
                <a:spcAft>
                  <a:spcPts val="1000"/>
                </a:spcAft>
                <a:defRPr/>
              </a:pPr>
              <a:r>
                <a:rPr lang="en-GB" sz="1400" dirty="0">
                  <a:latin typeface="+mj-lt"/>
                </a:rPr>
                <a:t>T</a:t>
              </a:r>
              <a:r>
                <a:rPr lang="en-GB" sz="1400" baseline="-25000" dirty="0">
                  <a:latin typeface="+mj-lt"/>
                </a:rPr>
                <a:t>PCQ</a:t>
              </a:r>
              <a:endParaRPr lang="en-US" sz="1400" dirty="0">
                <a:latin typeface="+mj-lt"/>
              </a:endParaRPr>
            </a:p>
          </p:txBody>
        </p:sp>
        <p:sp>
          <p:nvSpPr>
            <p:cNvPr id="89" name="Line 88">
              <a:extLst>
                <a:ext uri="{FF2B5EF4-FFF2-40B4-BE49-F238E27FC236}">
                  <a16:creationId xmlns:a16="http://schemas.microsoft.com/office/drawing/2014/main" id="{43E95C3A-8476-4D7B-962F-E3EA0AC50EC4}"/>
                </a:ext>
              </a:extLst>
            </p:cNvPr>
            <p:cNvSpPr>
              <a:spLocks noChangeShapeType="1"/>
            </p:cNvSpPr>
            <p:nvPr/>
          </p:nvSpPr>
          <p:spPr bwMode="auto">
            <a:xfrm flipV="1">
              <a:off x="4565696" y="4105239"/>
              <a:ext cx="442903" cy="0"/>
            </a:xfrm>
            <a:prstGeom prst="line">
              <a:avLst/>
            </a:prstGeom>
            <a:noFill/>
            <a:ln w="19050">
              <a:solidFill>
                <a:srgbClr val="00B050"/>
              </a:solidFill>
              <a:round/>
              <a:headEnd type="triangle" w="sm" len="med"/>
              <a:tailEnd type="triangle" w="sm" len="med"/>
            </a:ln>
          </p:spPr>
          <p:txBody>
            <a:bodyPr/>
            <a:lstStyle/>
            <a:p>
              <a:pPr eaLnBrk="1" hangingPunct="1">
                <a:defRPr/>
              </a:pPr>
              <a:endParaRPr lang="en-GB" sz="1600">
                <a:latin typeface="+mj-lt"/>
              </a:endParaRPr>
            </a:p>
          </p:txBody>
        </p:sp>
        <p:sp>
          <p:nvSpPr>
            <p:cNvPr id="90" name="Line 89">
              <a:extLst>
                <a:ext uri="{FF2B5EF4-FFF2-40B4-BE49-F238E27FC236}">
                  <a16:creationId xmlns:a16="http://schemas.microsoft.com/office/drawing/2014/main" id="{7FD1A719-42EF-4510-840A-CCA273AE6D2C}"/>
                </a:ext>
              </a:extLst>
            </p:cNvPr>
            <p:cNvSpPr>
              <a:spLocks noChangeShapeType="1"/>
            </p:cNvSpPr>
            <p:nvPr/>
          </p:nvSpPr>
          <p:spPr bwMode="auto">
            <a:xfrm flipV="1">
              <a:off x="5030823" y="4090952"/>
              <a:ext cx="512750" cy="1587"/>
            </a:xfrm>
            <a:prstGeom prst="line">
              <a:avLst/>
            </a:prstGeom>
            <a:noFill/>
            <a:ln w="19050">
              <a:solidFill>
                <a:srgbClr val="00B050"/>
              </a:solidFill>
              <a:round/>
              <a:headEnd type="triangle" w="sm" len="med"/>
              <a:tailEnd type="triangle" w="sm" len="med"/>
            </a:ln>
          </p:spPr>
          <p:txBody>
            <a:bodyPr/>
            <a:lstStyle/>
            <a:p>
              <a:pPr eaLnBrk="1" hangingPunct="1">
                <a:defRPr/>
              </a:pPr>
              <a:endParaRPr lang="en-GB" sz="1600">
                <a:latin typeface="+mj-lt"/>
              </a:endParaRPr>
            </a:p>
          </p:txBody>
        </p:sp>
        <p:sp>
          <p:nvSpPr>
            <p:cNvPr id="91" name="Text Box 90">
              <a:extLst>
                <a:ext uri="{FF2B5EF4-FFF2-40B4-BE49-F238E27FC236}">
                  <a16:creationId xmlns:a16="http://schemas.microsoft.com/office/drawing/2014/main" id="{CC097662-6C5B-4AE6-8411-78621F348D37}"/>
                </a:ext>
              </a:extLst>
            </p:cNvPr>
            <p:cNvSpPr txBox="1">
              <a:spLocks noChangeArrowheads="1"/>
            </p:cNvSpPr>
            <p:nvPr/>
          </p:nvSpPr>
          <p:spPr bwMode="auto">
            <a:xfrm>
              <a:off x="4835565" y="4256043"/>
              <a:ext cx="782620" cy="376217"/>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SETUP</a:t>
              </a:r>
              <a:endParaRPr lang="en-US" sz="1600" dirty="0">
                <a:latin typeface="+mj-lt"/>
              </a:endParaRPr>
            </a:p>
          </p:txBody>
        </p:sp>
        <p:sp>
          <p:nvSpPr>
            <p:cNvPr id="92" name="Line 91">
              <a:extLst>
                <a:ext uri="{FF2B5EF4-FFF2-40B4-BE49-F238E27FC236}">
                  <a16:creationId xmlns:a16="http://schemas.microsoft.com/office/drawing/2014/main" id="{38A1536E-F831-48B0-B2F3-4F0D214DD2DA}"/>
                </a:ext>
              </a:extLst>
            </p:cNvPr>
            <p:cNvSpPr>
              <a:spLocks noChangeShapeType="1"/>
            </p:cNvSpPr>
            <p:nvPr/>
          </p:nvSpPr>
          <p:spPr bwMode="auto">
            <a:xfrm flipV="1">
              <a:off x="5237193" y="4122701"/>
              <a:ext cx="80960" cy="204776"/>
            </a:xfrm>
            <a:prstGeom prst="line">
              <a:avLst/>
            </a:prstGeom>
            <a:noFill/>
            <a:ln w="9525">
              <a:solidFill>
                <a:srgbClr val="000000"/>
              </a:solidFill>
              <a:prstDash val="dash"/>
              <a:round/>
              <a:headEnd/>
              <a:tailEnd/>
            </a:ln>
          </p:spPr>
          <p:txBody>
            <a:bodyPr/>
            <a:lstStyle/>
            <a:p>
              <a:pPr eaLnBrk="1" hangingPunct="1">
                <a:defRPr/>
              </a:pPr>
              <a:endParaRPr lang="en-GB" sz="1600">
                <a:latin typeface="+mj-lt"/>
              </a:endParaRPr>
            </a:p>
          </p:txBody>
        </p:sp>
        <p:sp>
          <p:nvSpPr>
            <p:cNvPr id="93" name="Line 92">
              <a:extLst>
                <a:ext uri="{FF2B5EF4-FFF2-40B4-BE49-F238E27FC236}">
                  <a16:creationId xmlns:a16="http://schemas.microsoft.com/office/drawing/2014/main" id="{595FE847-4F22-483D-8C00-4675598DC93E}"/>
                </a:ext>
              </a:extLst>
            </p:cNvPr>
            <p:cNvSpPr>
              <a:spLocks noChangeShapeType="1"/>
            </p:cNvSpPr>
            <p:nvPr/>
          </p:nvSpPr>
          <p:spPr bwMode="auto">
            <a:xfrm flipH="1">
              <a:off x="4551409" y="4105239"/>
              <a:ext cx="288918" cy="222238"/>
            </a:xfrm>
            <a:prstGeom prst="line">
              <a:avLst/>
            </a:prstGeom>
            <a:noFill/>
            <a:ln w="9525">
              <a:solidFill>
                <a:srgbClr val="000000"/>
              </a:solidFill>
              <a:prstDash val="dash"/>
              <a:round/>
              <a:headEnd/>
              <a:tailEnd/>
            </a:ln>
          </p:spPr>
          <p:txBody>
            <a:bodyPr/>
            <a:lstStyle/>
            <a:p>
              <a:pPr eaLnBrk="1" hangingPunct="1">
                <a:defRPr/>
              </a:pPr>
              <a:endParaRPr lang="en-GB" sz="1600">
                <a:latin typeface="+mj-lt"/>
              </a:endParaRPr>
            </a:p>
          </p:txBody>
        </p:sp>
        <p:sp>
          <p:nvSpPr>
            <p:cNvPr id="94" name="Text Box 93">
              <a:extLst>
                <a:ext uri="{FF2B5EF4-FFF2-40B4-BE49-F238E27FC236}">
                  <a16:creationId xmlns:a16="http://schemas.microsoft.com/office/drawing/2014/main" id="{78887761-DF5B-4A68-994B-DEB8500ABD98}"/>
                </a:ext>
              </a:extLst>
            </p:cNvPr>
            <p:cNvSpPr txBox="1">
              <a:spLocks noChangeArrowheads="1"/>
            </p:cNvSpPr>
            <p:nvPr/>
          </p:nvSpPr>
          <p:spPr bwMode="auto">
            <a:xfrm>
              <a:off x="970092" y="2330510"/>
              <a:ext cx="693721" cy="327007"/>
            </a:xfrm>
            <a:prstGeom prst="rect">
              <a:avLst/>
            </a:prstGeom>
            <a:noFill/>
            <a:ln w="9525">
              <a:noFill/>
              <a:miter lim="800000"/>
              <a:headEnd/>
              <a:tailEnd/>
            </a:ln>
          </p:spPr>
          <p:txBody>
            <a:bodyPr/>
            <a:lstStyle/>
            <a:p>
              <a:pPr>
                <a:spcAft>
                  <a:spcPts val="1000"/>
                </a:spcAft>
                <a:defRPr/>
              </a:pPr>
              <a:r>
                <a:rPr lang="en-GB" sz="1600" dirty="0">
                  <a:latin typeface="+mj-lt"/>
                </a:rPr>
                <a:t>CLK2</a:t>
              </a:r>
              <a:endParaRPr lang="en-US" sz="1600" dirty="0">
                <a:latin typeface="+mj-lt"/>
              </a:endParaRPr>
            </a:p>
          </p:txBody>
        </p:sp>
        <p:sp>
          <p:nvSpPr>
            <p:cNvPr id="95" name="Text Box 94">
              <a:extLst>
                <a:ext uri="{FF2B5EF4-FFF2-40B4-BE49-F238E27FC236}">
                  <a16:creationId xmlns:a16="http://schemas.microsoft.com/office/drawing/2014/main" id="{387A6D4B-9F59-4F49-93D8-2081326EF37B}"/>
                </a:ext>
              </a:extLst>
            </p:cNvPr>
            <p:cNvSpPr txBox="1">
              <a:spLocks noChangeArrowheads="1"/>
            </p:cNvSpPr>
            <p:nvPr/>
          </p:nvSpPr>
          <p:spPr bwMode="auto">
            <a:xfrm>
              <a:off x="1198687" y="3581392"/>
              <a:ext cx="554024" cy="366693"/>
            </a:xfrm>
            <a:prstGeom prst="rect">
              <a:avLst/>
            </a:prstGeom>
            <a:noFill/>
            <a:ln w="9525">
              <a:noFill/>
              <a:miter lim="800000"/>
              <a:headEnd/>
              <a:tailEnd/>
            </a:ln>
          </p:spPr>
          <p:txBody>
            <a:bodyPr/>
            <a:lstStyle/>
            <a:p>
              <a:pPr eaLnBrk="1" hangingPunct="1">
                <a:defRPr/>
              </a:pPr>
              <a:r>
                <a:rPr lang="en-GB" sz="1600" dirty="0">
                  <a:latin typeface="+mj-lt"/>
                </a:rPr>
                <a:t>D2</a:t>
              </a:r>
            </a:p>
            <a:p>
              <a:pPr eaLnBrk="1" hangingPunct="1">
                <a:defRPr/>
              </a:pPr>
              <a:endParaRPr lang="ru-RU" sz="1600" dirty="0">
                <a:latin typeface="+mj-lt"/>
              </a:endParaRPr>
            </a:p>
            <a:p>
              <a:pPr eaLnBrk="1" hangingPunct="1">
                <a:defRPr/>
              </a:pPr>
              <a:endParaRPr lang="en-US" sz="1600" dirty="0">
                <a:latin typeface="+mj-lt"/>
              </a:endParaRPr>
            </a:p>
          </p:txBody>
        </p:sp>
        <p:sp>
          <p:nvSpPr>
            <p:cNvPr id="96" name="Line 95">
              <a:extLst>
                <a:ext uri="{FF2B5EF4-FFF2-40B4-BE49-F238E27FC236}">
                  <a16:creationId xmlns:a16="http://schemas.microsoft.com/office/drawing/2014/main" id="{7C560BB2-0E6A-4664-B4D5-8800FCDBD720}"/>
                </a:ext>
              </a:extLst>
            </p:cNvPr>
            <p:cNvSpPr>
              <a:spLocks noChangeShapeType="1"/>
            </p:cNvSpPr>
            <p:nvPr/>
          </p:nvSpPr>
          <p:spPr bwMode="auto">
            <a:xfrm flipV="1">
              <a:off x="2773450" y="2959126"/>
              <a:ext cx="77785" cy="279385"/>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97" name="Line 96">
              <a:extLst>
                <a:ext uri="{FF2B5EF4-FFF2-40B4-BE49-F238E27FC236}">
                  <a16:creationId xmlns:a16="http://schemas.microsoft.com/office/drawing/2014/main" id="{65B1DE2C-7AD5-43DA-9361-698042316E88}"/>
                </a:ext>
              </a:extLst>
            </p:cNvPr>
            <p:cNvSpPr>
              <a:spLocks noChangeShapeType="1"/>
            </p:cNvSpPr>
            <p:nvPr/>
          </p:nvSpPr>
          <p:spPr bwMode="auto">
            <a:xfrm>
              <a:off x="2775037" y="2941665"/>
              <a:ext cx="111122" cy="27144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98" name="Line 97">
              <a:extLst>
                <a:ext uri="{FF2B5EF4-FFF2-40B4-BE49-F238E27FC236}">
                  <a16:creationId xmlns:a16="http://schemas.microsoft.com/office/drawing/2014/main" id="{71C355AB-2A4C-4575-8B6C-461E39F8F173}"/>
                </a:ext>
              </a:extLst>
            </p:cNvPr>
            <p:cNvSpPr>
              <a:spLocks noChangeShapeType="1"/>
            </p:cNvSpPr>
            <p:nvPr/>
          </p:nvSpPr>
          <p:spPr bwMode="auto">
            <a:xfrm>
              <a:off x="2851236" y="4110001"/>
              <a:ext cx="542912" cy="0"/>
            </a:xfrm>
            <a:prstGeom prst="line">
              <a:avLst/>
            </a:prstGeom>
            <a:noFill/>
            <a:ln w="19050">
              <a:solidFill>
                <a:srgbClr val="00B050"/>
              </a:solidFill>
              <a:round/>
              <a:headEnd type="triangle" w="sm" len="med"/>
              <a:tailEnd type="none" w="sm" len="med"/>
            </a:ln>
          </p:spPr>
          <p:txBody>
            <a:bodyPr/>
            <a:lstStyle/>
            <a:p>
              <a:pPr eaLnBrk="1" hangingPunct="1">
                <a:defRPr/>
              </a:pPr>
              <a:endParaRPr lang="en-GB" sz="1600">
                <a:latin typeface="+mj-lt"/>
              </a:endParaRPr>
            </a:p>
          </p:txBody>
        </p:sp>
        <p:sp>
          <p:nvSpPr>
            <p:cNvPr id="99" name="Line 98">
              <a:extLst>
                <a:ext uri="{FF2B5EF4-FFF2-40B4-BE49-F238E27FC236}">
                  <a16:creationId xmlns:a16="http://schemas.microsoft.com/office/drawing/2014/main" id="{32E1D2B6-00F4-48E5-8EA7-4351D3BAC320}"/>
                </a:ext>
              </a:extLst>
            </p:cNvPr>
            <p:cNvSpPr>
              <a:spLocks noChangeShapeType="1"/>
            </p:cNvSpPr>
            <p:nvPr/>
          </p:nvSpPr>
          <p:spPr bwMode="auto">
            <a:xfrm>
              <a:off x="3937060" y="4100477"/>
              <a:ext cx="639748" cy="0"/>
            </a:xfrm>
            <a:prstGeom prst="line">
              <a:avLst/>
            </a:prstGeom>
            <a:noFill/>
            <a:ln w="19050">
              <a:solidFill>
                <a:srgbClr val="00B050"/>
              </a:solidFill>
              <a:round/>
              <a:headEnd/>
              <a:tailEnd type="triangle" w="sm" len="med"/>
            </a:ln>
          </p:spPr>
          <p:txBody>
            <a:bodyPr/>
            <a:lstStyle/>
            <a:p>
              <a:pPr eaLnBrk="1" hangingPunct="1">
                <a:defRPr/>
              </a:pPr>
              <a:endParaRPr lang="en-GB" sz="1600">
                <a:latin typeface="+mj-lt"/>
              </a:endParaRPr>
            </a:p>
          </p:txBody>
        </p:sp>
        <p:cxnSp>
          <p:nvCxnSpPr>
            <p:cNvPr id="28752" name="AutoShape 100">
              <a:extLst>
                <a:ext uri="{FF2B5EF4-FFF2-40B4-BE49-F238E27FC236}">
                  <a16:creationId xmlns:a16="http://schemas.microsoft.com/office/drawing/2014/main" id="{3336EA9C-6F82-929D-9917-89C169E326F1}"/>
                </a:ext>
              </a:extLst>
            </p:cNvPr>
            <p:cNvCxnSpPr>
              <a:cxnSpLocks noChangeShapeType="1"/>
            </p:cNvCxnSpPr>
            <p:nvPr/>
          </p:nvCxnSpPr>
          <p:spPr bwMode="auto">
            <a:xfrm flipV="1">
              <a:off x="2659039" y="2949559"/>
              <a:ext cx="108682"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8753" name="AutoShape 101">
              <a:extLst>
                <a:ext uri="{FF2B5EF4-FFF2-40B4-BE49-F238E27FC236}">
                  <a16:creationId xmlns:a16="http://schemas.microsoft.com/office/drawing/2014/main" id="{D590D738-CCCB-6432-3EB2-B7952C599B01}"/>
                </a:ext>
              </a:extLst>
            </p:cNvPr>
            <p:cNvCxnSpPr>
              <a:cxnSpLocks noChangeShapeType="1"/>
            </p:cNvCxnSpPr>
            <p:nvPr/>
          </p:nvCxnSpPr>
          <p:spPr bwMode="auto">
            <a:xfrm>
              <a:off x="2665995" y="3234665"/>
              <a:ext cx="108682"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03" name="Line 102">
              <a:extLst>
                <a:ext uri="{FF2B5EF4-FFF2-40B4-BE49-F238E27FC236}">
                  <a16:creationId xmlns:a16="http://schemas.microsoft.com/office/drawing/2014/main" id="{EAE4EF01-041A-4C39-AF67-CFAC8B834C5A}"/>
                </a:ext>
              </a:extLst>
            </p:cNvPr>
            <p:cNvSpPr>
              <a:spLocks noChangeShapeType="1"/>
            </p:cNvSpPr>
            <p:nvPr/>
          </p:nvSpPr>
          <p:spPr bwMode="auto">
            <a:xfrm>
              <a:off x="4540297" y="3600441"/>
              <a:ext cx="111122" cy="320658"/>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04" name="Line 103">
              <a:extLst>
                <a:ext uri="{FF2B5EF4-FFF2-40B4-BE49-F238E27FC236}">
                  <a16:creationId xmlns:a16="http://schemas.microsoft.com/office/drawing/2014/main" id="{7DA9A82D-37DF-4C62-AAE8-70FFEC1D8A84}"/>
                </a:ext>
              </a:extLst>
            </p:cNvPr>
            <p:cNvSpPr>
              <a:spLocks noChangeShapeType="1"/>
            </p:cNvSpPr>
            <p:nvPr/>
          </p:nvSpPr>
          <p:spPr bwMode="auto">
            <a:xfrm flipV="1">
              <a:off x="4537122" y="3622665"/>
              <a:ext cx="77786" cy="279385"/>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05" name="Line 104">
              <a:extLst>
                <a:ext uri="{FF2B5EF4-FFF2-40B4-BE49-F238E27FC236}">
                  <a16:creationId xmlns:a16="http://schemas.microsoft.com/office/drawing/2014/main" id="{64376BA9-237A-4702-B16E-8C143BEAFA08}"/>
                </a:ext>
              </a:extLst>
            </p:cNvPr>
            <p:cNvSpPr>
              <a:spLocks noChangeShapeType="1"/>
            </p:cNvSpPr>
            <p:nvPr/>
          </p:nvSpPr>
          <p:spPr bwMode="auto">
            <a:xfrm flipV="1">
              <a:off x="4440287" y="3622665"/>
              <a:ext cx="76198" cy="27938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106" name="Line 105">
              <a:extLst>
                <a:ext uri="{FF2B5EF4-FFF2-40B4-BE49-F238E27FC236}">
                  <a16:creationId xmlns:a16="http://schemas.microsoft.com/office/drawing/2014/main" id="{79A52224-0C9D-44AA-BE9A-565BFC9F9D55}"/>
                </a:ext>
              </a:extLst>
            </p:cNvPr>
            <p:cNvSpPr>
              <a:spLocks noChangeShapeType="1"/>
            </p:cNvSpPr>
            <p:nvPr/>
          </p:nvSpPr>
          <p:spPr bwMode="auto">
            <a:xfrm>
              <a:off x="4413299" y="3619490"/>
              <a:ext cx="111122" cy="26986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108" name="Line 6">
              <a:extLst>
                <a:ext uri="{FF2B5EF4-FFF2-40B4-BE49-F238E27FC236}">
                  <a16:creationId xmlns:a16="http://schemas.microsoft.com/office/drawing/2014/main" id="{4917401C-2DBC-4E63-89C4-47878D5C6C5C}"/>
                </a:ext>
              </a:extLst>
            </p:cNvPr>
            <p:cNvSpPr>
              <a:spLocks noChangeShapeType="1"/>
            </p:cNvSpPr>
            <p:nvPr/>
          </p:nvSpPr>
          <p:spPr bwMode="auto">
            <a:xfrm flipV="1">
              <a:off x="2221013" y="2292412"/>
              <a:ext cx="77785" cy="280973"/>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09" name="Line 6">
              <a:extLst>
                <a:ext uri="{FF2B5EF4-FFF2-40B4-BE49-F238E27FC236}">
                  <a16:creationId xmlns:a16="http://schemas.microsoft.com/office/drawing/2014/main" id="{D79EEEE3-545D-4C9C-9C3A-3C7FDD802CE3}"/>
                </a:ext>
              </a:extLst>
            </p:cNvPr>
            <p:cNvSpPr>
              <a:spLocks noChangeShapeType="1"/>
            </p:cNvSpPr>
            <p:nvPr/>
          </p:nvSpPr>
          <p:spPr bwMode="auto">
            <a:xfrm flipV="1">
              <a:off x="2027343" y="2292412"/>
              <a:ext cx="77785" cy="280973"/>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0" name="Line 8">
              <a:extLst>
                <a:ext uri="{FF2B5EF4-FFF2-40B4-BE49-F238E27FC236}">
                  <a16:creationId xmlns:a16="http://schemas.microsoft.com/office/drawing/2014/main" id="{8C86F74D-0DD7-4D10-968B-024D1BB01FB2}"/>
                </a:ext>
              </a:extLst>
            </p:cNvPr>
            <p:cNvSpPr>
              <a:spLocks noChangeShapeType="1"/>
            </p:cNvSpPr>
            <p:nvPr/>
          </p:nvSpPr>
          <p:spPr bwMode="auto">
            <a:xfrm>
              <a:off x="3502095" y="2292412"/>
              <a:ext cx="69848" cy="292084"/>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11" name="Line 8">
              <a:extLst>
                <a:ext uri="{FF2B5EF4-FFF2-40B4-BE49-F238E27FC236}">
                  <a16:creationId xmlns:a16="http://schemas.microsoft.com/office/drawing/2014/main" id="{CCC91F71-B5B9-4B2D-83A2-D4A5F2A27C8C}"/>
                </a:ext>
              </a:extLst>
            </p:cNvPr>
            <p:cNvSpPr>
              <a:spLocks noChangeShapeType="1"/>
            </p:cNvSpPr>
            <p:nvPr/>
          </p:nvSpPr>
          <p:spPr bwMode="auto">
            <a:xfrm>
              <a:off x="3417960" y="2292412"/>
              <a:ext cx="68260" cy="292084"/>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3" name="Line 6">
              <a:extLst>
                <a:ext uri="{FF2B5EF4-FFF2-40B4-BE49-F238E27FC236}">
                  <a16:creationId xmlns:a16="http://schemas.microsoft.com/office/drawing/2014/main" id="{D42A69F6-EEAA-4891-8D30-22F3D640AC29}"/>
                </a:ext>
              </a:extLst>
            </p:cNvPr>
            <p:cNvSpPr>
              <a:spLocks noChangeShapeType="1"/>
            </p:cNvSpPr>
            <p:nvPr/>
          </p:nvSpPr>
          <p:spPr bwMode="auto">
            <a:xfrm flipV="1">
              <a:off x="5681683" y="2292412"/>
              <a:ext cx="77785" cy="280973"/>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15" name="Line 6">
              <a:extLst>
                <a:ext uri="{FF2B5EF4-FFF2-40B4-BE49-F238E27FC236}">
                  <a16:creationId xmlns:a16="http://schemas.microsoft.com/office/drawing/2014/main" id="{0BB22651-7C1B-439F-94A5-E7CC8462229B}"/>
                </a:ext>
              </a:extLst>
            </p:cNvPr>
            <p:cNvSpPr>
              <a:spLocks noChangeShapeType="1"/>
            </p:cNvSpPr>
            <p:nvPr/>
          </p:nvSpPr>
          <p:spPr bwMode="auto">
            <a:xfrm flipV="1">
              <a:off x="5584847" y="2292412"/>
              <a:ext cx="77786" cy="28097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116" name="Line 5">
              <a:extLst>
                <a:ext uri="{FF2B5EF4-FFF2-40B4-BE49-F238E27FC236}">
                  <a16:creationId xmlns:a16="http://schemas.microsoft.com/office/drawing/2014/main" id="{BD1F1F3D-C4E6-49D7-A101-A18E165AD0EC}"/>
                </a:ext>
              </a:extLst>
            </p:cNvPr>
            <p:cNvSpPr>
              <a:spLocks noChangeShapeType="1"/>
            </p:cNvSpPr>
            <p:nvPr/>
          </p:nvSpPr>
          <p:spPr bwMode="auto">
            <a:xfrm>
              <a:off x="1805098" y="2124146"/>
              <a:ext cx="547674"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7" name="Line 6">
              <a:extLst>
                <a:ext uri="{FF2B5EF4-FFF2-40B4-BE49-F238E27FC236}">
                  <a16:creationId xmlns:a16="http://schemas.microsoft.com/office/drawing/2014/main" id="{4204425C-65F6-4965-9A2F-7928A1316A09}"/>
                </a:ext>
              </a:extLst>
            </p:cNvPr>
            <p:cNvSpPr>
              <a:spLocks noChangeShapeType="1"/>
            </p:cNvSpPr>
            <p:nvPr/>
          </p:nvSpPr>
          <p:spPr bwMode="auto">
            <a:xfrm flipV="1">
              <a:off x="2340072" y="1843174"/>
              <a:ext cx="76198" cy="280972"/>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18" name="Line 7">
              <a:extLst>
                <a:ext uri="{FF2B5EF4-FFF2-40B4-BE49-F238E27FC236}">
                  <a16:creationId xmlns:a16="http://schemas.microsoft.com/office/drawing/2014/main" id="{19F27F82-12D6-469E-8607-8D19F720224B}"/>
                </a:ext>
              </a:extLst>
            </p:cNvPr>
            <p:cNvSpPr>
              <a:spLocks noChangeShapeType="1"/>
            </p:cNvSpPr>
            <p:nvPr/>
          </p:nvSpPr>
          <p:spPr bwMode="auto">
            <a:xfrm>
              <a:off x="2390871" y="1839999"/>
              <a:ext cx="1189011"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9" name="Line 8">
              <a:extLst>
                <a:ext uri="{FF2B5EF4-FFF2-40B4-BE49-F238E27FC236}">
                  <a16:creationId xmlns:a16="http://schemas.microsoft.com/office/drawing/2014/main" id="{F4BEA4DA-B8F5-4A44-9458-E5165525836F}"/>
                </a:ext>
              </a:extLst>
            </p:cNvPr>
            <p:cNvSpPr>
              <a:spLocks noChangeShapeType="1"/>
            </p:cNvSpPr>
            <p:nvPr/>
          </p:nvSpPr>
          <p:spPr bwMode="auto">
            <a:xfrm>
              <a:off x="3495746" y="1839999"/>
              <a:ext cx="69848" cy="292084"/>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20" name="Line 9">
              <a:extLst>
                <a:ext uri="{FF2B5EF4-FFF2-40B4-BE49-F238E27FC236}">
                  <a16:creationId xmlns:a16="http://schemas.microsoft.com/office/drawing/2014/main" id="{80109E8E-45A3-4887-A577-EB964B5FE980}"/>
                </a:ext>
              </a:extLst>
            </p:cNvPr>
            <p:cNvSpPr>
              <a:spLocks noChangeShapeType="1"/>
            </p:cNvSpPr>
            <p:nvPr/>
          </p:nvSpPr>
          <p:spPr bwMode="auto">
            <a:xfrm>
              <a:off x="3673542" y="2132083"/>
              <a:ext cx="2103389"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21" name="Line 10">
              <a:extLst>
                <a:ext uri="{FF2B5EF4-FFF2-40B4-BE49-F238E27FC236}">
                  <a16:creationId xmlns:a16="http://schemas.microsoft.com/office/drawing/2014/main" id="{5537D60E-9934-411D-B0A4-C57978F5767A}"/>
                </a:ext>
              </a:extLst>
            </p:cNvPr>
            <p:cNvSpPr>
              <a:spLocks noChangeShapeType="1"/>
            </p:cNvSpPr>
            <p:nvPr/>
          </p:nvSpPr>
          <p:spPr bwMode="auto">
            <a:xfrm flipV="1">
              <a:off x="5751532" y="1841586"/>
              <a:ext cx="76198" cy="277798"/>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22" name="Line 11">
              <a:extLst>
                <a:ext uri="{FF2B5EF4-FFF2-40B4-BE49-F238E27FC236}">
                  <a16:creationId xmlns:a16="http://schemas.microsoft.com/office/drawing/2014/main" id="{49BE56B5-FC31-42D9-9CFA-78E0016804CB}"/>
                </a:ext>
              </a:extLst>
            </p:cNvPr>
            <p:cNvSpPr>
              <a:spLocks noChangeShapeType="1"/>
            </p:cNvSpPr>
            <p:nvPr/>
          </p:nvSpPr>
          <p:spPr bwMode="auto">
            <a:xfrm>
              <a:off x="5834080" y="1846349"/>
              <a:ext cx="366704"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27" name="Line 6">
              <a:extLst>
                <a:ext uri="{FF2B5EF4-FFF2-40B4-BE49-F238E27FC236}">
                  <a16:creationId xmlns:a16="http://schemas.microsoft.com/office/drawing/2014/main" id="{4D51FC3E-856C-40E8-8FBB-E86343F74D66}"/>
                </a:ext>
              </a:extLst>
            </p:cNvPr>
            <p:cNvSpPr>
              <a:spLocks noChangeShapeType="1"/>
            </p:cNvSpPr>
            <p:nvPr/>
          </p:nvSpPr>
          <p:spPr bwMode="auto">
            <a:xfrm flipV="1">
              <a:off x="2255937" y="1851111"/>
              <a:ext cx="77785" cy="279385"/>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28" name="Line 6">
              <a:extLst>
                <a:ext uri="{FF2B5EF4-FFF2-40B4-BE49-F238E27FC236}">
                  <a16:creationId xmlns:a16="http://schemas.microsoft.com/office/drawing/2014/main" id="{2D7F2225-9401-4118-AEDE-21D1296D4A5B}"/>
                </a:ext>
              </a:extLst>
            </p:cNvPr>
            <p:cNvSpPr>
              <a:spLocks noChangeShapeType="1"/>
            </p:cNvSpPr>
            <p:nvPr/>
          </p:nvSpPr>
          <p:spPr bwMode="auto">
            <a:xfrm flipV="1">
              <a:off x="2168626" y="1851111"/>
              <a:ext cx="77786" cy="279385"/>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29" name="Line 8">
              <a:extLst>
                <a:ext uri="{FF2B5EF4-FFF2-40B4-BE49-F238E27FC236}">
                  <a16:creationId xmlns:a16="http://schemas.microsoft.com/office/drawing/2014/main" id="{DE8B34F3-F417-4C73-B2FB-23E3698E7FA9}"/>
                </a:ext>
              </a:extLst>
            </p:cNvPr>
            <p:cNvSpPr>
              <a:spLocks noChangeShapeType="1"/>
            </p:cNvSpPr>
            <p:nvPr/>
          </p:nvSpPr>
          <p:spPr bwMode="auto">
            <a:xfrm>
              <a:off x="3430660" y="1851111"/>
              <a:ext cx="69848" cy="292084"/>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30" name="Line 8">
              <a:extLst>
                <a:ext uri="{FF2B5EF4-FFF2-40B4-BE49-F238E27FC236}">
                  <a16:creationId xmlns:a16="http://schemas.microsoft.com/office/drawing/2014/main" id="{C64437F8-F113-49DF-8967-2F9CBE31D450}"/>
                </a:ext>
              </a:extLst>
            </p:cNvPr>
            <p:cNvSpPr>
              <a:spLocks noChangeShapeType="1"/>
            </p:cNvSpPr>
            <p:nvPr/>
          </p:nvSpPr>
          <p:spPr bwMode="auto">
            <a:xfrm>
              <a:off x="3356049" y="1851111"/>
              <a:ext cx="69848" cy="292084"/>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31" name="Line 6">
              <a:extLst>
                <a:ext uri="{FF2B5EF4-FFF2-40B4-BE49-F238E27FC236}">
                  <a16:creationId xmlns:a16="http://schemas.microsoft.com/office/drawing/2014/main" id="{9A7135C2-5831-4D1C-B935-5BAF3AD6CF06}"/>
                </a:ext>
              </a:extLst>
            </p:cNvPr>
            <p:cNvSpPr>
              <a:spLocks noChangeShapeType="1"/>
            </p:cNvSpPr>
            <p:nvPr/>
          </p:nvSpPr>
          <p:spPr bwMode="auto">
            <a:xfrm flipV="1">
              <a:off x="5664221" y="1851111"/>
              <a:ext cx="76198" cy="279385"/>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32" name="Line 6">
              <a:extLst>
                <a:ext uri="{FF2B5EF4-FFF2-40B4-BE49-F238E27FC236}">
                  <a16:creationId xmlns:a16="http://schemas.microsoft.com/office/drawing/2014/main" id="{366F8BB4-971A-4E49-BDDB-4F944A9FC3B7}"/>
                </a:ext>
              </a:extLst>
            </p:cNvPr>
            <p:cNvSpPr>
              <a:spLocks noChangeShapeType="1"/>
            </p:cNvSpPr>
            <p:nvPr/>
          </p:nvSpPr>
          <p:spPr bwMode="auto">
            <a:xfrm flipV="1">
              <a:off x="5588022" y="1851111"/>
              <a:ext cx="76198" cy="279385"/>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33" name="Text Box 93">
              <a:extLst>
                <a:ext uri="{FF2B5EF4-FFF2-40B4-BE49-F238E27FC236}">
                  <a16:creationId xmlns:a16="http://schemas.microsoft.com/office/drawing/2014/main" id="{4BDC1217-0B67-4ADA-850D-7808CF69D7DA}"/>
                </a:ext>
              </a:extLst>
            </p:cNvPr>
            <p:cNvSpPr txBox="1">
              <a:spLocks noChangeArrowheads="1"/>
            </p:cNvSpPr>
            <p:nvPr/>
          </p:nvSpPr>
          <p:spPr bwMode="auto">
            <a:xfrm>
              <a:off x="970092" y="1835236"/>
              <a:ext cx="693721" cy="327007"/>
            </a:xfrm>
            <a:prstGeom prst="rect">
              <a:avLst/>
            </a:prstGeom>
            <a:noFill/>
            <a:ln w="9525">
              <a:noFill/>
              <a:miter lim="800000"/>
              <a:headEnd/>
              <a:tailEnd/>
            </a:ln>
          </p:spPr>
          <p:txBody>
            <a:bodyPr/>
            <a:lstStyle/>
            <a:p>
              <a:pPr>
                <a:spcAft>
                  <a:spcPts val="1000"/>
                </a:spcAft>
                <a:defRPr/>
              </a:pPr>
              <a:r>
                <a:rPr lang="en-GB" sz="1600" dirty="0">
                  <a:latin typeface="+mj-lt"/>
                </a:rPr>
                <a:t>CLK1</a:t>
              </a:r>
              <a:endParaRPr lang="en-US" sz="1600" dirty="0">
                <a:latin typeface="+mj-lt"/>
              </a:endParaRPr>
            </a:p>
          </p:txBody>
        </p:sp>
        <p:cxnSp>
          <p:nvCxnSpPr>
            <p:cNvPr id="28778" name="Straight Connector 134">
              <a:extLst>
                <a:ext uri="{FF2B5EF4-FFF2-40B4-BE49-F238E27FC236}">
                  <a16:creationId xmlns:a16="http://schemas.microsoft.com/office/drawing/2014/main" id="{768ADB2C-D701-58EC-A7F1-5E7034F007A2}"/>
                </a:ext>
              </a:extLst>
            </p:cNvPr>
            <p:cNvCxnSpPr>
              <a:cxnSpLocks noChangeShapeType="1"/>
            </p:cNvCxnSpPr>
            <p:nvPr/>
          </p:nvCxnSpPr>
          <p:spPr bwMode="auto">
            <a:xfrm rot="5400000" flipH="1">
              <a:off x="2279709" y="1698736"/>
              <a:ext cx="0" cy="2743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8779" name="Straight Connector 136">
              <a:extLst>
                <a:ext uri="{FF2B5EF4-FFF2-40B4-BE49-F238E27FC236}">
                  <a16:creationId xmlns:a16="http://schemas.microsoft.com/office/drawing/2014/main" id="{03765D1B-D475-369D-1E88-ACB4C6493600}"/>
                </a:ext>
              </a:extLst>
            </p:cNvPr>
            <p:cNvCxnSpPr>
              <a:cxnSpLocks noChangeShapeType="1"/>
            </p:cNvCxnSpPr>
            <p:nvPr/>
          </p:nvCxnSpPr>
          <p:spPr bwMode="auto">
            <a:xfrm rot="5400000">
              <a:off x="5701678" y="1703888"/>
              <a:ext cx="0" cy="2743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8780" name="Straight Connector 138">
              <a:extLst>
                <a:ext uri="{FF2B5EF4-FFF2-40B4-BE49-F238E27FC236}">
                  <a16:creationId xmlns:a16="http://schemas.microsoft.com/office/drawing/2014/main" id="{E8B16630-24F4-1DCE-C23A-0D730FF6D34A}"/>
                </a:ext>
              </a:extLst>
            </p:cNvPr>
            <p:cNvCxnSpPr>
              <a:cxnSpLocks noChangeShapeType="1"/>
            </p:cNvCxnSpPr>
            <p:nvPr/>
          </p:nvCxnSpPr>
          <p:spPr bwMode="auto">
            <a:xfrm rot="16200000" flipH="1">
              <a:off x="3516479" y="2145302"/>
              <a:ext cx="0" cy="2743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0" name="Line 6">
              <a:extLst>
                <a:ext uri="{FF2B5EF4-FFF2-40B4-BE49-F238E27FC236}">
                  <a16:creationId xmlns:a16="http://schemas.microsoft.com/office/drawing/2014/main" id="{4406857C-DE67-43DB-A628-CA3ECB4501F3}"/>
                </a:ext>
              </a:extLst>
            </p:cNvPr>
            <p:cNvSpPr>
              <a:spLocks noChangeShapeType="1"/>
            </p:cNvSpPr>
            <p:nvPr/>
          </p:nvSpPr>
          <p:spPr bwMode="auto">
            <a:xfrm flipV="1">
              <a:off x="2079728" y="1835236"/>
              <a:ext cx="77786" cy="280973"/>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41" name="Line 6">
              <a:extLst>
                <a:ext uri="{FF2B5EF4-FFF2-40B4-BE49-F238E27FC236}">
                  <a16:creationId xmlns:a16="http://schemas.microsoft.com/office/drawing/2014/main" id="{C6F59A9F-661C-48A5-841C-0B3F87282A17}"/>
                </a:ext>
              </a:extLst>
            </p:cNvPr>
            <p:cNvSpPr>
              <a:spLocks noChangeShapeType="1"/>
            </p:cNvSpPr>
            <p:nvPr/>
          </p:nvSpPr>
          <p:spPr bwMode="auto">
            <a:xfrm flipV="1">
              <a:off x="2113066" y="2292412"/>
              <a:ext cx="77785" cy="280973"/>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42" name="Line 8">
              <a:extLst>
                <a:ext uri="{FF2B5EF4-FFF2-40B4-BE49-F238E27FC236}">
                  <a16:creationId xmlns:a16="http://schemas.microsoft.com/office/drawing/2014/main" id="{EC46C114-4787-4D4B-AC73-BC88BF86BC6D}"/>
                </a:ext>
              </a:extLst>
            </p:cNvPr>
            <p:cNvSpPr>
              <a:spLocks noChangeShapeType="1"/>
            </p:cNvSpPr>
            <p:nvPr/>
          </p:nvSpPr>
          <p:spPr bwMode="auto">
            <a:xfrm>
              <a:off x="3581469" y="1835236"/>
              <a:ext cx="69848" cy="292084"/>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43" name="Line 6">
              <a:extLst>
                <a:ext uri="{FF2B5EF4-FFF2-40B4-BE49-F238E27FC236}">
                  <a16:creationId xmlns:a16="http://schemas.microsoft.com/office/drawing/2014/main" id="{3EC6457E-7EFA-4CBF-A524-B8A48FCA82CD}"/>
                </a:ext>
              </a:extLst>
            </p:cNvPr>
            <p:cNvSpPr>
              <a:spLocks noChangeShapeType="1"/>
            </p:cNvSpPr>
            <p:nvPr/>
          </p:nvSpPr>
          <p:spPr bwMode="auto">
            <a:xfrm flipV="1">
              <a:off x="5499124" y="1846349"/>
              <a:ext cx="77786" cy="279385"/>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44" name="Line 6">
              <a:extLst>
                <a:ext uri="{FF2B5EF4-FFF2-40B4-BE49-F238E27FC236}">
                  <a16:creationId xmlns:a16="http://schemas.microsoft.com/office/drawing/2014/main" id="{5F3B75CC-3A80-4286-9D7C-57871D990706}"/>
                </a:ext>
              </a:extLst>
            </p:cNvPr>
            <p:cNvSpPr>
              <a:spLocks noChangeShapeType="1"/>
            </p:cNvSpPr>
            <p:nvPr/>
          </p:nvSpPr>
          <p:spPr bwMode="auto">
            <a:xfrm flipV="1">
              <a:off x="5486425" y="2281300"/>
              <a:ext cx="77786" cy="279385"/>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45" name="Line 8">
              <a:extLst>
                <a:ext uri="{FF2B5EF4-FFF2-40B4-BE49-F238E27FC236}">
                  <a16:creationId xmlns:a16="http://schemas.microsoft.com/office/drawing/2014/main" id="{3CD3BAD6-67E1-461E-B0C0-AF967016C630}"/>
                </a:ext>
              </a:extLst>
            </p:cNvPr>
            <p:cNvSpPr>
              <a:spLocks noChangeShapeType="1"/>
            </p:cNvSpPr>
            <p:nvPr/>
          </p:nvSpPr>
          <p:spPr bwMode="auto">
            <a:xfrm>
              <a:off x="3657667" y="2292412"/>
              <a:ext cx="69848" cy="292084"/>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cxnSp>
          <p:nvCxnSpPr>
            <p:cNvPr id="28787" name="Straight Connector 145">
              <a:extLst>
                <a:ext uri="{FF2B5EF4-FFF2-40B4-BE49-F238E27FC236}">
                  <a16:creationId xmlns:a16="http://schemas.microsoft.com/office/drawing/2014/main" id="{7BF7AF37-AC3B-E687-3BFA-2221765CF8D1}"/>
                </a:ext>
              </a:extLst>
            </p:cNvPr>
            <p:cNvCxnSpPr>
              <a:cxnSpLocks noChangeShapeType="1"/>
            </p:cNvCxnSpPr>
            <p:nvPr/>
          </p:nvCxnSpPr>
          <p:spPr bwMode="auto">
            <a:xfrm rot="5400000" flipH="1">
              <a:off x="3566918" y="2003535"/>
              <a:ext cx="0" cy="2743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8788" name="Straight Connector 146">
              <a:extLst>
                <a:ext uri="{FF2B5EF4-FFF2-40B4-BE49-F238E27FC236}">
                  <a16:creationId xmlns:a16="http://schemas.microsoft.com/office/drawing/2014/main" id="{365DA1BF-9AD1-284B-4458-E30CD06E025C}"/>
                </a:ext>
              </a:extLst>
            </p:cNvPr>
            <p:cNvCxnSpPr>
              <a:cxnSpLocks noChangeShapeType="1"/>
            </p:cNvCxnSpPr>
            <p:nvPr/>
          </p:nvCxnSpPr>
          <p:spPr bwMode="auto">
            <a:xfrm rot="5400000">
              <a:off x="5626087" y="2439469"/>
              <a:ext cx="0" cy="2743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48" name="Line 30">
              <a:extLst>
                <a:ext uri="{FF2B5EF4-FFF2-40B4-BE49-F238E27FC236}">
                  <a16:creationId xmlns:a16="http://schemas.microsoft.com/office/drawing/2014/main" id="{826EDBFD-52B1-46E3-83A0-60F5C5ABDEEA}"/>
                </a:ext>
              </a:extLst>
            </p:cNvPr>
            <p:cNvSpPr>
              <a:spLocks noChangeShapeType="1"/>
            </p:cNvSpPr>
            <p:nvPr/>
          </p:nvSpPr>
          <p:spPr bwMode="auto">
            <a:xfrm>
              <a:off x="5791218" y="1530453"/>
              <a:ext cx="0" cy="274305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149" name="Line 88">
              <a:extLst>
                <a:ext uri="{FF2B5EF4-FFF2-40B4-BE49-F238E27FC236}">
                  <a16:creationId xmlns:a16="http://schemas.microsoft.com/office/drawing/2014/main" id="{2B158AAE-4C5E-43C3-AFDB-823BA76CDB40}"/>
                </a:ext>
              </a:extLst>
            </p:cNvPr>
            <p:cNvSpPr>
              <a:spLocks noChangeShapeType="1"/>
            </p:cNvSpPr>
            <p:nvPr/>
          </p:nvSpPr>
          <p:spPr bwMode="auto">
            <a:xfrm flipV="1">
              <a:off x="5540398" y="4087777"/>
              <a:ext cx="274632" cy="0"/>
            </a:xfrm>
            <a:prstGeom prst="line">
              <a:avLst/>
            </a:prstGeom>
            <a:noFill/>
            <a:ln w="19050">
              <a:solidFill>
                <a:srgbClr val="00B050"/>
              </a:solidFill>
              <a:round/>
              <a:headEnd type="triangle" w="sm" len="med"/>
              <a:tailEnd type="triangle" w="sm" len="med"/>
            </a:ln>
          </p:spPr>
          <p:txBody>
            <a:bodyPr/>
            <a:lstStyle/>
            <a:p>
              <a:pPr eaLnBrk="1" hangingPunct="1">
                <a:defRPr/>
              </a:pPr>
              <a:endParaRPr lang="en-GB" sz="1600">
                <a:latin typeface="+mj-lt"/>
              </a:endParaRPr>
            </a:p>
          </p:txBody>
        </p:sp>
        <p:sp>
          <p:nvSpPr>
            <p:cNvPr id="150" name="Text Box 90">
              <a:extLst>
                <a:ext uri="{FF2B5EF4-FFF2-40B4-BE49-F238E27FC236}">
                  <a16:creationId xmlns:a16="http://schemas.microsoft.com/office/drawing/2014/main" id="{36E6C455-3B46-49E9-8657-6B5881EF5A8E}"/>
                </a:ext>
              </a:extLst>
            </p:cNvPr>
            <p:cNvSpPr txBox="1">
              <a:spLocks noChangeArrowheads="1"/>
            </p:cNvSpPr>
            <p:nvPr/>
          </p:nvSpPr>
          <p:spPr bwMode="auto">
            <a:xfrm>
              <a:off x="5770581" y="4251281"/>
              <a:ext cx="782619" cy="376218"/>
            </a:xfrm>
            <a:prstGeom prst="rect">
              <a:avLst/>
            </a:prstGeom>
            <a:noFill/>
            <a:ln w="9525">
              <a:noFill/>
              <a:miter lim="800000"/>
              <a:headEnd/>
              <a:tailEnd/>
            </a:ln>
          </p:spPr>
          <p:txBody>
            <a:bodyPr/>
            <a:lstStyle/>
            <a:p>
              <a:pPr>
                <a:spcAft>
                  <a:spcPts val="1000"/>
                </a:spcAft>
                <a:defRPr/>
              </a:pPr>
              <a:r>
                <a:rPr lang="en-US" sz="1600" dirty="0">
                  <a:latin typeface="+mj-lt"/>
                </a:rPr>
                <a:t>T</a:t>
              </a:r>
              <a:r>
                <a:rPr lang="en-US" sz="1600" baseline="-25000" dirty="0">
                  <a:latin typeface="+mj-lt"/>
                </a:rPr>
                <a:t>SKEW</a:t>
              </a:r>
              <a:endParaRPr lang="en-US" sz="1600" dirty="0">
                <a:latin typeface="+mj-lt"/>
              </a:endParaRPr>
            </a:p>
          </p:txBody>
        </p:sp>
        <p:cxnSp>
          <p:nvCxnSpPr>
            <p:cNvPr id="28792" name="Straight Connector 151">
              <a:extLst>
                <a:ext uri="{FF2B5EF4-FFF2-40B4-BE49-F238E27FC236}">
                  <a16:creationId xmlns:a16="http://schemas.microsoft.com/office/drawing/2014/main" id="{4E28F3F9-BE1F-2410-79B9-7F0DD1463BA9}"/>
                </a:ext>
              </a:extLst>
            </p:cNvPr>
            <p:cNvCxnSpPr>
              <a:cxnSpLocks noChangeShapeType="1"/>
            </p:cNvCxnSpPr>
            <p:nvPr/>
          </p:nvCxnSpPr>
          <p:spPr bwMode="auto">
            <a:xfrm>
              <a:off x="5646653" y="4088226"/>
              <a:ext cx="428841" cy="239236"/>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28793" name="Freeform 154">
              <a:extLst>
                <a:ext uri="{FF2B5EF4-FFF2-40B4-BE49-F238E27FC236}">
                  <a16:creationId xmlns:a16="http://schemas.microsoft.com/office/drawing/2014/main" id="{5467533F-03B0-EC5B-1AF0-2C3B6E5071C3}"/>
                </a:ext>
              </a:extLst>
            </p:cNvPr>
            <p:cNvSpPr>
              <a:spLocks/>
            </p:cNvSpPr>
            <p:nvPr/>
          </p:nvSpPr>
          <p:spPr bwMode="auto">
            <a:xfrm>
              <a:off x="2829018" y="3051552"/>
              <a:ext cx="1754372" cy="723014"/>
            </a:xfrm>
            <a:custGeom>
              <a:avLst/>
              <a:gdLst>
                <a:gd name="T0" fmla="*/ 0 w 1754372"/>
                <a:gd name="T1" fmla="*/ 0 h 723014"/>
                <a:gd name="T2" fmla="*/ 467832 w 1754372"/>
                <a:gd name="T3" fmla="*/ 138223 h 723014"/>
                <a:gd name="T4" fmla="*/ 435934 w 1754372"/>
                <a:gd name="T5" fmla="*/ 446568 h 723014"/>
                <a:gd name="T6" fmla="*/ 1754372 w 1754372"/>
                <a:gd name="T7" fmla="*/ 723014 h 723014"/>
                <a:gd name="T8" fmla="*/ 1754372 w 1754372"/>
                <a:gd name="T9" fmla="*/ 723014 h 7230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54372" h="723014">
                  <a:moveTo>
                    <a:pt x="0" y="0"/>
                  </a:moveTo>
                  <a:cubicBezTo>
                    <a:pt x="197588" y="31897"/>
                    <a:pt x="395176" y="63795"/>
                    <a:pt x="467832" y="138223"/>
                  </a:cubicBezTo>
                  <a:cubicBezTo>
                    <a:pt x="540488" y="212651"/>
                    <a:pt x="221511" y="349103"/>
                    <a:pt x="435934" y="446568"/>
                  </a:cubicBezTo>
                  <a:cubicBezTo>
                    <a:pt x="650357" y="544033"/>
                    <a:pt x="1754372" y="723014"/>
                    <a:pt x="1754372" y="723014"/>
                  </a:cubicBezTo>
                </a:path>
              </a:pathLst>
            </a:custGeom>
            <a:noFill/>
            <a:ln w="28575" cap="flat" cmpd="sng" algn="ctr">
              <a:solidFill>
                <a:srgbClr val="0000FF"/>
              </a:solidFill>
              <a:prstDash val="solid"/>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nchor="ctr"/>
            <a:lstStyle/>
            <a:p>
              <a:endParaRPr lang="en-US"/>
            </a:p>
          </p:txBody>
        </p:sp>
      </p:grpSp>
      <p:sp>
        <p:nvSpPr>
          <p:cNvPr id="28676" name="TextBox 204">
            <a:extLst>
              <a:ext uri="{FF2B5EF4-FFF2-40B4-BE49-F238E27FC236}">
                <a16:creationId xmlns:a16="http://schemas.microsoft.com/office/drawing/2014/main" id="{9562551D-3C0D-9729-E4C6-98F8867A777F}"/>
              </a:ext>
            </a:extLst>
          </p:cNvPr>
          <p:cNvSpPr txBox="1">
            <a:spLocks noChangeArrowheads="1"/>
          </p:cNvSpPr>
          <p:nvPr/>
        </p:nvSpPr>
        <p:spPr bwMode="auto">
          <a:xfrm>
            <a:off x="2895600" y="4800600"/>
            <a:ext cx="43894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t>T</a:t>
            </a:r>
            <a:r>
              <a:rPr lang="en-GB" altLang="en-US" baseline="-25000"/>
              <a:t>CLK</a:t>
            </a:r>
            <a:r>
              <a:rPr lang="en-GB" altLang="en-US"/>
              <a:t> ≥ T</a:t>
            </a:r>
            <a:r>
              <a:rPr lang="en-GB" altLang="en-US" baseline="-25000"/>
              <a:t>PCQ</a:t>
            </a:r>
            <a:r>
              <a:rPr lang="en-GB" altLang="en-US"/>
              <a:t> + T</a:t>
            </a:r>
            <a:r>
              <a:rPr lang="en-GB" altLang="en-US" baseline="-25000"/>
              <a:t>PD</a:t>
            </a:r>
            <a:r>
              <a:rPr lang="en-GB" altLang="en-US"/>
              <a:t>+ T</a:t>
            </a:r>
            <a:r>
              <a:rPr lang="en-GB" altLang="en-US" baseline="-25000"/>
              <a:t>SETUP</a:t>
            </a:r>
            <a:r>
              <a:rPr lang="en-GB" altLang="en-US"/>
              <a:t> + T</a:t>
            </a:r>
            <a:r>
              <a:rPr lang="en-GB" altLang="en-US" baseline="-25000"/>
              <a:t>SKEW</a:t>
            </a:r>
          </a:p>
        </p:txBody>
      </p:sp>
      <p:sp>
        <p:nvSpPr>
          <p:cNvPr id="28677" name="TextBox 205">
            <a:extLst>
              <a:ext uri="{FF2B5EF4-FFF2-40B4-BE49-F238E27FC236}">
                <a16:creationId xmlns:a16="http://schemas.microsoft.com/office/drawing/2014/main" id="{FFB11B90-A7D0-051B-8266-0C6CE8789309}"/>
              </a:ext>
            </a:extLst>
          </p:cNvPr>
          <p:cNvSpPr txBox="1">
            <a:spLocks noChangeArrowheads="1"/>
          </p:cNvSpPr>
          <p:nvPr/>
        </p:nvSpPr>
        <p:spPr bwMode="auto">
          <a:xfrm>
            <a:off x="2906713" y="5334000"/>
            <a:ext cx="4387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t>T</a:t>
            </a:r>
            <a:r>
              <a:rPr lang="en-GB" altLang="en-US" baseline="-25000"/>
              <a:t>PD</a:t>
            </a:r>
            <a:r>
              <a:rPr lang="en-GB" altLang="en-US"/>
              <a:t> &lt;=T</a:t>
            </a:r>
            <a:r>
              <a:rPr lang="en-GB" altLang="en-US" baseline="-25000"/>
              <a:t>CLK </a:t>
            </a:r>
            <a:r>
              <a:rPr lang="en-GB" altLang="en-US"/>
              <a:t>– (T</a:t>
            </a:r>
            <a:r>
              <a:rPr lang="en-GB" altLang="en-US" baseline="-25000"/>
              <a:t>PD</a:t>
            </a:r>
            <a:r>
              <a:rPr lang="en-GB" altLang="en-US"/>
              <a:t> + T</a:t>
            </a:r>
            <a:r>
              <a:rPr lang="en-GB" altLang="en-US" baseline="-25000"/>
              <a:t>SETUP</a:t>
            </a:r>
            <a:r>
              <a:rPr lang="en-GB" altLang="en-US"/>
              <a:t> + T</a:t>
            </a:r>
            <a:r>
              <a:rPr lang="en-GB" altLang="en-US" baseline="-25000"/>
              <a:t>SKEW</a:t>
            </a:r>
            <a:r>
              <a:rPr lang="en-GB" altLang="en-US"/>
              <a:t>)</a:t>
            </a:r>
            <a:endParaRPr lang="en-GB" altLang="en-US" baseline="-25000"/>
          </a:p>
        </p:txBody>
      </p:sp>
      <p:sp>
        <p:nvSpPr>
          <p:cNvPr id="28678" name="TextBox 206">
            <a:extLst>
              <a:ext uri="{FF2B5EF4-FFF2-40B4-BE49-F238E27FC236}">
                <a16:creationId xmlns:a16="http://schemas.microsoft.com/office/drawing/2014/main" id="{E5EB69EA-A403-233D-FA0E-2096A29893A6}"/>
              </a:ext>
            </a:extLst>
          </p:cNvPr>
          <p:cNvSpPr txBox="1">
            <a:spLocks noChangeArrowheads="1"/>
          </p:cNvSpPr>
          <p:nvPr/>
        </p:nvSpPr>
        <p:spPr bwMode="auto">
          <a:xfrm>
            <a:off x="8001000" y="1493838"/>
            <a:ext cx="2362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FF0000"/>
                </a:solidFill>
              </a:rPr>
              <a:t>Setup Constraints</a:t>
            </a:r>
            <a:endParaRPr lang="en-GB" altLang="en-US" sz="2000">
              <a:solidFill>
                <a:srgbClr val="FF0000"/>
              </a:solidFill>
            </a:endParaRPr>
          </a:p>
        </p:txBody>
      </p:sp>
      <p:sp>
        <p:nvSpPr>
          <p:cNvPr id="28679" name="TextBox 122">
            <a:extLst>
              <a:ext uri="{FF2B5EF4-FFF2-40B4-BE49-F238E27FC236}">
                <a16:creationId xmlns:a16="http://schemas.microsoft.com/office/drawing/2014/main" id="{A73C4881-1147-FFD6-34CD-ECA32C1F20FC}"/>
              </a:ext>
            </a:extLst>
          </p:cNvPr>
          <p:cNvSpPr txBox="1">
            <a:spLocks noChangeArrowheads="1"/>
          </p:cNvSpPr>
          <p:nvPr/>
        </p:nvSpPr>
        <p:spPr bwMode="auto">
          <a:xfrm>
            <a:off x="8001000" y="2255838"/>
            <a:ext cx="2362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Tpcq – propagation delay  CLK to Q </a:t>
            </a:r>
            <a:endParaRPr lang="en-GB" altLang="en-US"/>
          </a:p>
        </p:txBody>
      </p:sp>
      <p:sp>
        <p:nvSpPr>
          <p:cNvPr id="28680" name="TextBox 123">
            <a:extLst>
              <a:ext uri="{FF2B5EF4-FFF2-40B4-BE49-F238E27FC236}">
                <a16:creationId xmlns:a16="http://schemas.microsoft.com/office/drawing/2014/main" id="{2C324F27-2F00-BB68-777C-3BC117D51D38}"/>
              </a:ext>
            </a:extLst>
          </p:cNvPr>
          <p:cNvSpPr txBox="1">
            <a:spLocks noChangeArrowheads="1"/>
          </p:cNvSpPr>
          <p:nvPr/>
        </p:nvSpPr>
        <p:spPr bwMode="auto">
          <a:xfrm>
            <a:off x="8077200" y="3322638"/>
            <a:ext cx="23622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t>The data propagates through the register and CL and must setup before R2 samples it.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6153EB39-4554-20F3-6610-A0A87BD3EB47}"/>
              </a:ext>
            </a:extLst>
          </p:cNvPr>
          <p:cNvSpPr>
            <a:spLocks noGrp="1" noChangeArrowheads="1"/>
          </p:cNvSpPr>
          <p:nvPr>
            <p:ph type="title"/>
          </p:nvPr>
        </p:nvSpPr>
        <p:spPr>
          <a:xfrm>
            <a:off x="0" y="183401"/>
            <a:ext cx="11612880" cy="704088"/>
          </a:xfrm>
        </p:spPr>
        <p:txBody>
          <a:bodyPr/>
          <a:lstStyle/>
          <a:p>
            <a:r>
              <a:rPr lang="en-US" altLang="en-US"/>
              <a:t>Timing Diagram with Clock Skew </a:t>
            </a:r>
            <a:endParaRPr lang="en-GB" altLang="en-US"/>
          </a:p>
        </p:txBody>
      </p:sp>
      <p:sp>
        <p:nvSpPr>
          <p:cNvPr id="29699" name="TextBox 129">
            <a:extLst>
              <a:ext uri="{FF2B5EF4-FFF2-40B4-BE49-F238E27FC236}">
                <a16:creationId xmlns:a16="http://schemas.microsoft.com/office/drawing/2014/main" id="{FA16247A-E976-2C72-0ED2-BCA29FC853D6}"/>
              </a:ext>
            </a:extLst>
          </p:cNvPr>
          <p:cNvSpPr txBox="1">
            <a:spLocks noChangeArrowheads="1"/>
          </p:cNvSpPr>
          <p:nvPr/>
        </p:nvSpPr>
        <p:spPr bwMode="auto">
          <a:xfrm>
            <a:off x="7620000" y="1868488"/>
            <a:ext cx="2362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FF0000"/>
                </a:solidFill>
              </a:rPr>
              <a:t>Hold   Constraints</a:t>
            </a:r>
            <a:endParaRPr lang="en-GB" altLang="en-US" sz="2000">
              <a:solidFill>
                <a:srgbClr val="FF0000"/>
              </a:solidFill>
            </a:endParaRPr>
          </a:p>
        </p:txBody>
      </p:sp>
      <p:grpSp>
        <p:nvGrpSpPr>
          <p:cNvPr id="29700" name="Group 1">
            <a:extLst>
              <a:ext uri="{FF2B5EF4-FFF2-40B4-BE49-F238E27FC236}">
                <a16:creationId xmlns:a16="http://schemas.microsoft.com/office/drawing/2014/main" id="{883DCEEB-BA10-2BD3-F41D-1E71F3C3AEB8}"/>
              </a:ext>
            </a:extLst>
          </p:cNvPr>
          <p:cNvGrpSpPr>
            <a:grpSpLocks/>
          </p:cNvGrpSpPr>
          <p:nvPr/>
        </p:nvGrpSpPr>
        <p:grpSpPr bwMode="auto">
          <a:xfrm>
            <a:off x="2103439" y="1716089"/>
            <a:ext cx="5449887" cy="3343275"/>
            <a:chOff x="579438" y="1716087"/>
            <a:chExt cx="5449887" cy="3343275"/>
          </a:xfrm>
        </p:grpSpPr>
        <p:sp>
          <p:nvSpPr>
            <p:cNvPr id="4" name="Text Box 75">
              <a:extLst>
                <a:ext uri="{FF2B5EF4-FFF2-40B4-BE49-F238E27FC236}">
                  <a16:creationId xmlns:a16="http://schemas.microsoft.com/office/drawing/2014/main" id="{5A52FEC4-506A-4C33-88EC-F60F6FFF596C}"/>
                </a:ext>
              </a:extLst>
            </p:cNvPr>
            <p:cNvSpPr txBox="1">
              <a:spLocks noChangeArrowheads="1"/>
            </p:cNvSpPr>
            <p:nvPr/>
          </p:nvSpPr>
          <p:spPr bwMode="auto">
            <a:xfrm>
              <a:off x="1905000" y="4687887"/>
              <a:ext cx="774700" cy="371475"/>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HOLD</a:t>
              </a:r>
              <a:endParaRPr lang="en-US" sz="1600" dirty="0">
                <a:latin typeface="+mj-lt"/>
              </a:endParaRPr>
            </a:p>
          </p:txBody>
        </p:sp>
        <p:sp>
          <p:nvSpPr>
            <p:cNvPr id="13" name="Line 10">
              <a:extLst>
                <a:ext uri="{FF2B5EF4-FFF2-40B4-BE49-F238E27FC236}">
                  <a16:creationId xmlns:a16="http://schemas.microsoft.com/office/drawing/2014/main" id="{C6139FC6-6A56-47BA-A8DE-988D90FCA9DD}"/>
                </a:ext>
              </a:extLst>
            </p:cNvPr>
            <p:cNvSpPr>
              <a:spLocks noChangeShapeType="1"/>
            </p:cNvSpPr>
            <p:nvPr/>
          </p:nvSpPr>
          <p:spPr bwMode="auto">
            <a:xfrm>
              <a:off x="1971675" y="1822449"/>
              <a:ext cx="0" cy="301783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14" name="Line 11">
              <a:extLst>
                <a:ext uri="{FF2B5EF4-FFF2-40B4-BE49-F238E27FC236}">
                  <a16:creationId xmlns:a16="http://schemas.microsoft.com/office/drawing/2014/main" id="{4D9666CE-3710-4ECD-9D4D-319A6DD10A6B}"/>
                </a:ext>
              </a:extLst>
            </p:cNvPr>
            <p:cNvSpPr>
              <a:spLocks noChangeShapeType="1"/>
            </p:cNvSpPr>
            <p:nvPr/>
          </p:nvSpPr>
          <p:spPr bwMode="auto">
            <a:xfrm flipV="1">
              <a:off x="1397000" y="3152774"/>
              <a:ext cx="779463" cy="1588"/>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5" name="Line 12">
              <a:extLst>
                <a:ext uri="{FF2B5EF4-FFF2-40B4-BE49-F238E27FC236}">
                  <a16:creationId xmlns:a16="http://schemas.microsoft.com/office/drawing/2014/main" id="{0ABF6330-A675-4087-B264-D08BF08124F6}"/>
                </a:ext>
              </a:extLst>
            </p:cNvPr>
            <p:cNvSpPr>
              <a:spLocks noChangeShapeType="1"/>
            </p:cNvSpPr>
            <p:nvPr/>
          </p:nvSpPr>
          <p:spPr bwMode="auto">
            <a:xfrm flipV="1">
              <a:off x="1428750" y="3430587"/>
              <a:ext cx="731838"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6" name="Line 13">
              <a:extLst>
                <a:ext uri="{FF2B5EF4-FFF2-40B4-BE49-F238E27FC236}">
                  <a16:creationId xmlns:a16="http://schemas.microsoft.com/office/drawing/2014/main" id="{A4074CFF-02DF-417E-AF2C-257D1A90FC38}"/>
                </a:ext>
              </a:extLst>
            </p:cNvPr>
            <p:cNvSpPr>
              <a:spLocks noChangeShapeType="1"/>
            </p:cNvSpPr>
            <p:nvPr/>
          </p:nvSpPr>
          <p:spPr bwMode="auto">
            <a:xfrm flipV="1">
              <a:off x="2500313" y="3152774"/>
              <a:ext cx="3511550" cy="1588"/>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7" name="Line 14">
              <a:extLst>
                <a:ext uri="{FF2B5EF4-FFF2-40B4-BE49-F238E27FC236}">
                  <a16:creationId xmlns:a16="http://schemas.microsoft.com/office/drawing/2014/main" id="{622AE332-59AC-435C-9206-63F589694ACE}"/>
                </a:ext>
              </a:extLst>
            </p:cNvPr>
            <p:cNvSpPr>
              <a:spLocks noChangeShapeType="1"/>
            </p:cNvSpPr>
            <p:nvPr/>
          </p:nvSpPr>
          <p:spPr bwMode="auto">
            <a:xfrm>
              <a:off x="2516188" y="3433762"/>
              <a:ext cx="351313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8" name="Line 15">
              <a:extLst>
                <a:ext uri="{FF2B5EF4-FFF2-40B4-BE49-F238E27FC236}">
                  <a16:creationId xmlns:a16="http://schemas.microsoft.com/office/drawing/2014/main" id="{6D00491B-0E91-4A15-ADF0-AC1B6B8DAF33}"/>
                </a:ext>
              </a:extLst>
            </p:cNvPr>
            <p:cNvSpPr>
              <a:spLocks noChangeShapeType="1"/>
            </p:cNvSpPr>
            <p:nvPr/>
          </p:nvSpPr>
          <p:spPr bwMode="auto">
            <a:xfrm>
              <a:off x="2265363" y="3152774"/>
              <a:ext cx="138112" cy="26828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19" name="Line 16">
              <a:extLst>
                <a:ext uri="{FF2B5EF4-FFF2-40B4-BE49-F238E27FC236}">
                  <a16:creationId xmlns:a16="http://schemas.microsoft.com/office/drawing/2014/main" id="{05521571-D7B0-435C-9E1C-E1B4B27F885C}"/>
                </a:ext>
              </a:extLst>
            </p:cNvPr>
            <p:cNvSpPr>
              <a:spLocks noChangeShapeType="1"/>
            </p:cNvSpPr>
            <p:nvPr/>
          </p:nvSpPr>
          <p:spPr bwMode="auto">
            <a:xfrm flipV="1">
              <a:off x="2282825" y="3146424"/>
              <a:ext cx="98425" cy="27463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0" name="Line 17">
              <a:extLst>
                <a:ext uri="{FF2B5EF4-FFF2-40B4-BE49-F238E27FC236}">
                  <a16:creationId xmlns:a16="http://schemas.microsoft.com/office/drawing/2014/main" id="{662D6F4C-E2BC-4A07-BFFE-EA783E03A03A}"/>
                </a:ext>
              </a:extLst>
            </p:cNvPr>
            <p:cNvSpPr>
              <a:spLocks noChangeShapeType="1"/>
            </p:cNvSpPr>
            <p:nvPr/>
          </p:nvSpPr>
          <p:spPr bwMode="auto">
            <a:xfrm>
              <a:off x="2173288" y="3167062"/>
              <a:ext cx="109537" cy="2667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1" name="Line 18">
              <a:extLst>
                <a:ext uri="{FF2B5EF4-FFF2-40B4-BE49-F238E27FC236}">
                  <a16:creationId xmlns:a16="http://schemas.microsoft.com/office/drawing/2014/main" id="{2FD87F94-F3D8-4A7D-A6D5-D0B08B44EB0A}"/>
                </a:ext>
              </a:extLst>
            </p:cNvPr>
            <p:cNvSpPr>
              <a:spLocks noChangeShapeType="1"/>
            </p:cNvSpPr>
            <p:nvPr/>
          </p:nvSpPr>
          <p:spPr bwMode="auto">
            <a:xfrm flipV="1">
              <a:off x="2176463" y="3152774"/>
              <a:ext cx="74612" cy="26828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2" name="Line 19">
              <a:extLst>
                <a:ext uri="{FF2B5EF4-FFF2-40B4-BE49-F238E27FC236}">
                  <a16:creationId xmlns:a16="http://schemas.microsoft.com/office/drawing/2014/main" id="{BB6BA653-E978-4612-8E40-5FEFE513E361}"/>
                </a:ext>
              </a:extLst>
            </p:cNvPr>
            <p:cNvSpPr>
              <a:spLocks noChangeShapeType="1"/>
            </p:cNvSpPr>
            <p:nvPr/>
          </p:nvSpPr>
          <p:spPr bwMode="auto">
            <a:xfrm>
              <a:off x="5387975" y="1822449"/>
              <a:ext cx="0" cy="27432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3" name="Line 20">
              <a:extLst>
                <a:ext uri="{FF2B5EF4-FFF2-40B4-BE49-F238E27FC236}">
                  <a16:creationId xmlns:a16="http://schemas.microsoft.com/office/drawing/2014/main" id="{D00D6634-7C50-4C9A-97AF-5A9BD2387354}"/>
                </a:ext>
              </a:extLst>
            </p:cNvPr>
            <p:cNvSpPr>
              <a:spLocks noChangeShapeType="1"/>
            </p:cNvSpPr>
            <p:nvPr/>
          </p:nvSpPr>
          <p:spPr bwMode="auto">
            <a:xfrm>
              <a:off x="1468438" y="3808412"/>
              <a:ext cx="126841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4" name="Line 21">
              <a:extLst>
                <a:ext uri="{FF2B5EF4-FFF2-40B4-BE49-F238E27FC236}">
                  <a16:creationId xmlns:a16="http://schemas.microsoft.com/office/drawing/2014/main" id="{D0D81465-648E-4A9B-8E26-7A649FFC5921}"/>
                </a:ext>
              </a:extLst>
            </p:cNvPr>
            <p:cNvSpPr>
              <a:spLocks noChangeShapeType="1"/>
            </p:cNvSpPr>
            <p:nvPr/>
          </p:nvSpPr>
          <p:spPr bwMode="auto">
            <a:xfrm>
              <a:off x="1468438" y="4092574"/>
              <a:ext cx="126841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25" name="Line 22">
              <a:extLst>
                <a:ext uri="{FF2B5EF4-FFF2-40B4-BE49-F238E27FC236}">
                  <a16:creationId xmlns:a16="http://schemas.microsoft.com/office/drawing/2014/main" id="{51797465-3E29-4043-A5EB-77C644131B6E}"/>
                </a:ext>
              </a:extLst>
            </p:cNvPr>
            <p:cNvSpPr>
              <a:spLocks noChangeShapeType="1"/>
            </p:cNvSpPr>
            <p:nvPr/>
          </p:nvSpPr>
          <p:spPr bwMode="auto">
            <a:xfrm>
              <a:off x="3957638" y="3813174"/>
              <a:ext cx="109537" cy="2667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6" name="Line 23">
              <a:extLst>
                <a:ext uri="{FF2B5EF4-FFF2-40B4-BE49-F238E27FC236}">
                  <a16:creationId xmlns:a16="http://schemas.microsoft.com/office/drawing/2014/main" id="{CC443305-1DA2-45E9-91C5-19CB2780CB55}"/>
                </a:ext>
              </a:extLst>
            </p:cNvPr>
            <p:cNvSpPr>
              <a:spLocks noChangeShapeType="1"/>
            </p:cNvSpPr>
            <p:nvPr/>
          </p:nvSpPr>
          <p:spPr bwMode="auto">
            <a:xfrm flipV="1">
              <a:off x="3957638" y="3800474"/>
              <a:ext cx="76200" cy="27622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7" name="Line 24">
              <a:extLst>
                <a:ext uri="{FF2B5EF4-FFF2-40B4-BE49-F238E27FC236}">
                  <a16:creationId xmlns:a16="http://schemas.microsoft.com/office/drawing/2014/main" id="{C3724E67-ED7B-4F31-9FE2-889933A40D27}"/>
                </a:ext>
              </a:extLst>
            </p:cNvPr>
            <p:cNvSpPr>
              <a:spLocks noChangeShapeType="1"/>
            </p:cNvSpPr>
            <p:nvPr/>
          </p:nvSpPr>
          <p:spPr bwMode="auto">
            <a:xfrm flipV="1">
              <a:off x="3857625" y="3813174"/>
              <a:ext cx="76200" cy="27622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8" name="Line 25">
              <a:extLst>
                <a:ext uri="{FF2B5EF4-FFF2-40B4-BE49-F238E27FC236}">
                  <a16:creationId xmlns:a16="http://schemas.microsoft.com/office/drawing/2014/main" id="{2B66EA50-137E-4CB1-8272-AD872D480575}"/>
                </a:ext>
              </a:extLst>
            </p:cNvPr>
            <p:cNvSpPr>
              <a:spLocks noChangeShapeType="1"/>
            </p:cNvSpPr>
            <p:nvPr/>
          </p:nvSpPr>
          <p:spPr bwMode="auto">
            <a:xfrm>
              <a:off x="3832225" y="3809999"/>
              <a:ext cx="109538" cy="26828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29" name="Line 26">
              <a:extLst>
                <a:ext uri="{FF2B5EF4-FFF2-40B4-BE49-F238E27FC236}">
                  <a16:creationId xmlns:a16="http://schemas.microsoft.com/office/drawing/2014/main" id="{A87778D9-910A-4559-B3D4-8FD590F8F58C}"/>
                </a:ext>
              </a:extLst>
            </p:cNvPr>
            <p:cNvSpPr>
              <a:spLocks noChangeShapeType="1"/>
            </p:cNvSpPr>
            <p:nvPr/>
          </p:nvSpPr>
          <p:spPr bwMode="auto">
            <a:xfrm>
              <a:off x="3721100" y="3816349"/>
              <a:ext cx="109538" cy="26828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0" name="Line 27">
              <a:extLst>
                <a:ext uri="{FF2B5EF4-FFF2-40B4-BE49-F238E27FC236}">
                  <a16:creationId xmlns:a16="http://schemas.microsoft.com/office/drawing/2014/main" id="{9DE131B6-0058-4DE1-93D2-5A37F77CC059}"/>
                </a:ext>
              </a:extLst>
            </p:cNvPr>
            <p:cNvSpPr>
              <a:spLocks noChangeShapeType="1"/>
            </p:cNvSpPr>
            <p:nvPr/>
          </p:nvSpPr>
          <p:spPr bwMode="auto">
            <a:xfrm flipV="1">
              <a:off x="3748088" y="3814762"/>
              <a:ext cx="76200" cy="27622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1" name="Line 28">
              <a:extLst>
                <a:ext uri="{FF2B5EF4-FFF2-40B4-BE49-F238E27FC236}">
                  <a16:creationId xmlns:a16="http://schemas.microsoft.com/office/drawing/2014/main" id="{DB0BE7F0-CE63-4719-B8B1-4D27BB7DE31B}"/>
                </a:ext>
              </a:extLst>
            </p:cNvPr>
            <p:cNvSpPr>
              <a:spLocks noChangeShapeType="1"/>
            </p:cNvSpPr>
            <p:nvPr/>
          </p:nvSpPr>
          <p:spPr bwMode="auto">
            <a:xfrm>
              <a:off x="3613150" y="3813174"/>
              <a:ext cx="111125" cy="26828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2" name="Line 29">
              <a:extLst>
                <a:ext uri="{FF2B5EF4-FFF2-40B4-BE49-F238E27FC236}">
                  <a16:creationId xmlns:a16="http://schemas.microsoft.com/office/drawing/2014/main" id="{C775CC08-9753-4D5B-B553-B2E152EDB97D}"/>
                </a:ext>
              </a:extLst>
            </p:cNvPr>
            <p:cNvSpPr>
              <a:spLocks noChangeShapeType="1"/>
            </p:cNvSpPr>
            <p:nvPr/>
          </p:nvSpPr>
          <p:spPr bwMode="auto">
            <a:xfrm flipV="1">
              <a:off x="3640138" y="3806824"/>
              <a:ext cx="76200" cy="27622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3" name="Line 30">
              <a:extLst>
                <a:ext uri="{FF2B5EF4-FFF2-40B4-BE49-F238E27FC236}">
                  <a16:creationId xmlns:a16="http://schemas.microsoft.com/office/drawing/2014/main" id="{C62870F0-A72C-4F98-8EC7-8FEDC8D156A7}"/>
                </a:ext>
              </a:extLst>
            </p:cNvPr>
            <p:cNvSpPr>
              <a:spLocks noChangeShapeType="1"/>
            </p:cNvSpPr>
            <p:nvPr/>
          </p:nvSpPr>
          <p:spPr bwMode="auto">
            <a:xfrm>
              <a:off x="3508375" y="3827462"/>
              <a:ext cx="109538" cy="26828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4" name="Line 31">
              <a:extLst>
                <a:ext uri="{FF2B5EF4-FFF2-40B4-BE49-F238E27FC236}">
                  <a16:creationId xmlns:a16="http://schemas.microsoft.com/office/drawing/2014/main" id="{FA6F56A1-5CE7-4431-B09B-0966D7B30B00}"/>
                </a:ext>
              </a:extLst>
            </p:cNvPr>
            <p:cNvSpPr>
              <a:spLocks noChangeShapeType="1"/>
            </p:cNvSpPr>
            <p:nvPr/>
          </p:nvSpPr>
          <p:spPr bwMode="auto">
            <a:xfrm flipV="1">
              <a:off x="3522663" y="3813174"/>
              <a:ext cx="76200" cy="2778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5" name="Line 32">
              <a:extLst>
                <a:ext uri="{FF2B5EF4-FFF2-40B4-BE49-F238E27FC236}">
                  <a16:creationId xmlns:a16="http://schemas.microsoft.com/office/drawing/2014/main" id="{A1F4CA77-A13B-4278-9005-111F4BB066C9}"/>
                </a:ext>
              </a:extLst>
            </p:cNvPr>
            <p:cNvSpPr>
              <a:spLocks noChangeShapeType="1"/>
            </p:cNvSpPr>
            <p:nvPr/>
          </p:nvSpPr>
          <p:spPr bwMode="auto">
            <a:xfrm>
              <a:off x="3402013" y="3808412"/>
              <a:ext cx="109537" cy="26828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6" name="Line 33">
              <a:extLst>
                <a:ext uri="{FF2B5EF4-FFF2-40B4-BE49-F238E27FC236}">
                  <a16:creationId xmlns:a16="http://schemas.microsoft.com/office/drawing/2014/main" id="{E18AE374-3AB5-40DF-9D92-9EDDE4591343}"/>
                </a:ext>
              </a:extLst>
            </p:cNvPr>
            <p:cNvSpPr>
              <a:spLocks noChangeShapeType="1"/>
            </p:cNvSpPr>
            <p:nvPr/>
          </p:nvSpPr>
          <p:spPr bwMode="auto">
            <a:xfrm flipV="1">
              <a:off x="3408363" y="3808412"/>
              <a:ext cx="76200" cy="27622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7" name="Line 34">
              <a:extLst>
                <a:ext uri="{FF2B5EF4-FFF2-40B4-BE49-F238E27FC236}">
                  <a16:creationId xmlns:a16="http://schemas.microsoft.com/office/drawing/2014/main" id="{F7319703-7063-42EC-91BD-041E21485841}"/>
                </a:ext>
              </a:extLst>
            </p:cNvPr>
            <p:cNvSpPr>
              <a:spLocks noChangeShapeType="1"/>
            </p:cNvSpPr>
            <p:nvPr/>
          </p:nvSpPr>
          <p:spPr bwMode="auto">
            <a:xfrm flipV="1">
              <a:off x="3302000" y="3808412"/>
              <a:ext cx="76200" cy="27622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8" name="Line 35">
              <a:extLst>
                <a:ext uri="{FF2B5EF4-FFF2-40B4-BE49-F238E27FC236}">
                  <a16:creationId xmlns:a16="http://schemas.microsoft.com/office/drawing/2014/main" id="{91BCED92-1B8B-4EA2-9E41-0C9AFE0F0A82}"/>
                </a:ext>
              </a:extLst>
            </p:cNvPr>
            <p:cNvSpPr>
              <a:spLocks noChangeShapeType="1"/>
            </p:cNvSpPr>
            <p:nvPr/>
          </p:nvSpPr>
          <p:spPr bwMode="auto">
            <a:xfrm>
              <a:off x="3276600" y="3805237"/>
              <a:ext cx="109538" cy="2667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39" name="Line 36">
              <a:extLst>
                <a:ext uri="{FF2B5EF4-FFF2-40B4-BE49-F238E27FC236}">
                  <a16:creationId xmlns:a16="http://schemas.microsoft.com/office/drawing/2014/main" id="{65DCDD37-CA73-4031-89F1-89355677E2D6}"/>
                </a:ext>
              </a:extLst>
            </p:cNvPr>
            <p:cNvSpPr>
              <a:spLocks noChangeShapeType="1"/>
            </p:cNvSpPr>
            <p:nvPr/>
          </p:nvSpPr>
          <p:spPr bwMode="auto">
            <a:xfrm>
              <a:off x="3165475" y="3811587"/>
              <a:ext cx="109538" cy="2667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0" name="Line 37">
              <a:extLst>
                <a:ext uri="{FF2B5EF4-FFF2-40B4-BE49-F238E27FC236}">
                  <a16:creationId xmlns:a16="http://schemas.microsoft.com/office/drawing/2014/main" id="{A27F8F7E-8961-4560-9190-FFF347BFA9BA}"/>
                </a:ext>
              </a:extLst>
            </p:cNvPr>
            <p:cNvSpPr>
              <a:spLocks noChangeShapeType="1"/>
            </p:cNvSpPr>
            <p:nvPr/>
          </p:nvSpPr>
          <p:spPr bwMode="auto">
            <a:xfrm flipV="1">
              <a:off x="3192463" y="3809999"/>
              <a:ext cx="76200" cy="27463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1" name="Line 38">
              <a:extLst>
                <a:ext uri="{FF2B5EF4-FFF2-40B4-BE49-F238E27FC236}">
                  <a16:creationId xmlns:a16="http://schemas.microsoft.com/office/drawing/2014/main" id="{8264BAA7-4BE2-480A-B79B-CD42E6BD973B}"/>
                </a:ext>
              </a:extLst>
            </p:cNvPr>
            <p:cNvSpPr>
              <a:spLocks noChangeShapeType="1"/>
            </p:cNvSpPr>
            <p:nvPr/>
          </p:nvSpPr>
          <p:spPr bwMode="auto">
            <a:xfrm>
              <a:off x="3057525" y="3808412"/>
              <a:ext cx="109538" cy="26828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2" name="Line 39">
              <a:extLst>
                <a:ext uri="{FF2B5EF4-FFF2-40B4-BE49-F238E27FC236}">
                  <a16:creationId xmlns:a16="http://schemas.microsoft.com/office/drawing/2014/main" id="{1DF73C62-0E43-4C67-BD2C-61A6D48A9544}"/>
                </a:ext>
              </a:extLst>
            </p:cNvPr>
            <p:cNvSpPr>
              <a:spLocks noChangeShapeType="1"/>
            </p:cNvSpPr>
            <p:nvPr/>
          </p:nvSpPr>
          <p:spPr bwMode="auto">
            <a:xfrm flipV="1">
              <a:off x="3084513" y="3800474"/>
              <a:ext cx="76200" cy="27622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3" name="Line 40">
              <a:extLst>
                <a:ext uri="{FF2B5EF4-FFF2-40B4-BE49-F238E27FC236}">
                  <a16:creationId xmlns:a16="http://schemas.microsoft.com/office/drawing/2014/main" id="{0CCA8AA6-CD0B-4657-92AC-70799018BD0C}"/>
                </a:ext>
              </a:extLst>
            </p:cNvPr>
            <p:cNvSpPr>
              <a:spLocks noChangeShapeType="1"/>
            </p:cNvSpPr>
            <p:nvPr/>
          </p:nvSpPr>
          <p:spPr bwMode="auto">
            <a:xfrm>
              <a:off x="2952750" y="3821112"/>
              <a:ext cx="109538" cy="26987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4" name="Line 41">
              <a:extLst>
                <a:ext uri="{FF2B5EF4-FFF2-40B4-BE49-F238E27FC236}">
                  <a16:creationId xmlns:a16="http://schemas.microsoft.com/office/drawing/2014/main" id="{858AFB03-4B5C-4D74-877C-0E849CFF93FA}"/>
                </a:ext>
              </a:extLst>
            </p:cNvPr>
            <p:cNvSpPr>
              <a:spLocks noChangeShapeType="1"/>
            </p:cNvSpPr>
            <p:nvPr/>
          </p:nvSpPr>
          <p:spPr bwMode="auto">
            <a:xfrm flipV="1">
              <a:off x="2967038" y="3808412"/>
              <a:ext cx="76200" cy="27622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5" name="Line 42">
              <a:extLst>
                <a:ext uri="{FF2B5EF4-FFF2-40B4-BE49-F238E27FC236}">
                  <a16:creationId xmlns:a16="http://schemas.microsoft.com/office/drawing/2014/main" id="{24DC2C07-5945-4A62-96C6-E989987BDF84}"/>
                </a:ext>
              </a:extLst>
            </p:cNvPr>
            <p:cNvSpPr>
              <a:spLocks noChangeShapeType="1"/>
            </p:cNvSpPr>
            <p:nvPr/>
          </p:nvSpPr>
          <p:spPr bwMode="auto">
            <a:xfrm>
              <a:off x="2852738" y="3809999"/>
              <a:ext cx="109537" cy="26828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6" name="Line 43">
              <a:extLst>
                <a:ext uri="{FF2B5EF4-FFF2-40B4-BE49-F238E27FC236}">
                  <a16:creationId xmlns:a16="http://schemas.microsoft.com/office/drawing/2014/main" id="{6C31CF8C-6DB9-4880-92AF-504DBA0DAB3A}"/>
                </a:ext>
              </a:extLst>
            </p:cNvPr>
            <p:cNvSpPr>
              <a:spLocks noChangeShapeType="1"/>
            </p:cNvSpPr>
            <p:nvPr/>
          </p:nvSpPr>
          <p:spPr bwMode="auto">
            <a:xfrm flipV="1">
              <a:off x="2859088" y="3811587"/>
              <a:ext cx="77787" cy="27463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7" name="Line 44">
              <a:extLst>
                <a:ext uri="{FF2B5EF4-FFF2-40B4-BE49-F238E27FC236}">
                  <a16:creationId xmlns:a16="http://schemas.microsoft.com/office/drawing/2014/main" id="{A00F2867-65B3-498B-B852-D0A50F1A48DB}"/>
                </a:ext>
              </a:extLst>
            </p:cNvPr>
            <p:cNvSpPr>
              <a:spLocks noChangeShapeType="1"/>
            </p:cNvSpPr>
            <p:nvPr/>
          </p:nvSpPr>
          <p:spPr bwMode="auto">
            <a:xfrm flipV="1">
              <a:off x="2752725" y="3811587"/>
              <a:ext cx="76200" cy="27463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8" name="Line 45">
              <a:extLst>
                <a:ext uri="{FF2B5EF4-FFF2-40B4-BE49-F238E27FC236}">
                  <a16:creationId xmlns:a16="http://schemas.microsoft.com/office/drawing/2014/main" id="{0D88F178-5574-439B-A687-9F4C6EE091B7}"/>
                </a:ext>
              </a:extLst>
            </p:cNvPr>
            <p:cNvSpPr>
              <a:spLocks noChangeShapeType="1"/>
            </p:cNvSpPr>
            <p:nvPr/>
          </p:nvSpPr>
          <p:spPr bwMode="auto">
            <a:xfrm>
              <a:off x="2728913" y="3814762"/>
              <a:ext cx="109537" cy="268287"/>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49" name="Line 46">
              <a:extLst>
                <a:ext uri="{FF2B5EF4-FFF2-40B4-BE49-F238E27FC236}">
                  <a16:creationId xmlns:a16="http://schemas.microsoft.com/office/drawing/2014/main" id="{CFBF6C4E-619F-4B99-B036-DD651878AA7A}"/>
                </a:ext>
              </a:extLst>
            </p:cNvPr>
            <p:cNvSpPr>
              <a:spLocks noChangeShapeType="1"/>
            </p:cNvSpPr>
            <p:nvPr/>
          </p:nvSpPr>
          <p:spPr bwMode="auto">
            <a:xfrm flipV="1">
              <a:off x="2840038" y="3808412"/>
              <a:ext cx="119538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50" name="Line 47">
              <a:extLst>
                <a:ext uri="{FF2B5EF4-FFF2-40B4-BE49-F238E27FC236}">
                  <a16:creationId xmlns:a16="http://schemas.microsoft.com/office/drawing/2014/main" id="{D940D0C3-5C4A-4F58-A1AD-9CADBC3014EE}"/>
                </a:ext>
              </a:extLst>
            </p:cNvPr>
            <p:cNvSpPr>
              <a:spLocks noChangeShapeType="1"/>
            </p:cNvSpPr>
            <p:nvPr/>
          </p:nvSpPr>
          <p:spPr bwMode="auto">
            <a:xfrm>
              <a:off x="2838450" y="4090987"/>
              <a:ext cx="1219200"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51" name="Text Box 48">
              <a:extLst>
                <a:ext uri="{FF2B5EF4-FFF2-40B4-BE49-F238E27FC236}">
                  <a16:creationId xmlns:a16="http://schemas.microsoft.com/office/drawing/2014/main" id="{6ED2B6F1-7DD9-4D1A-9C4E-71EBE7E4A927}"/>
                </a:ext>
              </a:extLst>
            </p:cNvPr>
            <p:cNvSpPr txBox="1">
              <a:spLocks noChangeArrowheads="1"/>
            </p:cNvSpPr>
            <p:nvPr/>
          </p:nvSpPr>
          <p:spPr bwMode="auto">
            <a:xfrm>
              <a:off x="782638" y="3117849"/>
              <a:ext cx="566737" cy="361950"/>
            </a:xfrm>
            <a:prstGeom prst="rect">
              <a:avLst/>
            </a:prstGeom>
            <a:noFill/>
            <a:ln w="9525">
              <a:noFill/>
              <a:miter lim="800000"/>
              <a:headEnd/>
              <a:tailEnd/>
            </a:ln>
          </p:spPr>
          <p:txBody>
            <a:bodyPr/>
            <a:lstStyle/>
            <a:p>
              <a:pPr eaLnBrk="1" hangingPunct="1">
                <a:defRPr/>
              </a:pPr>
              <a:r>
                <a:rPr lang="en-US" sz="1600" dirty="0">
                  <a:latin typeface="+mj-lt"/>
                </a:rPr>
                <a:t>Q1</a:t>
              </a:r>
            </a:p>
            <a:p>
              <a:pPr eaLnBrk="1" hangingPunct="1">
                <a:defRPr/>
              </a:pPr>
              <a:endParaRPr lang="ru-RU" sz="1600" dirty="0">
                <a:latin typeface="+mj-lt"/>
              </a:endParaRPr>
            </a:p>
            <a:p>
              <a:pPr eaLnBrk="1" hangingPunct="1">
                <a:defRPr/>
              </a:pPr>
              <a:endParaRPr lang="en-US" sz="1600" dirty="0">
                <a:latin typeface="+mj-lt"/>
              </a:endParaRPr>
            </a:p>
          </p:txBody>
        </p:sp>
        <p:sp>
          <p:nvSpPr>
            <p:cNvPr id="61" name="Line 58">
              <a:extLst>
                <a:ext uri="{FF2B5EF4-FFF2-40B4-BE49-F238E27FC236}">
                  <a16:creationId xmlns:a16="http://schemas.microsoft.com/office/drawing/2014/main" id="{557408BB-1656-4266-9DD5-FE503CD2869A}"/>
                </a:ext>
              </a:extLst>
            </p:cNvPr>
            <p:cNvSpPr>
              <a:spLocks noChangeShapeType="1"/>
            </p:cNvSpPr>
            <p:nvPr/>
          </p:nvSpPr>
          <p:spPr bwMode="auto">
            <a:xfrm>
              <a:off x="2179638" y="3146424"/>
              <a:ext cx="0" cy="11795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62" name="Line 59">
              <a:extLst>
                <a:ext uri="{FF2B5EF4-FFF2-40B4-BE49-F238E27FC236}">
                  <a16:creationId xmlns:a16="http://schemas.microsoft.com/office/drawing/2014/main" id="{A8987788-9C46-4EEA-BD05-831D3265FC1C}"/>
                </a:ext>
              </a:extLst>
            </p:cNvPr>
            <p:cNvSpPr>
              <a:spLocks noChangeShapeType="1"/>
            </p:cNvSpPr>
            <p:nvPr/>
          </p:nvSpPr>
          <p:spPr bwMode="auto">
            <a:xfrm>
              <a:off x="4114800" y="3687762"/>
              <a:ext cx="0" cy="817562"/>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63" name="Text Box 60">
              <a:extLst>
                <a:ext uri="{FF2B5EF4-FFF2-40B4-BE49-F238E27FC236}">
                  <a16:creationId xmlns:a16="http://schemas.microsoft.com/office/drawing/2014/main" id="{BDE71759-FF8F-4BE9-8A44-955A4B239080}"/>
                </a:ext>
              </a:extLst>
            </p:cNvPr>
            <p:cNvSpPr txBox="1">
              <a:spLocks noChangeArrowheads="1"/>
            </p:cNvSpPr>
            <p:nvPr/>
          </p:nvSpPr>
          <p:spPr bwMode="auto">
            <a:xfrm>
              <a:off x="2465388" y="4292599"/>
              <a:ext cx="679450" cy="395288"/>
            </a:xfrm>
            <a:prstGeom prst="rect">
              <a:avLst/>
            </a:prstGeom>
            <a:noFill/>
            <a:ln w="9525">
              <a:noFill/>
              <a:miter lim="800000"/>
              <a:headEnd/>
              <a:tailEnd/>
            </a:ln>
          </p:spPr>
          <p:txBody>
            <a:bodyPr/>
            <a:lstStyle/>
            <a:p>
              <a:pPr>
                <a:spcAft>
                  <a:spcPts val="1000"/>
                </a:spcAft>
                <a:defRPr/>
              </a:pPr>
              <a:r>
                <a:rPr lang="en-GB" sz="1600" dirty="0" err="1">
                  <a:latin typeface="+mj-lt"/>
                </a:rPr>
                <a:t>Tcd</a:t>
              </a:r>
              <a:endParaRPr lang="en-US" sz="1600" dirty="0">
                <a:latin typeface="+mj-lt"/>
              </a:endParaRPr>
            </a:p>
          </p:txBody>
        </p:sp>
        <p:sp>
          <p:nvSpPr>
            <p:cNvPr id="64" name="Line 61">
              <a:extLst>
                <a:ext uri="{FF2B5EF4-FFF2-40B4-BE49-F238E27FC236}">
                  <a16:creationId xmlns:a16="http://schemas.microsoft.com/office/drawing/2014/main" id="{635EFBD8-7ED8-4A5B-A3C4-30E4D63882B0}"/>
                </a:ext>
              </a:extLst>
            </p:cNvPr>
            <p:cNvSpPr>
              <a:spLocks noChangeShapeType="1"/>
            </p:cNvSpPr>
            <p:nvPr/>
          </p:nvSpPr>
          <p:spPr bwMode="auto">
            <a:xfrm>
              <a:off x="1933575" y="4232274"/>
              <a:ext cx="263525"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65" name="Text Box 62">
              <a:extLst>
                <a:ext uri="{FF2B5EF4-FFF2-40B4-BE49-F238E27FC236}">
                  <a16:creationId xmlns:a16="http://schemas.microsoft.com/office/drawing/2014/main" id="{E6CA3E55-0C2D-4056-95E0-4FC11EDFFDF8}"/>
                </a:ext>
              </a:extLst>
            </p:cNvPr>
            <p:cNvSpPr txBox="1">
              <a:spLocks noChangeArrowheads="1"/>
            </p:cNvSpPr>
            <p:nvPr/>
          </p:nvSpPr>
          <p:spPr bwMode="auto">
            <a:xfrm>
              <a:off x="1722438" y="4313237"/>
              <a:ext cx="1016000" cy="317500"/>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CCQ</a:t>
              </a:r>
              <a:endParaRPr lang="en-US" sz="1600" dirty="0">
                <a:latin typeface="+mj-lt"/>
              </a:endParaRPr>
            </a:p>
          </p:txBody>
        </p:sp>
        <p:sp>
          <p:nvSpPr>
            <p:cNvPr id="66" name="Line 63">
              <a:extLst>
                <a:ext uri="{FF2B5EF4-FFF2-40B4-BE49-F238E27FC236}">
                  <a16:creationId xmlns:a16="http://schemas.microsoft.com/office/drawing/2014/main" id="{3183B620-3DE1-4F30-9A3A-15655FDFC1BA}"/>
                </a:ext>
              </a:extLst>
            </p:cNvPr>
            <p:cNvSpPr>
              <a:spLocks noChangeShapeType="1"/>
            </p:cNvSpPr>
            <p:nvPr/>
          </p:nvSpPr>
          <p:spPr bwMode="auto">
            <a:xfrm>
              <a:off x="2257425" y="4681537"/>
              <a:ext cx="0" cy="176212"/>
            </a:xfrm>
            <a:prstGeom prst="line">
              <a:avLst/>
            </a:prstGeom>
            <a:noFill/>
            <a:ln w="9525">
              <a:solidFill>
                <a:srgbClr val="000000"/>
              </a:solidFill>
              <a:prstDash val="dash"/>
              <a:round/>
              <a:headEnd/>
              <a:tailEnd/>
            </a:ln>
          </p:spPr>
          <p:txBody>
            <a:bodyPr/>
            <a:lstStyle/>
            <a:p>
              <a:pPr eaLnBrk="1" hangingPunct="1">
                <a:defRPr/>
              </a:pPr>
              <a:endParaRPr lang="en-GB" sz="1600">
                <a:latin typeface="+mj-lt"/>
              </a:endParaRPr>
            </a:p>
          </p:txBody>
        </p:sp>
        <p:sp>
          <p:nvSpPr>
            <p:cNvPr id="68" name="Text Box 65">
              <a:extLst>
                <a:ext uri="{FF2B5EF4-FFF2-40B4-BE49-F238E27FC236}">
                  <a16:creationId xmlns:a16="http://schemas.microsoft.com/office/drawing/2014/main" id="{088765E4-2444-489D-B88E-C857FD5B9287}"/>
                </a:ext>
              </a:extLst>
            </p:cNvPr>
            <p:cNvSpPr txBox="1">
              <a:spLocks noChangeArrowheads="1"/>
            </p:cNvSpPr>
            <p:nvPr/>
          </p:nvSpPr>
          <p:spPr bwMode="auto">
            <a:xfrm>
              <a:off x="858838" y="3803649"/>
              <a:ext cx="628650" cy="361950"/>
            </a:xfrm>
            <a:prstGeom prst="rect">
              <a:avLst/>
            </a:prstGeom>
            <a:noFill/>
            <a:ln w="9525">
              <a:noFill/>
              <a:miter lim="800000"/>
              <a:headEnd/>
              <a:tailEnd/>
            </a:ln>
          </p:spPr>
          <p:txBody>
            <a:bodyPr/>
            <a:lstStyle/>
            <a:p>
              <a:pPr eaLnBrk="1" hangingPunct="1">
                <a:defRPr/>
              </a:pPr>
              <a:r>
                <a:rPr lang="en-US" sz="1600" dirty="0">
                  <a:latin typeface="+mj-lt"/>
                </a:rPr>
                <a:t>D2</a:t>
              </a:r>
              <a:endParaRPr lang="en-GB" sz="1600" dirty="0">
                <a:latin typeface="+mj-lt"/>
              </a:endParaRPr>
            </a:p>
            <a:p>
              <a:pPr eaLnBrk="1" hangingPunct="1">
                <a:defRPr/>
              </a:pPr>
              <a:endParaRPr lang="ru-RU" sz="1600" dirty="0">
                <a:latin typeface="+mj-lt"/>
              </a:endParaRPr>
            </a:p>
            <a:p>
              <a:pPr eaLnBrk="1" hangingPunct="1">
                <a:defRPr/>
              </a:pPr>
              <a:endParaRPr lang="en-US" sz="1600" dirty="0">
                <a:latin typeface="+mj-lt"/>
              </a:endParaRPr>
            </a:p>
          </p:txBody>
        </p:sp>
        <p:sp>
          <p:nvSpPr>
            <p:cNvPr id="69" name="Line 66">
              <a:extLst>
                <a:ext uri="{FF2B5EF4-FFF2-40B4-BE49-F238E27FC236}">
                  <a16:creationId xmlns:a16="http://schemas.microsoft.com/office/drawing/2014/main" id="{90285C51-7891-412C-9129-CC2E62EBCF48}"/>
                </a:ext>
              </a:extLst>
            </p:cNvPr>
            <p:cNvSpPr>
              <a:spLocks noChangeShapeType="1"/>
            </p:cNvSpPr>
            <p:nvPr/>
          </p:nvSpPr>
          <p:spPr bwMode="auto">
            <a:xfrm>
              <a:off x="2200275" y="4225924"/>
              <a:ext cx="635000"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cxnSp>
          <p:nvCxnSpPr>
            <p:cNvPr id="29751" name="AutoShape 67">
              <a:extLst>
                <a:ext uri="{FF2B5EF4-FFF2-40B4-BE49-F238E27FC236}">
                  <a16:creationId xmlns:a16="http://schemas.microsoft.com/office/drawing/2014/main" id="{1D848126-7CED-1E78-0B15-E74A0BED01F6}"/>
                </a:ext>
              </a:extLst>
            </p:cNvPr>
            <p:cNvCxnSpPr>
              <a:cxnSpLocks noChangeShapeType="1"/>
            </p:cNvCxnSpPr>
            <p:nvPr/>
          </p:nvCxnSpPr>
          <p:spPr bwMode="auto">
            <a:xfrm>
              <a:off x="2265363" y="3152775"/>
              <a:ext cx="138112" cy="11112"/>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9752" name="AutoShape 68">
              <a:extLst>
                <a:ext uri="{FF2B5EF4-FFF2-40B4-BE49-F238E27FC236}">
                  <a16:creationId xmlns:a16="http://schemas.microsoft.com/office/drawing/2014/main" id="{5C7E68EC-0AB5-2F0F-D059-FBA74332F267}"/>
                </a:ext>
              </a:extLst>
            </p:cNvPr>
            <p:cNvCxnSpPr>
              <a:cxnSpLocks noChangeShapeType="1"/>
            </p:cNvCxnSpPr>
            <p:nvPr/>
          </p:nvCxnSpPr>
          <p:spPr bwMode="auto">
            <a:xfrm>
              <a:off x="2265363" y="3422650"/>
              <a:ext cx="138112"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2" name="Line 69">
              <a:extLst>
                <a:ext uri="{FF2B5EF4-FFF2-40B4-BE49-F238E27FC236}">
                  <a16:creationId xmlns:a16="http://schemas.microsoft.com/office/drawing/2014/main" id="{A7EEAEAB-BAA3-4085-BA14-BF0454B4A3E9}"/>
                </a:ext>
              </a:extLst>
            </p:cNvPr>
            <p:cNvSpPr>
              <a:spLocks noChangeShapeType="1"/>
            </p:cNvSpPr>
            <p:nvPr/>
          </p:nvSpPr>
          <p:spPr bwMode="auto">
            <a:xfrm flipV="1">
              <a:off x="2408238" y="3162299"/>
              <a:ext cx="74612" cy="268288"/>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73" name="Line 70">
              <a:extLst>
                <a:ext uri="{FF2B5EF4-FFF2-40B4-BE49-F238E27FC236}">
                  <a16:creationId xmlns:a16="http://schemas.microsoft.com/office/drawing/2014/main" id="{252B3378-02AC-4246-A025-0B01A73DBE98}"/>
                </a:ext>
              </a:extLst>
            </p:cNvPr>
            <p:cNvSpPr>
              <a:spLocks noChangeShapeType="1"/>
            </p:cNvSpPr>
            <p:nvPr/>
          </p:nvSpPr>
          <p:spPr bwMode="auto">
            <a:xfrm>
              <a:off x="2381250" y="3167062"/>
              <a:ext cx="138113" cy="2667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74" name="Freeform 71">
              <a:extLst>
                <a:ext uri="{FF2B5EF4-FFF2-40B4-BE49-F238E27FC236}">
                  <a16:creationId xmlns:a16="http://schemas.microsoft.com/office/drawing/2014/main" id="{708EB822-96BC-45CE-999F-2AAC9605BBBD}"/>
                </a:ext>
              </a:extLst>
            </p:cNvPr>
            <p:cNvSpPr>
              <a:spLocks/>
            </p:cNvSpPr>
            <p:nvPr/>
          </p:nvSpPr>
          <p:spPr bwMode="auto">
            <a:xfrm>
              <a:off x="2179638" y="3238499"/>
              <a:ext cx="584200" cy="768350"/>
            </a:xfrm>
            <a:custGeom>
              <a:avLst/>
              <a:gdLst/>
              <a:ahLst/>
              <a:cxnLst>
                <a:cxn ang="0">
                  <a:pos x="0" y="11"/>
                </a:cxn>
                <a:cxn ang="0">
                  <a:pos x="368" y="92"/>
                </a:cxn>
                <a:cxn ang="0">
                  <a:pos x="368" y="562"/>
                </a:cxn>
                <a:cxn ang="0">
                  <a:pos x="604" y="917"/>
                </a:cxn>
              </a:cxnLst>
              <a:rect l="0" t="0" r="r" b="b"/>
              <a:pathLst>
                <a:path w="604" h="917">
                  <a:moveTo>
                    <a:pt x="0" y="11"/>
                  </a:moveTo>
                  <a:cubicBezTo>
                    <a:pt x="153" y="5"/>
                    <a:pt x="307" y="0"/>
                    <a:pt x="368" y="92"/>
                  </a:cubicBezTo>
                  <a:cubicBezTo>
                    <a:pt x="429" y="184"/>
                    <a:pt x="329" y="425"/>
                    <a:pt x="368" y="562"/>
                  </a:cubicBezTo>
                  <a:cubicBezTo>
                    <a:pt x="407" y="699"/>
                    <a:pt x="565" y="858"/>
                    <a:pt x="604" y="917"/>
                  </a:cubicBezTo>
                </a:path>
              </a:pathLst>
            </a:custGeom>
            <a:noFill/>
            <a:ln w="9525">
              <a:solidFill>
                <a:srgbClr val="000000"/>
              </a:solidFill>
              <a:round/>
              <a:headEnd/>
              <a:tailEnd type="triangle" w="med" len="med"/>
            </a:ln>
          </p:spPr>
          <p:txBody>
            <a:bodyPr/>
            <a:lstStyle/>
            <a:p>
              <a:pPr eaLnBrk="1" hangingPunct="1">
                <a:defRPr/>
              </a:pPr>
              <a:endParaRPr lang="en-GB" sz="1600">
                <a:latin typeface="+mj-lt"/>
              </a:endParaRPr>
            </a:p>
          </p:txBody>
        </p:sp>
        <p:sp>
          <p:nvSpPr>
            <p:cNvPr id="75" name="Line 72">
              <a:extLst>
                <a:ext uri="{FF2B5EF4-FFF2-40B4-BE49-F238E27FC236}">
                  <a16:creationId xmlns:a16="http://schemas.microsoft.com/office/drawing/2014/main" id="{5341DFA1-5BE8-4689-BADE-8A2CC6D18A8E}"/>
                </a:ext>
              </a:extLst>
            </p:cNvPr>
            <p:cNvSpPr>
              <a:spLocks noChangeShapeType="1"/>
            </p:cNvSpPr>
            <p:nvPr/>
          </p:nvSpPr>
          <p:spPr bwMode="auto">
            <a:xfrm>
              <a:off x="2786063" y="3730624"/>
              <a:ext cx="0" cy="11541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cxnSp>
          <p:nvCxnSpPr>
            <p:cNvPr id="29757" name="AutoShape 73">
              <a:extLst>
                <a:ext uri="{FF2B5EF4-FFF2-40B4-BE49-F238E27FC236}">
                  <a16:creationId xmlns:a16="http://schemas.microsoft.com/office/drawing/2014/main" id="{BFEFCE2F-9D68-2D0C-AC50-E670FF365AC8}"/>
                </a:ext>
              </a:extLst>
            </p:cNvPr>
            <p:cNvCxnSpPr>
              <a:cxnSpLocks noChangeShapeType="1"/>
            </p:cNvCxnSpPr>
            <p:nvPr/>
          </p:nvCxnSpPr>
          <p:spPr bwMode="auto">
            <a:xfrm>
              <a:off x="2455863" y="4232275"/>
              <a:ext cx="250825" cy="169862"/>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9758" name="AutoShape 74">
              <a:extLst>
                <a:ext uri="{FF2B5EF4-FFF2-40B4-BE49-F238E27FC236}">
                  <a16:creationId xmlns:a16="http://schemas.microsoft.com/office/drawing/2014/main" id="{DF72E467-6AEF-1C5C-E5D6-703AEB5C886C}"/>
                </a:ext>
              </a:extLst>
            </p:cNvPr>
            <p:cNvCxnSpPr>
              <a:cxnSpLocks noChangeShapeType="1"/>
            </p:cNvCxnSpPr>
            <p:nvPr/>
          </p:nvCxnSpPr>
          <p:spPr bwMode="auto">
            <a:xfrm flipH="1" flipV="1">
              <a:off x="2060575" y="4241800"/>
              <a:ext cx="87313" cy="163512"/>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sp>
          <p:nvSpPr>
            <p:cNvPr id="79" name="Line 77">
              <a:extLst>
                <a:ext uri="{FF2B5EF4-FFF2-40B4-BE49-F238E27FC236}">
                  <a16:creationId xmlns:a16="http://schemas.microsoft.com/office/drawing/2014/main" id="{CC7A081C-4A6B-4B42-B4D4-5B4CC13802F1}"/>
                </a:ext>
              </a:extLst>
            </p:cNvPr>
            <p:cNvSpPr>
              <a:spLocks noChangeShapeType="1"/>
            </p:cNvSpPr>
            <p:nvPr/>
          </p:nvSpPr>
          <p:spPr bwMode="auto">
            <a:xfrm>
              <a:off x="2501900" y="3749674"/>
              <a:ext cx="0" cy="1154113"/>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80" name="Line 78">
              <a:extLst>
                <a:ext uri="{FF2B5EF4-FFF2-40B4-BE49-F238E27FC236}">
                  <a16:creationId xmlns:a16="http://schemas.microsoft.com/office/drawing/2014/main" id="{EF6329BD-E416-411A-B1E4-29E820C1BBD5}"/>
                </a:ext>
              </a:extLst>
            </p:cNvPr>
            <p:cNvSpPr>
              <a:spLocks noChangeShapeType="1"/>
            </p:cNvSpPr>
            <p:nvPr/>
          </p:nvSpPr>
          <p:spPr bwMode="auto">
            <a:xfrm>
              <a:off x="1971675" y="4681537"/>
              <a:ext cx="536575"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81" name="Line 79">
              <a:extLst>
                <a:ext uri="{FF2B5EF4-FFF2-40B4-BE49-F238E27FC236}">
                  <a16:creationId xmlns:a16="http://schemas.microsoft.com/office/drawing/2014/main" id="{5675AACE-E5DA-49C4-809D-485C397072E5}"/>
                </a:ext>
              </a:extLst>
            </p:cNvPr>
            <p:cNvSpPr>
              <a:spLocks noChangeShapeType="1"/>
            </p:cNvSpPr>
            <p:nvPr/>
          </p:nvSpPr>
          <p:spPr bwMode="auto">
            <a:xfrm flipV="1">
              <a:off x="4075113" y="3811587"/>
              <a:ext cx="76200" cy="276225"/>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82" name="Line 80">
              <a:extLst>
                <a:ext uri="{FF2B5EF4-FFF2-40B4-BE49-F238E27FC236}">
                  <a16:creationId xmlns:a16="http://schemas.microsoft.com/office/drawing/2014/main" id="{B45A2874-8981-4C24-8E7A-1517A09E4DEA}"/>
                </a:ext>
              </a:extLst>
            </p:cNvPr>
            <p:cNvSpPr>
              <a:spLocks noChangeShapeType="1"/>
            </p:cNvSpPr>
            <p:nvPr/>
          </p:nvSpPr>
          <p:spPr bwMode="auto">
            <a:xfrm>
              <a:off x="4041775" y="3800474"/>
              <a:ext cx="109538" cy="2667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83" name="Line 81">
              <a:extLst>
                <a:ext uri="{FF2B5EF4-FFF2-40B4-BE49-F238E27FC236}">
                  <a16:creationId xmlns:a16="http://schemas.microsoft.com/office/drawing/2014/main" id="{6EEDB4A1-E7FF-4690-9D4D-AC07150162F9}"/>
                </a:ext>
              </a:extLst>
            </p:cNvPr>
            <p:cNvSpPr>
              <a:spLocks noChangeShapeType="1"/>
            </p:cNvSpPr>
            <p:nvPr/>
          </p:nvSpPr>
          <p:spPr bwMode="auto">
            <a:xfrm>
              <a:off x="4151313" y="4090987"/>
              <a:ext cx="175736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84" name="Line 82">
              <a:extLst>
                <a:ext uri="{FF2B5EF4-FFF2-40B4-BE49-F238E27FC236}">
                  <a16:creationId xmlns:a16="http://schemas.microsoft.com/office/drawing/2014/main" id="{66198B5E-0389-4222-8432-26BB93916A87}"/>
                </a:ext>
              </a:extLst>
            </p:cNvPr>
            <p:cNvSpPr>
              <a:spLocks noChangeShapeType="1"/>
            </p:cNvSpPr>
            <p:nvPr/>
          </p:nvSpPr>
          <p:spPr bwMode="auto">
            <a:xfrm>
              <a:off x="4151313" y="3813174"/>
              <a:ext cx="175736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85" name="Line 83">
              <a:extLst>
                <a:ext uri="{FF2B5EF4-FFF2-40B4-BE49-F238E27FC236}">
                  <a16:creationId xmlns:a16="http://schemas.microsoft.com/office/drawing/2014/main" id="{2BD7C783-2D36-4A2C-8B98-1275C436C260}"/>
                </a:ext>
              </a:extLst>
            </p:cNvPr>
            <p:cNvSpPr>
              <a:spLocks noChangeShapeType="1"/>
            </p:cNvSpPr>
            <p:nvPr/>
          </p:nvSpPr>
          <p:spPr bwMode="auto">
            <a:xfrm>
              <a:off x="2500313" y="4681537"/>
              <a:ext cx="293687" cy="0"/>
            </a:xfrm>
            <a:prstGeom prst="line">
              <a:avLst/>
            </a:prstGeom>
            <a:noFill/>
            <a:ln w="9525">
              <a:solidFill>
                <a:srgbClr val="000000"/>
              </a:solidFill>
              <a:round/>
              <a:headEnd type="triangle" w="sm" len="med"/>
              <a:tailEnd type="triangle" w="sm" len="med"/>
            </a:ln>
          </p:spPr>
          <p:txBody>
            <a:bodyPr/>
            <a:lstStyle/>
            <a:p>
              <a:pPr eaLnBrk="1" hangingPunct="1">
                <a:defRPr/>
              </a:pPr>
              <a:endParaRPr lang="en-GB" sz="1600">
                <a:latin typeface="+mj-lt"/>
              </a:endParaRPr>
            </a:p>
          </p:txBody>
        </p:sp>
        <p:sp>
          <p:nvSpPr>
            <p:cNvPr id="86" name="Line 19">
              <a:extLst>
                <a:ext uri="{FF2B5EF4-FFF2-40B4-BE49-F238E27FC236}">
                  <a16:creationId xmlns:a16="http://schemas.microsoft.com/office/drawing/2014/main" id="{BF4DC1C7-208A-4255-8FB6-743410EA8CE1}"/>
                </a:ext>
              </a:extLst>
            </p:cNvPr>
            <p:cNvSpPr>
              <a:spLocks noChangeShapeType="1"/>
            </p:cNvSpPr>
            <p:nvPr/>
          </p:nvSpPr>
          <p:spPr bwMode="auto">
            <a:xfrm>
              <a:off x="3109913" y="2355849"/>
              <a:ext cx="0" cy="1970088"/>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87" name="Line 5">
              <a:extLst>
                <a:ext uri="{FF2B5EF4-FFF2-40B4-BE49-F238E27FC236}">
                  <a16:creationId xmlns:a16="http://schemas.microsoft.com/office/drawing/2014/main" id="{3C74FC17-BBB6-4EFF-B3CD-D571BA2CB17D}"/>
                </a:ext>
              </a:extLst>
            </p:cNvPr>
            <p:cNvSpPr>
              <a:spLocks noChangeShapeType="1"/>
            </p:cNvSpPr>
            <p:nvPr/>
          </p:nvSpPr>
          <p:spPr bwMode="auto">
            <a:xfrm>
              <a:off x="1357313" y="2903537"/>
              <a:ext cx="54927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88" name="Line 6">
              <a:extLst>
                <a:ext uri="{FF2B5EF4-FFF2-40B4-BE49-F238E27FC236}">
                  <a16:creationId xmlns:a16="http://schemas.microsoft.com/office/drawing/2014/main" id="{996DC751-A17F-451E-8F49-C71626E10F8B}"/>
                </a:ext>
              </a:extLst>
            </p:cNvPr>
            <p:cNvSpPr>
              <a:spLocks noChangeShapeType="1"/>
            </p:cNvSpPr>
            <p:nvPr/>
          </p:nvSpPr>
          <p:spPr bwMode="auto">
            <a:xfrm flipV="1">
              <a:off x="1914525" y="2622549"/>
              <a:ext cx="76200" cy="280988"/>
            </a:xfrm>
            <a:prstGeom prst="line">
              <a:avLst/>
            </a:prstGeom>
            <a:noFill/>
            <a:ln w="28575">
              <a:solidFill>
                <a:schemeClr val="tx1"/>
              </a:solidFill>
              <a:round/>
              <a:headEnd/>
              <a:tailEnd/>
            </a:ln>
          </p:spPr>
          <p:txBody>
            <a:bodyPr/>
            <a:lstStyle/>
            <a:p>
              <a:pPr eaLnBrk="1" hangingPunct="1">
                <a:defRPr/>
              </a:pPr>
              <a:endParaRPr lang="en-GB" sz="1600">
                <a:latin typeface="+mj-lt"/>
              </a:endParaRPr>
            </a:p>
          </p:txBody>
        </p:sp>
        <p:sp>
          <p:nvSpPr>
            <p:cNvPr id="89" name="Line 7">
              <a:extLst>
                <a:ext uri="{FF2B5EF4-FFF2-40B4-BE49-F238E27FC236}">
                  <a16:creationId xmlns:a16="http://schemas.microsoft.com/office/drawing/2014/main" id="{234A1F48-E1B4-49BD-A233-B285AF8E5E04}"/>
                </a:ext>
              </a:extLst>
            </p:cNvPr>
            <p:cNvSpPr>
              <a:spLocks noChangeShapeType="1"/>
            </p:cNvSpPr>
            <p:nvPr/>
          </p:nvSpPr>
          <p:spPr bwMode="auto">
            <a:xfrm>
              <a:off x="1987550" y="2619374"/>
              <a:ext cx="127952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90" name="Line 8">
              <a:extLst>
                <a:ext uri="{FF2B5EF4-FFF2-40B4-BE49-F238E27FC236}">
                  <a16:creationId xmlns:a16="http://schemas.microsoft.com/office/drawing/2014/main" id="{FEE50FAC-4DCC-48D1-A1A0-CE4625435C8A}"/>
                </a:ext>
              </a:extLst>
            </p:cNvPr>
            <p:cNvSpPr>
              <a:spLocks noChangeShapeType="1"/>
            </p:cNvSpPr>
            <p:nvPr/>
          </p:nvSpPr>
          <p:spPr bwMode="auto">
            <a:xfrm>
              <a:off x="3187700" y="2619374"/>
              <a:ext cx="69850" cy="2921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91" name="Line 9">
              <a:extLst>
                <a:ext uri="{FF2B5EF4-FFF2-40B4-BE49-F238E27FC236}">
                  <a16:creationId xmlns:a16="http://schemas.microsoft.com/office/drawing/2014/main" id="{D73D20BB-9356-4CBE-94AF-66084E75B19D}"/>
                </a:ext>
              </a:extLst>
            </p:cNvPr>
            <p:cNvSpPr>
              <a:spLocks noChangeShapeType="1"/>
            </p:cNvSpPr>
            <p:nvPr/>
          </p:nvSpPr>
          <p:spPr bwMode="auto">
            <a:xfrm>
              <a:off x="3354388" y="2911474"/>
              <a:ext cx="201136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92" name="Line 10">
              <a:extLst>
                <a:ext uri="{FF2B5EF4-FFF2-40B4-BE49-F238E27FC236}">
                  <a16:creationId xmlns:a16="http://schemas.microsoft.com/office/drawing/2014/main" id="{FCED08D1-E560-4ECD-8347-04371C776AAA}"/>
                </a:ext>
              </a:extLst>
            </p:cNvPr>
            <p:cNvSpPr>
              <a:spLocks noChangeShapeType="1"/>
            </p:cNvSpPr>
            <p:nvPr/>
          </p:nvSpPr>
          <p:spPr bwMode="auto">
            <a:xfrm flipV="1">
              <a:off x="5367338" y="2620962"/>
              <a:ext cx="77787" cy="277812"/>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93" name="Line 11">
              <a:extLst>
                <a:ext uri="{FF2B5EF4-FFF2-40B4-BE49-F238E27FC236}">
                  <a16:creationId xmlns:a16="http://schemas.microsoft.com/office/drawing/2014/main" id="{5983A511-D7C9-4D6B-B15B-4A179B4842B9}"/>
                </a:ext>
              </a:extLst>
            </p:cNvPr>
            <p:cNvSpPr>
              <a:spLocks noChangeShapeType="1"/>
            </p:cNvSpPr>
            <p:nvPr/>
          </p:nvSpPr>
          <p:spPr bwMode="auto">
            <a:xfrm>
              <a:off x="5430838" y="2630487"/>
              <a:ext cx="36671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94" name="Line 78">
              <a:extLst>
                <a:ext uri="{FF2B5EF4-FFF2-40B4-BE49-F238E27FC236}">
                  <a16:creationId xmlns:a16="http://schemas.microsoft.com/office/drawing/2014/main" id="{F4385EA8-B233-4299-8F63-3D33497594E2}"/>
                </a:ext>
              </a:extLst>
            </p:cNvPr>
            <p:cNvSpPr>
              <a:spLocks noChangeShapeType="1"/>
            </p:cNvSpPr>
            <p:nvPr/>
          </p:nvSpPr>
          <p:spPr bwMode="auto">
            <a:xfrm>
              <a:off x="3967163" y="1944687"/>
              <a:ext cx="1409700" cy="0"/>
            </a:xfrm>
            <a:prstGeom prst="line">
              <a:avLst/>
            </a:prstGeom>
            <a:noFill/>
            <a:ln w="19050">
              <a:solidFill>
                <a:srgbClr val="FF0000"/>
              </a:solidFill>
              <a:round/>
              <a:headEnd/>
              <a:tailEnd type="triangle" w="sm" len="med"/>
            </a:ln>
          </p:spPr>
          <p:txBody>
            <a:bodyPr/>
            <a:lstStyle/>
            <a:p>
              <a:pPr eaLnBrk="1" hangingPunct="1">
                <a:defRPr/>
              </a:pPr>
              <a:endParaRPr lang="en-GB" sz="1600">
                <a:latin typeface="+mj-lt"/>
              </a:endParaRPr>
            </a:p>
          </p:txBody>
        </p:sp>
        <p:sp>
          <p:nvSpPr>
            <p:cNvPr id="95" name="Line 79">
              <a:extLst>
                <a:ext uri="{FF2B5EF4-FFF2-40B4-BE49-F238E27FC236}">
                  <a16:creationId xmlns:a16="http://schemas.microsoft.com/office/drawing/2014/main" id="{C19239B5-B701-4CE6-87B2-A51555C35973}"/>
                </a:ext>
              </a:extLst>
            </p:cNvPr>
            <p:cNvSpPr>
              <a:spLocks noChangeShapeType="1"/>
            </p:cNvSpPr>
            <p:nvPr/>
          </p:nvSpPr>
          <p:spPr bwMode="auto">
            <a:xfrm>
              <a:off x="2027238" y="1944687"/>
              <a:ext cx="1331912" cy="0"/>
            </a:xfrm>
            <a:prstGeom prst="line">
              <a:avLst/>
            </a:prstGeom>
            <a:noFill/>
            <a:ln w="19050">
              <a:solidFill>
                <a:srgbClr val="FF0000"/>
              </a:solidFill>
              <a:round/>
              <a:headEnd type="triangle" w="sm" len="lg"/>
              <a:tailEnd type="none" w="sm" len="med"/>
            </a:ln>
          </p:spPr>
          <p:txBody>
            <a:bodyPr/>
            <a:lstStyle/>
            <a:p>
              <a:pPr eaLnBrk="1" hangingPunct="1">
                <a:defRPr/>
              </a:pPr>
              <a:endParaRPr lang="en-GB" sz="1600">
                <a:latin typeface="+mj-lt"/>
              </a:endParaRPr>
            </a:p>
          </p:txBody>
        </p:sp>
        <p:sp>
          <p:nvSpPr>
            <p:cNvPr id="96" name="Text Box 80">
              <a:extLst>
                <a:ext uri="{FF2B5EF4-FFF2-40B4-BE49-F238E27FC236}">
                  <a16:creationId xmlns:a16="http://schemas.microsoft.com/office/drawing/2014/main" id="{19363C3D-27EB-46E2-8228-E40207FDAD26}"/>
                </a:ext>
              </a:extLst>
            </p:cNvPr>
            <p:cNvSpPr txBox="1">
              <a:spLocks noChangeArrowheads="1"/>
            </p:cNvSpPr>
            <p:nvPr/>
          </p:nvSpPr>
          <p:spPr bwMode="auto">
            <a:xfrm>
              <a:off x="3322638" y="1716087"/>
              <a:ext cx="782637" cy="361950"/>
            </a:xfrm>
            <a:prstGeom prst="rect">
              <a:avLst/>
            </a:prstGeom>
            <a:noFill/>
            <a:ln w="9525">
              <a:noFill/>
              <a:miter lim="800000"/>
              <a:headEnd/>
              <a:tailEnd/>
            </a:ln>
          </p:spPr>
          <p:txBody>
            <a:bodyPr/>
            <a:lstStyle/>
            <a:p>
              <a:pPr>
                <a:spcAft>
                  <a:spcPts val="1000"/>
                </a:spcAft>
                <a:defRPr/>
              </a:pPr>
              <a:r>
                <a:rPr lang="en-GB" sz="1600" dirty="0">
                  <a:latin typeface="+mj-lt"/>
                </a:rPr>
                <a:t>T</a:t>
              </a:r>
              <a:r>
                <a:rPr lang="en-GB" sz="1600" baseline="-25000" dirty="0">
                  <a:latin typeface="+mj-lt"/>
                </a:rPr>
                <a:t>CLK</a:t>
              </a:r>
              <a:endParaRPr lang="en-US" sz="1600" dirty="0">
                <a:latin typeface="+mj-lt"/>
              </a:endParaRPr>
            </a:p>
          </p:txBody>
        </p:sp>
        <p:sp>
          <p:nvSpPr>
            <p:cNvPr id="97" name="Text Box 93">
              <a:extLst>
                <a:ext uri="{FF2B5EF4-FFF2-40B4-BE49-F238E27FC236}">
                  <a16:creationId xmlns:a16="http://schemas.microsoft.com/office/drawing/2014/main" id="{121B722D-63A2-4D42-A018-2E17B1814B26}"/>
                </a:ext>
              </a:extLst>
            </p:cNvPr>
            <p:cNvSpPr txBox="1">
              <a:spLocks noChangeArrowheads="1"/>
            </p:cNvSpPr>
            <p:nvPr/>
          </p:nvSpPr>
          <p:spPr bwMode="auto">
            <a:xfrm>
              <a:off x="579438" y="2666999"/>
              <a:ext cx="693737" cy="327025"/>
            </a:xfrm>
            <a:prstGeom prst="rect">
              <a:avLst/>
            </a:prstGeom>
            <a:noFill/>
            <a:ln w="9525">
              <a:noFill/>
              <a:miter lim="800000"/>
              <a:headEnd/>
              <a:tailEnd/>
            </a:ln>
          </p:spPr>
          <p:txBody>
            <a:bodyPr/>
            <a:lstStyle/>
            <a:p>
              <a:pPr>
                <a:spcAft>
                  <a:spcPts val="1000"/>
                </a:spcAft>
                <a:defRPr/>
              </a:pPr>
              <a:r>
                <a:rPr lang="en-GB" sz="1600" dirty="0">
                  <a:latin typeface="+mj-lt"/>
                </a:rPr>
                <a:t>CLK2</a:t>
              </a:r>
              <a:endParaRPr lang="en-US" sz="1600" dirty="0">
                <a:latin typeface="+mj-lt"/>
              </a:endParaRPr>
            </a:p>
          </p:txBody>
        </p:sp>
        <p:sp>
          <p:nvSpPr>
            <p:cNvPr id="98" name="Line 6">
              <a:extLst>
                <a:ext uri="{FF2B5EF4-FFF2-40B4-BE49-F238E27FC236}">
                  <a16:creationId xmlns:a16="http://schemas.microsoft.com/office/drawing/2014/main" id="{841C19D9-7E6F-4363-BBE6-0347251F1CB0}"/>
                </a:ext>
              </a:extLst>
            </p:cNvPr>
            <p:cNvSpPr>
              <a:spLocks noChangeShapeType="1"/>
            </p:cNvSpPr>
            <p:nvPr/>
          </p:nvSpPr>
          <p:spPr bwMode="auto">
            <a:xfrm flipV="1">
              <a:off x="1830388" y="2630487"/>
              <a:ext cx="77787" cy="2794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99" name="Line 6">
              <a:extLst>
                <a:ext uri="{FF2B5EF4-FFF2-40B4-BE49-F238E27FC236}">
                  <a16:creationId xmlns:a16="http://schemas.microsoft.com/office/drawing/2014/main" id="{E0918DDD-B624-4959-A307-DA1C9457A1A1}"/>
                </a:ext>
              </a:extLst>
            </p:cNvPr>
            <p:cNvSpPr>
              <a:spLocks noChangeShapeType="1"/>
            </p:cNvSpPr>
            <p:nvPr/>
          </p:nvSpPr>
          <p:spPr bwMode="auto">
            <a:xfrm flipV="1">
              <a:off x="1636713" y="2630487"/>
              <a:ext cx="77787" cy="2794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00" name="Line 8">
              <a:extLst>
                <a:ext uri="{FF2B5EF4-FFF2-40B4-BE49-F238E27FC236}">
                  <a16:creationId xmlns:a16="http://schemas.microsoft.com/office/drawing/2014/main" id="{9C550A55-AE80-4BDE-B042-6B495F747BBE}"/>
                </a:ext>
              </a:extLst>
            </p:cNvPr>
            <p:cNvSpPr>
              <a:spLocks noChangeShapeType="1"/>
            </p:cNvSpPr>
            <p:nvPr/>
          </p:nvSpPr>
          <p:spPr bwMode="auto">
            <a:xfrm>
              <a:off x="3111500" y="2630487"/>
              <a:ext cx="69850" cy="2921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01" name="Line 8">
              <a:extLst>
                <a:ext uri="{FF2B5EF4-FFF2-40B4-BE49-F238E27FC236}">
                  <a16:creationId xmlns:a16="http://schemas.microsoft.com/office/drawing/2014/main" id="{9C674CCD-6D5E-4DD9-A053-2B740B9A1727}"/>
                </a:ext>
              </a:extLst>
            </p:cNvPr>
            <p:cNvSpPr>
              <a:spLocks noChangeShapeType="1"/>
            </p:cNvSpPr>
            <p:nvPr/>
          </p:nvSpPr>
          <p:spPr bwMode="auto">
            <a:xfrm>
              <a:off x="3027363" y="2630487"/>
              <a:ext cx="68262" cy="2921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02" name="Line 6">
              <a:extLst>
                <a:ext uri="{FF2B5EF4-FFF2-40B4-BE49-F238E27FC236}">
                  <a16:creationId xmlns:a16="http://schemas.microsoft.com/office/drawing/2014/main" id="{9872427E-DFF6-40B2-85B5-ED092895761E}"/>
                </a:ext>
              </a:extLst>
            </p:cNvPr>
            <p:cNvSpPr>
              <a:spLocks noChangeShapeType="1"/>
            </p:cNvSpPr>
            <p:nvPr/>
          </p:nvSpPr>
          <p:spPr bwMode="auto">
            <a:xfrm flipV="1">
              <a:off x="5291138" y="2630487"/>
              <a:ext cx="77787" cy="2794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03" name="Line 6">
              <a:extLst>
                <a:ext uri="{FF2B5EF4-FFF2-40B4-BE49-F238E27FC236}">
                  <a16:creationId xmlns:a16="http://schemas.microsoft.com/office/drawing/2014/main" id="{BC5A8068-DCE1-4C75-BFAB-0E820E6B58C8}"/>
                </a:ext>
              </a:extLst>
            </p:cNvPr>
            <p:cNvSpPr>
              <a:spLocks noChangeShapeType="1"/>
            </p:cNvSpPr>
            <p:nvPr/>
          </p:nvSpPr>
          <p:spPr bwMode="auto">
            <a:xfrm flipV="1">
              <a:off x="5194300" y="2630487"/>
              <a:ext cx="77788" cy="279400"/>
            </a:xfrm>
            <a:prstGeom prst="line">
              <a:avLst/>
            </a:prstGeom>
            <a:noFill/>
            <a:ln w="9525">
              <a:solidFill>
                <a:srgbClr val="000000"/>
              </a:solidFill>
              <a:round/>
              <a:headEnd/>
              <a:tailEnd/>
            </a:ln>
          </p:spPr>
          <p:txBody>
            <a:bodyPr/>
            <a:lstStyle/>
            <a:p>
              <a:pPr eaLnBrk="1" hangingPunct="1">
                <a:defRPr/>
              </a:pPr>
              <a:endParaRPr lang="en-GB" sz="1600">
                <a:latin typeface="+mj-lt"/>
              </a:endParaRPr>
            </a:p>
          </p:txBody>
        </p:sp>
        <p:sp>
          <p:nvSpPr>
            <p:cNvPr id="104" name="Line 5">
              <a:extLst>
                <a:ext uri="{FF2B5EF4-FFF2-40B4-BE49-F238E27FC236}">
                  <a16:creationId xmlns:a16="http://schemas.microsoft.com/office/drawing/2014/main" id="{49355239-E79D-4A5A-9162-1CD72B6665F3}"/>
                </a:ext>
              </a:extLst>
            </p:cNvPr>
            <p:cNvSpPr>
              <a:spLocks noChangeShapeType="1"/>
            </p:cNvSpPr>
            <p:nvPr/>
          </p:nvSpPr>
          <p:spPr bwMode="auto">
            <a:xfrm>
              <a:off x="1296988" y="2460624"/>
              <a:ext cx="365125"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05" name="Line 6">
              <a:extLst>
                <a:ext uri="{FF2B5EF4-FFF2-40B4-BE49-F238E27FC236}">
                  <a16:creationId xmlns:a16="http://schemas.microsoft.com/office/drawing/2014/main" id="{39DF2DC2-B80C-404A-8298-A845B31F0AE2}"/>
                </a:ext>
              </a:extLst>
            </p:cNvPr>
            <p:cNvSpPr>
              <a:spLocks noChangeShapeType="1"/>
            </p:cNvSpPr>
            <p:nvPr/>
          </p:nvSpPr>
          <p:spPr bwMode="auto">
            <a:xfrm flipV="1">
              <a:off x="1949450" y="2181224"/>
              <a:ext cx="76200" cy="2794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06" name="Line 7">
              <a:extLst>
                <a:ext uri="{FF2B5EF4-FFF2-40B4-BE49-F238E27FC236}">
                  <a16:creationId xmlns:a16="http://schemas.microsoft.com/office/drawing/2014/main" id="{CFF4F76B-C9B6-4303-AA76-C6DB3E74F375}"/>
                </a:ext>
              </a:extLst>
            </p:cNvPr>
            <p:cNvSpPr>
              <a:spLocks noChangeShapeType="1"/>
            </p:cNvSpPr>
            <p:nvPr/>
          </p:nvSpPr>
          <p:spPr bwMode="auto">
            <a:xfrm>
              <a:off x="1778000" y="2176462"/>
              <a:ext cx="1187450"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07" name="Line 8">
              <a:extLst>
                <a:ext uri="{FF2B5EF4-FFF2-40B4-BE49-F238E27FC236}">
                  <a16:creationId xmlns:a16="http://schemas.microsoft.com/office/drawing/2014/main" id="{88B5F67D-69A7-4A0A-B0CF-1334D2EE4382}"/>
                </a:ext>
              </a:extLst>
            </p:cNvPr>
            <p:cNvSpPr>
              <a:spLocks noChangeShapeType="1"/>
            </p:cNvSpPr>
            <p:nvPr/>
          </p:nvSpPr>
          <p:spPr bwMode="auto">
            <a:xfrm>
              <a:off x="3105150" y="2176462"/>
              <a:ext cx="69850" cy="2921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08" name="Line 9">
              <a:extLst>
                <a:ext uri="{FF2B5EF4-FFF2-40B4-BE49-F238E27FC236}">
                  <a16:creationId xmlns:a16="http://schemas.microsoft.com/office/drawing/2014/main" id="{64B9CE22-0041-488F-BC1F-BA94D5007619}"/>
                </a:ext>
              </a:extLst>
            </p:cNvPr>
            <p:cNvSpPr>
              <a:spLocks noChangeShapeType="1"/>
            </p:cNvSpPr>
            <p:nvPr/>
          </p:nvSpPr>
          <p:spPr bwMode="auto">
            <a:xfrm>
              <a:off x="3027363" y="2468562"/>
              <a:ext cx="2103437"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09" name="Line 10">
              <a:extLst>
                <a:ext uri="{FF2B5EF4-FFF2-40B4-BE49-F238E27FC236}">
                  <a16:creationId xmlns:a16="http://schemas.microsoft.com/office/drawing/2014/main" id="{D9352304-1212-4A0B-9BE2-957FF50CF6D6}"/>
                </a:ext>
              </a:extLst>
            </p:cNvPr>
            <p:cNvSpPr>
              <a:spLocks noChangeShapeType="1"/>
            </p:cNvSpPr>
            <p:nvPr/>
          </p:nvSpPr>
          <p:spPr bwMode="auto">
            <a:xfrm flipV="1">
              <a:off x="5360988" y="2178049"/>
              <a:ext cx="76200" cy="27940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0" name="Line 11">
              <a:extLst>
                <a:ext uri="{FF2B5EF4-FFF2-40B4-BE49-F238E27FC236}">
                  <a16:creationId xmlns:a16="http://schemas.microsoft.com/office/drawing/2014/main" id="{0B49BF30-ABC5-4D94-AC6B-E2E48190A7A8}"/>
                </a:ext>
              </a:extLst>
            </p:cNvPr>
            <p:cNvSpPr>
              <a:spLocks noChangeShapeType="1"/>
            </p:cNvSpPr>
            <p:nvPr/>
          </p:nvSpPr>
          <p:spPr bwMode="auto">
            <a:xfrm>
              <a:off x="5443538" y="2184399"/>
              <a:ext cx="366712" cy="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11" name="Line 6">
              <a:extLst>
                <a:ext uri="{FF2B5EF4-FFF2-40B4-BE49-F238E27FC236}">
                  <a16:creationId xmlns:a16="http://schemas.microsoft.com/office/drawing/2014/main" id="{CE25F4F7-17D7-48D3-AE96-806CFD178A91}"/>
                </a:ext>
              </a:extLst>
            </p:cNvPr>
            <p:cNvSpPr>
              <a:spLocks noChangeShapeType="1"/>
            </p:cNvSpPr>
            <p:nvPr/>
          </p:nvSpPr>
          <p:spPr bwMode="auto">
            <a:xfrm flipV="1">
              <a:off x="1865313" y="2187574"/>
              <a:ext cx="77787" cy="280988"/>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12" name="Line 6">
              <a:extLst>
                <a:ext uri="{FF2B5EF4-FFF2-40B4-BE49-F238E27FC236}">
                  <a16:creationId xmlns:a16="http://schemas.microsoft.com/office/drawing/2014/main" id="{21F4E88D-561B-4C52-ADFE-BA15837448B1}"/>
                </a:ext>
              </a:extLst>
            </p:cNvPr>
            <p:cNvSpPr>
              <a:spLocks noChangeShapeType="1"/>
            </p:cNvSpPr>
            <p:nvPr/>
          </p:nvSpPr>
          <p:spPr bwMode="auto">
            <a:xfrm flipV="1">
              <a:off x="1778000" y="2187574"/>
              <a:ext cx="77788" cy="280988"/>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13" name="Line 8">
              <a:extLst>
                <a:ext uri="{FF2B5EF4-FFF2-40B4-BE49-F238E27FC236}">
                  <a16:creationId xmlns:a16="http://schemas.microsoft.com/office/drawing/2014/main" id="{EE3C4C1D-9DC8-4284-A37A-8348B0ECEF14}"/>
                </a:ext>
              </a:extLst>
            </p:cNvPr>
            <p:cNvSpPr>
              <a:spLocks noChangeShapeType="1"/>
            </p:cNvSpPr>
            <p:nvPr/>
          </p:nvSpPr>
          <p:spPr bwMode="auto">
            <a:xfrm>
              <a:off x="3040063" y="2187574"/>
              <a:ext cx="69850" cy="2921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14" name="Line 8">
              <a:extLst>
                <a:ext uri="{FF2B5EF4-FFF2-40B4-BE49-F238E27FC236}">
                  <a16:creationId xmlns:a16="http://schemas.microsoft.com/office/drawing/2014/main" id="{5D15C2E6-9962-453F-BAF4-F6CFD217E69C}"/>
                </a:ext>
              </a:extLst>
            </p:cNvPr>
            <p:cNvSpPr>
              <a:spLocks noChangeShapeType="1"/>
            </p:cNvSpPr>
            <p:nvPr/>
          </p:nvSpPr>
          <p:spPr bwMode="auto">
            <a:xfrm>
              <a:off x="2965450" y="2187574"/>
              <a:ext cx="69850" cy="292100"/>
            </a:xfrm>
            <a:prstGeom prst="line">
              <a:avLst/>
            </a:prstGeom>
            <a:noFill/>
            <a:ln w="19050">
              <a:solidFill>
                <a:srgbClr val="000000"/>
              </a:solidFill>
              <a:round/>
              <a:headEnd/>
              <a:tailEnd/>
            </a:ln>
          </p:spPr>
          <p:txBody>
            <a:bodyPr/>
            <a:lstStyle/>
            <a:p>
              <a:pPr eaLnBrk="1" hangingPunct="1">
                <a:defRPr/>
              </a:pPr>
              <a:endParaRPr lang="en-GB" sz="1600">
                <a:latin typeface="+mj-lt"/>
              </a:endParaRPr>
            </a:p>
          </p:txBody>
        </p:sp>
        <p:sp>
          <p:nvSpPr>
            <p:cNvPr id="115" name="Line 6">
              <a:extLst>
                <a:ext uri="{FF2B5EF4-FFF2-40B4-BE49-F238E27FC236}">
                  <a16:creationId xmlns:a16="http://schemas.microsoft.com/office/drawing/2014/main" id="{E030B044-CE0B-4F1E-8518-10F1EB9E8BA9}"/>
                </a:ext>
              </a:extLst>
            </p:cNvPr>
            <p:cNvSpPr>
              <a:spLocks noChangeShapeType="1"/>
            </p:cNvSpPr>
            <p:nvPr/>
          </p:nvSpPr>
          <p:spPr bwMode="auto">
            <a:xfrm flipV="1">
              <a:off x="5273675" y="2187574"/>
              <a:ext cx="76200" cy="280988"/>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16" name="Line 6">
              <a:extLst>
                <a:ext uri="{FF2B5EF4-FFF2-40B4-BE49-F238E27FC236}">
                  <a16:creationId xmlns:a16="http://schemas.microsoft.com/office/drawing/2014/main" id="{760ECA33-0EAA-4933-B1BC-9E0CAB78CC48}"/>
                </a:ext>
              </a:extLst>
            </p:cNvPr>
            <p:cNvSpPr>
              <a:spLocks noChangeShapeType="1"/>
            </p:cNvSpPr>
            <p:nvPr/>
          </p:nvSpPr>
          <p:spPr bwMode="auto">
            <a:xfrm flipV="1">
              <a:off x="5197475" y="2187574"/>
              <a:ext cx="76200" cy="280988"/>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17" name="Text Box 93">
              <a:extLst>
                <a:ext uri="{FF2B5EF4-FFF2-40B4-BE49-F238E27FC236}">
                  <a16:creationId xmlns:a16="http://schemas.microsoft.com/office/drawing/2014/main" id="{57C16A5E-A255-4EAD-BC41-275214655273}"/>
                </a:ext>
              </a:extLst>
            </p:cNvPr>
            <p:cNvSpPr txBox="1">
              <a:spLocks noChangeArrowheads="1"/>
            </p:cNvSpPr>
            <p:nvPr/>
          </p:nvSpPr>
          <p:spPr bwMode="auto">
            <a:xfrm>
              <a:off x="579438" y="2173287"/>
              <a:ext cx="693737" cy="327025"/>
            </a:xfrm>
            <a:prstGeom prst="rect">
              <a:avLst/>
            </a:prstGeom>
            <a:noFill/>
            <a:ln w="9525">
              <a:noFill/>
              <a:miter lim="800000"/>
              <a:headEnd/>
              <a:tailEnd/>
            </a:ln>
          </p:spPr>
          <p:txBody>
            <a:bodyPr/>
            <a:lstStyle/>
            <a:p>
              <a:pPr>
                <a:spcAft>
                  <a:spcPts val="1000"/>
                </a:spcAft>
                <a:defRPr/>
              </a:pPr>
              <a:r>
                <a:rPr lang="en-GB" sz="1600" dirty="0">
                  <a:latin typeface="+mj-lt"/>
                </a:rPr>
                <a:t>CLK1</a:t>
              </a:r>
              <a:endParaRPr lang="en-US" sz="1600" dirty="0">
                <a:latin typeface="+mj-lt"/>
              </a:endParaRPr>
            </a:p>
          </p:txBody>
        </p:sp>
        <p:cxnSp>
          <p:nvCxnSpPr>
            <p:cNvPr id="29798" name="Straight Connector 117">
              <a:extLst>
                <a:ext uri="{FF2B5EF4-FFF2-40B4-BE49-F238E27FC236}">
                  <a16:creationId xmlns:a16="http://schemas.microsoft.com/office/drawing/2014/main" id="{F97668E7-F2D9-FFDF-4C8D-C1B4F8D56AF7}"/>
                </a:ext>
              </a:extLst>
            </p:cNvPr>
            <p:cNvCxnSpPr>
              <a:cxnSpLocks noChangeShapeType="1"/>
            </p:cNvCxnSpPr>
            <p:nvPr/>
          </p:nvCxnSpPr>
          <p:spPr bwMode="auto">
            <a:xfrm rot="5400000" flipH="1">
              <a:off x="3053557" y="2035968"/>
              <a:ext cx="0" cy="2746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99" name="Straight Connector 118">
              <a:extLst>
                <a:ext uri="{FF2B5EF4-FFF2-40B4-BE49-F238E27FC236}">
                  <a16:creationId xmlns:a16="http://schemas.microsoft.com/office/drawing/2014/main" id="{2554FB98-C6CE-4FAC-7450-B202624163FA}"/>
                </a:ext>
              </a:extLst>
            </p:cNvPr>
            <p:cNvCxnSpPr>
              <a:cxnSpLocks noChangeShapeType="1"/>
            </p:cNvCxnSpPr>
            <p:nvPr/>
          </p:nvCxnSpPr>
          <p:spPr bwMode="auto">
            <a:xfrm rot="5400000">
              <a:off x="5310982" y="2040731"/>
              <a:ext cx="0" cy="2746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800" name="Straight Connector 119">
              <a:extLst>
                <a:ext uri="{FF2B5EF4-FFF2-40B4-BE49-F238E27FC236}">
                  <a16:creationId xmlns:a16="http://schemas.microsoft.com/office/drawing/2014/main" id="{A9499888-CB18-F1CB-3F81-874E61BB59EA}"/>
                </a:ext>
              </a:extLst>
            </p:cNvPr>
            <p:cNvCxnSpPr>
              <a:cxnSpLocks noChangeShapeType="1"/>
            </p:cNvCxnSpPr>
            <p:nvPr/>
          </p:nvCxnSpPr>
          <p:spPr bwMode="auto">
            <a:xfrm rot="16200000" flipH="1">
              <a:off x="1847057" y="2482056"/>
              <a:ext cx="0" cy="2746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21" name="Line 6">
              <a:extLst>
                <a:ext uri="{FF2B5EF4-FFF2-40B4-BE49-F238E27FC236}">
                  <a16:creationId xmlns:a16="http://schemas.microsoft.com/office/drawing/2014/main" id="{423392A1-B383-43BC-BABC-E2E864DA83D7}"/>
                </a:ext>
              </a:extLst>
            </p:cNvPr>
            <p:cNvSpPr>
              <a:spLocks noChangeShapeType="1"/>
            </p:cNvSpPr>
            <p:nvPr/>
          </p:nvSpPr>
          <p:spPr bwMode="auto">
            <a:xfrm flipV="1">
              <a:off x="1689100" y="2173287"/>
              <a:ext cx="77788" cy="27940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sp>
          <p:nvSpPr>
            <p:cNvPr id="122" name="Line 6">
              <a:extLst>
                <a:ext uri="{FF2B5EF4-FFF2-40B4-BE49-F238E27FC236}">
                  <a16:creationId xmlns:a16="http://schemas.microsoft.com/office/drawing/2014/main" id="{BA446A8D-FC84-4561-9758-6A3E6D452B58}"/>
                </a:ext>
              </a:extLst>
            </p:cNvPr>
            <p:cNvSpPr>
              <a:spLocks noChangeShapeType="1"/>
            </p:cNvSpPr>
            <p:nvPr/>
          </p:nvSpPr>
          <p:spPr bwMode="auto">
            <a:xfrm flipV="1">
              <a:off x="1722438" y="2630487"/>
              <a:ext cx="77787" cy="2794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23" name="Line 8">
              <a:extLst>
                <a:ext uri="{FF2B5EF4-FFF2-40B4-BE49-F238E27FC236}">
                  <a16:creationId xmlns:a16="http://schemas.microsoft.com/office/drawing/2014/main" id="{E0B8BE52-23FC-49F9-8AC4-248F8D1A5909}"/>
                </a:ext>
              </a:extLst>
            </p:cNvPr>
            <p:cNvSpPr>
              <a:spLocks noChangeShapeType="1"/>
            </p:cNvSpPr>
            <p:nvPr/>
          </p:nvSpPr>
          <p:spPr bwMode="auto">
            <a:xfrm>
              <a:off x="3190875" y="2173287"/>
              <a:ext cx="69850" cy="2921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24" name="Line 6">
              <a:extLst>
                <a:ext uri="{FF2B5EF4-FFF2-40B4-BE49-F238E27FC236}">
                  <a16:creationId xmlns:a16="http://schemas.microsoft.com/office/drawing/2014/main" id="{5D3FAC96-E77A-4FC2-93F6-02675A3FBEA1}"/>
                </a:ext>
              </a:extLst>
            </p:cNvPr>
            <p:cNvSpPr>
              <a:spLocks noChangeShapeType="1"/>
            </p:cNvSpPr>
            <p:nvPr/>
          </p:nvSpPr>
          <p:spPr bwMode="auto">
            <a:xfrm flipV="1">
              <a:off x="5108575" y="2184399"/>
              <a:ext cx="77788" cy="279400"/>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25" name="Line 6">
              <a:extLst>
                <a:ext uri="{FF2B5EF4-FFF2-40B4-BE49-F238E27FC236}">
                  <a16:creationId xmlns:a16="http://schemas.microsoft.com/office/drawing/2014/main" id="{91A2FB8D-4DE8-468D-BBF9-B393686A46A0}"/>
                </a:ext>
              </a:extLst>
            </p:cNvPr>
            <p:cNvSpPr>
              <a:spLocks noChangeShapeType="1"/>
            </p:cNvSpPr>
            <p:nvPr/>
          </p:nvSpPr>
          <p:spPr bwMode="auto">
            <a:xfrm flipV="1">
              <a:off x="5095875" y="2617787"/>
              <a:ext cx="77788" cy="280987"/>
            </a:xfrm>
            <a:prstGeom prst="line">
              <a:avLst/>
            </a:prstGeom>
            <a:noFill/>
            <a:ln w="12700">
              <a:solidFill>
                <a:srgbClr val="000000"/>
              </a:solidFill>
              <a:round/>
              <a:headEnd/>
              <a:tailEnd/>
            </a:ln>
          </p:spPr>
          <p:txBody>
            <a:bodyPr/>
            <a:lstStyle/>
            <a:p>
              <a:pPr eaLnBrk="1" hangingPunct="1">
                <a:defRPr/>
              </a:pPr>
              <a:endParaRPr lang="en-GB" sz="1600">
                <a:latin typeface="+mj-lt"/>
              </a:endParaRPr>
            </a:p>
          </p:txBody>
        </p:sp>
        <p:sp>
          <p:nvSpPr>
            <p:cNvPr id="126" name="Line 8">
              <a:extLst>
                <a:ext uri="{FF2B5EF4-FFF2-40B4-BE49-F238E27FC236}">
                  <a16:creationId xmlns:a16="http://schemas.microsoft.com/office/drawing/2014/main" id="{078F2C85-6649-4D4F-979B-197B228CAC14}"/>
                </a:ext>
              </a:extLst>
            </p:cNvPr>
            <p:cNvSpPr>
              <a:spLocks noChangeShapeType="1"/>
            </p:cNvSpPr>
            <p:nvPr/>
          </p:nvSpPr>
          <p:spPr bwMode="auto">
            <a:xfrm>
              <a:off x="3267075" y="2630487"/>
              <a:ext cx="69850" cy="292100"/>
            </a:xfrm>
            <a:prstGeom prst="line">
              <a:avLst/>
            </a:prstGeom>
            <a:noFill/>
            <a:ln w="28575">
              <a:solidFill>
                <a:srgbClr val="000000"/>
              </a:solidFill>
              <a:round/>
              <a:headEnd/>
              <a:tailEnd/>
            </a:ln>
          </p:spPr>
          <p:txBody>
            <a:bodyPr/>
            <a:lstStyle/>
            <a:p>
              <a:pPr eaLnBrk="1" hangingPunct="1">
                <a:defRPr/>
              </a:pPr>
              <a:endParaRPr lang="en-GB" sz="1600">
                <a:latin typeface="+mj-lt"/>
              </a:endParaRPr>
            </a:p>
          </p:txBody>
        </p:sp>
        <p:cxnSp>
          <p:nvCxnSpPr>
            <p:cNvPr id="29807" name="Straight Connector 126">
              <a:extLst>
                <a:ext uri="{FF2B5EF4-FFF2-40B4-BE49-F238E27FC236}">
                  <a16:creationId xmlns:a16="http://schemas.microsoft.com/office/drawing/2014/main" id="{32FDD61A-5AA5-251B-3208-D6E8EA5D8EAE}"/>
                </a:ext>
              </a:extLst>
            </p:cNvPr>
            <p:cNvCxnSpPr>
              <a:cxnSpLocks noChangeShapeType="1"/>
            </p:cNvCxnSpPr>
            <p:nvPr/>
          </p:nvCxnSpPr>
          <p:spPr bwMode="auto">
            <a:xfrm rot="5400000" flipH="1">
              <a:off x="5239544" y="2328068"/>
              <a:ext cx="0" cy="2746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808" name="Straight Connector 127">
              <a:extLst>
                <a:ext uri="{FF2B5EF4-FFF2-40B4-BE49-F238E27FC236}">
                  <a16:creationId xmlns:a16="http://schemas.microsoft.com/office/drawing/2014/main" id="{25F42A11-666B-FF14-BE83-E4E6E938D522}"/>
                </a:ext>
              </a:extLst>
            </p:cNvPr>
            <p:cNvCxnSpPr>
              <a:cxnSpLocks noChangeShapeType="1"/>
            </p:cNvCxnSpPr>
            <p:nvPr/>
          </p:nvCxnSpPr>
          <p:spPr bwMode="auto">
            <a:xfrm rot="5400000">
              <a:off x="5235575" y="2778125"/>
              <a:ext cx="0" cy="2730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809" name="Straight Connector 131">
              <a:extLst>
                <a:ext uri="{FF2B5EF4-FFF2-40B4-BE49-F238E27FC236}">
                  <a16:creationId xmlns:a16="http://schemas.microsoft.com/office/drawing/2014/main" id="{4E37524C-E3E9-3896-EBFF-18EBC6BC3079}"/>
                </a:ext>
              </a:extLst>
            </p:cNvPr>
            <p:cNvCxnSpPr>
              <a:cxnSpLocks noChangeShapeType="1"/>
            </p:cNvCxnSpPr>
            <p:nvPr/>
          </p:nvCxnSpPr>
          <p:spPr bwMode="auto">
            <a:xfrm rot="5400000" flipH="1">
              <a:off x="1824038" y="2330450"/>
              <a:ext cx="0" cy="2730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810" name="Straight Connector 132">
              <a:extLst>
                <a:ext uri="{FF2B5EF4-FFF2-40B4-BE49-F238E27FC236}">
                  <a16:creationId xmlns:a16="http://schemas.microsoft.com/office/drawing/2014/main" id="{58766C2F-ED1E-6376-BBAE-3B1245A747A8}"/>
                </a:ext>
              </a:extLst>
            </p:cNvPr>
            <p:cNvCxnSpPr>
              <a:cxnSpLocks noChangeShapeType="1"/>
            </p:cNvCxnSpPr>
            <p:nvPr/>
          </p:nvCxnSpPr>
          <p:spPr bwMode="auto">
            <a:xfrm rot="5400000">
              <a:off x="5339557" y="2493168"/>
              <a:ext cx="0" cy="2746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811" name="Straight Connector 133">
              <a:extLst>
                <a:ext uri="{FF2B5EF4-FFF2-40B4-BE49-F238E27FC236}">
                  <a16:creationId xmlns:a16="http://schemas.microsoft.com/office/drawing/2014/main" id="{D3FA81BD-6863-5A2E-CA44-E6BB9E4C9FF9}"/>
                </a:ext>
              </a:extLst>
            </p:cNvPr>
            <p:cNvCxnSpPr>
              <a:cxnSpLocks noChangeShapeType="1"/>
            </p:cNvCxnSpPr>
            <p:nvPr/>
          </p:nvCxnSpPr>
          <p:spPr bwMode="auto">
            <a:xfrm rot="5400000">
              <a:off x="3240088" y="2778125"/>
              <a:ext cx="0" cy="2730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9812" name="Freeform 134">
              <a:extLst>
                <a:ext uri="{FF2B5EF4-FFF2-40B4-BE49-F238E27FC236}">
                  <a16:creationId xmlns:a16="http://schemas.microsoft.com/office/drawing/2014/main" id="{A31ACCCA-259C-E2FC-FBFF-16E0D7B5CAEF}"/>
                </a:ext>
              </a:extLst>
            </p:cNvPr>
            <p:cNvSpPr>
              <a:spLocks/>
            </p:cNvSpPr>
            <p:nvPr/>
          </p:nvSpPr>
          <p:spPr bwMode="auto">
            <a:xfrm>
              <a:off x="1708150" y="2308225"/>
              <a:ext cx="530225" cy="1077912"/>
            </a:xfrm>
            <a:custGeom>
              <a:avLst/>
              <a:gdLst>
                <a:gd name="T0" fmla="*/ 14186 w 529856"/>
                <a:gd name="T1" fmla="*/ 0 h 1077432"/>
                <a:gd name="T2" fmla="*/ 184425 w 529856"/>
                <a:gd name="T3" fmla="*/ 95736 h 1077432"/>
                <a:gd name="T4" fmla="*/ 46106 w 529856"/>
                <a:gd name="T5" fmla="*/ 446767 h 1077432"/>
                <a:gd name="T6" fmla="*/ 461065 w 529856"/>
                <a:gd name="T7" fmla="*/ 989269 h 1077432"/>
                <a:gd name="T8" fmla="*/ 461065 w 529856"/>
                <a:gd name="T9" fmla="*/ 978631 h 1077432"/>
                <a:gd name="T10" fmla="*/ 461065 w 529856"/>
                <a:gd name="T11" fmla="*/ 978631 h 1077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9856" h="1077432">
                  <a:moveTo>
                    <a:pt x="14176" y="0"/>
                  </a:moveTo>
                  <a:cubicBezTo>
                    <a:pt x="96578" y="10632"/>
                    <a:pt x="178981" y="21265"/>
                    <a:pt x="184297" y="95693"/>
                  </a:cubicBezTo>
                  <a:cubicBezTo>
                    <a:pt x="189613" y="170121"/>
                    <a:pt x="0" y="297712"/>
                    <a:pt x="46074" y="446568"/>
                  </a:cubicBezTo>
                  <a:cubicBezTo>
                    <a:pt x="92149" y="595424"/>
                    <a:pt x="391632" y="900224"/>
                    <a:pt x="460744" y="988828"/>
                  </a:cubicBezTo>
                  <a:cubicBezTo>
                    <a:pt x="529856" y="1077432"/>
                    <a:pt x="460744" y="978195"/>
                    <a:pt x="460744" y="978195"/>
                  </a:cubicBezTo>
                </a:path>
              </a:pathLst>
            </a:custGeom>
            <a:noFill/>
            <a:ln w="28575" cap="flat" cmpd="sng" algn="ctr">
              <a:solidFill>
                <a:srgbClr val="0000FF"/>
              </a:solidFill>
              <a:prstDash val="solid"/>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nchor="ctr"/>
            <a:lstStyle/>
            <a:p>
              <a:endParaRPr lang="en-US"/>
            </a:p>
          </p:txBody>
        </p:sp>
      </p:grpSp>
      <p:sp>
        <p:nvSpPr>
          <p:cNvPr id="29701" name="TextBox 135">
            <a:extLst>
              <a:ext uri="{FF2B5EF4-FFF2-40B4-BE49-F238E27FC236}">
                <a16:creationId xmlns:a16="http://schemas.microsoft.com/office/drawing/2014/main" id="{622F820F-2160-116B-9FB8-A672CF061A99}"/>
              </a:ext>
            </a:extLst>
          </p:cNvPr>
          <p:cNvSpPr txBox="1">
            <a:spLocks noChangeArrowheads="1"/>
          </p:cNvSpPr>
          <p:nvPr/>
        </p:nvSpPr>
        <p:spPr bwMode="auto">
          <a:xfrm>
            <a:off x="7696200" y="2630488"/>
            <a:ext cx="26670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t>In the worst case, </a:t>
            </a:r>
            <a:br>
              <a:rPr lang="en-GB" altLang="en-US"/>
            </a:br>
            <a:r>
              <a:rPr lang="en-GB" altLang="en-US"/>
              <a:t>R1 receives an early skewed clock, CLK1, and R2 receives a late skewed clock, CLK2.</a:t>
            </a:r>
          </a:p>
        </p:txBody>
      </p:sp>
      <p:sp>
        <p:nvSpPr>
          <p:cNvPr id="29702" name="TextBox 136">
            <a:extLst>
              <a:ext uri="{FF2B5EF4-FFF2-40B4-BE49-F238E27FC236}">
                <a16:creationId xmlns:a16="http://schemas.microsoft.com/office/drawing/2014/main" id="{01FCF400-3FCE-ADB9-4B23-E85F1BEE97A9}"/>
              </a:ext>
            </a:extLst>
          </p:cNvPr>
          <p:cNvSpPr txBox="1">
            <a:spLocks noChangeArrowheads="1"/>
          </p:cNvSpPr>
          <p:nvPr/>
        </p:nvSpPr>
        <p:spPr bwMode="auto">
          <a:xfrm>
            <a:off x="2514600" y="5145088"/>
            <a:ext cx="5410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t>T</a:t>
            </a:r>
            <a:r>
              <a:rPr lang="en-GB" altLang="en-US" baseline="-25000"/>
              <a:t>CCQ</a:t>
            </a:r>
            <a:r>
              <a:rPr lang="en-GB" altLang="en-US"/>
              <a:t> +T</a:t>
            </a:r>
            <a:r>
              <a:rPr lang="en-GB" altLang="en-US" baseline="-25000"/>
              <a:t>CD</a:t>
            </a:r>
            <a:r>
              <a:rPr lang="en-GB" altLang="en-US"/>
              <a:t> &gt;= T</a:t>
            </a:r>
            <a:r>
              <a:rPr lang="en-GB" altLang="en-US" baseline="-25000"/>
              <a:t>HOLD</a:t>
            </a:r>
            <a:r>
              <a:rPr lang="en-GB" altLang="en-US"/>
              <a:t> +T</a:t>
            </a:r>
            <a:r>
              <a:rPr lang="en-GB" altLang="en-US" baseline="-25000"/>
              <a:t>SKEW</a:t>
            </a:r>
          </a:p>
          <a:p>
            <a:pPr eaLnBrk="1" hangingPunct="1"/>
            <a:r>
              <a:rPr lang="en-GB" altLang="en-US"/>
              <a:t>T</a:t>
            </a:r>
            <a:r>
              <a:rPr lang="en-GB" altLang="en-US" baseline="-25000"/>
              <a:t>CD </a:t>
            </a:r>
            <a:r>
              <a:rPr lang="en-GB" altLang="en-US"/>
              <a:t>&lt;= T</a:t>
            </a:r>
            <a:r>
              <a:rPr lang="en-GB" altLang="en-US" baseline="-25000"/>
              <a:t>HOLD</a:t>
            </a:r>
            <a:r>
              <a:rPr lang="en-GB" altLang="en-US"/>
              <a:t> + T</a:t>
            </a:r>
            <a:r>
              <a:rPr lang="en-GB" altLang="en-US" baseline="-25000"/>
              <a:t>SKEW </a:t>
            </a:r>
            <a:r>
              <a:rPr lang="en-GB" altLang="en-US"/>
              <a:t>− T</a:t>
            </a:r>
            <a:r>
              <a:rPr lang="en-GB" altLang="en-US" baseline="-25000"/>
              <a:t>CCQ</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DE6102E8-2C6F-2C36-58D6-DA5C019EC48B}"/>
              </a:ext>
            </a:extLst>
          </p:cNvPr>
          <p:cNvSpPr>
            <a:spLocks noGrp="1" noChangeArrowheads="1"/>
          </p:cNvSpPr>
          <p:nvPr>
            <p:ph type="title"/>
          </p:nvPr>
        </p:nvSpPr>
        <p:spPr>
          <a:xfrm>
            <a:off x="0" y="183401"/>
            <a:ext cx="11612880" cy="704088"/>
          </a:xfrm>
        </p:spPr>
        <p:txBody>
          <a:bodyPr/>
          <a:lstStyle/>
          <a:p>
            <a:r>
              <a:rPr lang="en-US" altLang="en-US"/>
              <a:t>Setup and Hold Violations</a:t>
            </a:r>
            <a:endParaRPr lang="en-GB" altLang="en-US"/>
          </a:p>
        </p:txBody>
      </p:sp>
      <p:grpSp>
        <p:nvGrpSpPr>
          <p:cNvPr id="30723" name="Group 46">
            <a:extLst>
              <a:ext uri="{FF2B5EF4-FFF2-40B4-BE49-F238E27FC236}">
                <a16:creationId xmlns:a16="http://schemas.microsoft.com/office/drawing/2014/main" id="{A9F39257-E3DD-849B-4135-9511FC40FAC7}"/>
              </a:ext>
            </a:extLst>
          </p:cNvPr>
          <p:cNvGrpSpPr>
            <a:grpSpLocks/>
          </p:cNvGrpSpPr>
          <p:nvPr/>
        </p:nvGrpSpPr>
        <p:grpSpPr bwMode="auto">
          <a:xfrm>
            <a:off x="2209800" y="2133600"/>
            <a:ext cx="7543800" cy="3251200"/>
            <a:chOff x="304800" y="1447800"/>
            <a:chExt cx="7543800" cy="3250896"/>
          </a:xfrm>
        </p:grpSpPr>
        <p:cxnSp>
          <p:nvCxnSpPr>
            <p:cNvPr id="30724" name="Straight Connector 53">
              <a:extLst>
                <a:ext uri="{FF2B5EF4-FFF2-40B4-BE49-F238E27FC236}">
                  <a16:creationId xmlns:a16="http://schemas.microsoft.com/office/drawing/2014/main" id="{0073B53C-4554-D209-9A07-D12977831805}"/>
                </a:ext>
              </a:extLst>
            </p:cNvPr>
            <p:cNvCxnSpPr>
              <a:cxnSpLocks noChangeShapeType="1"/>
            </p:cNvCxnSpPr>
            <p:nvPr/>
          </p:nvCxnSpPr>
          <p:spPr bwMode="auto">
            <a:xfrm rot="5400000">
              <a:off x="4620294" y="3206531"/>
              <a:ext cx="9144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25" name="Straight Connector 38">
              <a:extLst>
                <a:ext uri="{FF2B5EF4-FFF2-40B4-BE49-F238E27FC236}">
                  <a16:creationId xmlns:a16="http://schemas.microsoft.com/office/drawing/2014/main" id="{6A7381BD-8BBE-DFCD-0094-E940CA9A08AD}"/>
                </a:ext>
              </a:extLst>
            </p:cNvPr>
            <p:cNvCxnSpPr>
              <a:cxnSpLocks noChangeShapeType="1"/>
            </p:cNvCxnSpPr>
            <p:nvPr/>
          </p:nvCxnSpPr>
          <p:spPr bwMode="auto">
            <a:xfrm>
              <a:off x="4953000" y="3352800"/>
              <a:ext cx="1331025" cy="6858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49" name="Rectangle 48">
              <a:extLst>
                <a:ext uri="{FF2B5EF4-FFF2-40B4-BE49-F238E27FC236}">
                  <a16:creationId xmlns:a16="http://schemas.microsoft.com/office/drawing/2014/main" id="{F6D0940C-4DE9-40B9-84D3-C0AB7A18CC11}"/>
                </a:ext>
              </a:extLst>
            </p:cNvPr>
            <p:cNvSpPr/>
            <p:nvPr/>
          </p:nvSpPr>
          <p:spPr bwMode="auto">
            <a:xfrm>
              <a:off x="1981200" y="2743079"/>
              <a:ext cx="182563" cy="914315"/>
            </a:xfrm>
            <a:prstGeom prst="rect">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30727" name="Straight Connector 4">
              <a:extLst>
                <a:ext uri="{FF2B5EF4-FFF2-40B4-BE49-F238E27FC236}">
                  <a16:creationId xmlns:a16="http://schemas.microsoft.com/office/drawing/2014/main" id="{09E8B85A-BF00-232F-2A97-3ABDC7D7A46C}"/>
                </a:ext>
              </a:extLst>
            </p:cNvPr>
            <p:cNvCxnSpPr>
              <a:cxnSpLocks noChangeShapeType="1"/>
            </p:cNvCxnSpPr>
            <p:nvPr/>
          </p:nvCxnSpPr>
          <p:spPr bwMode="auto">
            <a:xfrm>
              <a:off x="990600" y="3685931"/>
              <a:ext cx="1004275" cy="167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0728" name="Straight Connector 6">
              <a:extLst>
                <a:ext uri="{FF2B5EF4-FFF2-40B4-BE49-F238E27FC236}">
                  <a16:creationId xmlns:a16="http://schemas.microsoft.com/office/drawing/2014/main" id="{A56F329B-0FF0-F13D-7375-2215C56A5A88}"/>
                </a:ext>
              </a:extLst>
            </p:cNvPr>
            <p:cNvCxnSpPr>
              <a:cxnSpLocks noChangeShapeType="1"/>
            </p:cNvCxnSpPr>
            <p:nvPr/>
          </p:nvCxnSpPr>
          <p:spPr bwMode="auto">
            <a:xfrm rot="5400000">
              <a:off x="1512300" y="3200911"/>
              <a:ext cx="965150" cy="1610"/>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30729" name="Straight Connector 7">
              <a:extLst>
                <a:ext uri="{FF2B5EF4-FFF2-40B4-BE49-F238E27FC236}">
                  <a16:creationId xmlns:a16="http://schemas.microsoft.com/office/drawing/2014/main" id="{8B09AE35-7516-919C-40B9-B94753A597B6}"/>
                </a:ext>
              </a:extLst>
            </p:cNvPr>
            <p:cNvCxnSpPr>
              <a:cxnSpLocks noChangeShapeType="1"/>
            </p:cNvCxnSpPr>
            <p:nvPr/>
          </p:nvCxnSpPr>
          <p:spPr bwMode="auto">
            <a:xfrm>
              <a:off x="1994875" y="2720781"/>
              <a:ext cx="1390534" cy="167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0730" name="Straight Connector 8">
              <a:extLst>
                <a:ext uri="{FF2B5EF4-FFF2-40B4-BE49-F238E27FC236}">
                  <a16:creationId xmlns:a16="http://schemas.microsoft.com/office/drawing/2014/main" id="{044E21D8-D2D0-7AB5-1007-356AFC648166}"/>
                </a:ext>
              </a:extLst>
            </p:cNvPr>
            <p:cNvCxnSpPr>
              <a:cxnSpLocks noChangeShapeType="1"/>
            </p:cNvCxnSpPr>
            <p:nvPr/>
          </p:nvCxnSpPr>
          <p:spPr bwMode="auto">
            <a:xfrm rot="5400000">
              <a:off x="2903639" y="3202551"/>
              <a:ext cx="965150" cy="1610"/>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30731" name="Straight Connector 9">
              <a:extLst>
                <a:ext uri="{FF2B5EF4-FFF2-40B4-BE49-F238E27FC236}">
                  <a16:creationId xmlns:a16="http://schemas.microsoft.com/office/drawing/2014/main" id="{31017BA9-E337-0E0E-A282-48019D6E9B6E}"/>
                </a:ext>
              </a:extLst>
            </p:cNvPr>
            <p:cNvCxnSpPr>
              <a:cxnSpLocks noChangeShapeType="1"/>
            </p:cNvCxnSpPr>
            <p:nvPr/>
          </p:nvCxnSpPr>
          <p:spPr bwMode="auto">
            <a:xfrm>
              <a:off x="3385408" y="3685931"/>
              <a:ext cx="1854045" cy="167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0732" name="Straight Connector 10">
              <a:extLst>
                <a:ext uri="{FF2B5EF4-FFF2-40B4-BE49-F238E27FC236}">
                  <a16:creationId xmlns:a16="http://schemas.microsoft.com/office/drawing/2014/main" id="{E126D97A-EEAF-195F-4361-6CDBFC3BD8A9}"/>
                </a:ext>
              </a:extLst>
            </p:cNvPr>
            <p:cNvCxnSpPr>
              <a:cxnSpLocks noChangeShapeType="1"/>
            </p:cNvCxnSpPr>
            <p:nvPr/>
          </p:nvCxnSpPr>
          <p:spPr bwMode="auto">
            <a:xfrm rot="5400000">
              <a:off x="4742617" y="3200911"/>
              <a:ext cx="965150" cy="1610"/>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30733" name="Straight Connector 11">
              <a:extLst>
                <a:ext uri="{FF2B5EF4-FFF2-40B4-BE49-F238E27FC236}">
                  <a16:creationId xmlns:a16="http://schemas.microsoft.com/office/drawing/2014/main" id="{CF871204-4E81-AFE4-D4BF-3EA1A93ABFB6}"/>
                </a:ext>
              </a:extLst>
            </p:cNvPr>
            <p:cNvCxnSpPr>
              <a:cxnSpLocks noChangeShapeType="1"/>
            </p:cNvCxnSpPr>
            <p:nvPr/>
          </p:nvCxnSpPr>
          <p:spPr bwMode="auto">
            <a:xfrm>
              <a:off x="5225192" y="2720781"/>
              <a:ext cx="1390534" cy="167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0734" name="Straight Connector 12">
              <a:extLst>
                <a:ext uri="{FF2B5EF4-FFF2-40B4-BE49-F238E27FC236}">
                  <a16:creationId xmlns:a16="http://schemas.microsoft.com/office/drawing/2014/main" id="{071E416C-5224-F1A4-2CD3-703D2F5D144E}"/>
                </a:ext>
              </a:extLst>
            </p:cNvPr>
            <p:cNvCxnSpPr>
              <a:cxnSpLocks noChangeShapeType="1"/>
            </p:cNvCxnSpPr>
            <p:nvPr/>
          </p:nvCxnSpPr>
          <p:spPr bwMode="auto">
            <a:xfrm rot="5400000">
              <a:off x="6140282" y="3196225"/>
              <a:ext cx="965150" cy="14262"/>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30735" name="Straight Connector 13">
              <a:extLst>
                <a:ext uri="{FF2B5EF4-FFF2-40B4-BE49-F238E27FC236}">
                  <a16:creationId xmlns:a16="http://schemas.microsoft.com/office/drawing/2014/main" id="{11DA0665-8C4D-C8D4-51EE-5D0E0A6544F4}"/>
                </a:ext>
              </a:extLst>
            </p:cNvPr>
            <p:cNvCxnSpPr>
              <a:cxnSpLocks noChangeShapeType="1"/>
            </p:cNvCxnSpPr>
            <p:nvPr/>
          </p:nvCxnSpPr>
          <p:spPr bwMode="auto">
            <a:xfrm>
              <a:off x="6615725" y="3685931"/>
              <a:ext cx="1004275" cy="167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0736" name="Straight Connector 15">
              <a:extLst>
                <a:ext uri="{FF2B5EF4-FFF2-40B4-BE49-F238E27FC236}">
                  <a16:creationId xmlns:a16="http://schemas.microsoft.com/office/drawing/2014/main" id="{04DAEAA3-9C1F-D21C-BBF8-4CD7CB5A9B7D}"/>
                </a:ext>
              </a:extLst>
            </p:cNvPr>
            <p:cNvCxnSpPr>
              <a:cxnSpLocks noChangeShapeType="1"/>
            </p:cNvCxnSpPr>
            <p:nvPr/>
          </p:nvCxnSpPr>
          <p:spPr bwMode="auto">
            <a:xfrm rot="5400000">
              <a:off x="1290475" y="3251647"/>
              <a:ext cx="2026815" cy="1610"/>
            </a:xfrm>
            <a:prstGeom prst="line">
              <a:avLst/>
            </a:prstGeom>
            <a:noFill/>
            <a:ln w="28575"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0737" name="Straight Connector 16">
              <a:extLst>
                <a:ext uri="{FF2B5EF4-FFF2-40B4-BE49-F238E27FC236}">
                  <a16:creationId xmlns:a16="http://schemas.microsoft.com/office/drawing/2014/main" id="{E04BE027-05AD-41D9-1559-0A3EECAFE70F}"/>
                </a:ext>
              </a:extLst>
            </p:cNvPr>
            <p:cNvCxnSpPr>
              <a:cxnSpLocks noChangeShapeType="1"/>
            </p:cNvCxnSpPr>
            <p:nvPr/>
          </p:nvCxnSpPr>
          <p:spPr bwMode="auto">
            <a:xfrm rot="5400000">
              <a:off x="1783992" y="3187841"/>
              <a:ext cx="2122916" cy="1610"/>
            </a:xfrm>
            <a:prstGeom prst="line">
              <a:avLst/>
            </a:prstGeom>
            <a:noFill/>
            <a:ln w="28575" algn="ctr">
              <a:solidFill>
                <a:srgbClr val="0070C0"/>
              </a:solidFill>
              <a:prstDash val="dash"/>
              <a:round/>
              <a:headEnd/>
              <a:tailEnd/>
            </a:ln>
            <a:extLst>
              <a:ext uri="{909E8E84-426E-40DD-AFC4-6F175D3DCCD1}">
                <a14:hiddenFill xmlns:a14="http://schemas.microsoft.com/office/drawing/2010/main">
                  <a:noFill/>
                </a14:hiddenFill>
              </a:ext>
            </a:extLst>
          </p:spPr>
        </p:cxnSp>
        <p:cxnSp>
          <p:nvCxnSpPr>
            <p:cNvPr id="30738" name="Straight Connector 17">
              <a:extLst>
                <a:ext uri="{FF2B5EF4-FFF2-40B4-BE49-F238E27FC236}">
                  <a16:creationId xmlns:a16="http://schemas.microsoft.com/office/drawing/2014/main" id="{2314C24A-97F2-A848-10B8-F5B8B79A52CF}"/>
                </a:ext>
              </a:extLst>
            </p:cNvPr>
            <p:cNvCxnSpPr>
              <a:cxnSpLocks noChangeShapeType="1"/>
            </p:cNvCxnSpPr>
            <p:nvPr/>
          </p:nvCxnSpPr>
          <p:spPr bwMode="auto">
            <a:xfrm rot="5400000">
              <a:off x="3761715" y="3073735"/>
              <a:ext cx="2360019" cy="22553"/>
            </a:xfrm>
            <a:prstGeom prst="line">
              <a:avLst/>
            </a:prstGeom>
            <a:noFill/>
            <a:ln w="28575"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0739" name="Straight Connector 18">
              <a:extLst>
                <a:ext uri="{FF2B5EF4-FFF2-40B4-BE49-F238E27FC236}">
                  <a16:creationId xmlns:a16="http://schemas.microsoft.com/office/drawing/2014/main" id="{3C93D21B-9261-B1BA-92DF-9B090F3617CC}"/>
                </a:ext>
              </a:extLst>
            </p:cNvPr>
            <p:cNvCxnSpPr>
              <a:cxnSpLocks noChangeShapeType="1"/>
            </p:cNvCxnSpPr>
            <p:nvPr/>
          </p:nvCxnSpPr>
          <p:spPr bwMode="auto">
            <a:xfrm rot="5400000">
              <a:off x="3338792" y="3034195"/>
              <a:ext cx="2412398" cy="1610"/>
            </a:xfrm>
            <a:prstGeom prst="line">
              <a:avLst/>
            </a:prstGeom>
            <a:noFill/>
            <a:ln w="28575" algn="ctr">
              <a:solidFill>
                <a:srgbClr val="0070C0"/>
              </a:solidFill>
              <a:prstDash val="dash"/>
              <a:round/>
              <a:headEnd/>
              <a:tailEnd/>
            </a:ln>
            <a:extLst>
              <a:ext uri="{909E8E84-426E-40DD-AFC4-6F175D3DCCD1}">
                <a14:hiddenFill xmlns:a14="http://schemas.microsoft.com/office/drawing/2010/main">
                  <a:noFill/>
                </a14:hiddenFill>
              </a:ext>
            </a:extLst>
          </p:spPr>
        </p:cxnSp>
        <p:cxnSp>
          <p:nvCxnSpPr>
            <p:cNvPr id="30740" name="Straight Arrow Connector 20">
              <a:extLst>
                <a:ext uri="{FF2B5EF4-FFF2-40B4-BE49-F238E27FC236}">
                  <a16:creationId xmlns:a16="http://schemas.microsoft.com/office/drawing/2014/main" id="{CF96E6C1-795E-6350-1170-A08B791B0788}"/>
                </a:ext>
              </a:extLst>
            </p:cNvPr>
            <p:cNvCxnSpPr>
              <a:cxnSpLocks noChangeShapeType="1"/>
            </p:cNvCxnSpPr>
            <p:nvPr/>
          </p:nvCxnSpPr>
          <p:spPr bwMode="auto">
            <a:xfrm>
              <a:off x="4544187" y="4088077"/>
              <a:ext cx="386259" cy="1676"/>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30741" name="Straight Arrow Connector 21">
              <a:extLst>
                <a:ext uri="{FF2B5EF4-FFF2-40B4-BE49-F238E27FC236}">
                  <a16:creationId xmlns:a16="http://schemas.microsoft.com/office/drawing/2014/main" id="{485AD694-49CB-8877-9020-A2474100205E}"/>
                </a:ext>
              </a:extLst>
            </p:cNvPr>
            <p:cNvCxnSpPr>
              <a:cxnSpLocks noChangeShapeType="1"/>
            </p:cNvCxnSpPr>
            <p:nvPr/>
          </p:nvCxnSpPr>
          <p:spPr bwMode="auto">
            <a:xfrm>
              <a:off x="2338347" y="4088077"/>
              <a:ext cx="463511" cy="1676"/>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30742" name="TextBox 22">
              <a:extLst>
                <a:ext uri="{FF2B5EF4-FFF2-40B4-BE49-F238E27FC236}">
                  <a16:creationId xmlns:a16="http://schemas.microsoft.com/office/drawing/2014/main" id="{3ACF4424-C138-0AC3-191C-9B49419AA01F}"/>
                </a:ext>
              </a:extLst>
            </p:cNvPr>
            <p:cNvSpPr txBox="1">
              <a:spLocks noChangeArrowheads="1"/>
            </p:cNvSpPr>
            <p:nvPr/>
          </p:nvSpPr>
          <p:spPr bwMode="auto">
            <a:xfrm>
              <a:off x="1981200" y="4267200"/>
              <a:ext cx="16222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Hold  Slack</a:t>
              </a:r>
              <a:endParaRPr lang="en-GB" altLang="en-US"/>
            </a:p>
          </p:txBody>
        </p:sp>
        <p:sp>
          <p:nvSpPr>
            <p:cNvPr id="30743" name="TextBox 23">
              <a:extLst>
                <a:ext uri="{FF2B5EF4-FFF2-40B4-BE49-F238E27FC236}">
                  <a16:creationId xmlns:a16="http://schemas.microsoft.com/office/drawing/2014/main" id="{1429336B-2B2C-82F5-667B-837E46054BEA}"/>
                </a:ext>
              </a:extLst>
            </p:cNvPr>
            <p:cNvSpPr txBox="1">
              <a:spLocks noChangeArrowheads="1"/>
            </p:cNvSpPr>
            <p:nvPr/>
          </p:nvSpPr>
          <p:spPr bwMode="auto">
            <a:xfrm>
              <a:off x="4235179" y="4329364"/>
              <a:ext cx="16222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Setup  Slack</a:t>
              </a:r>
              <a:endParaRPr lang="en-GB" altLang="en-US"/>
            </a:p>
          </p:txBody>
        </p:sp>
        <p:cxnSp>
          <p:nvCxnSpPr>
            <p:cNvPr id="30744" name="Straight Arrow Connector 24">
              <a:extLst>
                <a:ext uri="{FF2B5EF4-FFF2-40B4-BE49-F238E27FC236}">
                  <a16:creationId xmlns:a16="http://schemas.microsoft.com/office/drawing/2014/main" id="{907EDC37-DABA-8FD5-6D82-7F676DF8E254}"/>
                </a:ext>
              </a:extLst>
            </p:cNvPr>
            <p:cNvCxnSpPr>
              <a:cxnSpLocks noChangeShapeType="1"/>
            </p:cNvCxnSpPr>
            <p:nvPr/>
          </p:nvCxnSpPr>
          <p:spPr bwMode="auto">
            <a:xfrm>
              <a:off x="4930446" y="2590800"/>
              <a:ext cx="278107" cy="1676"/>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30745" name="TextBox 25">
              <a:extLst>
                <a:ext uri="{FF2B5EF4-FFF2-40B4-BE49-F238E27FC236}">
                  <a16:creationId xmlns:a16="http://schemas.microsoft.com/office/drawing/2014/main" id="{D272FB27-BE32-6918-9F84-1790FB26E47A}"/>
                </a:ext>
              </a:extLst>
            </p:cNvPr>
            <p:cNvSpPr txBox="1">
              <a:spLocks noChangeArrowheads="1"/>
            </p:cNvSpPr>
            <p:nvPr/>
          </p:nvSpPr>
          <p:spPr bwMode="auto">
            <a:xfrm>
              <a:off x="5011259" y="2158055"/>
              <a:ext cx="8497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Setup</a:t>
              </a:r>
              <a:endParaRPr lang="en-GB" altLang="en-US"/>
            </a:p>
          </p:txBody>
        </p:sp>
        <p:cxnSp>
          <p:nvCxnSpPr>
            <p:cNvPr id="30746" name="Straight Arrow Connector 26">
              <a:extLst>
                <a:ext uri="{FF2B5EF4-FFF2-40B4-BE49-F238E27FC236}">
                  <a16:creationId xmlns:a16="http://schemas.microsoft.com/office/drawing/2014/main" id="{4FA2F845-4239-A438-0EC4-A9BAB69478EB}"/>
                </a:ext>
              </a:extLst>
            </p:cNvPr>
            <p:cNvCxnSpPr>
              <a:cxnSpLocks noChangeShapeType="1"/>
            </p:cNvCxnSpPr>
            <p:nvPr/>
          </p:nvCxnSpPr>
          <p:spPr bwMode="auto">
            <a:xfrm>
              <a:off x="2015078" y="2361641"/>
              <a:ext cx="278107" cy="1676"/>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30747" name="TextBox 27">
              <a:extLst>
                <a:ext uri="{FF2B5EF4-FFF2-40B4-BE49-F238E27FC236}">
                  <a16:creationId xmlns:a16="http://schemas.microsoft.com/office/drawing/2014/main" id="{47CF9819-0486-A213-F512-AA1722977D86}"/>
                </a:ext>
              </a:extLst>
            </p:cNvPr>
            <p:cNvSpPr txBox="1">
              <a:spLocks noChangeArrowheads="1"/>
            </p:cNvSpPr>
            <p:nvPr/>
          </p:nvSpPr>
          <p:spPr bwMode="auto">
            <a:xfrm>
              <a:off x="1222356" y="2479494"/>
              <a:ext cx="8497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Hold</a:t>
              </a:r>
              <a:endParaRPr lang="en-GB" altLang="en-US"/>
            </a:p>
          </p:txBody>
        </p:sp>
        <p:cxnSp>
          <p:nvCxnSpPr>
            <p:cNvPr id="30748" name="Straight Arrow Connector 26">
              <a:extLst>
                <a:ext uri="{FF2B5EF4-FFF2-40B4-BE49-F238E27FC236}">
                  <a16:creationId xmlns:a16="http://schemas.microsoft.com/office/drawing/2014/main" id="{DF93FE46-6773-AD71-3C94-B7CEF97CF960}"/>
                </a:ext>
              </a:extLst>
            </p:cNvPr>
            <p:cNvCxnSpPr>
              <a:cxnSpLocks noChangeShapeType="1"/>
            </p:cNvCxnSpPr>
            <p:nvPr/>
          </p:nvCxnSpPr>
          <p:spPr bwMode="auto">
            <a:xfrm>
              <a:off x="1994463" y="2156438"/>
              <a:ext cx="834349" cy="1676"/>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30749" name="Straight Arrow Connector 26">
              <a:extLst>
                <a:ext uri="{FF2B5EF4-FFF2-40B4-BE49-F238E27FC236}">
                  <a16:creationId xmlns:a16="http://schemas.microsoft.com/office/drawing/2014/main" id="{A44DBE9F-9DC4-DE45-92A7-F1783815A294}"/>
                </a:ext>
              </a:extLst>
            </p:cNvPr>
            <p:cNvCxnSpPr>
              <a:cxnSpLocks noChangeShapeType="1"/>
            </p:cNvCxnSpPr>
            <p:nvPr/>
          </p:nvCxnSpPr>
          <p:spPr bwMode="auto">
            <a:xfrm>
              <a:off x="1980422" y="1907884"/>
              <a:ext cx="2926080" cy="1676"/>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30750" name="TextBox 27">
              <a:extLst>
                <a:ext uri="{FF2B5EF4-FFF2-40B4-BE49-F238E27FC236}">
                  <a16:creationId xmlns:a16="http://schemas.microsoft.com/office/drawing/2014/main" id="{63320F91-B377-0226-5A08-273493FA9D9E}"/>
                </a:ext>
              </a:extLst>
            </p:cNvPr>
            <p:cNvSpPr txBox="1">
              <a:spLocks noChangeArrowheads="1"/>
            </p:cNvSpPr>
            <p:nvPr/>
          </p:nvSpPr>
          <p:spPr bwMode="auto">
            <a:xfrm>
              <a:off x="1053369" y="2119867"/>
              <a:ext cx="8497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Tmin</a:t>
              </a:r>
              <a:endParaRPr lang="en-GB" altLang="en-US"/>
            </a:p>
          </p:txBody>
        </p:sp>
        <p:sp>
          <p:nvSpPr>
            <p:cNvPr id="30751" name="TextBox 27">
              <a:extLst>
                <a:ext uri="{FF2B5EF4-FFF2-40B4-BE49-F238E27FC236}">
                  <a16:creationId xmlns:a16="http://schemas.microsoft.com/office/drawing/2014/main" id="{44CEFE58-2DBE-F69D-23CF-F61DDAF68344}"/>
                </a:ext>
              </a:extLst>
            </p:cNvPr>
            <p:cNvSpPr txBox="1">
              <a:spLocks noChangeArrowheads="1"/>
            </p:cNvSpPr>
            <p:nvPr/>
          </p:nvSpPr>
          <p:spPr bwMode="auto">
            <a:xfrm>
              <a:off x="6553200" y="1828800"/>
              <a:ext cx="8497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Tmax</a:t>
              </a:r>
              <a:endParaRPr lang="en-GB" altLang="en-US"/>
            </a:p>
          </p:txBody>
        </p:sp>
        <p:cxnSp>
          <p:nvCxnSpPr>
            <p:cNvPr id="30752" name="Straight Connector 29">
              <a:extLst>
                <a:ext uri="{FF2B5EF4-FFF2-40B4-BE49-F238E27FC236}">
                  <a16:creationId xmlns:a16="http://schemas.microsoft.com/office/drawing/2014/main" id="{3E4FC592-659B-9607-0998-211B785CA60F}"/>
                </a:ext>
              </a:extLst>
            </p:cNvPr>
            <p:cNvCxnSpPr>
              <a:cxnSpLocks noChangeShapeType="1"/>
            </p:cNvCxnSpPr>
            <p:nvPr/>
          </p:nvCxnSpPr>
          <p:spPr bwMode="auto">
            <a:xfrm rot="5400000">
              <a:off x="4618514" y="3246911"/>
              <a:ext cx="82296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53" name="Straight Connector 31">
              <a:extLst>
                <a:ext uri="{FF2B5EF4-FFF2-40B4-BE49-F238E27FC236}">
                  <a16:creationId xmlns:a16="http://schemas.microsoft.com/office/drawing/2014/main" id="{996686D5-EB42-9334-0396-3735C4EC6044}"/>
                </a:ext>
              </a:extLst>
            </p:cNvPr>
            <p:cNvCxnSpPr>
              <a:cxnSpLocks noChangeShapeType="1"/>
            </p:cNvCxnSpPr>
            <p:nvPr/>
          </p:nvCxnSpPr>
          <p:spPr bwMode="auto">
            <a:xfrm rot="10800000">
              <a:off x="5036320" y="2748150"/>
              <a:ext cx="18288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54" name="TextBox 23">
              <a:extLst>
                <a:ext uri="{FF2B5EF4-FFF2-40B4-BE49-F238E27FC236}">
                  <a16:creationId xmlns:a16="http://schemas.microsoft.com/office/drawing/2014/main" id="{26DB0F40-A29A-39DE-64DC-B2D4DA2256F5}"/>
                </a:ext>
              </a:extLst>
            </p:cNvPr>
            <p:cNvSpPr txBox="1">
              <a:spLocks noChangeArrowheads="1"/>
            </p:cNvSpPr>
            <p:nvPr/>
          </p:nvSpPr>
          <p:spPr bwMode="auto">
            <a:xfrm>
              <a:off x="5943600" y="4038600"/>
              <a:ext cx="1905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Setup  Violation</a:t>
              </a:r>
              <a:endParaRPr lang="en-GB" altLang="en-US"/>
            </a:p>
          </p:txBody>
        </p:sp>
        <p:cxnSp>
          <p:nvCxnSpPr>
            <p:cNvPr id="30755" name="Straight Connector 42">
              <a:extLst>
                <a:ext uri="{FF2B5EF4-FFF2-40B4-BE49-F238E27FC236}">
                  <a16:creationId xmlns:a16="http://schemas.microsoft.com/office/drawing/2014/main" id="{9D82C8CA-2DBF-5E67-001F-4553C43BA8E9}"/>
                </a:ext>
              </a:extLst>
            </p:cNvPr>
            <p:cNvCxnSpPr>
              <a:cxnSpLocks noChangeShapeType="1"/>
            </p:cNvCxnSpPr>
            <p:nvPr/>
          </p:nvCxnSpPr>
          <p:spPr bwMode="auto">
            <a:xfrm rot="5400000">
              <a:off x="1712819" y="3199606"/>
              <a:ext cx="9144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56" name="Straight Connector 44">
              <a:extLst>
                <a:ext uri="{FF2B5EF4-FFF2-40B4-BE49-F238E27FC236}">
                  <a16:creationId xmlns:a16="http://schemas.microsoft.com/office/drawing/2014/main" id="{2986A9EA-DD80-9FEF-AC02-62AAC301596C}"/>
                </a:ext>
              </a:extLst>
            </p:cNvPr>
            <p:cNvCxnSpPr>
              <a:cxnSpLocks noChangeShapeType="1"/>
            </p:cNvCxnSpPr>
            <p:nvPr/>
          </p:nvCxnSpPr>
          <p:spPr bwMode="auto">
            <a:xfrm>
              <a:off x="1981200" y="3657600"/>
              <a:ext cx="1524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57" name="TextBox 23">
              <a:extLst>
                <a:ext uri="{FF2B5EF4-FFF2-40B4-BE49-F238E27FC236}">
                  <a16:creationId xmlns:a16="http://schemas.microsoft.com/office/drawing/2014/main" id="{739320D2-DBB7-A0CF-BA41-E9A279D2497E}"/>
                </a:ext>
              </a:extLst>
            </p:cNvPr>
            <p:cNvSpPr txBox="1">
              <a:spLocks noChangeArrowheads="1"/>
            </p:cNvSpPr>
            <p:nvPr/>
          </p:nvSpPr>
          <p:spPr bwMode="auto">
            <a:xfrm>
              <a:off x="304800" y="3810000"/>
              <a:ext cx="1905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Hold  Violation</a:t>
              </a:r>
              <a:endParaRPr lang="en-GB" altLang="en-US"/>
            </a:p>
          </p:txBody>
        </p:sp>
        <p:cxnSp>
          <p:nvCxnSpPr>
            <p:cNvPr id="30758" name="Straight Connector 47">
              <a:extLst>
                <a:ext uri="{FF2B5EF4-FFF2-40B4-BE49-F238E27FC236}">
                  <a16:creationId xmlns:a16="http://schemas.microsoft.com/office/drawing/2014/main" id="{32E7C3C6-C181-E995-E27F-7AF404DB01C9}"/>
                </a:ext>
              </a:extLst>
            </p:cNvPr>
            <p:cNvCxnSpPr>
              <a:cxnSpLocks noChangeShapeType="1"/>
            </p:cNvCxnSpPr>
            <p:nvPr/>
          </p:nvCxnSpPr>
          <p:spPr bwMode="auto">
            <a:xfrm rot="5400000" flipH="1" flipV="1">
              <a:off x="1638300" y="3619500"/>
              <a:ext cx="7620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59" name="Rectangle 50">
              <a:extLst>
                <a:ext uri="{FF2B5EF4-FFF2-40B4-BE49-F238E27FC236}">
                  <a16:creationId xmlns:a16="http://schemas.microsoft.com/office/drawing/2014/main" id="{8930682F-B6AF-0182-7972-B37F33F2F52C}"/>
                </a:ext>
              </a:extLst>
            </p:cNvPr>
            <p:cNvSpPr>
              <a:spLocks noChangeArrowheads="1"/>
            </p:cNvSpPr>
            <p:nvPr/>
          </p:nvSpPr>
          <p:spPr bwMode="auto">
            <a:xfrm>
              <a:off x="4934200" y="2743200"/>
              <a:ext cx="128016" cy="914400"/>
            </a:xfrm>
            <a:prstGeom prst="rect">
              <a:avLst/>
            </a:prstGeom>
            <a:solidFill>
              <a:srgbClr val="FFC000"/>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30760" name="Straight Connector 51">
              <a:extLst>
                <a:ext uri="{FF2B5EF4-FFF2-40B4-BE49-F238E27FC236}">
                  <a16:creationId xmlns:a16="http://schemas.microsoft.com/office/drawing/2014/main" id="{83FA0693-A466-A478-24E5-2EB5DD0DF3FB}"/>
                </a:ext>
              </a:extLst>
            </p:cNvPr>
            <p:cNvCxnSpPr>
              <a:cxnSpLocks noChangeShapeType="1"/>
            </p:cNvCxnSpPr>
            <p:nvPr/>
          </p:nvCxnSpPr>
          <p:spPr bwMode="auto">
            <a:xfrm rot="5400000">
              <a:off x="4760819" y="3199606"/>
              <a:ext cx="9144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61" name="TextBox 55">
              <a:extLst>
                <a:ext uri="{FF2B5EF4-FFF2-40B4-BE49-F238E27FC236}">
                  <a16:creationId xmlns:a16="http://schemas.microsoft.com/office/drawing/2014/main" id="{8C45F1D7-4D9C-35E4-DB15-ED192A11D6BC}"/>
                </a:ext>
              </a:extLst>
            </p:cNvPr>
            <p:cNvSpPr txBox="1">
              <a:spLocks noChangeArrowheads="1"/>
            </p:cNvSpPr>
            <p:nvPr/>
          </p:nvSpPr>
          <p:spPr bwMode="auto">
            <a:xfrm>
              <a:off x="5029200" y="1447800"/>
              <a:ext cx="2590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Latest  required time </a:t>
              </a:r>
              <a:endParaRPr lang="en-GB" altLang="en-US"/>
            </a:p>
          </p:txBody>
        </p:sp>
        <p:cxnSp>
          <p:nvCxnSpPr>
            <p:cNvPr id="30762" name="Straight Connector 57">
              <a:extLst>
                <a:ext uri="{FF2B5EF4-FFF2-40B4-BE49-F238E27FC236}">
                  <a16:creationId xmlns:a16="http://schemas.microsoft.com/office/drawing/2014/main" id="{0378AC38-A583-B87A-5768-D17BD6BC33F8}"/>
                </a:ext>
              </a:extLst>
            </p:cNvPr>
            <p:cNvCxnSpPr>
              <a:cxnSpLocks noChangeShapeType="1"/>
            </p:cNvCxnSpPr>
            <p:nvPr/>
          </p:nvCxnSpPr>
          <p:spPr bwMode="auto">
            <a:xfrm rot="5400000">
              <a:off x="1447800" y="2286000"/>
              <a:ext cx="10668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63" name="Freeform 59">
              <a:extLst>
                <a:ext uri="{FF2B5EF4-FFF2-40B4-BE49-F238E27FC236}">
                  <a16:creationId xmlns:a16="http://schemas.microsoft.com/office/drawing/2014/main" id="{3B1BE7C0-4C94-B5BF-E295-8E4C18CAD8DF}"/>
                </a:ext>
              </a:extLst>
            </p:cNvPr>
            <p:cNvSpPr>
              <a:spLocks/>
            </p:cNvSpPr>
            <p:nvPr/>
          </p:nvSpPr>
          <p:spPr bwMode="auto">
            <a:xfrm>
              <a:off x="4286992" y="1609106"/>
              <a:ext cx="862941" cy="267195"/>
            </a:xfrm>
            <a:custGeom>
              <a:avLst/>
              <a:gdLst>
                <a:gd name="T0" fmla="*/ 0 w 862941"/>
                <a:gd name="T1" fmla="*/ 267195 h 267195"/>
                <a:gd name="T2" fmla="*/ 522514 w 862941"/>
                <a:gd name="T3" fmla="*/ 41564 h 267195"/>
                <a:gd name="T4" fmla="*/ 819398 w 862941"/>
                <a:gd name="T5" fmla="*/ 17813 h 267195"/>
                <a:gd name="T6" fmla="*/ 783772 w 862941"/>
                <a:gd name="T7" fmla="*/ 41564 h 2671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2941" h="267195">
                  <a:moveTo>
                    <a:pt x="0" y="267195"/>
                  </a:moveTo>
                  <a:cubicBezTo>
                    <a:pt x="192974" y="175161"/>
                    <a:pt x="385948" y="83128"/>
                    <a:pt x="522514" y="41564"/>
                  </a:cubicBezTo>
                  <a:cubicBezTo>
                    <a:pt x="659080" y="0"/>
                    <a:pt x="775855" y="17813"/>
                    <a:pt x="819398" y="17813"/>
                  </a:cubicBezTo>
                  <a:cubicBezTo>
                    <a:pt x="862941" y="17813"/>
                    <a:pt x="823356" y="29688"/>
                    <a:pt x="783772" y="41564"/>
                  </a:cubicBezTo>
                </a:path>
              </a:pathLst>
            </a:custGeom>
            <a:noFill/>
            <a:ln w="9525" cap="flat" cmpd="sng" algn="ctr">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0764" name="TextBox 60">
              <a:extLst>
                <a:ext uri="{FF2B5EF4-FFF2-40B4-BE49-F238E27FC236}">
                  <a16:creationId xmlns:a16="http://schemas.microsoft.com/office/drawing/2014/main" id="{3920DB72-6FC9-D5A4-D080-168E34DAFB4A}"/>
                </a:ext>
              </a:extLst>
            </p:cNvPr>
            <p:cNvSpPr txBox="1">
              <a:spLocks noChangeArrowheads="1"/>
            </p:cNvSpPr>
            <p:nvPr/>
          </p:nvSpPr>
          <p:spPr bwMode="auto">
            <a:xfrm>
              <a:off x="685800" y="1447800"/>
              <a:ext cx="2590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Earliest  required time </a:t>
              </a:r>
              <a:endParaRPr lang="en-GB" altLang="en-US"/>
            </a:p>
          </p:txBody>
        </p:sp>
        <p:sp>
          <p:nvSpPr>
            <p:cNvPr id="30765" name="Freeform 61">
              <a:extLst>
                <a:ext uri="{FF2B5EF4-FFF2-40B4-BE49-F238E27FC236}">
                  <a16:creationId xmlns:a16="http://schemas.microsoft.com/office/drawing/2014/main" id="{93114D6A-CF12-9BAE-089C-E9ADCD818D33}"/>
                </a:ext>
              </a:extLst>
            </p:cNvPr>
            <p:cNvSpPr>
              <a:spLocks/>
            </p:cNvSpPr>
            <p:nvPr/>
          </p:nvSpPr>
          <p:spPr bwMode="auto">
            <a:xfrm>
              <a:off x="1436914" y="1781299"/>
              <a:ext cx="1045029" cy="368135"/>
            </a:xfrm>
            <a:custGeom>
              <a:avLst/>
              <a:gdLst>
                <a:gd name="T0" fmla="*/ 1045029 w 1045029"/>
                <a:gd name="T1" fmla="*/ 368135 h 368135"/>
                <a:gd name="T2" fmla="*/ 201881 w 1045029"/>
                <a:gd name="T3" fmla="*/ 225631 h 368135"/>
                <a:gd name="T4" fmla="*/ 0 w 1045029"/>
                <a:gd name="T5" fmla="*/ 0 h 368135"/>
                <a:gd name="T6" fmla="*/ 0 w 1045029"/>
                <a:gd name="T7" fmla="*/ 0 h 3681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45029" h="368135">
                  <a:moveTo>
                    <a:pt x="1045029" y="368135"/>
                  </a:moveTo>
                  <a:cubicBezTo>
                    <a:pt x="710540" y="327561"/>
                    <a:pt x="376052" y="286987"/>
                    <a:pt x="201881" y="225631"/>
                  </a:cubicBezTo>
                  <a:cubicBezTo>
                    <a:pt x="27710" y="164275"/>
                    <a:pt x="0" y="0"/>
                    <a:pt x="0" y="0"/>
                  </a:cubicBezTo>
                </a:path>
              </a:pathLst>
            </a:custGeom>
            <a:noFill/>
            <a:ln w="9525" cap="flat" cmpd="sng" algn="ctr">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146">
            <a:extLst>
              <a:ext uri="{FF2B5EF4-FFF2-40B4-BE49-F238E27FC236}">
                <a16:creationId xmlns:a16="http://schemas.microsoft.com/office/drawing/2014/main" id="{7B5D4A32-70A2-B2BF-9D32-BF6521052283}"/>
              </a:ext>
            </a:extLst>
          </p:cNvPr>
          <p:cNvSpPr txBox="1">
            <a:spLocks noChangeArrowheads="1"/>
          </p:cNvSpPr>
          <p:nvPr/>
        </p:nvSpPr>
        <p:spPr bwMode="auto">
          <a:xfrm>
            <a:off x="2438400" y="4724401"/>
            <a:ext cx="7924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000"/>
              <a:t>Cycle time(T) cannot be smaller than longest  path delay (Tmax)</a:t>
            </a:r>
          </a:p>
          <a:p>
            <a:pPr algn="just" eaLnBrk="1" hangingPunct="1"/>
            <a:r>
              <a:rPr lang="en-US" altLang="en-US" sz="2000"/>
              <a:t>T</a:t>
            </a:r>
            <a:r>
              <a:rPr lang="en-US" altLang="en-US" sz="2000" baseline="-25000"/>
              <a:t>max</a:t>
            </a:r>
            <a:r>
              <a:rPr lang="en-US" altLang="en-US" sz="2000"/>
              <a:t> + T</a:t>
            </a:r>
            <a:r>
              <a:rPr lang="en-US" altLang="en-US" sz="2000" baseline="-25000"/>
              <a:t>setup</a:t>
            </a:r>
            <a:r>
              <a:rPr lang="en-US" altLang="en-US" sz="2000"/>
              <a:t> + T</a:t>
            </a:r>
            <a:r>
              <a:rPr lang="en-US" altLang="en-US" sz="2000" baseline="-25000"/>
              <a:t>skew</a:t>
            </a:r>
            <a:r>
              <a:rPr lang="en-US" altLang="en-US" sz="2000"/>
              <a:t> +T </a:t>
            </a:r>
            <a:r>
              <a:rPr lang="en-US" altLang="en-US" sz="2000" baseline="-25000"/>
              <a:t>clk-to-Q </a:t>
            </a:r>
            <a:r>
              <a:rPr lang="en-US" altLang="en-US" sz="2000">
                <a:sym typeface="Symbol" panose="05050102010706020507" pitchFamily="18" charset="2"/>
              </a:rPr>
              <a:t> T</a:t>
            </a:r>
          </a:p>
        </p:txBody>
      </p:sp>
      <p:grpSp>
        <p:nvGrpSpPr>
          <p:cNvPr id="31747" name="Group 103">
            <a:extLst>
              <a:ext uri="{FF2B5EF4-FFF2-40B4-BE49-F238E27FC236}">
                <a16:creationId xmlns:a16="http://schemas.microsoft.com/office/drawing/2014/main" id="{F3DD1455-26BE-78D8-85C1-0D463082F6EB}"/>
              </a:ext>
            </a:extLst>
          </p:cNvPr>
          <p:cNvGrpSpPr>
            <a:grpSpLocks/>
          </p:cNvGrpSpPr>
          <p:nvPr/>
        </p:nvGrpSpPr>
        <p:grpSpPr bwMode="auto">
          <a:xfrm>
            <a:off x="6589713" y="2416176"/>
            <a:ext cx="3352800" cy="1584325"/>
            <a:chOff x="677863" y="4572000"/>
            <a:chExt cx="3513137" cy="1584325"/>
          </a:xfrm>
        </p:grpSpPr>
        <p:sp>
          <p:nvSpPr>
            <p:cNvPr id="31784" name="Line 82">
              <a:extLst>
                <a:ext uri="{FF2B5EF4-FFF2-40B4-BE49-F238E27FC236}">
                  <a16:creationId xmlns:a16="http://schemas.microsoft.com/office/drawing/2014/main" id="{4A9E776E-5AC5-AA85-8D80-ADBCC358810B}"/>
                </a:ext>
              </a:extLst>
            </p:cNvPr>
            <p:cNvSpPr>
              <a:spLocks noChangeShapeType="1"/>
            </p:cNvSpPr>
            <p:nvPr/>
          </p:nvSpPr>
          <p:spPr bwMode="auto">
            <a:xfrm>
              <a:off x="1316038" y="5291138"/>
              <a:ext cx="5048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5" name="Line 83">
              <a:extLst>
                <a:ext uri="{FF2B5EF4-FFF2-40B4-BE49-F238E27FC236}">
                  <a16:creationId xmlns:a16="http://schemas.microsoft.com/office/drawing/2014/main" id="{EB56D9BA-0D7F-2DF5-8CDA-6675D24639DB}"/>
                </a:ext>
              </a:extLst>
            </p:cNvPr>
            <p:cNvSpPr>
              <a:spLocks noChangeShapeType="1"/>
            </p:cNvSpPr>
            <p:nvPr/>
          </p:nvSpPr>
          <p:spPr bwMode="auto">
            <a:xfrm flipV="1">
              <a:off x="1820863" y="4932363"/>
              <a:ext cx="71437" cy="358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6" name="Line 84">
              <a:extLst>
                <a:ext uri="{FF2B5EF4-FFF2-40B4-BE49-F238E27FC236}">
                  <a16:creationId xmlns:a16="http://schemas.microsoft.com/office/drawing/2014/main" id="{3AA2C926-B0E3-099A-678A-121432F2B6BE}"/>
                </a:ext>
              </a:extLst>
            </p:cNvPr>
            <p:cNvSpPr>
              <a:spLocks noChangeShapeType="1"/>
            </p:cNvSpPr>
            <p:nvPr/>
          </p:nvSpPr>
          <p:spPr bwMode="auto">
            <a:xfrm>
              <a:off x="1892300" y="4932363"/>
              <a:ext cx="5048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7" name="Line 85">
              <a:extLst>
                <a:ext uri="{FF2B5EF4-FFF2-40B4-BE49-F238E27FC236}">
                  <a16:creationId xmlns:a16="http://schemas.microsoft.com/office/drawing/2014/main" id="{B48D945C-A7D7-2CA9-5730-99337C4A725C}"/>
                </a:ext>
              </a:extLst>
            </p:cNvPr>
            <p:cNvSpPr>
              <a:spLocks noChangeShapeType="1"/>
            </p:cNvSpPr>
            <p:nvPr/>
          </p:nvSpPr>
          <p:spPr bwMode="auto">
            <a:xfrm>
              <a:off x="2397125" y="4932363"/>
              <a:ext cx="71438" cy="358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8" name="Line 86">
              <a:extLst>
                <a:ext uri="{FF2B5EF4-FFF2-40B4-BE49-F238E27FC236}">
                  <a16:creationId xmlns:a16="http://schemas.microsoft.com/office/drawing/2014/main" id="{F0ED7C72-A0F5-C10E-4B50-A6CCE3E10791}"/>
                </a:ext>
              </a:extLst>
            </p:cNvPr>
            <p:cNvSpPr>
              <a:spLocks noChangeShapeType="1"/>
            </p:cNvSpPr>
            <p:nvPr/>
          </p:nvSpPr>
          <p:spPr bwMode="auto">
            <a:xfrm>
              <a:off x="2461983" y="5300663"/>
              <a:ext cx="5048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9" name="Line 87">
              <a:extLst>
                <a:ext uri="{FF2B5EF4-FFF2-40B4-BE49-F238E27FC236}">
                  <a16:creationId xmlns:a16="http://schemas.microsoft.com/office/drawing/2014/main" id="{D5D9594C-C575-36A5-037D-00876375334C}"/>
                </a:ext>
              </a:extLst>
            </p:cNvPr>
            <p:cNvSpPr>
              <a:spLocks noChangeShapeType="1"/>
            </p:cNvSpPr>
            <p:nvPr/>
          </p:nvSpPr>
          <p:spPr bwMode="auto">
            <a:xfrm flipV="1">
              <a:off x="2976563" y="4932363"/>
              <a:ext cx="71437" cy="358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0" name="Line 88">
              <a:extLst>
                <a:ext uri="{FF2B5EF4-FFF2-40B4-BE49-F238E27FC236}">
                  <a16:creationId xmlns:a16="http://schemas.microsoft.com/office/drawing/2014/main" id="{DA2F44CF-E3CB-9D70-CF57-7AD4EF1800AD}"/>
                </a:ext>
              </a:extLst>
            </p:cNvPr>
            <p:cNvSpPr>
              <a:spLocks noChangeShapeType="1"/>
            </p:cNvSpPr>
            <p:nvPr/>
          </p:nvSpPr>
          <p:spPr bwMode="auto">
            <a:xfrm>
              <a:off x="3035300" y="4946218"/>
              <a:ext cx="5048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1" name="Line 89">
              <a:extLst>
                <a:ext uri="{FF2B5EF4-FFF2-40B4-BE49-F238E27FC236}">
                  <a16:creationId xmlns:a16="http://schemas.microsoft.com/office/drawing/2014/main" id="{C4D77D23-0904-C819-F1F4-05ADEEBE2344}"/>
                </a:ext>
              </a:extLst>
            </p:cNvPr>
            <p:cNvSpPr>
              <a:spLocks noChangeShapeType="1"/>
            </p:cNvSpPr>
            <p:nvPr/>
          </p:nvSpPr>
          <p:spPr bwMode="auto">
            <a:xfrm>
              <a:off x="3538308" y="4945063"/>
              <a:ext cx="71438" cy="358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2" name="Line 90">
              <a:extLst>
                <a:ext uri="{FF2B5EF4-FFF2-40B4-BE49-F238E27FC236}">
                  <a16:creationId xmlns:a16="http://schemas.microsoft.com/office/drawing/2014/main" id="{7B0DB44A-37A3-42DC-4AFC-DED6C33925D8}"/>
                </a:ext>
              </a:extLst>
            </p:cNvPr>
            <p:cNvSpPr>
              <a:spLocks noChangeShapeType="1"/>
            </p:cNvSpPr>
            <p:nvPr/>
          </p:nvSpPr>
          <p:spPr bwMode="auto">
            <a:xfrm>
              <a:off x="3619500" y="5300663"/>
              <a:ext cx="5048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3" name="Line 91">
              <a:extLst>
                <a:ext uri="{FF2B5EF4-FFF2-40B4-BE49-F238E27FC236}">
                  <a16:creationId xmlns:a16="http://schemas.microsoft.com/office/drawing/2014/main" id="{4FE240E5-21EB-22B3-FE27-94759FE671B4}"/>
                </a:ext>
              </a:extLst>
            </p:cNvPr>
            <p:cNvSpPr>
              <a:spLocks noChangeShapeType="1"/>
            </p:cNvSpPr>
            <p:nvPr/>
          </p:nvSpPr>
          <p:spPr bwMode="auto">
            <a:xfrm flipV="1">
              <a:off x="4119563" y="4945063"/>
              <a:ext cx="71437" cy="358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4" name="Line 95">
              <a:extLst>
                <a:ext uri="{FF2B5EF4-FFF2-40B4-BE49-F238E27FC236}">
                  <a16:creationId xmlns:a16="http://schemas.microsoft.com/office/drawing/2014/main" id="{C0B576E5-A59C-B475-BE66-E9FEE936C269}"/>
                </a:ext>
              </a:extLst>
            </p:cNvPr>
            <p:cNvSpPr>
              <a:spLocks noChangeShapeType="1"/>
            </p:cNvSpPr>
            <p:nvPr/>
          </p:nvSpPr>
          <p:spPr bwMode="auto">
            <a:xfrm>
              <a:off x="1820863" y="4716463"/>
              <a:ext cx="0" cy="143986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5" name="Line 96">
              <a:extLst>
                <a:ext uri="{FF2B5EF4-FFF2-40B4-BE49-F238E27FC236}">
                  <a16:creationId xmlns:a16="http://schemas.microsoft.com/office/drawing/2014/main" id="{CA35F647-5CD4-ABA2-59E2-6D6B63F1A072}"/>
                </a:ext>
              </a:extLst>
            </p:cNvPr>
            <p:cNvSpPr>
              <a:spLocks noChangeShapeType="1"/>
            </p:cNvSpPr>
            <p:nvPr/>
          </p:nvSpPr>
          <p:spPr bwMode="auto">
            <a:xfrm>
              <a:off x="3001963" y="4691063"/>
              <a:ext cx="0" cy="143986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6" name="Line 101">
              <a:extLst>
                <a:ext uri="{FF2B5EF4-FFF2-40B4-BE49-F238E27FC236}">
                  <a16:creationId xmlns:a16="http://schemas.microsoft.com/office/drawing/2014/main" id="{73B084C1-A703-8CF8-361A-628921ABA838}"/>
                </a:ext>
              </a:extLst>
            </p:cNvPr>
            <p:cNvSpPr>
              <a:spLocks noChangeShapeType="1"/>
            </p:cNvSpPr>
            <p:nvPr/>
          </p:nvSpPr>
          <p:spPr bwMode="auto">
            <a:xfrm flipV="1">
              <a:off x="1570038" y="5651500"/>
              <a:ext cx="71437" cy="358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7" name="Line 102">
              <a:extLst>
                <a:ext uri="{FF2B5EF4-FFF2-40B4-BE49-F238E27FC236}">
                  <a16:creationId xmlns:a16="http://schemas.microsoft.com/office/drawing/2014/main" id="{7335CE0B-268C-FB4F-3140-9105C86AC88C}"/>
                </a:ext>
              </a:extLst>
            </p:cNvPr>
            <p:cNvSpPr>
              <a:spLocks noChangeShapeType="1"/>
            </p:cNvSpPr>
            <p:nvPr/>
          </p:nvSpPr>
          <p:spPr bwMode="auto">
            <a:xfrm>
              <a:off x="1638300" y="5651500"/>
              <a:ext cx="23431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8" name="Line 103">
              <a:extLst>
                <a:ext uri="{FF2B5EF4-FFF2-40B4-BE49-F238E27FC236}">
                  <a16:creationId xmlns:a16="http://schemas.microsoft.com/office/drawing/2014/main" id="{EFCB354C-D711-19F9-5373-2C6CBEAAE981}"/>
                </a:ext>
              </a:extLst>
            </p:cNvPr>
            <p:cNvSpPr>
              <a:spLocks noChangeShapeType="1"/>
            </p:cNvSpPr>
            <p:nvPr/>
          </p:nvSpPr>
          <p:spPr bwMode="auto">
            <a:xfrm flipV="1">
              <a:off x="1963738" y="5651500"/>
              <a:ext cx="71437" cy="358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9" name="Line 104">
              <a:extLst>
                <a:ext uri="{FF2B5EF4-FFF2-40B4-BE49-F238E27FC236}">
                  <a16:creationId xmlns:a16="http://schemas.microsoft.com/office/drawing/2014/main" id="{8BDC6D92-EA8A-420B-FA48-94776BEB3F5E}"/>
                </a:ext>
              </a:extLst>
            </p:cNvPr>
            <p:cNvSpPr>
              <a:spLocks noChangeShapeType="1"/>
            </p:cNvSpPr>
            <p:nvPr/>
          </p:nvSpPr>
          <p:spPr bwMode="auto">
            <a:xfrm>
              <a:off x="1978025" y="5656263"/>
              <a:ext cx="71438" cy="358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0" name="Line 105">
              <a:extLst>
                <a:ext uri="{FF2B5EF4-FFF2-40B4-BE49-F238E27FC236}">
                  <a16:creationId xmlns:a16="http://schemas.microsoft.com/office/drawing/2014/main" id="{C941AB8C-E17A-26A0-D638-5183EA5A3211}"/>
                </a:ext>
              </a:extLst>
            </p:cNvPr>
            <p:cNvSpPr>
              <a:spLocks noChangeShapeType="1"/>
            </p:cNvSpPr>
            <p:nvPr/>
          </p:nvSpPr>
          <p:spPr bwMode="auto">
            <a:xfrm>
              <a:off x="1100138" y="6011863"/>
              <a:ext cx="28813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1" name="Line 106">
              <a:extLst>
                <a:ext uri="{FF2B5EF4-FFF2-40B4-BE49-F238E27FC236}">
                  <a16:creationId xmlns:a16="http://schemas.microsoft.com/office/drawing/2014/main" id="{123BE9FD-E8FE-3EDF-2965-41D43F09F0B1}"/>
                </a:ext>
              </a:extLst>
            </p:cNvPr>
            <p:cNvSpPr>
              <a:spLocks noChangeShapeType="1"/>
            </p:cNvSpPr>
            <p:nvPr/>
          </p:nvSpPr>
          <p:spPr bwMode="auto">
            <a:xfrm>
              <a:off x="1571625" y="5643563"/>
              <a:ext cx="71438" cy="358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802" name="Group 109">
              <a:extLst>
                <a:ext uri="{FF2B5EF4-FFF2-40B4-BE49-F238E27FC236}">
                  <a16:creationId xmlns:a16="http://schemas.microsoft.com/office/drawing/2014/main" id="{FB8B706C-D078-EFF2-7C82-71AA26ADB472}"/>
                </a:ext>
              </a:extLst>
            </p:cNvPr>
            <p:cNvGrpSpPr>
              <a:grpSpLocks/>
            </p:cNvGrpSpPr>
            <p:nvPr/>
          </p:nvGrpSpPr>
          <p:grpSpPr bwMode="auto">
            <a:xfrm>
              <a:off x="2065338" y="5651500"/>
              <a:ext cx="85725" cy="363538"/>
              <a:chOff x="1009" y="3702"/>
              <a:chExt cx="54" cy="229"/>
            </a:xfrm>
          </p:grpSpPr>
          <p:sp>
            <p:nvSpPr>
              <p:cNvPr id="31843" name="Line 107">
                <a:extLst>
                  <a:ext uri="{FF2B5EF4-FFF2-40B4-BE49-F238E27FC236}">
                    <a16:creationId xmlns:a16="http://schemas.microsoft.com/office/drawing/2014/main" id="{E9E24427-CD06-D8BB-A674-92D3F3DE8922}"/>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44" name="Line 108">
                <a:extLst>
                  <a:ext uri="{FF2B5EF4-FFF2-40B4-BE49-F238E27FC236}">
                    <a16:creationId xmlns:a16="http://schemas.microsoft.com/office/drawing/2014/main" id="{D4E75311-3957-417E-A956-22034D62786B}"/>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1803" name="Group 110">
              <a:extLst>
                <a:ext uri="{FF2B5EF4-FFF2-40B4-BE49-F238E27FC236}">
                  <a16:creationId xmlns:a16="http://schemas.microsoft.com/office/drawing/2014/main" id="{58792848-BF7A-1857-DBD5-48DE5FF51ABF}"/>
                </a:ext>
              </a:extLst>
            </p:cNvPr>
            <p:cNvGrpSpPr>
              <a:grpSpLocks/>
            </p:cNvGrpSpPr>
            <p:nvPr/>
          </p:nvGrpSpPr>
          <p:grpSpPr bwMode="auto">
            <a:xfrm>
              <a:off x="2181225" y="5651500"/>
              <a:ext cx="85725" cy="363538"/>
              <a:chOff x="1009" y="3702"/>
              <a:chExt cx="54" cy="229"/>
            </a:xfrm>
          </p:grpSpPr>
          <p:sp>
            <p:nvSpPr>
              <p:cNvPr id="31841" name="Line 111">
                <a:extLst>
                  <a:ext uri="{FF2B5EF4-FFF2-40B4-BE49-F238E27FC236}">
                    <a16:creationId xmlns:a16="http://schemas.microsoft.com/office/drawing/2014/main" id="{7C51BDF0-74C0-CB0A-E63C-180AA74DD8EC}"/>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42" name="Line 112">
                <a:extLst>
                  <a:ext uri="{FF2B5EF4-FFF2-40B4-BE49-F238E27FC236}">
                    <a16:creationId xmlns:a16="http://schemas.microsoft.com/office/drawing/2014/main" id="{0E1A2E1B-0C0D-90C2-1BAD-401B0572BEB2}"/>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1804" name="Group 113">
              <a:extLst>
                <a:ext uri="{FF2B5EF4-FFF2-40B4-BE49-F238E27FC236}">
                  <a16:creationId xmlns:a16="http://schemas.microsoft.com/office/drawing/2014/main" id="{95387E01-29A2-0681-3BAB-F2766F445632}"/>
                </a:ext>
              </a:extLst>
            </p:cNvPr>
            <p:cNvGrpSpPr>
              <a:grpSpLocks/>
            </p:cNvGrpSpPr>
            <p:nvPr/>
          </p:nvGrpSpPr>
          <p:grpSpPr bwMode="auto">
            <a:xfrm>
              <a:off x="2270125" y="5651500"/>
              <a:ext cx="85725" cy="363538"/>
              <a:chOff x="1009" y="3702"/>
              <a:chExt cx="54" cy="229"/>
            </a:xfrm>
          </p:grpSpPr>
          <p:sp>
            <p:nvSpPr>
              <p:cNvPr id="31839" name="Line 114">
                <a:extLst>
                  <a:ext uri="{FF2B5EF4-FFF2-40B4-BE49-F238E27FC236}">
                    <a16:creationId xmlns:a16="http://schemas.microsoft.com/office/drawing/2014/main" id="{9A6C4E15-E14C-1BCF-A735-4C6A603D5FB5}"/>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40" name="Line 115">
                <a:extLst>
                  <a:ext uri="{FF2B5EF4-FFF2-40B4-BE49-F238E27FC236}">
                    <a16:creationId xmlns:a16="http://schemas.microsoft.com/office/drawing/2014/main" id="{F958A546-1E07-3059-F17B-1CB8170B5BD4}"/>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1805" name="Group 116">
              <a:extLst>
                <a:ext uri="{FF2B5EF4-FFF2-40B4-BE49-F238E27FC236}">
                  <a16:creationId xmlns:a16="http://schemas.microsoft.com/office/drawing/2014/main" id="{AFB06723-2E71-A74E-E7B1-2744C44AE154}"/>
                </a:ext>
              </a:extLst>
            </p:cNvPr>
            <p:cNvGrpSpPr>
              <a:grpSpLocks/>
            </p:cNvGrpSpPr>
            <p:nvPr/>
          </p:nvGrpSpPr>
          <p:grpSpPr bwMode="auto">
            <a:xfrm>
              <a:off x="2384425" y="5651500"/>
              <a:ext cx="85725" cy="363538"/>
              <a:chOff x="1009" y="3702"/>
              <a:chExt cx="54" cy="229"/>
            </a:xfrm>
          </p:grpSpPr>
          <p:sp>
            <p:nvSpPr>
              <p:cNvPr id="31837" name="Line 117">
                <a:extLst>
                  <a:ext uri="{FF2B5EF4-FFF2-40B4-BE49-F238E27FC236}">
                    <a16:creationId xmlns:a16="http://schemas.microsoft.com/office/drawing/2014/main" id="{37026C54-2DD9-6F9C-5C51-22F269B95A09}"/>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38" name="Line 118">
                <a:extLst>
                  <a:ext uri="{FF2B5EF4-FFF2-40B4-BE49-F238E27FC236}">
                    <a16:creationId xmlns:a16="http://schemas.microsoft.com/office/drawing/2014/main" id="{E7B8B9A9-B4AA-3240-3526-8981D096A334}"/>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1806" name="Group 119">
              <a:extLst>
                <a:ext uri="{FF2B5EF4-FFF2-40B4-BE49-F238E27FC236}">
                  <a16:creationId xmlns:a16="http://schemas.microsoft.com/office/drawing/2014/main" id="{2D7FA0EE-11C9-9D54-F420-D897309D7CB6}"/>
                </a:ext>
              </a:extLst>
            </p:cNvPr>
            <p:cNvGrpSpPr>
              <a:grpSpLocks/>
            </p:cNvGrpSpPr>
            <p:nvPr/>
          </p:nvGrpSpPr>
          <p:grpSpPr bwMode="auto">
            <a:xfrm>
              <a:off x="2498725" y="5651500"/>
              <a:ext cx="85725" cy="363538"/>
              <a:chOff x="1009" y="3702"/>
              <a:chExt cx="54" cy="229"/>
            </a:xfrm>
          </p:grpSpPr>
          <p:sp>
            <p:nvSpPr>
              <p:cNvPr id="31835" name="Line 120">
                <a:extLst>
                  <a:ext uri="{FF2B5EF4-FFF2-40B4-BE49-F238E27FC236}">
                    <a16:creationId xmlns:a16="http://schemas.microsoft.com/office/drawing/2014/main" id="{BC02E183-34F6-5712-4CC2-7A122131A25D}"/>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36" name="Line 121">
                <a:extLst>
                  <a:ext uri="{FF2B5EF4-FFF2-40B4-BE49-F238E27FC236}">
                    <a16:creationId xmlns:a16="http://schemas.microsoft.com/office/drawing/2014/main" id="{79E0A7E5-7FAB-1603-6582-48174A875278}"/>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1807" name="Group 122">
              <a:extLst>
                <a:ext uri="{FF2B5EF4-FFF2-40B4-BE49-F238E27FC236}">
                  <a16:creationId xmlns:a16="http://schemas.microsoft.com/office/drawing/2014/main" id="{43BB7172-1BF3-07D7-B180-6E072A0D24EA}"/>
                </a:ext>
              </a:extLst>
            </p:cNvPr>
            <p:cNvGrpSpPr>
              <a:grpSpLocks/>
            </p:cNvGrpSpPr>
            <p:nvPr/>
          </p:nvGrpSpPr>
          <p:grpSpPr bwMode="auto">
            <a:xfrm>
              <a:off x="2613025" y="5651500"/>
              <a:ext cx="85725" cy="363538"/>
              <a:chOff x="1009" y="3702"/>
              <a:chExt cx="54" cy="229"/>
            </a:xfrm>
          </p:grpSpPr>
          <p:sp>
            <p:nvSpPr>
              <p:cNvPr id="31833" name="Line 123">
                <a:extLst>
                  <a:ext uri="{FF2B5EF4-FFF2-40B4-BE49-F238E27FC236}">
                    <a16:creationId xmlns:a16="http://schemas.microsoft.com/office/drawing/2014/main" id="{714A71CC-FDE8-47AE-2E8E-3886116669DC}"/>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34" name="Line 124">
                <a:extLst>
                  <a:ext uri="{FF2B5EF4-FFF2-40B4-BE49-F238E27FC236}">
                    <a16:creationId xmlns:a16="http://schemas.microsoft.com/office/drawing/2014/main" id="{1DD97F7A-124D-71D1-08F5-AE37E55C1D73}"/>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1808" name="Line 125">
              <a:extLst>
                <a:ext uri="{FF2B5EF4-FFF2-40B4-BE49-F238E27FC236}">
                  <a16:creationId xmlns:a16="http://schemas.microsoft.com/office/drawing/2014/main" id="{6E4A2336-1198-BC5C-2F2F-5CA89570811D}"/>
                </a:ext>
              </a:extLst>
            </p:cNvPr>
            <p:cNvSpPr>
              <a:spLocks noChangeShapeType="1"/>
            </p:cNvSpPr>
            <p:nvPr/>
          </p:nvSpPr>
          <p:spPr bwMode="auto">
            <a:xfrm flipV="1">
              <a:off x="3182938" y="5651500"/>
              <a:ext cx="71437" cy="358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809" name="Group 145">
              <a:extLst>
                <a:ext uri="{FF2B5EF4-FFF2-40B4-BE49-F238E27FC236}">
                  <a16:creationId xmlns:a16="http://schemas.microsoft.com/office/drawing/2014/main" id="{B09681CA-7973-AA64-4746-04298A7F333A}"/>
                </a:ext>
              </a:extLst>
            </p:cNvPr>
            <p:cNvGrpSpPr>
              <a:grpSpLocks/>
            </p:cNvGrpSpPr>
            <p:nvPr/>
          </p:nvGrpSpPr>
          <p:grpSpPr bwMode="auto">
            <a:xfrm>
              <a:off x="3197225" y="5651500"/>
              <a:ext cx="720725" cy="363538"/>
              <a:chOff x="1706" y="3702"/>
              <a:chExt cx="454" cy="229"/>
            </a:xfrm>
          </p:grpSpPr>
          <p:sp>
            <p:nvSpPr>
              <p:cNvPr id="31814" name="Line 126">
                <a:extLst>
                  <a:ext uri="{FF2B5EF4-FFF2-40B4-BE49-F238E27FC236}">
                    <a16:creationId xmlns:a16="http://schemas.microsoft.com/office/drawing/2014/main" id="{EA81A2B3-D3DD-FB63-8181-864F954C0ED6}"/>
                  </a:ext>
                </a:extLst>
              </p:cNvPr>
              <p:cNvSpPr>
                <a:spLocks noChangeShapeType="1"/>
              </p:cNvSpPr>
              <p:nvPr/>
            </p:nvSpPr>
            <p:spPr bwMode="auto">
              <a:xfrm>
                <a:off x="1706"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815" name="Group 127">
                <a:extLst>
                  <a:ext uri="{FF2B5EF4-FFF2-40B4-BE49-F238E27FC236}">
                    <a16:creationId xmlns:a16="http://schemas.microsoft.com/office/drawing/2014/main" id="{46FA4444-9B74-58A9-E99B-8627A4400B2E}"/>
                  </a:ext>
                </a:extLst>
              </p:cNvPr>
              <p:cNvGrpSpPr>
                <a:grpSpLocks/>
              </p:cNvGrpSpPr>
              <p:nvPr/>
            </p:nvGrpSpPr>
            <p:grpSpPr bwMode="auto">
              <a:xfrm>
                <a:off x="1761" y="3702"/>
                <a:ext cx="54" cy="229"/>
                <a:chOff x="1009" y="3702"/>
                <a:chExt cx="54" cy="229"/>
              </a:xfrm>
            </p:grpSpPr>
            <p:sp>
              <p:nvSpPr>
                <p:cNvPr id="31831" name="Line 128">
                  <a:extLst>
                    <a:ext uri="{FF2B5EF4-FFF2-40B4-BE49-F238E27FC236}">
                      <a16:creationId xmlns:a16="http://schemas.microsoft.com/office/drawing/2014/main" id="{34531E0D-EB21-ACF0-CA6F-30E82EA25FEA}"/>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32" name="Line 129">
                  <a:extLst>
                    <a:ext uri="{FF2B5EF4-FFF2-40B4-BE49-F238E27FC236}">
                      <a16:creationId xmlns:a16="http://schemas.microsoft.com/office/drawing/2014/main" id="{63BA735A-F818-093A-CFD7-37D9766E6571}"/>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1816" name="Group 130">
                <a:extLst>
                  <a:ext uri="{FF2B5EF4-FFF2-40B4-BE49-F238E27FC236}">
                    <a16:creationId xmlns:a16="http://schemas.microsoft.com/office/drawing/2014/main" id="{A05024C6-13F9-0C59-B1D1-01E7015DCA65}"/>
                  </a:ext>
                </a:extLst>
              </p:cNvPr>
              <p:cNvGrpSpPr>
                <a:grpSpLocks/>
              </p:cNvGrpSpPr>
              <p:nvPr/>
            </p:nvGrpSpPr>
            <p:grpSpPr bwMode="auto">
              <a:xfrm>
                <a:off x="1834" y="3702"/>
                <a:ext cx="54" cy="229"/>
                <a:chOff x="1009" y="3702"/>
                <a:chExt cx="54" cy="229"/>
              </a:xfrm>
            </p:grpSpPr>
            <p:sp>
              <p:nvSpPr>
                <p:cNvPr id="31829" name="Line 131">
                  <a:extLst>
                    <a:ext uri="{FF2B5EF4-FFF2-40B4-BE49-F238E27FC236}">
                      <a16:creationId xmlns:a16="http://schemas.microsoft.com/office/drawing/2014/main" id="{E9585E11-738E-A044-75CB-3FC33275DD38}"/>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30" name="Line 132">
                  <a:extLst>
                    <a:ext uri="{FF2B5EF4-FFF2-40B4-BE49-F238E27FC236}">
                      <a16:creationId xmlns:a16="http://schemas.microsoft.com/office/drawing/2014/main" id="{2AC8DA2A-438F-B68E-EE8D-F218A4AB7F13}"/>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1817" name="Group 133">
                <a:extLst>
                  <a:ext uri="{FF2B5EF4-FFF2-40B4-BE49-F238E27FC236}">
                    <a16:creationId xmlns:a16="http://schemas.microsoft.com/office/drawing/2014/main" id="{A23DD8A4-F030-B4C3-0993-59EE24460C48}"/>
                  </a:ext>
                </a:extLst>
              </p:cNvPr>
              <p:cNvGrpSpPr>
                <a:grpSpLocks/>
              </p:cNvGrpSpPr>
              <p:nvPr/>
            </p:nvGrpSpPr>
            <p:grpSpPr bwMode="auto">
              <a:xfrm>
                <a:off x="1890" y="3702"/>
                <a:ext cx="54" cy="229"/>
                <a:chOff x="1009" y="3702"/>
                <a:chExt cx="54" cy="229"/>
              </a:xfrm>
            </p:grpSpPr>
            <p:sp>
              <p:nvSpPr>
                <p:cNvPr id="31827" name="Line 134">
                  <a:extLst>
                    <a:ext uri="{FF2B5EF4-FFF2-40B4-BE49-F238E27FC236}">
                      <a16:creationId xmlns:a16="http://schemas.microsoft.com/office/drawing/2014/main" id="{ECF954AA-D5DE-EF44-C7F9-BAA3DE639E37}"/>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8" name="Line 135">
                  <a:extLst>
                    <a:ext uri="{FF2B5EF4-FFF2-40B4-BE49-F238E27FC236}">
                      <a16:creationId xmlns:a16="http://schemas.microsoft.com/office/drawing/2014/main" id="{4A031F1B-9EAA-86EE-D566-A27A6C4C2AF4}"/>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1818" name="Group 136">
                <a:extLst>
                  <a:ext uri="{FF2B5EF4-FFF2-40B4-BE49-F238E27FC236}">
                    <a16:creationId xmlns:a16="http://schemas.microsoft.com/office/drawing/2014/main" id="{6CE379AC-B96E-0EA4-239E-33CBBED2CF3A}"/>
                  </a:ext>
                </a:extLst>
              </p:cNvPr>
              <p:cNvGrpSpPr>
                <a:grpSpLocks/>
              </p:cNvGrpSpPr>
              <p:nvPr/>
            </p:nvGrpSpPr>
            <p:grpSpPr bwMode="auto">
              <a:xfrm>
                <a:off x="1962" y="3702"/>
                <a:ext cx="54" cy="229"/>
                <a:chOff x="1009" y="3702"/>
                <a:chExt cx="54" cy="229"/>
              </a:xfrm>
            </p:grpSpPr>
            <p:sp>
              <p:nvSpPr>
                <p:cNvPr id="31825" name="Line 137">
                  <a:extLst>
                    <a:ext uri="{FF2B5EF4-FFF2-40B4-BE49-F238E27FC236}">
                      <a16:creationId xmlns:a16="http://schemas.microsoft.com/office/drawing/2014/main" id="{2A10C017-0CC2-4619-22FB-B99C65F2FCD1}"/>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6" name="Line 138">
                  <a:extLst>
                    <a:ext uri="{FF2B5EF4-FFF2-40B4-BE49-F238E27FC236}">
                      <a16:creationId xmlns:a16="http://schemas.microsoft.com/office/drawing/2014/main" id="{E28042C9-98B8-7A4F-1477-E6913EDA55C4}"/>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1819" name="Group 139">
                <a:extLst>
                  <a:ext uri="{FF2B5EF4-FFF2-40B4-BE49-F238E27FC236}">
                    <a16:creationId xmlns:a16="http://schemas.microsoft.com/office/drawing/2014/main" id="{B6FDD132-2616-0BB4-C6B0-7850E4DAE717}"/>
                  </a:ext>
                </a:extLst>
              </p:cNvPr>
              <p:cNvGrpSpPr>
                <a:grpSpLocks/>
              </p:cNvGrpSpPr>
              <p:nvPr/>
            </p:nvGrpSpPr>
            <p:grpSpPr bwMode="auto">
              <a:xfrm>
                <a:off x="2034" y="3702"/>
                <a:ext cx="54" cy="229"/>
                <a:chOff x="1009" y="3702"/>
                <a:chExt cx="54" cy="229"/>
              </a:xfrm>
            </p:grpSpPr>
            <p:sp>
              <p:nvSpPr>
                <p:cNvPr id="31823" name="Line 140">
                  <a:extLst>
                    <a:ext uri="{FF2B5EF4-FFF2-40B4-BE49-F238E27FC236}">
                      <a16:creationId xmlns:a16="http://schemas.microsoft.com/office/drawing/2014/main" id="{F3C78A5E-F0D3-9F59-92D3-838139128C4C}"/>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4" name="Line 141">
                  <a:extLst>
                    <a:ext uri="{FF2B5EF4-FFF2-40B4-BE49-F238E27FC236}">
                      <a16:creationId xmlns:a16="http://schemas.microsoft.com/office/drawing/2014/main" id="{0D9703C5-FEB0-2ADC-20BD-107CA16D2B4E}"/>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1820" name="Group 142">
                <a:extLst>
                  <a:ext uri="{FF2B5EF4-FFF2-40B4-BE49-F238E27FC236}">
                    <a16:creationId xmlns:a16="http://schemas.microsoft.com/office/drawing/2014/main" id="{35530F79-F6AA-D948-A105-9D4D03D9EC4A}"/>
                  </a:ext>
                </a:extLst>
              </p:cNvPr>
              <p:cNvGrpSpPr>
                <a:grpSpLocks/>
              </p:cNvGrpSpPr>
              <p:nvPr/>
            </p:nvGrpSpPr>
            <p:grpSpPr bwMode="auto">
              <a:xfrm>
                <a:off x="2106" y="3702"/>
                <a:ext cx="54" cy="229"/>
                <a:chOff x="1009" y="3702"/>
                <a:chExt cx="54" cy="229"/>
              </a:xfrm>
            </p:grpSpPr>
            <p:sp>
              <p:nvSpPr>
                <p:cNvPr id="31821" name="Line 143">
                  <a:extLst>
                    <a:ext uri="{FF2B5EF4-FFF2-40B4-BE49-F238E27FC236}">
                      <a16:creationId xmlns:a16="http://schemas.microsoft.com/office/drawing/2014/main" id="{A9EB89AB-F0AB-B300-FB79-237FC5ABD6CC}"/>
                    </a:ext>
                  </a:extLst>
                </p:cNvPr>
                <p:cNvSpPr>
                  <a:spLocks noChangeShapeType="1"/>
                </p:cNvSpPr>
                <p:nvPr/>
              </p:nvSpPr>
              <p:spPr bwMode="auto">
                <a:xfrm flipV="1">
                  <a:off x="1009" y="3702"/>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2" name="Line 144">
                  <a:extLst>
                    <a:ext uri="{FF2B5EF4-FFF2-40B4-BE49-F238E27FC236}">
                      <a16:creationId xmlns:a16="http://schemas.microsoft.com/office/drawing/2014/main" id="{FA3AA063-7D8F-F61C-7A49-919475747046}"/>
                    </a:ext>
                  </a:extLst>
                </p:cNvPr>
                <p:cNvSpPr>
                  <a:spLocks noChangeShapeType="1"/>
                </p:cNvSpPr>
                <p:nvPr/>
              </p:nvSpPr>
              <p:spPr bwMode="auto">
                <a:xfrm>
                  <a:off x="1018" y="3705"/>
                  <a:ext cx="45" cy="22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31810" name="Line 147">
              <a:extLst>
                <a:ext uri="{FF2B5EF4-FFF2-40B4-BE49-F238E27FC236}">
                  <a16:creationId xmlns:a16="http://schemas.microsoft.com/office/drawing/2014/main" id="{2530F04C-DDB9-9272-8DE7-00B281BA3EE7}"/>
                </a:ext>
              </a:extLst>
            </p:cNvPr>
            <p:cNvSpPr>
              <a:spLocks noChangeShapeType="1"/>
            </p:cNvSpPr>
            <p:nvPr/>
          </p:nvSpPr>
          <p:spPr bwMode="auto">
            <a:xfrm>
              <a:off x="1820863" y="4787900"/>
              <a:ext cx="43180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31811" name="Line 148">
              <a:extLst>
                <a:ext uri="{FF2B5EF4-FFF2-40B4-BE49-F238E27FC236}">
                  <a16:creationId xmlns:a16="http://schemas.microsoft.com/office/drawing/2014/main" id="{160673C3-A8C8-A9F6-F877-7971E68D3025}"/>
                </a:ext>
              </a:extLst>
            </p:cNvPr>
            <p:cNvSpPr>
              <a:spLocks noChangeShapeType="1"/>
            </p:cNvSpPr>
            <p:nvPr/>
          </p:nvSpPr>
          <p:spPr bwMode="auto">
            <a:xfrm>
              <a:off x="2557463" y="4787900"/>
              <a:ext cx="43180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812" name="Text Box 149">
              <a:extLst>
                <a:ext uri="{FF2B5EF4-FFF2-40B4-BE49-F238E27FC236}">
                  <a16:creationId xmlns:a16="http://schemas.microsoft.com/office/drawing/2014/main" id="{30D2ED50-D371-BF5C-2763-4612ECF7B041}"/>
                </a:ext>
              </a:extLst>
            </p:cNvPr>
            <p:cNvSpPr txBox="1">
              <a:spLocks noChangeArrowheads="1"/>
            </p:cNvSpPr>
            <p:nvPr/>
          </p:nvSpPr>
          <p:spPr bwMode="auto">
            <a:xfrm>
              <a:off x="2252663" y="4572000"/>
              <a:ext cx="3603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T</a:t>
              </a:r>
              <a:endParaRPr lang="ru-RU" altLang="en-US" sz="1600"/>
            </a:p>
          </p:txBody>
        </p:sp>
        <p:sp>
          <p:nvSpPr>
            <p:cNvPr id="31813" name="Text Box 150">
              <a:extLst>
                <a:ext uri="{FF2B5EF4-FFF2-40B4-BE49-F238E27FC236}">
                  <a16:creationId xmlns:a16="http://schemas.microsoft.com/office/drawing/2014/main" id="{39B4CDE9-0244-2AA5-F6FE-FF24E8F296FD}"/>
                </a:ext>
              </a:extLst>
            </p:cNvPr>
            <p:cNvSpPr txBox="1">
              <a:spLocks noChangeArrowheads="1"/>
            </p:cNvSpPr>
            <p:nvPr/>
          </p:nvSpPr>
          <p:spPr bwMode="auto">
            <a:xfrm>
              <a:off x="677863" y="5626100"/>
              <a:ext cx="10953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Data</a:t>
              </a:r>
              <a:endParaRPr lang="ru-RU" altLang="en-US" sz="1600"/>
            </a:p>
          </p:txBody>
        </p:sp>
      </p:grpSp>
      <p:sp>
        <p:nvSpPr>
          <p:cNvPr id="101" name="Title 3">
            <a:extLst>
              <a:ext uri="{FF2B5EF4-FFF2-40B4-BE49-F238E27FC236}">
                <a16:creationId xmlns:a16="http://schemas.microsoft.com/office/drawing/2014/main" id="{5A44D8DB-B624-4017-B14D-032D6D73F31D}"/>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grpSp>
        <p:nvGrpSpPr>
          <p:cNvPr id="31749" name="Группа 1">
            <a:extLst>
              <a:ext uri="{FF2B5EF4-FFF2-40B4-BE49-F238E27FC236}">
                <a16:creationId xmlns:a16="http://schemas.microsoft.com/office/drawing/2014/main" id="{C084EC39-A58E-CA88-705D-954DA70E2E88}"/>
              </a:ext>
            </a:extLst>
          </p:cNvPr>
          <p:cNvGrpSpPr>
            <a:grpSpLocks/>
          </p:cNvGrpSpPr>
          <p:nvPr/>
        </p:nvGrpSpPr>
        <p:grpSpPr bwMode="auto">
          <a:xfrm>
            <a:off x="2413000" y="1968500"/>
            <a:ext cx="4186238" cy="2008188"/>
            <a:chOff x="1371600" y="1600200"/>
            <a:chExt cx="5899150" cy="2286000"/>
          </a:xfrm>
        </p:grpSpPr>
        <p:sp>
          <p:nvSpPr>
            <p:cNvPr id="8204" name="Rectangle 6">
              <a:extLst>
                <a:ext uri="{FF2B5EF4-FFF2-40B4-BE49-F238E27FC236}">
                  <a16:creationId xmlns:a16="http://schemas.microsoft.com/office/drawing/2014/main" id="{92186A6B-A98F-4DDE-8C97-2E844095AB33}"/>
                </a:ext>
              </a:extLst>
            </p:cNvPr>
            <p:cNvSpPr>
              <a:spLocks noChangeArrowheads="1"/>
            </p:cNvSpPr>
            <p:nvPr/>
          </p:nvSpPr>
          <p:spPr bwMode="auto">
            <a:xfrm>
              <a:off x="6780831" y="1600200"/>
              <a:ext cx="489919" cy="1375214"/>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ru-RU" sz="1200"/>
            </a:p>
          </p:txBody>
        </p:sp>
        <p:sp>
          <p:nvSpPr>
            <p:cNvPr id="31751" name="Oval 13">
              <a:extLst>
                <a:ext uri="{FF2B5EF4-FFF2-40B4-BE49-F238E27FC236}">
                  <a16:creationId xmlns:a16="http://schemas.microsoft.com/office/drawing/2014/main" id="{79CBA6B1-0A3A-99F3-3735-019A00B5AD9E}"/>
                </a:ext>
              </a:extLst>
            </p:cNvPr>
            <p:cNvSpPr>
              <a:spLocks noChangeArrowheads="1"/>
            </p:cNvSpPr>
            <p:nvPr/>
          </p:nvSpPr>
          <p:spPr bwMode="auto">
            <a:xfrm>
              <a:off x="4387850" y="1992313"/>
              <a:ext cx="119063" cy="117475"/>
            </a:xfrm>
            <a:prstGeom prst="ellipse">
              <a:avLst/>
            </a:prstGeom>
            <a:solidFill>
              <a:schemeClr val="accent1"/>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200"/>
            </a:p>
          </p:txBody>
        </p:sp>
        <p:sp>
          <p:nvSpPr>
            <p:cNvPr id="31752" name="Oval 20">
              <a:extLst>
                <a:ext uri="{FF2B5EF4-FFF2-40B4-BE49-F238E27FC236}">
                  <a16:creationId xmlns:a16="http://schemas.microsoft.com/office/drawing/2014/main" id="{42D204E0-5F3A-FAAD-82B5-2EFD6CBD3D40}"/>
                </a:ext>
              </a:extLst>
            </p:cNvPr>
            <p:cNvSpPr>
              <a:spLocks noChangeArrowheads="1"/>
            </p:cNvSpPr>
            <p:nvPr/>
          </p:nvSpPr>
          <p:spPr bwMode="auto">
            <a:xfrm>
              <a:off x="3924300" y="2747963"/>
              <a:ext cx="119063" cy="117475"/>
            </a:xfrm>
            <a:prstGeom prst="ellipse">
              <a:avLst/>
            </a:prstGeom>
            <a:solidFill>
              <a:schemeClr val="accent1"/>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200"/>
            </a:p>
          </p:txBody>
        </p:sp>
        <p:sp>
          <p:nvSpPr>
            <p:cNvPr id="31753" name="Oval 27">
              <a:extLst>
                <a:ext uri="{FF2B5EF4-FFF2-40B4-BE49-F238E27FC236}">
                  <a16:creationId xmlns:a16="http://schemas.microsoft.com/office/drawing/2014/main" id="{9F186C37-A7D6-F638-6CB4-FC2898FC329D}"/>
                </a:ext>
              </a:extLst>
            </p:cNvPr>
            <p:cNvSpPr>
              <a:spLocks noChangeArrowheads="1"/>
            </p:cNvSpPr>
            <p:nvPr/>
          </p:nvSpPr>
          <p:spPr bwMode="auto">
            <a:xfrm>
              <a:off x="5408613" y="2646363"/>
              <a:ext cx="119062" cy="119062"/>
            </a:xfrm>
            <a:prstGeom prst="ellipse">
              <a:avLst/>
            </a:prstGeom>
            <a:solidFill>
              <a:schemeClr val="accent1"/>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200"/>
            </a:p>
          </p:txBody>
        </p:sp>
        <p:sp>
          <p:nvSpPr>
            <p:cNvPr id="31754" name="Line 28">
              <a:extLst>
                <a:ext uri="{FF2B5EF4-FFF2-40B4-BE49-F238E27FC236}">
                  <a16:creationId xmlns:a16="http://schemas.microsoft.com/office/drawing/2014/main" id="{48412959-AC58-0D94-FFC8-67AF7A094455}"/>
                </a:ext>
              </a:extLst>
            </p:cNvPr>
            <p:cNvSpPr>
              <a:spLocks noChangeShapeType="1"/>
            </p:cNvSpPr>
            <p:nvPr/>
          </p:nvSpPr>
          <p:spPr bwMode="auto">
            <a:xfrm>
              <a:off x="2703513" y="2195513"/>
              <a:ext cx="11414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5" name="Line 29">
              <a:extLst>
                <a:ext uri="{FF2B5EF4-FFF2-40B4-BE49-F238E27FC236}">
                  <a16:creationId xmlns:a16="http://schemas.microsoft.com/office/drawing/2014/main" id="{67A41F5C-6D55-E33D-7F4E-B8C077DCF563}"/>
                </a:ext>
              </a:extLst>
            </p:cNvPr>
            <p:cNvSpPr>
              <a:spLocks noChangeShapeType="1"/>
            </p:cNvSpPr>
            <p:nvPr/>
          </p:nvSpPr>
          <p:spPr bwMode="auto">
            <a:xfrm>
              <a:off x="3527425" y="1878013"/>
              <a:ext cx="317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6" name="Line 30">
              <a:extLst>
                <a:ext uri="{FF2B5EF4-FFF2-40B4-BE49-F238E27FC236}">
                  <a16:creationId xmlns:a16="http://schemas.microsoft.com/office/drawing/2014/main" id="{B38A3FD5-0F20-DC9A-2E2A-57287A66147B}"/>
                </a:ext>
              </a:extLst>
            </p:cNvPr>
            <p:cNvSpPr>
              <a:spLocks noChangeShapeType="1"/>
            </p:cNvSpPr>
            <p:nvPr/>
          </p:nvSpPr>
          <p:spPr bwMode="auto">
            <a:xfrm>
              <a:off x="3516313" y="2046288"/>
              <a:ext cx="317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7" name="Line 31">
              <a:extLst>
                <a:ext uri="{FF2B5EF4-FFF2-40B4-BE49-F238E27FC236}">
                  <a16:creationId xmlns:a16="http://schemas.microsoft.com/office/drawing/2014/main" id="{54658DD3-B99C-1D79-13AA-E6C98481CAAD}"/>
                </a:ext>
              </a:extLst>
            </p:cNvPr>
            <p:cNvSpPr>
              <a:spLocks noChangeShapeType="1"/>
            </p:cNvSpPr>
            <p:nvPr/>
          </p:nvSpPr>
          <p:spPr bwMode="auto">
            <a:xfrm>
              <a:off x="3071813" y="2670175"/>
              <a:ext cx="317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8" name="Line 32">
              <a:extLst>
                <a:ext uri="{FF2B5EF4-FFF2-40B4-BE49-F238E27FC236}">
                  <a16:creationId xmlns:a16="http://schemas.microsoft.com/office/drawing/2014/main" id="{5D7E91C4-985F-3033-140A-F25679BA39B5}"/>
                </a:ext>
              </a:extLst>
            </p:cNvPr>
            <p:cNvSpPr>
              <a:spLocks noChangeShapeType="1"/>
            </p:cNvSpPr>
            <p:nvPr/>
          </p:nvSpPr>
          <p:spPr bwMode="auto">
            <a:xfrm flipV="1">
              <a:off x="3071813" y="2195513"/>
              <a:ext cx="0" cy="474662"/>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1759" name="Line 33">
              <a:extLst>
                <a:ext uri="{FF2B5EF4-FFF2-40B4-BE49-F238E27FC236}">
                  <a16:creationId xmlns:a16="http://schemas.microsoft.com/office/drawing/2014/main" id="{72754CCC-6318-DD2C-0906-AB36D7323592}"/>
                </a:ext>
              </a:extLst>
            </p:cNvPr>
            <p:cNvSpPr>
              <a:spLocks noChangeShapeType="1"/>
            </p:cNvSpPr>
            <p:nvPr/>
          </p:nvSpPr>
          <p:spPr bwMode="auto">
            <a:xfrm>
              <a:off x="3071813" y="2809875"/>
              <a:ext cx="317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0" name="Line 34">
              <a:extLst>
                <a:ext uri="{FF2B5EF4-FFF2-40B4-BE49-F238E27FC236}">
                  <a16:creationId xmlns:a16="http://schemas.microsoft.com/office/drawing/2014/main" id="{5487B085-4077-E7F5-0839-CEB962F59832}"/>
                </a:ext>
              </a:extLst>
            </p:cNvPr>
            <p:cNvSpPr>
              <a:spLocks noChangeShapeType="1"/>
            </p:cNvSpPr>
            <p:nvPr/>
          </p:nvSpPr>
          <p:spPr bwMode="auto">
            <a:xfrm>
              <a:off x="2892425" y="2935288"/>
              <a:ext cx="508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1" name="Line 36">
              <a:extLst>
                <a:ext uri="{FF2B5EF4-FFF2-40B4-BE49-F238E27FC236}">
                  <a16:creationId xmlns:a16="http://schemas.microsoft.com/office/drawing/2014/main" id="{5C913CE4-FDBF-1881-5B3F-52FD9FC6EA84}"/>
                </a:ext>
              </a:extLst>
            </p:cNvPr>
            <p:cNvSpPr>
              <a:spLocks noChangeShapeType="1"/>
            </p:cNvSpPr>
            <p:nvPr/>
          </p:nvSpPr>
          <p:spPr bwMode="auto">
            <a:xfrm>
              <a:off x="4502150" y="2046288"/>
              <a:ext cx="10525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2" name="Line 39">
              <a:extLst>
                <a:ext uri="{FF2B5EF4-FFF2-40B4-BE49-F238E27FC236}">
                  <a16:creationId xmlns:a16="http://schemas.microsoft.com/office/drawing/2014/main" id="{DB84B6A4-F23E-559B-769B-875008827DD4}"/>
                </a:ext>
              </a:extLst>
            </p:cNvPr>
            <p:cNvSpPr>
              <a:spLocks noChangeShapeType="1"/>
            </p:cNvSpPr>
            <p:nvPr/>
          </p:nvSpPr>
          <p:spPr bwMode="auto">
            <a:xfrm>
              <a:off x="4679950" y="2638425"/>
              <a:ext cx="190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3" name="Line 40">
              <a:extLst>
                <a:ext uri="{FF2B5EF4-FFF2-40B4-BE49-F238E27FC236}">
                  <a16:creationId xmlns:a16="http://schemas.microsoft.com/office/drawing/2014/main" id="{FD8046DC-27EE-5016-F1D0-6304AB359BDB}"/>
                </a:ext>
              </a:extLst>
            </p:cNvPr>
            <p:cNvSpPr>
              <a:spLocks noChangeShapeType="1"/>
            </p:cNvSpPr>
            <p:nvPr/>
          </p:nvSpPr>
          <p:spPr bwMode="auto">
            <a:xfrm>
              <a:off x="5538788" y="2703513"/>
              <a:ext cx="25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4" name="Line 44">
              <a:extLst>
                <a:ext uri="{FF2B5EF4-FFF2-40B4-BE49-F238E27FC236}">
                  <a16:creationId xmlns:a16="http://schemas.microsoft.com/office/drawing/2014/main" id="{3802CC82-8A65-C711-45B0-85B17921FED9}"/>
                </a:ext>
              </a:extLst>
            </p:cNvPr>
            <p:cNvSpPr>
              <a:spLocks noChangeShapeType="1"/>
            </p:cNvSpPr>
            <p:nvPr/>
          </p:nvSpPr>
          <p:spPr bwMode="auto">
            <a:xfrm>
              <a:off x="6489700" y="2633663"/>
              <a:ext cx="2857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2" name="AutoShape 59">
              <a:extLst>
                <a:ext uri="{FF2B5EF4-FFF2-40B4-BE49-F238E27FC236}">
                  <a16:creationId xmlns:a16="http://schemas.microsoft.com/office/drawing/2014/main" id="{8C336C70-6B3B-439A-A027-B4E8A1627834}"/>
                </a:ext>
              </a:extLst>
            </p:cNvPr>
            <p:cNvSpPr>
              <a:spLocks noChangeArrowheads="1"/>
            </p:cNvSpPr>
            <p:nvPr/>
          </p:nvSpPr>
          <p:spPr bwMode="auto">
            <a:xfrm rot="5400000">
              <a:off x="4216436" y="2627269"/>
              <a:ext cx="379494" cy="360169"/>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eaLnBrk="1" hangingPunct="1">
                <a:defRPr/>
              </a:pPr>
              <a:endParaRPr lang="ru-RU" sz="1200"/>
            </a:p>
          </p:txBody>
        </p:sp>
        <p:sp>
          <p:nvSpPr>
            <p:cNvPr id="31766" name="Oval 60">
              <a:extLst>
                <a:ext uri="{FF2B5EF4-FFF2-40B4-BE49-F238E27FC236}">
                  <a16:creationId xmlns:a16="http://schemas.microsoft.com/office/drawing/2014/main" id="{30B46597-BE97-E004-0314-149AC43C035F}"/>
                </a:ext>
              </a:extLst>
            </p:cNvPr>
            <p:cNvSpPr>
              <a:spLocks noChangeArrowheads="1"/>
            </p:cNvSpPr>
            <p:nvPr/>
          </p:nvSpPr>
          <p:spPr bwMode="auto">
            <a:xfrm>
              <a:off x="4589463" y="2763838"/>
              <a:ext cx="119062" cy="119062"/>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200"/>
            </a:p>
          </p:txBody>
        </p:sp>
        <p:sp>
          <p:nvSpPr>
            <p:cNvPr id="31767" name="Line 61">
              <a:extLst>
                <a:ext uri="{FF2B5EF4-FFF2-40B4-BE49-F238E27FC236}">
                  <a16:creationId xmlns:a16="http://schemas.microsoft.com/office/drawing/2014/main" id="{E207B5EF-38FF-EF52-F56E-070BBF8F532C}"/>
                </a:ext>
              </a:extLst>
            </p:cNvPr>
            <p:cNvSpPr>
              <a:spLocks noChangeShapeType="1"/>
            </p:cNvSpPr>
            <p:nvPr/>
          </p:nvSpPr>
          <p:spPr bwMode="auto">
            <a:xfrm>
              <a:off x="4046538" y="2813050"/>
              <a:ext cx="1809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8" name="Line 62">
              <a:extLst>
                <a:ext uri="{FF2B5EF4-FFF2-40B4-BE49-F238E27FC236}">
                  <a16:creationId xmlns:a16="http://schemas.microsoft.com/office/drawing/2014/main" id="{3BFA69E6-D186-33E4-04C9-2615A0CBEEF7}"/>
                </a:ext>
              </a:extLst>
            </p:cNvPr>
            <p:cNvSpPr>
              <a:spLocks noChangeShapeType="1"/>
            </p:cNvSpPr>
            <p:nvPr/>
          </p:nvSpPr>
          <p:spPr bwMode="auto">
            <a:xfrm>
              <a:off x="4706938" y="2813050"/>
              <a:ext cx="1809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9" name="Oval 69">
              <a:extLst>
                <a:ext uri="{FF2B5EF4-FFF2-40B4-BE49-F238E27FC236}">
                  <a16:creationId xmlns:a16="http://schemas.microsoft.com/office/drawing/2014/main" id="{D4860187-D784-CCA5-FE02-A80737F52A29}"/>
                </a:ext>
              </a:extLst>
            </p:cNvPr>
            <p:cNvSpPr>
              <a:spLocks noChangeArrowheads="1"/>
            </p:cNvSpPr>
            <p:nvPr/>
          </p:nvSpPr>
          <p:spPr bwMode="auto">
            <a:xfrm>
              <a:off x="6334125" y="2574925"/>
              <a:ext cx="119063" cy="119063"/>
            </a:xfrm>
            <a:prstGeom prst="ellipse">
              <a:avLst/>
            </a:prstGeom>
            <a:solidFill>
              <a:schemeClr val="accent1"/>
            </a:solidFill>
            <a:ln w="22225">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200"/>
            </a:p>
          </p:txBody>
        </p:sp>
        <p:sp>
          <p:nvSpPr>
            <p:cNvPr id="31770" name="Line 70">
              <a:extLst>
                <a:ext uri="{FF2B5EF4-FFF2-40B4-BE49-F238E27FC236}">
                  <a16:creationId xmlns:a16="http://schemas.microsoft.com/office/drawing/2014/main" id="{82B40923-B9A1-9858-F43E-9D6BA21F9CE6}"/>
                </a:ext>
              </a:extLst>
            </p:cNvPr>
            <p:cNvSpPr>
              <a:spLocks noChangeShapeType="1"/>
            </p:cNvSpPr>
            <p:nvPr/>
          </p:nvSpPr>
          <p:spPr bwMode="auto">
            <a:xfrm>
              <a:off x="4679950" y="2508250"/>
              <a:ext cx="190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1" name="Line 71">
              <a:extLst>
                <a:ext uri="{FF2B5EF4-FFF2-40B4-BE49-F238E27FC236}">
                  <a16:creationId xmlns:a16="http://schemas.microsoft.com/office/drawing/2014/main" id="{6F67E95F-ED1C-B839-9898-3A439A2A1354}"/>
                </a:ext>
              </a:extLst>
            </p:cNvPr>
            <p:cNvSpPr>
              <a:spLocks noChangeShapeType="1"/>
            </p:cNvSpPr>
            <p:nvPr/>
          </p:nvSpPr>
          <p:spPr bwMode="auto">
            <a:xfrm>
              <a:off x="5557838" y="2046288"/>
              <a:ext cx="0" cy="46196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2" name="Line 72">
              <a:extLst>
                <a:ext uri="{FF2B5EF4-FFF2-40B4-BE49-F238E27FC236}">
                  <a16:creationId xmlns:a16="http://schemas.microsoft.com/office/drawing/2014/main" id="{B030B7E5-58AC-AF6F-AF2C-6B3E8F6C872E}"/>
                </a:ext>
              </a:extLst>
            </p:cNvPr>
            <p:cNvSpPr>
              <a:spLocks noChangeShapeType="1"/>
            </p:cNvSpPr>
            <p:nvPr/>
          </p:nvSpPr>
          <p:spPr bwMode="auto">
            <a:xfrm>
              <a:off x="5557838" y="2511425"/>
              <a:ext cx="25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3" name="Line 73">
              <a:extLst>
                <a:ext uri="{FF2B5EF4-FFF2-40B4-BE49-F238E27FC236}">
                  <a16:creationId xmlns:a16="http://schemas.microsoft.com/office/drawing/2014/main" id="{DBAD43DD-F1DB-B8FB-F301-328E52B1B233}"/>
                </a:ext>
              </a:extLst>
            </p:cNvPr>
            <p:cNvSpPr>
              <a:spLocks noChangeShapeType="1"/>
            </p:cNvSpPr>
            <p:nvPr/>
          </p:nvSpPr>
          <p:spPr bwMode="auto">
            <a:xfrm flipV="1">
              <a:off x="5038725" y="2722563"/>
              <a:ext cx="652463" cy="6540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4" name="Text Box 74">
              <a:extLst>
                <a:ext uri="{FF2B5EF4-FFF2-40B4-BE49-F238E27FC236}">
                  <a16:creationId xmlns:a16="http://schemas.microsoft.com/office/drawing/2014/main" id="{DE743DBF-3914-4897-E8AA-C0DF407CF48F}"/>
                </a:ext>
              </a:extLst>
            </p:cNvPr>
            <p:cNvSpPr txBox="1">
              <a:spLocks noChangeArrowheads="1"/>
            </p:cNvSpPr>
            <p:nvPr/>
          </p:nvSpPr>
          <p:spPr bwMode="auto">
            <a:xfrm>
              <a:off x="2900924" y="3357563"/>
              <a:ext cx="4295174" cy="385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Critical path – 4 logic levels</a:t>
              </a:r>
              <a:endParaRPr lang="ru-RU" altLang="en-US" sz="1600"/>
            </a:p>
          </p:txBody>
        </p:sp>
        <p:sp>
          <p:nvSpPr>
            <p:cNvPr id="31775" name="Line 75">
              <a:extLst>
                <a:ext uri="{FF2B5EF4-FFF2-40B4-BE49-F238E27FC236}">
                  <a16:creationId xmlns:a16="http://schemas.microsoft.com/office/drawing/2014/main" id="{D2DAF200-E56F-5B00-DFD1-49CE1E527B58}"/>
                </a:ext>
              </a:extLst>
            </p:cNvPr>
            <p:cNvSpPr>
              <a:spLocks noChangeShapeType="1"/>
            </p:cNvSpPr>
            <p:nvPr/>
          </p:nvSpPr>
          <p:spPr bwMode="auto">
            <a:xfrm>
              <a:off x="1689100" y="3886200"/>
              <a:ext cx="53371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6" name="Line 76">
              <a:extLst>
                <a:ext uri="{FF2B5EF4-FFF2-40B4-BE49-F238E27FC236}">
                  <a16:creationId xmlns:a16="http://schemas.microsoft.com/office/drawing/2014/main" id="{9845232B-68A5-80A6-857E-2105AE4830DC}"/>
                </a:ext>
              </a:extLst>
            </p:cNvPr>
            <p:cNvSpPr>
              <a:spLocks noChangeShapeType="1"/>
            </p:cNvSpPr>
            <p:nvPr/>
          </p:nvSpPr>
          <p:spPr bwMode="auto">
            <a:xfrm>
              <a:off x="2513013" y="2987675"/>
              <a:ext cx="0" cy="89852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1777" name="Line 77">
              <a:extLst>
                <a:ext uri="{FF2B5EF4-FFF2-40B4-BE49-F238E27FC236}">
                  <a16:creationId xmlns:a16="http://schemas.microsoft.com/office/drawing/2014/main" id="{797C0941-9C16-43E6-BEEF-7EE10CAB44F5}"/>
                </a:ext>
              </a:extLst>
            </p:cNvPr>
            <p:cNvSpPr>
              <a:spLocks noChangeShapeType="1"/>
            </p:cNvSpPr>
            <p:nvPr/>
          </p:nvSpPr>
          <p:spPr bwMode="auto">
            <a:xfrm>
              <a:off x="7015163" y="2978150"/>
              <a:ext cx="0" cy="8985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8" name="Text Box 78">
              <a:extLst>
                <a:ext uri="{FF2B5EF4-FFF2-40B4-BE49-F238E27FC236}">
                  <a16:creationId xmlns:a16="http://schemas.microsoft.com/office/drawing/2014/main" id="{17BC2E8F-4243-F2C3-14EC-A870AC6E9C5F}"/>
                </a:ext>
              </a:extLst>
            </p:cNvPr>
            <p:cNvSpPr txBox="1">
              <a:spLocks noChangeArrowheads="1"/>
            </p:cNvSpPr>
            <p:nvPr/>
          </p:nvSpPr>
          <p:spPr bwMode="auto">
            <a:xfrm>
              <a:off x="1371600" y="3516313"/>
              <a:ext cx="823913" cy="31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Clock</a:t>
              </a:r>
              <a:endParaRPr lang="ru-RU" altLang="en-US" sz="1200"/>
            </a:p>
          </p:txBody>
        </p:sp>
        <p:sp>
          <p:nvSpPr>
            <p:cNvPr id="122" name="Flowchart: Delay 121">
              <a:extLst>
                <a:ext uri="{FF2B5EF4-FFF2-40B4-BE49-F238E27FC236}">
                  <a16:creationId xmlns:a16="http://schemas.microsoft.com/office/drawing/2014/main" id="{E71558D1-045A-499D-A174-6C8C78D6512F}"/>
                </a:ext>
              </a:extLst>
            </p:cNvPr>
            <p:cNvSpPr>
              <a:spLocks noChangeArrowheads="1"/>
            </p:cNvSpPr>
            <p:nvPr/>
          </p:nvSpPr>
          <p:spPr bwMode="auto">
            <a:xfrm>
              <a:off x="3856984" y="1768262"/>
              <a:ext cx="534659" cy="504184"/>
            </a:xfrm>
            <a:prstGeom prst="flowChartDelay">
              <a:avLst/>
            </a:prstGeom>
            <a:solidFill>
              <a:schemeClr val="accent1">
                <a:lumMod val="40000"/>
                <a:lumOff val="60000"/>
              </a:schemeClr>
            </a:solidFill>
            <a:ln w="22225" algn="ctr">
              <a:solidFill>
                <a:srgbClr val="000000"/>
              </a:solidFill>
              <a:miter lim="800000"/>
              <a:headEnd/>
              <a:tailEnd/>
            </a:ln>
            <a:effectLst/>
          </p:spPr>
          <p:txBody>
            <a:bodyPr anchor="ctr"/>
            <a:lstStyle/>
            <a:p>
              <a:pPr algn="ctr" eaLnBrk="1" hangingPunct="1">
                <a:defRPr/>
              </a:pPr>
              <a:endParaRPr lang="en-US" sz="1200" dirty="0">
                <a:solidFill>
                  <a:schemeClr val="dk1"/>
                </a:solidFill>
              </a:endParaRPr>
            </a:p>
          </p:txBody>
        </p:sp>
        <p:sp>
          <p:nvSpPr>
            <p:cNvPr id="123" name="Flowchart: Delay 122">
              <a:extLst>
                <a:ext uri="{FF2B5EF4-FFF2-40B4-BE49-F238E27FC236}">
                  <a16:creationId xmlns:a16="http://schemas.microsoft.com/office/drawing/2014/main" id="{4B00EA40-140F-438C-91C3-467E6E445F88}"/>
                </a:ext>
              </a:extLst>
            </p:cNvPr>
            <p:cNvSpPr>
              <a:spLocks noChangeArrowheads="1"/>
            </p:cNvSpPr>
            <p:nvPr/>
          </p:nvSpPr>
          <p:spPr bwMode="auto">
            <a:xfrm>
              <a:off x="4861427" y="2440509"/>
              <a:ext cx="536896" cy="502378"/>
            </a:xfrm>
            <a:prstGeom prst="flowChartDelay">
              <a:avLst/>
            </a:prstGeom>
            <a:solidFill>
              <a:schemeClr val="accent1">
                <a:lumMod val="40000"/>
                <a:lumOff val="60000"/>
              </a:schemeClr>
            </a:solidFill>
            <a:ln w="22225" algn="ctr">
              <a:solidFill>
                <a:srgbClr val="000000"/>
              </a:solidFill>
              <a:miter lim="800000"/>
              <a:headEnd/>
              <a:tailEnd/>
            </a:ln>
            <a:effectLst/>
          </p:spPr>
          <p:txBody>
            <a:bodyPr anchor="ctr"/>
            <a:lstStyle/>
            <a:p>
              <a:pPr algn="ctr" eaLnBrk="1" hangingPunct="1">
                <a:defRPr/>
              </a:pPr>
              <a:endParaRPr lang="en-US" sz="1200" dirty="0">
                <a:solidFill>
                  <a:schemeClr val="dk1"/>
                </a:solidFill>
              </a:endParaRPr>
            </a:p>
          </p:txBody>
        </p:sp>
        <p:sp>
          <p:nvSpPr>
            <p:cNvPr id="124" name="Flowchart: Delay 123">
              <a:extLst>
                <a:ext uri="{FF2B5EF4-FFF2-40B4-BE49-F238E27FC236}">
                  <a16:creationId xmlns:a16="http://schemas.microsoft.com/office/drawing/2014/main" id="{B27A822D-E2EA-44B3-8202-EE3E9606D7B8}"/>
                </a:ext>
              </a:extLst>
            </p:cNvPr>
            <p:cNvSpPr>
              <a:spLocks noChangeArrowheads="1"/>
            </p:cNvSpPr>
            <p:nvPr/>
          </p:nvSpPr>
          <p:spPr bwMode="auto">
            <a:xfrm>
              <a:off x="3387199" y="2550742"/>
              <a:ext cx="534659" cy="504185"/>
            </a:xfrm>
            <a:prstGeom prst="flowChartDelay">
              <a:avLst/>
            </a:prstGeom>
            <a:solidFill>
              <a:schemeClr val="accent1">
                <a:lumMod val="40000"/>
                <a:lumOff val="60000"/>
              </a:schemeClr>
            </a:solidFill>
            <a:ln w="22225" algn="ctr">
              <a:solidFill>
                <a:srgbClr val="000000"/>
              </a:solidFill>
              <a:miter lim="800000"/>
              <a:headEnd/>
              <a:tailEnd/>
            </a:ln>
            <a:effectLst/>
          </p:spPr>
          <p:txBody>
            <a:bodyPr anchor="ctr"/>
            <a:lstStyle/>
            <a:p>
              <a:pPr algn="ctr" eaLnBrk="1" hangingPunct="1">
                <a:defRPr/>
              </a:pPr>
              <a:endParaRPr lang="en-US" sz="1200" dirty="0">
                <a:solidFill>
                  <a:schemeClr val="dk1"/>
                </a:solidFill>
              </a:endParaRPr>
            </a:p>
          </p:txBody>
        </p:sp>
        <p:sp>
          <p:nvSpPr>
            <p:cNvPr id="125" name="Flowchart: Delay 124">
              <a:extLst>
                <a:ext uri="{FF2B5EF4-FFF2-40B4-BE49-F238E27FC236}">
                  <a16:creationId xmlns:a16="http://schemas.microsoft.com/office/drawing/2014/main" id="{C382AEEA-2E99-4F21-8A23-50EE5806112F}"/>
                </a:ext>
              </a:extLst>
            </p:cNvPr>
            <p:cNvSpPr>
              <a:spLocks noChangeArrowheads="1"/>
            </p:cNvSpPr>
            <p:nvPr/>
          </p:nvSpPr>
          <p:spPr bwMode="auto">
            <a:xfrm>
              <a:off x="5803233" y="2382681"/>
              <a:ext cx="534659" cy="504184"/>
            </a:xfrm>
            <a:prstGeom prst="flowChartDelay">
              <a:avLst/>
            </a:prstGeom>
            <a:solidFill>
              <a:schemeClr val="accent1">
                <a:lumMod val="40000"/>
                <a:lumOff val="60000"/>
              </a:schemeClr>
            </a:solidFill>
            <a:ln w="22225" algn="ctr">
              <a:solidFill>
                <a:srgbClr val="000000"/>
              </a:solidFill>
              <a:miter lim="800000"/>
              <a:headEnd/>
              <a:tailEnd/>
            </a:ln>
            <a:effectLst/>
          </p:spPr>
          <p:txBody>
            <a:bodyPr anchor="ctr"/>
            <a:lstStyle/>
            <a:p>
              <a:pPr algn="ctr" eaLnBrk="1" hangingPunct="1">
                <a:defRPr/>
              </a:pPr>
              <a:endParaRPr lang="en-US" sz="1200" dirty="0">
                <a:solidFill>
                  <a:schemeClr val="dk1"/>
                </a:solidFill>
              </a:endParaRPr>
            </a:p>
          </p:txBody>
        </p:sp>
        <p:sp>
          <p:nvSpPr>
            <p:cNvPr id="8203" name="Rectangle 5">
              <a:extLst>
                <a:ext uri="{FF2B5EF4-FFF2-40B4-BE49-F238E27FC236}">
                  <a16:creationId xmlns:a16="http://schemas.microsoft.com/office/drawing/2014/main" id="{F60A7CF5-B8FB-4E51-8C8F-26D4120E2518}"/>
                </a:ext>
              </a:extLst>
            </p:cNvPr>
            <p:cNvSpPr>
              <a:spLocks noChangeArrowheads="1"/>
            </p:cNvSpPr>
            <p:nvPr/>
          </p:nvSpPr>
          <p:spPr bwMode="auto">
            <a:xfrm>
              <a:off x="2279850" y="1612850"/>
              <a:ext cx="487681" cy="1375213"/>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ru-RU" sz="1200"/>
            </a:p>
          </p:txBody>
        </p:sp>
      </p:grpSp>
      <p:sp>
        <p:nvSpPr>
          <p:cNvPr id="2" name="Title 1">
            <a:extLst>
              <a:ext uri="{FF2B5EF4-FFF2-40B4-BE49-F238E27FC236}">
                <a16:creationId xmlns:a16="http://schemas.microsoft.com/office/drawing/2014/main" id="{A712A206-7991-6E43-2140-F8E03B372B98}"/>
              </a:ext>
            </a:extLst>
          </p:cNvPr>
          <p:cNvSpPr>
            <a:spLocks noGrp="1"/>
          </p:cNvSpPr>
          <p:nvPr>
            <p:ph type="title"/>
          </p:nvPr>
        </p:nvSpPr>
        <p:spPr/>
        <p:txBody>
          <a:bodyPr>
            <a:normAutofit/>
          </a:bodyPr>
          <a:lstStyle/>
          <a:p>
            <a:r>
              <a:rPr lang="en-US" dirty="0"/>
              <a:t>Cycle Time – Critical Path Delay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97">
            <a:extLst>
              <a:ext uri="{FF2B5EF4-FFF2-40B4-BE49-F238E27FC236}">
                <a16:creationId xmlns:a16="http://schemas.microsoft.com/office/drawing/2014/main" id="{B7A68436-3F9D-81CA-31FC-01DFF79AA40D}"/>
              </a:ext>
            </a:extLst>
          </p:cNvPr>
          <p:cNvGrpSpPr>
            <a:grpSpLocks/>
          </p:cNvGrpSpPr>
          <p:nvPr/>
        </p:nvGrpSpPr>
        <p:grpSpPr bwMode="auto">
          <a:xfrm>
            <a:off x="1981201" y="1417638"/>
            <a:ext cx="7891463" cy="4267200"/>
            <a:chOff x="357" y="960"/>
            <a:chExt cx="4971" cy="2688"/>
          </a:xfrm>
        </p:grpSpPr>
        <p:sp>
          <p:nvSpPr>
            <p:cNvPr id="32772" name="Text Box 85">
              <a:extLst>
                <a:ext uri="{FF2B5EF4-FFF2-40B4-BE49-F238E27FC236}">
                  <a16:creationId xmlns:a16="http://schemas.microsoft.com/office/drawing/2014/main" id="{C62D7E02-1352-8712-57A8-92FC491ABCD2}"/>
                </a:ext>
              </a:extLst>
            </p:cNvPr>
            <p:cNvSpPr txBox="1">
              <a:spLocks noChangeArrowheads="1"/>
            </p:cNvSpPr>
            <p:nvPr/>
          </p:nvSpPr>
          <p:spPr bwMode="auto">
            <a:xfrm>
              <a:off x="357" y="1086"/>
              <a:ext cx="6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Clock</a:t>
              </a:r>
              <a:endParaRPr lang="ru-RU" altLang="en-US"/>
            </a:p>
          </p:txBody>
        </p:sp>
        <p:sp>
          <p:nvSpPr>
            <p:cNvPr id="11269" name="Rectangle 5">
              <a:extLst>
                <a:ext uri="{FF2B5EF4-FFF2-40B4-BE49-F238E27FC236}">
                  <a16:creationId xmlns:a16="http://schemas.microsoft.com/office/drawing/2014/main" id="{74247E5D-69E7-4A23-9E8C-78975FCD630A}"/>
                </a:ext>
              </a:extLst>
            </p:cNvPr>
            <p:cNvSpPr>
              <a:spLocks noChangeArrowheads="1"/>
            </p:cNvSpPr>
            <p:nvPr/>
          </p:nvSpPr>
          <p:spPr bwMode="auto">
            <a:xfrm>
              <a:off x="1040" y="1118"/>
              <a:ext cx="405" cy="553"/>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1270" name="Rectangle 6">
              <a:extLst>
                <a:ext uri="{FF2B5EF4-FFF2-40B4-BE49-F238E27FC236}">
                  <a16:creationId xmlns:a16="http://schemas.microsoft.com/office/drawing/2014/main" id="{3B4C878A-6065-4747-8FAE-B1AFE9FFA10E}"/>
                </a:ext>
              </a:extLst>
            </p:cNvPr>
            <p:cNvSpPr>
              <a:spLocks noChangeArrowheads="1"/>
            </p:cNvSpPr>
            <p:nvPr/>
          </p:nvSpPr>
          <p:spPr bwMode="auto">
            <a:xfrm>
              <a:off x="1049" y="1908"/>
              <a:ext cx="444" cy="554"/>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1271" name="Rectangle 7">
              <a:extLst>
                <a:ext uri="{FF2B5EF4-FFF2-40B4-BE49-F238E27FC236}">
                  <a16:creationId xmlns:a16="http://schemas.microsoft.com/office/drawing/2014/main" id="{4D655525-860E-4255-897D-0436E5B81B28}"/>
                </a:ext>
              </a:extLst>
            </p:cNvPr>
            <p:cNvSpPr>
              <a:spLocks noChangeArrowheads="1"/>
            </p:cNvSpPr>
            <p:nvPr/>
          </p:nvSpPr>
          <p:spPr bwMode="auto">
            <a:xfrm>
              <a:off x="1930" y="1118"/>
              <a:ext cx="405" cy="553"/>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1272" name="Rectangle 8">
              <a:extLst>
                <a:ext uri="{FF2B5EF4-FFF2-40B4-BE49-F238E27FC236}">
                  <a16:creationId xmlns:a16="http://schemas.microsoft.com/office/drawing/2014/main" id="{BE906C05-D092-47F7-8E2D-FFFD54469A9E}"/>
                </a:ext>
              </a:extLst>
            </p:cNvPr>
            <p:cNvSpPr>
              <a:spLocks noChangeArrowheads="1"/>
            </p:cNvSpPr>
            <p:nvPr/>
          </p:nvSpPr>
          <p:spPr bwMode="auto">
            <a:xfrm>
              <a:off x="2861" y="1079"/>
              <a:ext cx="526" cy="744"/>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1273" name="Rectangle 9">
              <a:extLst>
                <a:ext uri="{FF2B5EF4-FFF2-40B4-BE49-F238E27FC236}">
                  <a16:creationId xmlns:a16="http://schemas.microsoft.com/office/drawing/2014/main" id="{0AF1ED84-B323-4709-8324-2F0A094F3B83}"/>
                </a:ext>
              </a:extLst>
            </p:cNvPr>
            <p:cNvSpPr>
              <a:spLocks noChangeArrowheads="1"/>
            </p:cNvSpPr>
            <p:nvPr/>
          </p:nvSpPr>
          <p:spPr bwMode="auto">
            <a:xfrm>
              <a:off x="1930" y="1908"/>
              <a:ext cx="405" cy="791"/>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1274" name="Rectangle 10">
              <a:extLst>
                <a:ext uri="{FF2B5EF4-FFF2-40B4-BE49-F238E27FC236}">
                  <a16:creationId xmlns:a16="http://schemas.microsoft.com/office/drawing/2014/main" id="{AC698ADC-29CE-4728-B246-68C89C3261A3}"/>
                </a:ext>
              </a:extLst>
            </p:cNvPr>
            <p:cNvSpPr>
              <a:spLocks noChangeArrowheads="1"/>
            </p:cNvSpPr>
            <p:nvPr/>
          </p:nvSpPr>
          <p:spPr bwMode="auto">
            <a:xfrm>
              <a:off x="2861" y="1908"/>
              <a:ext cx="526" cy="633"/>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1275" name="Rectangle 11">
              <a:extLst>
                <a:ext uri="{FF2B5EF4-FFF2-40B4-BE49-F238E27FC236}">
                  <a16:creationId xmlns:a16="http://schemas.microsoft.com/office/drawing/2014/main" id="{BDACD9F6-61CB-497C-9C82-368C77332C24}"/>
                </a:ext>
              </a:extLst>
            </p:cNvPr>
            <p:cNvSpPr>
              <a:spLocks noChangeArrowheads="1"/>
            </p:cNvSpPr>
            <p:nvPr/>
          </p:nvSpPr>
          <p:spPr bwMode="auto">
            <a:xfrm>
              <a:off x="1930" y="2937"/>
              <a:ext cx="405" cy="553"/>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1276" name="Rectangle 12">
              <a:extLst>
                <a:ext uri="{FF2B5EF4-FFF2-40B4-BE49-F238E27FC236}">
                  <a16:creationId xmlns:a16="http://schemas.microsoft.com/office/drawing/2014/main" id="{8457212B-BA9A-4EA1-BF54-32D12EECB9F8}"/>
                </a:ext>
              </a:extLst>
            </p:cNvPr>
            <p:cNvSpPr>
              <a:spLocks noChangeArrowheads="1"/>
            </p:cNvSpPr>
            <p:nvPr/>
          </p:nvSpPr>
          <p:spPr bwMode="auto">
            <a:xfrm>
              <a:off x="2901" y="2937"/>
              <a:ext cx="405" cy="553"/>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1277" name="Rectangle 13">
              <a:extLst>
                <a:ext uri="{FF2B5EF4-FFF2-40B4-BE49-F238E27FC236}">
                  <a16:creationId xmlns:a16="http://schemas.microsoft.com/office/drawing/2014/main" id="{A2BE34C2-2DCF-4F5B-A2D8-83A93FA03C4D}"/>
                </a:ext>
              </a:extLst>
            </p:cNvPr>
            <p:cNvSpPr>
              <a:spLocks noChangeArrowheads="1"/>
            </p:cNvSpPr>
            <p:nvPr/>
          </p:nvSpPr>
          <p:spPr bwMode="auto">
            <a:xfrm>
              <a:off x="4722" y="2699"/>
              <a:ext cx="405" cy="553"/>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1278" name="Rectangle 14">
              <a:extLst>
                <a:ext uri="{FF2B5EF4-FFF2-40B4-BE49-F238E27FC236}">
                  <a16:creationId xmlns:a16="http://schemas.microsoft.com/office/drawing/2014/main" id="{F092EFA9-2454-44BC-9246-4D90E12E9E99}"/>
                </a:ext>
              </a:extLst>
            </p:cNvPr>
            <p:cNvSpPr>
              <a:spLocks noChangeArrowheads="1"/>
            </p:cNvSpPr>
            <p:nvPr/>
          </p:nvSpPr>
          <p:spPr bwMode="auto">
            <a:xfrm>
              <a:off x="4520" y="1337"/>
              <a:ext cx="526" cy="746"/>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1279" name="Rectangle 15">
              <a:extLst>
                <a:ext uri="{FF2B5EF4-FFF2-40B4-BE49-F238E27FC236}">
                  <a16:creationId xmlns:a16="http://schemas.microsoft.com/office/drawing/2014/main" id="{3BDDE931-DA3D-4A46-B4FC-F4846FFCDEF3}"/>
                </a:ext>
              </a:extLst>
            </p:cNvPr>
            <p:cNvSpPr>
              <a:spLocks noChangeArrowheads="1"/>
            </p:cNvSpPr>
            <p:nvPr/>
          </p:nvSpPr>
          <p:spPr bwMode="auto">
            <a:xfrm>
              <a:off x="3832" y="2739"/>
              <a:ext cx="526" cy="791"/>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32784" name="Line 16">
              <a:extLst>
                <a:ext uri="{FF2B5EF4-FFF2-40B4-BE49-F238E27FC236}">
                  <a16:creationId xmlns:a16="http://schemas.microsoft.com/office/drawing/2014/main" id="{0FED1215-4557-C321-2DD0-EA31A89552CC}"/>
                </a:ext>
              </a:extLst>
            </p:cNvPr>
            <p:cNvSpPr>
              <a:spLocks noChangeShapeType="1"/>
            </p:cNvSpPr>
            <p:nvPr/>
          </p:nvSpPr>
          <p:spPr bwMode="auto">
            <a:xfrm>
              <a:off x="838" y="960"/>
              <a:ext cx="0" cy="55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5" name="Line 17">
              <a:extLst>
                <a:ext uri="{FF2B5EF4-FFF2-40B4-BE49-F238E27FC236}">
                  <a16:creationId xmlns:a16="http://schemas.microsoft.com/office/drawing/2014/main" id="{DB54B68C-6B34-5457-1EEE-F4B07569BFE5}"/>
                </a:ext>
              </a:extLst>
            </p:cNvPr>
            <p:cNvSpPr>
              <a:spLocks noChangeShapeType="1"/>
            </p:cNvSpPr>
            <p:nvPr/>
          </p:nvSpPr>
          <p:spPr bwMode="auto">
            <a:xfrm>
              <a:off x="757" y="1276"/>
              <a:ext cx="2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6" name="Text Box 18">
              <a:extLst>
                <a:ext uri="{FF2B5EF4-FFF2-40B4-BE49-F238E27FC236}">
                  <a16:creationId xmlns:a16="http://schemas.microsoft.com/office/drawing/2014/main" id="{7CC41FCA-1101-208A-2BBE-BC85E11B374B}"/>
                </a:ext>
              </a:extLst>
            </p:cNvPr>
            <p:cNvSpPr txBox="1">
              <a:spLocks noChangeArrowheads="1"/>
            </p:cNvSpPr>
            <p:nvPr/>
          </p:nvSpPr>
          <p:spPr bwMode="auto">
            <a:xfrm>
              <a:off x="1040" y="1157"/>
              <a:ext cx="2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32787" name="Freeform 19">
              <a:extLst>
                <a:ext uri="{FF2B5EF4-FFF2-40B4-BE49-F238E27FC236}">
                  <a16:creationId xmlns:a16="http://schemas.microsoft.com/office/drawing/2014/main" id="{5484994E-39D3-06AF-E697-53A846AF0E54}"/>
                </a:ext>
              </a:extLst>
            </p:cNvPr>
            <p:cNvSpPr>
              <a:spLocks/>
            </p:cNvSpPr>
            <p:nvPr/>
          </p:nvSpPr>
          <p:spPr bwMode="auto">
            <a:xfrm>
              <a:off x="1040" y="1473"/>
              <a:ext cx="96" cy="97"/>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788" name="Freeform 20">
              <a:extLst>
                <a:ext uri="{FF2B5EF4-FFF2-40B4-BE49-F238E27FC236}">
                  <a16:creationId xmlns:a16="http://schemas.microsoft.com/office/drawing/2014/main" id="{C71BEEEB-BF77-CFB1-36E5-03700FF32002}"/>
                </a:ext>
              </a:extLst>
            </p:cNvPr>
            <p:cNvSpPr>
              <a:spLocks/>
            </p:cNvSpPr>
            <p:nvPr/>
          </p:nvSpPr>
          <p:spPr bwMode="auto">
            <a:xfrm>
              <a:off x="1928" y="1481"/>
              <a:ext cx="95" cy="97"/>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789" name="Freeform 21">
              <a:extLst>
                <a:ext uri="{FF2B5EF4-FFF2-40B4-BE49-F238E27FC236}">
                  <a16:creationId xmlns:a16="http://schemas.microsoft.com/office/drawing/2014/main" id="{D62A78B0-5412-581C-08E4-01F23985D939}"/>
                </a:ext>
              </a:extLst>
            </p:cNvPr>
            <p:cNvSpPr>
              <a:spLocks/>
            </p:cNvSpPr>
            <p:nvPr/>
          </p:nvSpPr>
          <p:spPr bwMode="auto">
            <a:xfrm>
              <a:off x="2863" y="1474"/>
              <a:ext cx="95" cy="97"/>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790" name="Freeform 22">
              <a:extLst>
                <a:ext uri="{FF2B5EF4-FFF2-40B4-BE49-F238E27FC236}">
                  <a16:creationId xmlns:a16="http://schemas.microsoft.com/office/drawing/2014/main" id="{6A17D464-D2A6-B1E4-A929-5A9DB708239D}"/>
                </a:ext>
              </a:extLst>
            </p:cNvPr>
            <p:cNvSpPr>
              <a:spLocks/>
            </p:cNvSpPr>
            <p:nvPr/>
          </p:nvSpPr>
          <p:spPr bwMode="auto">
            <a:xfrm>
              <a:off x="4521" y="1893"/>
              <a:ext cx="95" cy="97"/>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2225">
              <a:solidFill>
                <a:schemeClr val="tx1"/>
              </a:solidFill>
              <a:miter lim="800000"/>
              <a:headEnd/>
              <a:tailEnd/>
            </a:ln>
          </p:spPr>
          <p:txBody>
            <a:bodyPr/>
            <a:lstStyle/>
            <a:p>
              <a:endParaRPr lang="en-US"/>
            </a:p>
          </p:txBody>
        </p:sp>
        <p:sp>
          <p:nvSpPr>
            <p:cNvPr id="32791" name="Freeform 23">
              <a:extLst>
                <a:ext uri="{FF2B5EF4-FFF2-40B4-BE49-F238E27FC236}">
                  <a16:creationId xmlns:a16="http://schemas.microsoft.com/office/drawing/2014/main" id="{7FAE0DC7-955D-03BA-0726-4514778F443F}"/>
                </a:ext>
              </a:extLst>
            </p:cNvPr>
            <p:cNvSpPr>
              <a:spLocks/>
            </p:cNvSpPr>
            <p:nvPr/>
          </p:nvSpPr>
          <p:spPr bwMode="auto">
            <a:xfrm>
              <a:off x="2863" y="2318"/>
              <a:ext cx="96" cy="97"/>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792" name="Freeform 24">
              <a:extLst>
                <a:ext uri="{FF2B5EF4-FFF2-40B4-BE49-F238E27FC236}">
                  <a16:creationId xmlns:a16="http://schemas.microsoft.com/office/drawing/2014/main" id="{4398AE04-3CB8-7025-82D2-A63D88B037BA}"/>
                </a:ext>
              </a:extLst>
            </p:cNvPr>
            <p:cNvSpPr>
              <a:spLocks/>
            </p:cNvSpPr>
            <p:nvPr/>
          </p:nvSpPr>
          <p:spPr bwMode="auto">
            <a:xfrm>
              <a:off x="1930" y="2494"/>
              <a:ext cx="95" cy="97"/>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793" name="Freeform 25">
              <a:extLst>
                <a:ext uri="{FF2B5EF4-FFF2-40B4-BE49-F238E27FC236}">
                  <a16:creationId xmlns:a16="http://schemas.microsoft.com/office/drawing/2014/main" id="{BD2F4EAE-EBCA-4162-7B2B-85577746D2EE}"/>
                </a:ext>
              </a:extLst>
            </p:cNvPr>
            <p:cNvSpPr>
              <a:spLocks/>
            </p:cNvSpPr>
            <p:nvPr/>
          </p:nvSpPr>
          <p:spPr bwMode="auto">
            <a:xfrm>
              <a:off x="1040" y="2225"/>
              <a:ext cx="96" cy="96"/>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794" name="Line 26">
              <a:extLst>
                <a:ext uri="{FF2B5EF4-FFF2-40B4-BE49-F238E27FC236}">
                  <a16:creationId xmlns:a16="http://schemas.microsoft.com/office/drawing/2014/main" id="{11BFC2D9-00D8-F490-6512-0464784904AF}"/>
                </a:ext>
              </a:extLst>
            </p:cNvPr>
            <p:cNvSpPr>
              <a:spLocks noChangeShapeType="1"/>
            </p:cNvSpPr>
            <p:nvPr/>
          </p:nvSpPr>
          <p:spPr bwMode="auto">
            <a:xfrm>
              <a:off x="838" y="1521"/>
              <a:ext cx="202"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795" name="Line 27">
              <a:extLst>
                <a:ext uri="{FF2B5EF4-FFF2-40B4-BE49-F238E27FC236}">
                  <a16:creationId xmlns:a16="http://schemas.microsoft.com/office/drawing/2014/main" id="{73B55B27-FFB8-B603-BBD5-29524E7491AB}"/>
                </a:ext>
              </a:extLst>
            </p:cNvPr>
            <p:cNvSpPr>
              <a:spLocks noChangeShapeType="1"/>
            </p:cNvSpPr>
            <p:nvPr/>
          </p:nvSpPr>
          <p:spPr bwMode="auto">
            <a:xfrm>
              <a:off x="838" y="2274"/>
              <a:ext cx="202"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796" name="Line 28">
              <a:extLst>
                <a:ext uri="{FF2B5EF4-FFF2-40B4-BE49-F238E27FC236}">
                  <a16:creationId xmlns:a16="http://schemas.microsoft.com/office/drawing/2014/main" id="{9BDDC397-257C-63AB-2EC3-56CAA9FF4C19}"/>
                </a:ext>
              </a:extLst>
            </p:cNvPr>
            <p:cNvSpPr>
              <a:spLocks noChangeShapeType="1"/>
            </p:cNvSpPr>
            <p:nvPr/>
          </p:nvSpPr>
          <p:spPr bwMode="auto">
            <a:xfrm>
              <a:off x="1710" y="1521"/>
              <a:ext cx="20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7" name="Line 29">
              <a:extLst>
                <a:ext uri="{FF2B5EF4-FFF2-40B4-BE49-F238E27FC236}">
                  <a16:creationId xmlns:a16="http://schemas.microsoft.com/office/drawing/2014/main" id="{DCD2A0CE-88C8-A056-4A99-E909B1B73C40}"/>
                </a:ext>
              </a:extLst>
            </p:cNvPr>
            <p:cNvSpPr>
              <a:spLocks noChangeShapeType="1"/>
            </p:cNvSpPr>
            <p:nvPr/>
          </p:nvSpPr>
          <p:spPr bwMode="auto">
            <a:xfrm>
              <a:off x="1445" y="1276"/>
              <a:ext cx="48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8" name="Text Box 30">
              <a:extLst>
                <a:ext uri="{FF2B5EF4-FFF2-40B4-BE49-F238E27FC236}">
                  <a16:creationId xmlns:a16="http://schemas.microsoft.com/office/drawing/2014/main" id="{31622821-19CD-645B-5C54-71A00C391BCA}"/>
                </a:ext>
              </a:extLst>
            </p:cNvPr>
            <p:cNvSpPr txBox="1">
              <a:spLocks noChangeArrowheads="1"/>
            </p:cNvSpPr>
            <p:nvPr/>
          </p:nvSpPr>
          <p:spPr bwMode="auto">
            <a:xfrm>
              <a:off x="1971" y="1157"/>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32799" name="Text Box 31">
              <a:extLst>
                <a:ext uri="{FF2B5EF4-FFF2-40B4-BE49-F238E27FC236}">
                  <a16:creationId xmlns:a16="http://schemas.microsoft.com/office/drawing/2014/main" id="{8CDACE3D-873B-692E-A186-68E07BB6DD2F}"/>
                </a:ext>
              </a:extLst>
            </p:cNvPr>
            <p:cNvSpPr txBox="1">
              <a:spLocks noChangeArrowheads="1"/>
            </p:cNvSpPr>
            <p:nvPr/>
          </p:nvSpPr>
          <p:spPr bwMode="auto">
            <a:xfrm>
              <a:off x="1930" y="2976"/>
              <a:ext cx="2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32800" name="Text Box 32">
              <a:extLst>
                <a:ext uri="{FF2B5EF4-FFF2-40B4-BE49-F238E27FC236}">
                  <a16:creationId xmlns:a16="http://schemas.microsoft.com/office/drawing/2014/main" id="{E4B0FAAF-3BE9-E053-06CE-A6D190E5691B}"/>
                </a:ext>
              </a:extLst>
            </p:cNvPr>
            <p:cNvSpPr txBox="1">
              <a:spLocks noChangeArrowheads="1"/>
            </p:cNvSpPr>
            <p:nvPr/>
          </p:nvSpPr>
          <p:spPr bwMode="auto">
            <a:xfrm>
              <a:off x="2901" y="2976"/>
              <a:ext cx="2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32801" name="Text Box 33">
              <a:extLst>
                <a:ext uri="{FF2B5EF4-FFF2-40B4-BE49-F238E27FC236}">
                  <a16:creationId xmlns:a16="http://schemas.microsoft.com/office/drawing/2014/main" id="{73666240-1EB7-6BA7-3F7A-9BAE9AAED79D}"/>
                </a:ext>
              </a:extLst>
            </p:cNvPr>
            <p:cNvSpPr txBox="1">
              <a:spLocks noChangeArrowheads="1"/>
            </p:cNvSpPr>
            <p:nvPr/>
          </p:nvSpPr>
          <p:spPr bwMode="auto">
            <a:xfrm>
              <a:off x="4722" y="2738"/>
              <a:ext cx="2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32802" name="Line 34">
              <a:extLst>
                <a:ext uri="{FF2B5EF4-FFF2-40B4-BE49-F238E27FC236}">
                  <a16:creationId xmlns:a16="http://schemas.microsoft.com/office/drawing/2014/main" id="{6102478A-1E3D-F6DD-D83D-A626E3B21AFE}"/>
                </a:ext>
              </a:extLst>
            </p:cNvPr>
            <p:cNvSpPr>
              <a:spLocks noChangeShapeType="1"/>
            </p:cNvSpPr>
            <p:nvPr/>
          </p:nvSpPr>
          <p:spPr bwMode="auto">
            <a:xfrm>
              <a:off x="3387" y="1236"/>
              <a:ext cx="186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3" name="Line 36">
              <a:extLst>
                <a:ext uri="{FF2B5EF4-FFF2-40B4-BE49-F238E27FC236}">
                  <a16:creationId xmlns:a16="http://schemas.microsoft.com/office/drawing/2014/main" id="{A29ED21D-EA9F-4F4C-7AD5-AD2058F4431C}"/>
                </a:ext>
              </a:extLst>
            </p:cNvPr>
            <p:cNvSpPr>
              <a:spLocks noChangeShapeType="1"/>
            </p:cNvSpPr>
            <p:nvPr/>
          </p:nvSpPr>
          <p:spPr bwMode="auto">
            <a:xfrm>
              <a:off x="4277" y="1663"/>
              <a:ext cx="24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4" name="Line 37">
              <a:extLst>
                <a:ext uri="{FF2B5EF4-FFF2-40B4-BE49-F238E27FC236}">
                  <a16:creationId xmlns:a16="http://schemas.microsoft.com/office/drawing/2014/main" id="{613215C4-EA10-EB38-7709-62FD66F54088}"/>
                </a:ext>
              </a:extLst>
            </p:cNvPr>
            <p:cNvSpPr>
              <a:spLocks noChangeShapeType="1"/>
            </p:cNvSpPr>
            <p:nvPr/>
          </p:nvSpPr>
          <p:spPr bwMode="auto">
            <a:xfrm>
              <a:off x="5046" y="1719"/>
              <a:ext cx="20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5" name="Line 38">
              <a:extLst>
                <a:ext uri="{FF2B5EF4-FFF2-40B4-BE49-F238E27FC236}">
                  <a16:creationId xmlns:a16="http://schemas.microsoft.com/office/drawing/2014/main" id="{6C3C3560-120C-C203-DC9B-07484734355A}"/>
                </a:ext>
              </a:extLst>
            </p:cNvPr>
            <p:cNvSpPr>
              <a:spLocks noChangeShapeType="1"/>
            </p:cNvSpPr>
            <p:nvPr/>
          </p:nvSpPr>
          <p:spPr bwMode="auto">
            <a:xfrm>
              <a:off x="5126" y="2865"/>
              <a:ext cx="20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6" name="Line 39">
              <a:extLst>
                <a:ext uri="{FF2B5EF4-FFF2-40B4-BE49-F238E27FC236}">
                  <a16:creationId xmlns:a16="http://schemas.microsoft.com/office/drawing/2014/main" id="{18A07CDA-B789-FE92-1C7D-239BC0B947AF}"/>
                </a:ext>
              </a:extLst>
            </p:cNvPr>
            <p:cNvSpPr>
              <a:spLocks noChangeShapeType="1"/>
            </p:cNvSpPr>
            <p:nvPr/>
          </p:nvSpPr>
          <p:spPr bwMode="auto">
            <a:xfrm>
              <a:off x="4358" y="2857"/>
              <a:ext cx="3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7" name="Line 40">
              <a:extLst>
                <a:ext uri="{FF2B5EF4-FFF2-40B4-BE49-F238E27FC236}">
                  <a16:creationId xmlns:a16="http://schemas.microsoft.com/office/drawing/2014/main" id="{A769CE5C-EEE3-944F-41F7-8A7E375861B8}"/>
                </a:ext>
              </a:extLst>
            </p:cNvPr>
            <p:cNvSpPr>
              <a:spLocks noChangeShapeType="1"/>
            </p:cNvSpPr>
            <p:nvPr/>
          </p:nvSpPr>
          <p:spPr bwMode="auto">
            <a:xfrm>
              <a:off x="2618" y="1513"/>
              <a:ext cx="24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8" name="Line 41">
              <a:extLst>
                <a:ext uri="{FF2B5EF4-FFF2-40B4-BE49-F238E27FC236}">
                  <a16:creationId xmlns:a16="http://schemas.microsoft.com/office/drawing/2014/main" id="{1FA3933D-FF39-B371-320C-0D5A8FE35A19}"/>
                </a:ext>
              </a:extLst>
            </p:cNvPr>
            <p:cNvSpPr>
              <a:spLocks noChangeShapeType="1"/>
            </p:cNvSpPr>
            <p:nvPr/>
          </p:nvSpPr>
          <p:spPr bwMode="auto">
            <a:xfrm>
              <a:off x="2326" y="1261"/>
              <a:ext cx="5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9" name="Line 42">
              <a:extLst>
                <a:ext uri="{FF2B5EF4-FFF2-40B4-BE49-F238E27FC236}">
                  <a16:creationId xmlns:a16="http://schemas.microsoft.com/office/drawing/2014/main" id="{E5E30D5B-3C04-32B5-4F94-613C47B8D626}"/>
                </a:ext>
              </a:extLst>
            </p:cNvPr>
            <p:cNvSpPr>
              <a:spLocks noChangeShapeType="1"/>
            </p:cNvSpPr>
            <p:nvPr/>
          </p:nvSpPr>
          <p:spPr bwMode="auto">
            <a:xfrm flipV="1">
              <a:off x="1607" y="999"/>
              <a:ext cx="0" cy="277"/>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810" name="Line 43">
              <a:extLst>
                <a:ext uri="{FF2B5EF4-FFF2-40B4-BE49-F238E27FC236}">
                  <a16:creationId xmlns:a16="http://schemas.microsoft.com/office/drawing/2014/main" id="{92529D34-BF1D-6FCA-B999-C82BED3225A2}"/>
                </a:ext>
              </a:extLst>
            </p:cNvPr>
            <p:cNvSpPr>
              <a:spLocks noChangeShapeType="1"/>
            </p:cNvSpPr>
            <p:nvPr/>
          </p:nvSpPr>
          <p:spPr bwMode="auto">
            <a:xfrm>
              <a:off x="1607" y="999"/>
              <a:ext cx="113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1" name="Line 44">
              <a:extLst>
                <a:ext uri="{FF2B5EF4-FFF2-40B4-BE49-F238E27FC236}">
                  <a16:creationId xmlns:a16="http://schemas.microsoft.com/office/drawing/2014/main" id="{121E7CA7-CBE3-551A-2048-168777696B09}"/>
                </a:ext>
              </a:extLst>
            </p:cNvPr>
            <p:cNvSpPr>
              <a:spLocks noChangeShapeType="1"/>
            </p:cNvSpPr>
            <p:nvPr/>
          </p:nvSpPr>
          <p:spPr bwMode="auto">
            <a:xfrm>
              <a:off x="2739" y="999"/>
              <a:ext cx="0" cy="15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2" name="Line 45">
              <a:extLst>
                <a:ext uri="{FF2B5EF4-FFF2-40B4-BE49-F238E27FC236}">
                  <a16:creationId xmlns:a16="http://schemas.microsoft.com/office/drawing/2014/main" id="{5B05B958-AD47-D032-F5A3-FB90CFAF3B69}"/>
                </a:ext>
              </a:extLst>
            </p:cNvPr>
            <p:cNvSpPr>
              <a:spLocks noChangeShapeType="1"/>
            </p:cNvSpPr>
            <p:nvPr/>
          </p:nvSpPr>
          <p:spPr bwMode="auto">
            <a:xfrm>
              <a:off x="2739" y="1157"/>
              <a:ext cx="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3" name="Line 46">
              <a:extLst>
                <a:ext uri="{FF2B5EF4-FFF2-40B4-BE49-F238E27FC236}">
                  <a16:creationId xmlns:a16="http://schemas.microsoft.com/office/drawing/2014/main" id="{3CC253A0-B1A7-C79E-4471-A92277C5F751}"/>
                </a:ext>
              </a:extLst>
            </p:cNvPr>
            <p:cNvSpPr>
              <a:spLocks noChangeShapeType="1"/>
            </p:cNvSpPr>
            <p:nvPr/>
          </p:nvSpPr>
          <p:spPr bwMode="auto">
            <a:xfrm>
              <a:off x="3387" y="1473"/>
              <a:ext cx="113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4" name="Line 47">
              <a:extLst>
                <a:ext uri="{FF2B5EF4-FFF2-40B4-BE49-F238E27FC236}">
                  <a16:creationId xmlns:a16="http://schemas.microsoft.com/office/drawing/2014/main" id="{2D86D906-C791-6629-3572-9F6246AA18E3}"/>
                </a:ext>
              </a:extLst>
            </p:cNvPr>
            <p:cNvSpPr>
              <a:spLocks noChangeShapeType="1"/>
            </p:cNvSpPr>
            <p:nvPr/>
          </p:nvSpPr>
          <p:spPr bwMode="auto">
            <a:xfrm>
              <a:off x="3387" y="2027"/>
              <a:ext cx="88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5" name="Line 48">
              <a:extLst>
                <a:ext uri="{FF2B5EF4-FFF2-40B4-BE49-F238E27FC236}">
                  <a16:creationId xmlns:a16="http://schemas.microsoft.com/office/drawing/2014/main" id="{E1F38572-64BD-D006-F640-7A66E8291644}"/>
                </a:ext>
              </a:extLst>
            </p:cNvPr>
            <p:cNvSpPr>
              <a:spLocks noChangeShapeType="1"/>
            </p:cNvSpPr>
            <p:nvPr/>
          </p:nvSpPr>
          <p:spPr bwMode="auto">
            <a:xfrm>
              <a:off x="4277" y="1663"/>
              <a:ext cx="0" cy="35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6" name="Line 49">
              <a:extLst>
                <a:ext uri="{FF2B5EF4-FFF2-40B4-BE49-F238E27FC236}">
                  <a16:creationId xmlns:a16="http://schemas.microsoft.com/office/drawing/2014/main" id="{F2DD4F48-2A24-E4D8-C28F-8E89585209A4}"/>
                </a:ext>
              </a:extLst>
            </p:cNvPr>
            <p:cNvSpPr>
              <a:spLocks noChangeShapeType="1"/>
            </p:cNvSpPr>
            <p:nvPr/>
          </p:nvSpPr>
          <p:spPr bwMode="auto">
            <a:xfrm>
              <a:off x="1712" y="1521"/>
              <a:ext cx="0" cy="277"/>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7" name="Line 50">
              <a:extLst>
                <a:ext uri="{FF2B5EF4-FFF2-40B4-BE49-F238E27FC236}">
                  <a16:creationId xmlns:a16="http://schemas.microsoft.com/office/drawing/2014/main" id="{34CA59D4-9EEA-1C71-4C79-81B14E73617D}"/>
                </a:ext>
              </a:extLst>
            </p:cNvPr>
            <p:cNvSpPr>
              <a:spLocks noChangeShapeType="1"/>
            </p:cNvSpPr>
            <p:nvPr/>
          </p:nvSpPr>
          <p:spPr bwMode="auto">
            <a:xfrm>
              <a:off x="3387" y="2304"/>
              <a:ext cx="2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8" name="Line 51">
              <a:extLst>
                <a:ext uri="{FF2B5EF4-FFF2-40B4-BE49-F238E27FC236}">
                  <a16:creationId xmlns:a16="http://schemas.microsoft.com/office/drawing/2014/main" id="{F28753A0-4C10-A11A-9900-719DD4C8CB4F}"/>
                </a:ext>
              </a:extLst>
            </p:cNvPr>
            <p:cNvSpPr>
              <a:spLocks noChangeShapeType="1"/>
            </p:cNvSpPr>
            <p:nvPr/>
          </p:nvSpPr>
          <p:spPr bwMode="auto">
            <a:xfrm>
              <a:off x="3670" y="2304"/>
              <a:ext cx="0" cy="55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9" name="Line 52">
              <a:extLst>
                <a:ext uri="{FF2B5EF4-FFF2-40B4-BE49-F238E27FC236}">
                  <a16:creationId xmlns:a16="http://schemas.microsoft.com/office/drawing/2014/main" id="{97450B90-5482-9978-CFF8-3102BBD39A60}"/>
                </a:ext>
              </a:extLst>
            </p:cNvPr>
            <p:cNvSpPr>
              <a:spLocks noChangeShapeType="1"/>
            </p:cNvSpPr>
            <p:nvPr/>
          </p:nvSpPr>
          <p:spPr bwMode="auto">
            <a:xfrm>
              <a:off x="3670" y="2857"/>
              <a:ext cx="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0" name="Line 53">
              <a:extLst>
                <a:ext uri="{FF2B5EF4-FFF2-40B4-BE49-F238E27FC236}">
                  <a16:creationId xmlns:a16="http://schemas.microsoft.com/office/drawing/2014/main" id="{321AA0FF-F708-1001-850E-7EBFFE03033D}"/>
                </a:ext>
              </a:extLst>
            </p:cNvPr>
            <p:cNvSpPr>
              <a:spLocks noChangeShapeType="1"/>
            </p:cNvSpPr>
            <p:nvPr/>
          </p:nvSpPr>
          <p:spPr bwMode="auto">
            <a:xfrm>
              <a:off x="3306" y="3055"/>
              <a:ext cx="52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1" name="Freeform 54">
              <a:extLst>
                <a:ext uri="{FF2B5EF4-FFF2-40B4-BE49-F238E27FC236}">
                  <a16:creationId xmlns:a16="http://schemas.microsoft.com/office/drawing/2014/main" id="{62E2EB5B-B005-CB7F-2976-4A5455A52BBA}"/>
                </a:ext>
              </a:extLst>
            </p:cNvPr>
            <p:cNvSpPr>
              <a:spLocks/>
            </p:cNvSpPr>
            <p:nvPr/>
          </p:nvSpPr>
          <p:spPr bwMode="auto">
            <a:xfrm>
              <a:off x="1929" y="3284"/>
              <a:ext cx="95" cy="96"/>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2225">
              <a:solidFill>
                <a:schemeClr val="tx1"/>
              </a:solidFill>
              <a:miter lim="800000"/>
              <a:headEnd/>
              <a:tailEnd/>
            </a:ln>
          </p:spPr>
          <p:txBody>
            <a:bodyPr/>
            <a:lstStyle/>
            <a:p>
              <a:endParaRPr lang="en-US"/>
            </a:p>
          </p:txBody>
        </p:sp>
        <p:sp>
          <p:nvSpPr>
            <p:cNvPr id="32822" name="Freeform 55">
              <a:extLst>
                <a:ext uri="{FF2B5EF4-FFF2-40B4-BE49-F238E27FC236}">
                  <a16:creationId xmlns:a16="http://schemas.microsoft.com/office/drawing/2014/main" id="{9B4949AA-0F4F-8E78-7023-3CD51C3D4959}"/>
                </a:ext>
              </a:extLst>
            </p:cNvPr>
            <p:cNvSpPr>
              <a:spLocks/>
            </p:cNvSpPr>
            <p:nvPr/>
          </p:nvSpPr>
          <p:spPr bwMode="auto">
            <a:xfrm>
              <a:off x="2908" y="3284"/>
              <a:ext cx="95" cy="96"/>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2225">
              <a:solidFill>
                <a:schemeClr val="tx1"/>
              </a:solidFill>
              <a:miter lim="800000"/>
              <a:headEnd/>
              <a:tailEnd/>
            </a:ln>
          </p:spPr>
          <p:txBody>
            <a:bodyPr/>
            <a:lstStyle/>
            <a:p>
              <a:endParaRPr lang="en-US"/>
            </a:p>
          </p:txBody>
        </p:sp>
        <p:sp>
          <p:nvSpPr>
            <p:cNvPr id="32823" name="Freeform 56">
              <a:extLst>
                <a:ext uri="{FF2B5EF4-FFF2-40B4-BE49-F238E27FC236}">
                  <a16:creationId xmlns:a16="http://schemas.microsoft.com/office/drawing/2014/main" id="{959745C2-99C3-6C14-D34E-A458933FDE6E}"/>
                </a:ext>
              </a:extLst>
            </p:cNvPr>
            <p:cNvSpPr>
              <a:spLocks/>
            </p:cNvSpPr>
            <p:nvPr/>
          </p:nvSpPr>
          <p:spPr bwMode="auto">
            <a:xfrm>
              <a:off x="3837" y="3292"/>
              <a:ext cx="95" cy="96"/>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2225">
              <a:solidFill>
                <a:schemeClr val="tx1"/>
              </a:solidFill>
              <a:miter lim="800000"/>
              <a:headEnd/>
              <a:tailEnd/>
            </a:ln>
          </p:spPr>
          <p:txBody>
            <a:bodyPr/>
            <a:lstStyle/>
            <a:p>
              <a:endParaRPr lang="en-US"/>
            </a:p>
          </p:txBody>
        </p:sp>
        <p:sp>
          <p:nvSpPr>
            <p:cNvPr id="32824" name="Freeform 57">
              <a:extLst>
                <a:ext uri="{FF2B5EF4-FFF2-40B4-BE49-F238E27FC236}">
                  <a16:creationId xmlns:a16="http://schemas.microsoft.com/office/drawing/2014/main" id="{BD3ADDEC-1BF4-C977-5F8F-48C070CB78A7}"/>
                </a:ext>
              </a:extLst>
            </p:cNvPr>
            <p:cNvSpPr>
              <a:spLocks/>
            </p:cNvSpPr>
            <p:nvPr/>
          </p:nvSpPr>
          <p:spPr bwMode="auto">
            <a:xfrm>
              <a:off x="4724" y="3048"/>
              <a:ext cx="96" cy="97"/>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2225">
              <a:solidFill>
                <a:schemeClr val="tx1"/>
              </a:solidFill>
              <a:miter lim="800000"/>
              <a:headEnd/>
              <a:tailEnd/>
            </a:ln>
          </p:spPr>
          <p:txBody>
            <a:bodyPr/>
            <a:lstStyle/>
            <a:p>
              <a:endParaRPr lang="en-US"/>
            </a:p>
          </p:txBody>
        </p:sp>
        <p:sp>
          <p:nvSpPr>
            <p:cNvPr id="11321" name="Rectangle 58">
              <a:extLst>
                <a:ext uri="{FF2B5EF4-FFF2-40B4-BE49-F238E27FC236}">
                  <a16:creationId xmlns:a16="http://schemas.microsoft.com/office/drawing/2014/main" id="{DD42A912-A0C4-4A52-B162-0AD79EEFACA7}"/>
                </a:ext>
              </a:extLst>
            </p:cNvPr>
            <p:cNvSpPr>
              <a:spLocks noChangeArrowheads="1"/>
            </p:cNvSpPr>
            <p:nvPr/>
          </p:nvSpPr>
          <p:spPr bwMode="auto">
            <a:xfrm>
              <a:off x="1017" y="2898"/>
              <a:ext cx="526" cy="631"/>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32826" name="Freeform 59">
              <a:extLst>
                <a:ext uri="{FF2B5EF4-FFF2-40B4-BE49-F238E27FC236}">
                  <a16:creationId xmlns:a16="http://schemas.microsoft.com/office/drawing/2014/main" id="{DBB33692-FFC1-60C3-CAA3-5B7321A08711}"/>
                </a:ext>
              </a:extLst>
            </p:cNvPr>
            <p:cNvSpPr>
              <a:spLocks/>
            </p:cNvSpPr>
            <p:nvPr/>
          </p:nvSpPr>
          <p:spPr bwMode="auto">
            <a:xfrm>
              <a:off x="1024" y="3293"/>
              <a:ext cx="95" cy="97"/>
            </a:xfrm>
            <a:custGeom>
              <a:avLst/>
              <a:gdLst>
                <a:gd name="T0" fmla="*/ 0 w 129"/>
                <a:gd name="T1" fmla="*/ 4 h 133"/>
                <a:gd name="T2" fmla="*/ 4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2225">
              <a:solidFill>
                <a:schemeClr val="tx1"/>
              </a:solidFill>
              <a:miter lim="800000"/>
              <a:headEnd/>
              <a:tailEnd/>
            </a:ln>
          </p:spPr>
          <p:txBody>
            <a:bodyPr/>
            <a:lstStyle/>
            <a:p>
              <a:endParaRPr lang="en-US"/>
            </a:p>
          </p:txBody>
        </p:sp>
        <p:sp>
          <p:nvSpPr>
            <p:cNvPr id="32827" name="Line 60">
              <a:extLst>
                <a:ext uri="{FF2B5EF4-FFF2-40B4-BE49-F238E27FC236}">
                  <a16:creationId xmlns:a16="http://schemas.microsoft.com/office/drawing/2014/main" id="{0EA7E880-385C-0129-5D87-E5750137E17C}"/>
                </a:ext>
              </a:extLst>
            </p:cNvPr>
            <p:cNvSpPr>
              <a:spLocks noChangeShapeType="1"/>
            </p:cNvSpPr>
            <p:nvPr/>
          </p:nvSpPr>
          <p:spPr bwMode="auto">
            <a:xfrm>
              <a:off x="855" y="3015"/>
              <a:ext cx="16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8" name="Line 61">
              <a:extLst>
                <a:ext uri="{FF2B5EF4-FFF2-40B4-BE49-F238E27FC236}">
                  <a16:creationId xmlns:a16="http://schemas.microsoft.com/office/drawing/2014/main" id="{7C713E5C-2F7B-7E01-31F8-52B2AAC298B2}"/>
                </a:ext>
              </a:extLst>
            </p:cNvPr>
            <p:cNvSpPr>
              <a:spLocks noChangeShapeType="1"/>
            </p:cNvSpPr>
            <p:nvPr/>
          </p:nvSpPr>
          <p:spPr bwMode="auto">
            <a:xfrm>
              <a:off x="712" y="3134"/>
              <a:ext cx="30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9" name="Line 62">
              <a:extLst>
                <a:ext uri="{FF2B5EF4-FFF2-40B4-BE49-F238E27FC236}">
                  <a16:creationId xmlns:a16="http://schemas.microsoft.com/office/drawing/2014/main" id="{5CFFB7C2-46EE-3221-BE51-CC6B8457D7DD}"/>
                </a:ext>
              </a:extLst>
            </p:cNvPr>
            <p:cNvSpPr>
              <a:spLocks noChangeShapeType="1"/>
            </p:cNvSpPr>
            <p:nvPr/>
          </p:nvSpPr>
          <p:spPr bwMode="auto">
            <a:xfrm>
              <a:off x="712" y="3233"/>
              <a:ext cx="30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0" name="Line 64">
              <a:extLst>
                <a:ext uri="{FF2B5EF4-FFF2-40B4-BE49-F238E27FC236}">
                  <a16:creationId xmlns:a16="http://schemas.microsoft.com/office/drawing/2014/main" id="{80D3408E-AD9E-A802-A87F-1455CC87A046}"/>
                </a:ext>
              </a:extLst>
            </p:cNvPr>
            <p:cNvSpPr>
              <a:spLocks noChangeShapeType="1"/>
            </p:cNvSpPr>
            <p:nvPr/>
          </p:nvSpPr>
          <p:spPr bwMode="auto">
            <a:xfrm>
              <a:off x="830" y="1529"/>
              <a:ext cx="0" cy="1008"/>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1" name="Line 65">
              <a:extLst>
                <a:ext uri="{FF2B5EF4-FFF2-40B4-BE49-F238E27FC236}">
                  <a16:creationId xmlns:a16="http://schemas.microsoft.com/office/drawing/2014/main" id="{360843FF-683E-8957-D86F-F8771F222B66}"/>
                </a:ext>
              </a:extLst>
            </p:cNvPr>
            <p:cNvSpPr>
              <a:spLocks noChangeShapeType="1"/>
            </p:cNvSpPr>
            <p:nvPr/>
          </p:nvSpPr>
          <p:spPr bwMode="auto">
            <a:xfrm>
              <a:off x="838" y="2541"/>
              <a:ext cx="930" cy="0"/>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2" name="Line 66">
              <a:extLst>
                <a:ext uri="{FF2B5EF4-FFF2-40B4-BE49-F238E27FC236}">
                  <a16:creationId xmlns:a16="http://schemas.microsoft.com/office/drawing/2014/main" id="{601EF9CA-507E-7C0B-542E-F20853659493}"/>
                </a:ext>
              </a:extLst>
            </p:cNvPr>
            <p:cNvSpPr>
              <a:spLocks noChangeShapeType="1"/>
            </p:cNvSpPr>
            <p:nvPr/>
          </p:nvSpPr>
          <p:spPr bwMode="auto">
            <a:xfrm>
              <a:off x="1502" y="2027"/>
              <a:ext cx="41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3" name="Line 67">
              <a:extLst>
                <a:ext uri="{FF2B5EF4-FFF2-40B4-BE49-F238E27FC236}">
                  <a16:creationId xmlns:a16="http://schemas.microsoft.com/office/drawing/2014/main" id="{470CB312-AC36-65ED-F2F2-A8C052E472CC}"/>
                </a:ext>
              </a:extLst>
            </p:cNvPr>
            <p:cNvSpPr>
              <a:spLocks noChangeShapeType="1"/>
            </p:cNvSpPr>
            <p:nvPr/>
          </p:nvSpPr>
          <p:spPr bwMode="auto">
            <a:xfrm>
              <a:off x="1712" y="1798"/>
              <a:ext cx="910" cy="0"/>
            </a:xfrm>
            <a:prstGeom prst="line">
              <a:avLst/>
            </a:prstGeom>
            <a:noFill/>
            <a:ln w="22225">
              <a:solidFill>
                <a:srgbClr val="0000FF"/>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834" name="Line 68">
              <a:extLst>
                <a:ext uri="{FF2B5EF4-FFF2-40B4-BE49-F238E27FC236}">
                  <a16:creationId xmlns:a16="http://schemas.microsoft.com/office/drawing/2014/main" id="{B6593095-38AC-0EE0-9AFE-81BF3A855EBC}"/>
                </a:ext>
              </a:extLst>
            </p:cNvPr>
            <p:cNvSpPr>
              <a:spLocks noChangeShapeType="1"/>
            </p:cNvSpPr>
            <p:nvPr/>
          </p:nvSpPr>
          <p:spPr bwMode="auto">
            <a:xfrm>
              <a:off x="2618" y="1513"/>
              <a:ext cx="0" cy="1147"/>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5" name="Line 69">
              <a:extLst>
                <a:ext uri="{FF2B5EF4-FFF2-40B4-BE49-F238E27FC236}">
                  <a16:creationId xmlns:a16="http://schemas.microsoft.com/office/drawing/2014/main" id="{4A4CD90E-5122-8204-748D-9715574CA002}"/>
                </a:ext>
              </a:extLst>
            </p:cNvPr>
            <p:cNvSpPr>
              <a:spLocks noChangeShapeType="1"/>
            </p:cNvSpPr>
            <p:nvPr/>
          </p:nvSpPr>
          <p:spPr bwMode="auto">
            <a:xfrm>
              <a:off x="2618" y="2660"/>
              <a:ext cx="1983" cy="0"/>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6" name="Line 70">
              <a:extLst>
                <a:ext uri="{FF2B5EF4-FFF2-40B4-BE49-F238E27FC236}">
                  <a16:creationId xmlns:a16="http://schemas.microsoft.com/office/drawing/2014/main" id="{A77A2F56-033A-4D4A-F623-C25F02D8E0A4}"/>
                </a:ext>
              </a:extLst>
            </p:cNvPr>
            <p:cNvSpPr>
              <a:spLocks noChangeShapeType="1"/>
            </p:cNvSpPr>
            <p:nvPr/>
          </p:nvSpPr>
          <p:spPr bwMode="auto">
            <a:xfrm>
              <a:off x="4601" y="2660"/>
              <a:ext cx="0" cy="988"/>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7" name="Line 71">
              <a:extLst>
                <a:ext uri="{FF2B5EF4-FFF2-40B4-BE49-F238E27FC236}">
                  <a16:creationId xmlns:a16="http://schemas.microsoft.com/office/drawing/2014/main" id="{EAAE4CB4-2238-6EDC-2722-5C57484D2A2A}"/>
                </a:ext>
              </a:extLst>
            </p:cNvPr>
            <p:cNvSpPr>
              <a:spLocks noChangeShapeType="1"/>
            </p:cNvSpPr>
            <p:nvPr/>
          </p:nvSpPr>
          <p:spPr bwMode="auto">
            <a:xfrm>
              <a:off x="4391" y="1941"/>
              <a:ext cx="12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8" name="Line 72">
              <a:extLst>
                <a:ext uri="{FF2B5EF4-FFF2-40B4-BE49-F238E27FC236}">
                  <a16:creationId xmlns:a16="http://schemas.microsoft.com/office/drawing/2014/main" id="{A654BEE8-DD2A-E699-7046-FD94AD928EE1}"/>
                </a:ext>
              </a:extLst>
            </p:cNvPr>
            <p:cNvSpPr>
              <a:spLocks noChangeShapeType="1"/>
            </p:cNvSpPr>
            <p:nvPr/>
          </p:nvSpPr>
          <p:spPr bwMode="auto">
            <a:xfrm>
              <a:off x="4391" y="1948"/>
              <a:ext cx="0" cy="712"/>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839" name="Line 73">
              <a:extLst>
                <a:ext uri="{FF2B5EF4-FFF2-40B4-BE49-F238E27FC236}">
                  <a16:creationId xmlns:a16="http://schemas.microsoft.com/office/drawing/2014/main" id="{5B072189-2D1F-4D8D-93E4-DFA2779E43BC}"/>
                </a:ext>
              </a:extLst>
            </p:cNvPr>
            <p:cNvSpPr>
              <a:spLocks noChangeShapeType="1"/>
            </p:cNvSpPr>
            <p:nvPr/>
          </p:nvSpPr>
          <p:spPr bwMode="auto">
            <a:xfrm>
              <a:off x="1728" y="2541"/>
              <a:ext cx="0" cy="1107"/>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40" name="Line 74">
              <a:extLst>
                <a:ext uri="{FF2B5EF4-FFF2-40B4-BE49-F238E27FC236}">
                  <a16:creationId xmlns:a16="http://schemas.microsoft.com/office/drawing/2014/main" id="{F3834016-F668-ECD8-3A06-FAE4387ACC56}"/>
                </a:ext>
              </a:extLst>
            </p:cNvPr>
            <p:cNvSpPr>
              <a:spLocks noChangeShapeType="1"/>
            </p:cNvSpPr>
            <p:nvPr/>
          </p:nvSpPr>
          <p:spPr bwMode="auto">
            <a:xfrm>
              <a:off x="1728" y="2541"/>
              <a:ext cx="192"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841" name="Line 75">
              <a:extLst>
                <a:ext uri="{FF2B5EF4-FFF2-40B4-BE49-F238E27FC236}">
                  <a16:creationId xmlns:a16="http://schemas.microsoft.com/office/drawing/2014/main" id="{1E8C0AC1-D0AF-3751-DF73-39DF59D0FF0C}"/>
                </a:ext>
              </a:extLst>
            </p:cNvPr>
            <p:cNvSpPr>
              <a:spLocks noChangeShapeType="1"/>
            </p:cNvSpPr>
            <p:nvPr/>
          </p:nvSpPr>
          <p:spPr bwMode="auto">
            <a:xfrm>
              <a:off x="1728" y="3648"/>
              <a:ext cx="2873" cy="0"/>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42" name="Line 76">
              <a:extLst>
                <a:ext uri="{FF2B5EF4-FFF2-40B4-BE49-F238E27FC236}">
                  <a16:creationId xmlns:a16="http://schemas.microsoft.com/office/drawing/2014/main" id="{F1F511A2-AD99-21CA-F330-CD5FAF98B195}"/>
                </a:ext>
              </a:extLst>
            </p:cNvPr>
            <p:cNvSpPr>
              <a:spLocks noChangeShapeType="1"/>
            </p:cNvSpPr>
            <p:nvPr/>
          </p:nvSpPr>
          <p:spPr bwMode="auto">
            <a:xfrm>
              <a:off x="838" y="3648"/>
              <a:ext cx="890" cy="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843" name="Line 77">
              <a:extLst>
                <a:ext uri="{FF2B5EF4-FFF2-40B4-BE49-F238E27FC236}">
                  <a16:creationId xmlns:a16="http://schemas.microsoft.com/office/drawing/2014/main" id="{D08D1BFF-844F-FBE3-D58E-2533F50154FB}"/>
                </a:ext>
              </a:extLst>
            </p:cNvPr>
            <p:cNvSpPr>
              <a:spLocks noChangeShapeType="1"/>
            </p:cNvSpPr>
            <p:nvPr/>
          </p:nvSpPr>
          <p:spPr bwMode="auto">
            <a:xfrm>
              <a:off x="847" y="3332"/>
              <a:ext cx="16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44" name="Line 78">
              <a:extLst>
                <a:ext uri="{FF2B5EF4-FFF2-40B4-BE49-F238E27FC236}">
                  <a16:creationId xmlns:a16="http://schemas.microsoft.com/office/drawing/2014/main" id="{47C0C91C-CF7A-8725-0349-7ABBD5B2FE28}"/>
                </a:ext>
              </a:extLst>
            </p:cNvPr>
            <p:cNvSpPr>
              <a:spLocks noChangeShapeType="1"/>
            </p:cNvSpPr>
            <p:nvPr/>
          </p:nvSpPr>
          <p:spPr bwMode="auto">
            <a:xfrm>
              <a:off x="838" y="3332"/>
              <a:ext cx="0" cy="3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45" name="Line 79">
              <a:extLst>
                <a:ext uri="{FF2B5EF4-FFF2-40B4-BE49-F238E27FC236}">
                  <a16:creationId xmlns:a16="http://schemas.microsoft.com/office/drawing/2014/main" id="{6597E8D1-A549-8FDD-DAFF-67E0173A13AF}"/>
                </a:ext>
              </a:extLst>
            </p:cNvPr>
            <p:cNvSpPr>
              <a:spLocks noChangeShapeType="1"/>
            </p:cNvSpPr>
            <p:nvPr/>
          </p:nvSpPr>
          <p:spPr bwMode="auto">
            <a:xfrm>
              <a:off x="1728" y="3332"/>
              <a:ext cx="202"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846" name="Line 80">
              <a:extLst>
                <a:ext uri="{FF2B5EF4-FFF2-40B4-BE49-F238E27FC236}">
                  <a16:creationId xmlns:a16="http://schemas.microsoft.com/office/drawing/2014/main" id="{7BAB9F5E-76DD-C8EE-7D4C-51D4E3561B6C}"/>
                </a:ext>
              </a:extLst>
            </p:cNvPr>
            <p:cNvSpPr>
              <a:spLocks noChangeShapeType="1"/>
            </p:cNvSpPr>
            <p:nvPr/>
          </p:nvSpPr>
          <p:spPr bwMode="auto">
            <a:xfrm>
              <a:off x="2690" y="3332"/>
              <a:ext cx="20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47" name="Line 81">
              <a:extLst>
                <a:ext uri="{FF2B5EF4-FFF2-40B4-BE49-F238E27FC236}">
                  <a16:creationId xmlns:a16="http://schemas.microsoft.com/office/drawing/2014/main" id="{BC04D480-08AA-F853-C732-5A92E2ADADE5}"/>
                </a:ext>
              </a:extLst>
            </p:cNvPr>
            <p:cNvSpPr>
              <a:spLocks noChangeShapeType="1"/>
            </p:cNvSpPr>
            <p:nvPr/>
          </p:nvSpPr>
          <p:spPr bwMode="auto">
            <a:xfrm>
              <a:off x="2691" y="3332"/>
              <a:ext cx="0" cy="316"/>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848" name="Line 82">
              <a:extLst>
                <a:ext uri="{FF2B5EF4-FFF2-40B4-BE49-F238E27FC236}">
                  <a16:creationId xmlns:a16="http://schemas.microsoft.com/office/drawing/2014/main" id="{2587FE1C-F729-CB95-8F46-FDC786956430}"/>
                </a:ext>
              </a:extLst>
            </p:cNvPr>
            <p:cNvSpPr>
              <a:spLocks noChangeShapeType="1"/>
            </p:cNvSpPr>
            <p:nvPr/>
          </p:nvSpPr>
          <p:spPr bwMode="auto">
            <a:xfrm>
              <a:off x="3625" y="3332"/>
              <a:ext cx="0" cy="316"/>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849" name="Line 83">
              <a:extLst>
                <a:ext uri="{FF2B5EF4-FFF2-40B4-BE49-F238E27FC236}">
                  <a16:creationId xmlns:a16="http://schemas.microsoft.com/office/drawing/2014/main" id="{FC5B629E-111A-E21B-BDE9-49ECF1D28658}"/>
                </a:ext>
              </a:extLst>
            </p:cNvPr>
            <p:cNvSpPr>
              <a:spLocks noChangeShapeType="1"/>
            </p:cNvSpPr>
            <p:nvPr/>
          </p:nvSpPr>
          <p:spPr bwMode="auto">
            <a:xfrm>
              <a:off x="3625" y="3332"/>
              <a:ext cx="20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0" name="Line 84">
              <a:extLst>
                <a:ext uri="{FF2B5EF4-FFF2-40B4-BE49-F238E27FC236}">
                  <a16:creationId xmlns:a16="http://schemas.microsoft.com/office/drawing/2014/main" id="{A721744E-D472-129B-96DE-3A567D539DD9}"/>
                </a:ext>
              </a:extLst>
            </p:cNvPr>
            <p:cNvSpPr>
              <a:spLocks noChangeShapeType="1"/>
            </p:cNvSpPr>
            <p:nvPr/>
          </p:nvSpPr>
          <p:spPr bwMode="auto">
            <a:xfrm>
              <a:off x="4593" y="3095"/>
              <a:ext cx="121"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851" name="Line 86">
              <a:extLst>
                <a:ext uri="{FF2B5EF4-FFF2-40B4-BE49-F238E27FC236}">
                  <a16:creationId xmlns:a16="http://schemas.microsoft.com/office/drawing/2014/main" id="{A962009C-43B9-CF46-E335-5D2726580D40}"/>
                </a:ext>
              </a:extLst>
            </p:cNvPr>
            <p:cNvSpPr>
              <a:spLocks noChangeShapeType="1"/>
            </p:cNvSpPr>
            <p:nvPr/>
          </p:nvSpPr>
          <p:spPr bwMode="auto">
            <a:xfrm>
              <a:off x="2335" y="2027"/>
              <a:ext cx="52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2" name="Line 88">
              <a:extLst>
                <a:ext uri="{FF2B5EF4-FFF2-40B4-BE49-F238E27FC236}">
                  <a16:creationId xmlns:a16="http://schemas.microsoft.com/office/drawing/2014/main" id="{CFEA1E50-6805-4846-EE23-7D1C84327A1F}"/>
                </a:ext>
              </a:extLst>
            </p:cNvPr>
            <p:cNvSpPr>
              <a:spLocks noChangeShapeType="1"/>
            </p:cNvSpPr>
            <p:nvPr/>
          </p:nvSpPr>
          <p:spPr bwMode="auto">
            <a:xfrm>
              <a:off x="2618" y="2367"/>
              <a:ext cx="243"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853" name="Line 90">
              <a:extLst>
                <a:ext uri="{FF2B5EF4-FFF2-40B4-BE49-F238E27FC236}">
                  <a16:creationId xmlns:a16="http://schemas.microsoft.com/office/drawing/2014/main" id="{0A6AA8A0-FE31-C3D2-0748-F0FD8CF7B569}"/>
                </a:ext>
              </a:extLst>
            </p:cNvPr>
            <p:cNvSpPr>
              <a:spLocks noChangeShapeType="1"/>
            </p:cNvSpPr>
            <p:nvPr/>
          </p:nvSpPr>
          <p:spPr bwMode="auto">
            <a:xfrm>
              <a:off x="1534" y="3055"/>
              <a:ext cx="3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4" name="Line 91">
              <a:extLst>
                <a:ext uri="{FF2B5EF4-FFF2-40B4-BE49-F238E27FC236}">
                  <a16:creationId xmlns:a16="http://schemas.microsoft.com/office/drawing/2014/main" id="{AC334E82-5EA7-3312-D022-C989175F1880}"/>
                </a:ext>
              </a:extLst>
            </p:cNvPr>
            <p:cNvSpPr>
              <a:spLocks noChangeShapeType="1"/>
            </p:cNvSpPr>
            <p:nvPr/>
          </p:nvSpPr>
          <p:spPr bwMode="auto">
            <a:xfrm>
              <a:off x="2335" y="3055"/>
              <a:ext cx="56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5" name="Line 92">
              <a:extLst>
                <a:ext uri="{FF2B5EF4-FFF2-40B4-BE49-F238E27FC236}">
                  <a16:creationId xmlns:a16="http://schemas.microsoft.com/office/drawing/2014/main" id="{9F105ACE-A5F9-3974-3A26-4F75152A14A9}"/>
                </a:ext>
              </a:extLst>
            </p:cNvPr>
            <p:cNvSpPr>
              <a:spLocks noChangeShapeType="1"/>
            </p:cNvSpPr>
            <p:nvPr/>
          </p:nvSpPr>
          <p:spPr bwMode="auto">
            <a:xfrm>
              <a:off x="2335" y="2169"/>
              <a:ext cx="52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6" name="Line 93">
              <a:extLst>
                <a:ext uri="{FF2B5EF4-FFF2-40B4-BE49-F238E27FC236}">
                  <a16:creationId xmlns:a16="http://schemas.microsoft.com/office/drawing/2014/main" id="{0F22B94E-3F13-A090-20EC-9E468B4014F1}"/>
                </a:ext>
              </a:extLst>
            </p:cNvPr>
            <p:cNvSpPr>
              <a:spLocks noChangeShapeType="1"/>
            </p:cNvSpPr>
            <p:nvPr/>
          </p:nvSpPr>
          <p:spPr bwMode="auto">
            <a:xfrm>
              <a:off x="1494" y="2288"/>
              <a:ext cx="12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7" name="Line 94">
              <a:extLst>
                <a:ext uri="{FF2B5EF4-FFF2-40B4-BE49-F238E27FC236}">
                  <a16:creationId xmlns:a16="http://schemas.microsoft.com/office/drawing/2014/main" id="{8F9D1D05-A4F2-CE1C-7E13-A278131A6AD6}"/>
                </a:ext>
              </a:extLst>
            </p:cNvPr>
            <p:cNvSpPr>
              <a:spLocks noChangeShapeType="1"/>
            </p:cNvSpPr>
            <p:nvPr/>
          </p:nvSpPr>
          <p:spPr bwMode="auto">
            <a:xfrm flipV="1">
              <a:off x="862" y="2699"/>
              <a:ext cx="0" cy="3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8" name="Line 95">
              <a:extLst>
                <a:ext uri="{FF2B5EF4-FFF2-40B4-BE49-F238E27FC236}">
                  <a16:creationId xmlns:a16="http://schemas.microsoft.com/office/drawing/2014/main" id="{EC077E12-342F-D4A2-C950-66D309D7769E}"/>
                </a:ext>
              </a:extLst>
            </p:cNvPr>
            <p:cNvSpPr>
              <a:spLocks noChangeShapeType="1"/>
            </p:cNvSpPr>
            <p:nvPr/>
          </p:nvSpPr>
          <p:spPr bwMode="auto">
            <a:xfrm>
              <a:off x="863" y="2699"/>
              <a:ext cx="7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9" name="Line 96">
              <a:extLst>
                <a:ext uri="{FF2B5EF4-FFF2-40B4-BE49-F238E27FC236}">
                  <a16:creationId xmlns:a16="http://schemas.microsoft.com/office/drawing/2014/main" id="{D2833A0B-387B-0E0E-CA55-55D783E9295D}"/>
                </a:ext>
              </a:extLst>
            </p:cNvPr>
            <p:cNvSpPr>
              <a:spLocks noChangeShapeType="1"/>
            </p:cNvSpPr>
            <p:nvPr/>
          </p:nvSpPr>
          <p:spPr bwMode="auto">
            <a:xfrm flipV="1">
              <a:off x="1615" y="2288"/>
              <a:ext cx="0" cy="4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60" name="Line 98">
              <a:extLst>
                <a:ext uri="{FF2B5EF4-FFF2-40B4-BE49-F238E27FC236}">
                  <a16:creationId xmlns:a16="http://schemas.microsoft.com/office/drawing/2014/main" id="{8CCB94C4-50D0-3AA5-A1AB-52D200618930}"/>
                </a:ext>
              </a:extLst>
            </p:cNvPr>
            <p:cNvSpPr>
              <a:spLocks noChangeShapeType="1"/>
            </p:cNvSpPr>
            <p:nvPr/>
          </p:nvSpPr>
          <p:spPr bwMode="auto">
            <a:xfrm>
              <a:off x="919" y="2027"/>
              <a:ext cx="12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61" name="Line 99">
              <a:extLst>
                <a:ext uri="{FF2B5EF4-FFF2-40B4-BE49-F238E27FC236}">
                  <a16:creationId xmlns:a16="http://schemas.microsoft.com/office/drawing/2014/main" id="{772B2F2E-3FB8-4484-E106-12270F488F03}"/>
                </a:ext>
              </a:extLst>
            </p:cNvPr>
            <p:cNvSpPr>
              <a:spLocks noChangeShapeType="1"/>
            </p:cNvSpPr>
            <p:nvPr/>
          </p:nvSpPr>
          <p:spPr bwMode="auto">
            <a:xfrm>
              <a:off x="919" y="2145"/>
              <a:ext cx="12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4" name="Title 3">
            <a:extLst>
              <a:ext uri="{FF2B5EF4-FFF2-40B4-BE49-F238E27FC236}">
                <a16:creationId xmlns:a16="http://schemas.microsoft.com/office/drawing/2014/main" id="{2C26D34E-C80D-4F30-BD52-4A97CDDB24DB}"/>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sp>
        <p:nvSpPr>
          <p:cNvPr id="2" name="Title 1">
            <a:extLst>
              <a:ext uri="{FF2B5EF4-FFF2-40B4-BE49-F238E27FC236}">
                <a16:creationId xmlns:a16="http://schemas.microsoft.com/office/drawing/2014/main" id="{8309ED07-C499-61F6-3176-12D0AF306D0E}"/>
              </a:ext>
            </a:extLst>
          </p:cNvPr>
          <p:cNvSpPr>
            <a:spLocks noGrp="1"/>
          </p:cNvSpPr>
          <p:nvPr>
            <p:ph type="title"/>
          </p:nvPr>
        </p:nvSpPr>
        <p:spPr/>
        <p:txBody>
          <a:bodyPr>
            <a:normAutofit/>
          </a:bodyPr>
          <a:lstStyle/>
          <a:p>
            <a:r>
              <a:rPr lang="en-US" dirty="0"/>
              <a:t>A Clock-signal Path Leading to Skew</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98">
            <a:extLst>
              <a:ext uri="{FF2B5EF4-FFF2-40B4-BE49-F238E27FC236}">
                <a16:creationId xmlns:a16="http://schemas.microsoft.com/office/drawing/2014/main" id="{84FD6E1F-2DC1-FDE7-4851-FE4F6B5DA92D}"/>
              </a:ext>
            </a:extLst>
          </p:cNvPr>
          <p:cNvGrpSpPr>
            <a:grpSpLocks/>
          </p:cNvGrpSpPr>
          <p:nvPr/>
        </p:nvGrpSpPr>
        <p:grpSpPr bwMode="auto">
          <a:xfrm>
            <a:off x="2027238" y="1627188"/>
            <a:ext cx="8001000" cy="4038600"/>
            <a:chOff x="342" y="1152"/>
            <a:chExt cx="5040" cy="2544"/>
          </a:xfrm>
        </p:grpSpPr>
        <p:sp>
          <p:nvSpPr>
            <p:cNvPr id="12292" name="Rectangle 6">
              <a:extLst>
                <a:ext uri="{FF2B5EF4-FFF2-40B4-BE49-F238E27FC236}">
                  <a16:creationId xmlns:a16="http://schemas.microsoft.com/office/drawing/2014/main" id="{EBABEA1A-76DE-40AE-B3BF-1C442D1ACC45}"/>
                </a:ext>
              </a:extLst>
            </p:cNvPr>
            <p:cNvSpPr>
              <a:spLocks noChangeArrowheads="1"/>
            </p:cNvSpPr>
            <p:nvPr/>
          </p:nvSpPr>
          <p:spPr bwMode="auto">
            <a:xfrm>
              <a:off x="794" y="1400"/>
              <a:ext cx="433" cy="502"/>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2293" name="Rectangle 7">
              <a:extLst>
                <a:ext uri="{FF2B5EF4-FFF2-40B4-BE49-F238E27FC236}">
                  <a16:creationId xmlns:a16="http://schemas.microsoft.com/office/drawing/2014/main" id="{05160E93-657C-4800-B6E0-C3C3CB10455B}"/>
                </a:ext>
              </a:extLst>
            </p:cNvPr>
            <p:cNvSpPr>
              <a:spLocks noChangeArrowheads="1"/>
            </p:cNvSpPr>
            <p:nvPr/>
          </p:nvSpPr>
          <p:spPr bwMode="auto">
            <a:xfrm>
              <a:off x="794" y="2117"/>
              <a:ext cx="460" cy="502"/>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2294" name="Rectangle 8">
              <a:extLst>
                <a:ext uri="{FF2B5EF4-FFF2-40B4-BE49-F238E27FC236}">
                  <a16:creationId xmlns:a16="http://schemas.microsoft.com/office/drawing/2014/main" id="{F941939F-9D2E-4C34-B40A-966E0454D838}"/>
                </a:ext>
              </a:extLst>
            </p:cNvPr>
            <p:cNvSpPr>
              <a:spLocks noChangeArrowheads="1"/>
            </p:cNvSpPr>
            <p:nvPr/>
          </p:nvSpPr>
          <p:spPr bwMode="auto">
            <a:xfrm>
              <a:off x="1746" y="1400"/>
              <a:ext cx="434" cy="502"/>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2295" name="Rectangle 9">
              <a:extLst>
                <a:ext uri="{FF2B5EF4-FFF2-40B4-BE49-F238E27FC236}">
                  <a16:creationId xmlns:a16="http://schemas.microsoft.com/office/drawing/2014/main" id="{FA6EB1B9-8E0F-4BBF-A8B3-CCF482498B35}"/>
                </a:ext>
              </a:extLst>
            </p:cNvPr>
            <p:cNvSpPr>
              <a:spLocks noChangeArrowheads="1"/>
            </p:cNvSpPr>
            <p:nvPr/>
          </p:nvSpPr>
          <p:spPr bwMode="auto">
            <a:xfrm>
              <a:off x="2742" y="1364"/>
              <a:ext cx="494" cy="574"/>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2296" name="Rectangle 10">
              <a:extLst>
                <a:ext uri="{FF2B5EF4-FFF2-40B4-BE49-F238E27FC236}">
                  <a16:creationId xmlns:a16="http://schemas.microsoft.com/office/drawing/2014/main" id="{3643AF79-B827-41A6-A3A6-F5679E5DF594}"/>
                </a:ext>
              </a:extLst>
            </p:cNvPr>
            <p:cNvSpPr>
              <a:spLocks noChangeArrowheads="1"/>
            </p:cNvSpPr>
            <p:nvPr/>
          </p:nvSpPr>
          <p:spPr bwMode="auto">
            <a:xfrm>
              <a:off x="1746" y="2081"/>
              <a:ext cx="434" cy="718"/>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2297" name="Rectangle 11">
              <a:extLst>
                <a:ext uri="{FF2B5EF4-FFF2-40B4-BE49-F238E27FC236}">
                  <a16:creationId xmlns:a16="http://schemas.microsoft.com/office/drawing/2014/main" id="{45EEE53D-715B-40C1-B2D4-DB22C66809CC}"/>
                </a:ext>
              </a:extLst>
            </p:cNvPr>
            <p:cNvSpPr>
              <a:spLocks noChangeArrowheads="1"/>
            </p:cNvSpPr>
            <p:nvPr/>
          </p:nvSpPr>
          <p:spPr bwMode="auto">
            <a:xfrm>
              <a:off x="2742" y="2117"/>
              <a:ext cx="494" cy="574"/>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2298" name="Rectangle 12">
              <a:extLst>
                <a:ext uri="{FF2B5EF4-FFF2-40B4-BE49-F238E27FC236}">
                  <a16:creationId xmlns:a16="http://schemas.microsoft.com/office/drawing/2014/main" id="{35E3C734-74BB-419F-9C05-C43AB25E8D0E}"/>
                </a:ext>
              </a:extLst>
            </p:cNvPr>
            <p:cNvSpPr>
              <a:spLocks noChangeArrowheads="1"/>
            </p:cNvSpPr>
            <p:nvPr/>
          </p:nvSpPr>
          <p:spPr bwMode="auto">
            <a:xfrm>
              <a:off x="1746" y="3051"/>
              <a:ext cx="434" cy="502"/>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2299" name="Rectangle 13">
              <a:extLst>
                <a:ext uri="{FF2B5EF4-FFF2-40B4-BE49-F238E27FC236}">
                  <a16:creationId xmlns:a16="http://schemas.microsoft.com/office/drawing/2014/main" id="{B62C3EBC-0134-4A7F-91E9-344805D3682F}"/>
                </a:ext>
              </a:extLst>
            </p:cNvPr>
            <p:cNvSpPr>
              <a:spLocks noChangeArrowheads="1"/>
            </p:cNvSpPr>
            <p:nvPr/>
          </p:nvSpPr>
          <p:spPr bwMode="auto">
            <a:xfrm>
              <a:off x="2785" y="3051"/>
              <a:ext cx="433" cy="502"/>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2300" name="Rectangle 14">
              <a:extLst>
                <a:ext uri="{FF2B5EF4-FFF2-40B4-BE49-F238E27FC236}">
                  <a16:creationId xmlns:a16="http://schemas.microsoft.com/office/drawing/2014/main" id="{00E5E67F-BB5A-4AD6-87B8-207C9DAE6653}"/>
                </a:ext>
              </a:extLst>
            </p:cNvPr>
            <p:cNvSpPr>
              <a:spLocks noChangeArrowheads="1"/>
            </p:cNvSpPr>
            <p:nvPr/>
          </p:nvSpPr>
          <p:spPr bwMode="auto">
            <a:xfrm>
              <a:off x="4734" y="2835"/>
              <a:ext cx="433" cy="502"/>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2301" name="Rectangle 15">
              <a:extLst>
                <a:ext uri="{FF2B5EF4-FFF2-40B4-BE49-F238E27FC236}">
                  <a16:creationId xmlns:a16="http://schemas.microsoft.com/office/drawing/2014/main" id="{825D7604-07E7-4952-ABB9-795CD1FBF692}"/>
                </a:ext>
              </a:extLst>
            </p:cNvPr>
            <p:cNvSpPr>
              <a:spLocks noChangeArrowheads="1"/>
            </p:cNvSpPr>
            <p:nvPr/>
          </p:nvSpPr>
          <p:spPr bwMode="auto">
            <a:xfrm>
              <a:off x="4517" y="1598"/>
              <a:ext cx="494" cy="718"/>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12302" name="Rectangle 16">
              <a:extLst>
                <a:ext uri="{FF2B5EF4-FFF2-40B4-BE49-F238E27FC236}">
                  <a16:creationId xmlns:a16="http://schemas.microsoft.com/office/drawing/2014/main" id="{647E96DA-91FE-4568-96F8-20BF62C79A23}"/>
                </a:ext>
              </a:extLst>
            </p:cNvPr>
            <p:cNvSpPr>
              <a:spLocks noChangeArrowheads="1"/>
            </p:cNvSpPr>
            <p:nvPr/>
          </p:nvSpPr>
          <p:spPr bwMode="auto">
            <a:xfrm>
              <a:off x="3781" y="2871"/>
              <a:ext cx="494" cy="718"/>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33807" name="Line 18">
              <a:extLst>
                <a:ext uri="{FF2B5EF4-FFF2-40B4-BE49-F238E27FC236}">
                  <a16:creationId xmlns:a16="http://schemas.microsoft.com/office/drawing/2014/main" id="{F7CF96E8-29EF-B84D-D549-B7EF5DC2788E}"/>
                </a:ext>
              </a:extLst>
            </p:cNvPr>
            <p:cNvSpPr>
              <a:spLocks noChangeShapeType="1"/>
            </p:cNvSpPr>
            <p:nvPr/>
          </p:nvSpPr>
          <p:spPr bwMode="auto">
            <a:xfrm>
              <a:off x="490" y="1544"/>
              <a:ext cx="30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8" name="Text Box 19">
              <a:extLst>
                <a:ext uri="{FF2B5EF4-FFF2-40B4-BE49-F238E27FC236}">
                  <a16:creationId xmlns:a16="http://schemas.microsoft.com/office/drawing/2014/main" id="{BF2A2EFE-9CB0-4433-1536-D6D2B1A386CA}"/>
                </a:ext>
              </a:extLst>
            </p:cNvPr>
            <p:cNvSpPr txBox="1">
              <a:spLocks noChangeArrowheads="1"/>
            </p:cNvSpPr>
            <p:nvPr/>
          </p:nvSpPr>
          <p:spPr bwMode="auto">
            <a:xfrm>
              <a:off x="794" y="1435"/>
              <a:ext cx="25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33809" name="Freeform 20">
              <a:extLst>
                <a:ext uri="{FF2B5EF4-FFF2-40B4-BE49-F238E27FC236}">
                  <a16:creationId xmlns:a16="http://schemas.microsoft.com/office/drawing/2014/main" id="{304F6323-2C43-8CCA-6272-8205BDAF8834}"/>
                </a:ext>
              </a:extLst>
            </p:cNvPr>
            <p:cNvSpPr>
              <a:spLocks/>
            </p:cNvSpPr>
            <p:nvPr/>
          </p:nvSpPr>
          <p:spPr bwMode="auto">
            <a:xfrm>
              <a:off x="794" y="1722"/>
              <a:ext cx="102" cy="88"/>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10" name="Freeform 21">
              <a:extLst>
                <a:ext uri="{FF2B5EF4-FFF2-40B4-BE49-F238E27FC236}">
                  <a16:creationId xmlns:a16="http://schemas.microsoft.com/office/drawing/2014/main" id="{BF107AB5-D65F-F022-E3E7-52B22EDC6022}"/>
                </a:ext>
              </a:extLst>
            </p:cNvPr>
            <p:cNvSpPr>
              <a:spLocks/>
            </p:cNvSpPr>
            <p:nvPr/>
          </p:nvSpPr>
          <p:spPr bwMode="auto">
            <a:xfrm>
              <a:off x="1743" y="1729"/>
              <a:ext cx="102" cy="88"/>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11" name="Freeform 22">
              <a:extLst>
                <a:ext uri="{FF2B5EF4-FFF2-40B4-BE49-F238E27FC236}">
                  <a16:creationId xmlns:a16="http://schemas.microsoft.com/office/drawing/2014/main" id="{CF6FBEFD-C2CE-9475-2997-AB274CB46B57}"/>
                </a:ext>
              </a:extLst>
            </p:cNvPr>
            <p:cNvSpPr>
              <a:spLocks/>
            </p:cNvSpPr>
            <p:nvPr/>
          </p:nvSpPr>
          <p:spPr bwMode="auto">
            <a:xfrm>
              <a:off x="2744" y="1723"/>
              <a:ext cx="102" cy="88"/>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12" name="Freeform 23">
              <a:extLst>
                <a:ext uri="{FF2B5EF4-FFF2-40B4-BE49-F238E27FC236}">
                  <a16:creationId xmlns:a16="http://schemas.microsoft.com/office/drawing/2014/main" id="{F277BC52-0990-2F5C-D8FE-D5D3FCBE76B4}"/>
                </a:ext>
              </a:extLst>
            </p:cNvPr>
            <p:cNvSpPr>
              <a:spLocks/>
            </p:cNvSpPr>
            <p:nvPr/>
          </p:nvSpPr>
          <p:spPr bwMode="auto">
            <a:xfrm>
              <a:off x="4518" y="2104"/>
              <a:ext cx="102" cy="87"/>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13" name="Freeform 24">
              <a:extLst>
                <a:ext uri="{FF2B5EF4-FFF2-40B4-BE49-F238E27FC236}">
                  <a16:creationId xmlns:a16="http://schemas.microsoft.com/office/drawing/2014/main" id="{3D88C902-BE2F-845B-D047-CEEB2CBF696F}"/>
                </a:ext>
              </a:extLst>
            </p:cNvPr>
            <p:cNvSpPr>
              <a:spLocks/>
            </p:cNvSpPr>
            <p:nvPr/>
          </p:nvSpPr>
          <p:spPr bwMode="auto">
            <a:xfrm>
              <a:off x="2745" y="2489"/>
              <a:ext cx="102" cy="88"/>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14" name="Freeform 25">
              <a:extLst>
                <a:ext uri="{FF2B5EF4-FFF2-40B4-BE49-F238E27FC236}">
                  <a16:creationId xmlns:a16="http://schemas.microsoft.com/office/drawing/2014/main" id="{08C4754E-3007-838A-D55A-6A50BD76CBAC}"/>
                </a:ext>
              </a:extLst>
            </p:cNvPr>
            <p:cNvSpPr>
              <a:spLocks/>
            </p:cNvSpPr>
            <p:nvPr/>
          </p:nvSpPr>
          <p:spPr bwMode="auto">
            <a:xfrm>
              <a:off x="1745" y="2649"/>
              <a:ext cx="102" cy="87"/>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15" name="Freeform 26">
              <a:extLst>
                <a:ext uri="{FF2B5EF4-FFF2-40B4-BE49-F238E27FC236}">
                  <a16:creationId xmlns:a16="http://schemas.microsoft.com/office/drawing/2014/main" id="{CB3990B4-8853-3EFF-9AD6-B04905E44EFA}"/>
                </a:ext>
              </a:extLst>
            </p:cNvPr>
            <p:cNvSpPr>
              <a:spLocks/>
            </p:cNvSpPr>
            <p:nvPr/>
          </p:nvSpPr>
          <p:spPr bwMode="auto">
            <a:xfrm>
              <a:off x="794" y="2404"/>
              <a:ext cx="102" cy="88"/>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2225">
              <a:solidFill>
                <a:schemeClr val="tx1"/>
              </a:solidFill>
              <a:miter lim="800000"/>
              <a:headEnd/>
              <a:tailEnd/>
            </a:ln>
          </p:spPr>
          <p:txBody>
            <a:bodyPr/>
            <a:lstStyle/>
            <a:p>
              <a:endParaRPr lang="en-US"/>
            </a:p>
          </p:txBody>
        </p:sp>
        <p:sp>
          <p:nvSpPr>
            <p:cNvPr id="33816" name="Line 27">
              <a:extLst>
                <a:ext uri="{FF2B5EF4-FFF2-40B4-BE49-F238E27FC236}">
                  <a16:creationId xmlns:a16="http://schemas.microsoft.com/office/drawing/2014/main" id="{922530E0-7BCF-97B2-B6D7-E9AE813C2731}"/>
                </a:ext>
              </a:extLst>
            </p:cNvPr>
            <p:cNvSpPr>
              <a:spLocks noChangeShapeType="1"/>
            </p:cNvSpPr>
            <p:nvPr/>
          </p:nvSpPr>
          <p:spPr bwMode="auto">
            <a:xfrm>
              <a:off x="551" y="1766"/>
              <a:ext cx="2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7" name="Line 28">
              <a:extLst>
                <a:ext uri="{FF2B5EF4-FFF2-40B4-BE49-F238E27FC236}">
                  <a16:creationId xmlns:a16="http://schemas.microsoft.com/office/drawing/2014/main" id="{195F531E-2D87-E6CC-7596-5668467A9533}"/>
                </a:ext>
              </a:extLst>
            </p:cNvPr>
            <p:cNvSpPr>
              <a:spLocks noChangeShapeType="1"/>
            </p:cNvSpPr>
            <p:nvPr/>
          </p:nvSpPr>
          <p:spPr bwMode="auto">
            <a:xfrm>
              <a:off x="577" y="2449"/>
              <a:ext cx="21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8" name="Line 29">
              <a:extLst>
                <a:ext uri="{FF2B5EF4-FFF2-40B4-BE49-F238E27FC236}">
                  <a16:creationId xmlns:a16="http://schemas.microsoft.com/office/drawing/2014/main" id="{EBDDD311-1544-7DA3-0134-56A21A989C0F}"/>
                </a:ext>
              </a:extLst>
            </p:cNvPr>
            <p:cNvSpPr>
              <a:spLocks noChangeShapeType="1"/>
            </p:cNvSpPr>
            <p:nvPr/>
          </p:nvSpPr>
          <p:spPr bwMode="auto">
            <a:xfrm>
              <a:off x="1510" y="1766"/>
              <a:ext cx="21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9" name="Line 30">
              <a:extLst>
                <a:ext uri="{FF2B5EF4-FFF2-40B4-BE49-F238E27FC236}">
                  <a16:creationId xmlns:a16="http://schemas.microsoft.com/office/drawing/2014/main" id="{740F3466-0C13-6B39-60BA-87307BF4CDC3}"/>
                </a:ext>
              </a:extLst>
            </p:cNvPr>
            <p:cNvSpPr>
              <a:spLocks noChangeShapeType="1"/>
            </p:cNvSpPr>
            <p:nvPr/>
          </p:nvSpPr>
          <p:spPr bwMode="auto">
            <a:xfrm>
              <a:off x="1227" y="1544"/>
              <a:ext cx="51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0" name="Text Box 31">
              <a:extLst>
                <a:ext uri="{FF2B5EF4-FFF2-40B4-BE49-F238E27FC236}">
                  <a16:creationId xmlns:a16="http://schemas.microsoft.com/office/drawing/2014/main" id="{C400AE2E-2859-0C91-F0B1-18B5D3836770}"/>
                </a:ext>
              </a:extLst>
            </p:cNvPr>
            <p:cNvSpPr txBox="1">
              <a:spLocks noChangeArrowheads="1"/>
            </p:cNvSpPr>
            <p:nvPr/>
          </p:nvSpPr>
          <p:spPr bwMode="auto">
            <a:xfrm>
              <a:off x="1789" y="1435"/>
              <a:ext cx="2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33821" name="Text Box 32">
              <a:extLst>
                <a:ext uri="{FF2B5EF4-FFF2-40B4-BE49-F238E27FC236}">
                  <a16:creationId xmlns:a16="http://schemas.microsoft.com/office/drawing/2014/main" id="{2B4BB2DA-23CD-313D-6AF8-841505C8ECAE}"/>
                </a:ext>
              </a:extLst>
            </p:cNvPr>
            <p:cNvSpPr txBox="1">
              <a:spLocks noChangeArrowheads="1"/>
            </p:cNvSpPr>
            <p:nvPr/>
          </p:nvSpPr>
          <p:spPr bwMode="auto">
            <a:xfrm>
              <a:off x="1746" y="3086"/>
              <a:ext cx="2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33822" name="Text Box 33">
              <a:extLst>
                <a:ext uri="{FF2B5EF4-FFF2-40B4-BE49-F238E27FC236}">
                  <a16:creationId xmlns:a16="http://schemas.microsoft.com/office/drawing/2014/main" id="{BFD92F5C-437A-72D7-66AD-E61A2E3EA2F5}"/>
                </a:ext>
              </a:extLst>
            </p:cNvPr>
            <p:cNvSpPr txBox="1">
              <a:spLocks noChangeArrowheads="1"/>
            </p:cNvSpPr>
            <p:nvPr/>
          </p:nvSpPr>
          <p:spPr bwMode="auto">
            <a:xfrm>
              <a:off x="2785" y="3086"/>
              <a:ext cx="25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33823" name="Text Box 34">
              <a:extLst>
                <a:ext uri="{FF2B5EF4-FFF2-40B4-BE49-F238E27FC236}">
                  <a16:creationId xmlns:a16="http://schemas.microsoft.com/office/drawing/2014/main" id="{F74B3BE3-4291-59F6-A3AA-64F90247E0A9}"/>
                </a:ext>
              </a:extLst>
            </p:cNvPr>
            <p:cNvSpPr txBox="1">
              <a:spLocks noChangeArrowheads="1"/>
            </p:cNvSpPr>
            <p:nvPr/>
          </p:nvSpPr>
          <p:spPr bwMode="auto">
            <a:xfrm>
              <a:off x="4734" y="2870"/>
              <a:ext cx="2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33824" name="Line 35">
              <a:extLst>
                <a:ext uri="{FF2B5EF4-FFF2-40B4-BE49-F238E27FC236}">
                  <a16:creationId xmlns:a16="http://schemas.microsoft.com/office/drawing/2014/main" id="{2E79C362-C808-194C-2C89-1338A9171DD2}"/>
                </a:ext>
              </a:extLst>
            </p:cNvPr>
            <p:cNvSpPr>
              <a:spLocks noChangeShapeType="1"/>
            </p:cNvSpPr>
            <p:nvPr/>
          </p:nvSpPr>
          <p:spPr bwMode="auto">
            <a:xfrm>
              <a:off x="3269" y="1507"/>
              <a:ext cx="199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5" name="Line 36">
              <a:extLst>
                <a:ext uri="{FF2B5EF4-FFF2-40B4-BE49-F238E27FC236}">
                  <a16:creationId xmlns:a16="http://schemas.microsoft.com/office/drawing/2014/main" id="{C38A857F-96CA-F685-2660-EFF06D291190}"/>
                </a:ext>
              </a:extLst>
            </p:cNvPr>
            <p:cNvSpPr>
              <a:spLocks noChangeShapeType="1"/>
            </p:cNvSpPr>
            <p:nvPr/>
          </p:nvSpPr>
          <p:spPr bwMode="auto">
            <a:xfrm>
              <a:off x="4258" y="1894"/>
              <a:ext cx="25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6" name="Line 37">
              <a:extLst>
                <a:ext uri="{FF2B5EF4-FFF2-40B4-BE49-F238E27FC236}">
                  <a16:creationId xmlns:a16="http://schemas.microsoft.com/office/drawing/2014/main" id="{EC3A4006-8F54-3ACB-7100-7FBD8E39A7CB}"/>
                </a:ext>
              </a:extLst>
            </p:cNvPr>
            <p:cNvSpPr>
              <a:spLocks noChangeShapeType="1"/>
            </p:cNvSpPr>
            <p:nvPr/>
          </p:nvSpPr>
          <p:spPr bwMode="auto">
            <a:xfrm>
              <a:off x="5008" y="1900"/>
              <a:ext cx="21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7" name="Line 38">
              <a:extLst>
                <a:ext uri="{FF2B5EF4-FFF2-40B4-BE49-F238E27FC236}">
                  <a16:creationId xmlns:a16="http://schemas.microsoft.com/office/drawing/2014/main" id="{C6462461-206D-2490-02BD-223D756DDBC4}"/>
                </a:ext>
              </a:extLst>
            </p:cNvPr>
            <p:cNvSpPr>
              <a:spLocks noChangeShapeType="1"/>
            </p:cNvSpPr>
            <p:nvPr/>
          </p:nvSpPr>
          <p:spPr bwMode="auto">
            <a:xfrm>
              <a:off x="5166" y="2986"/>
              <a:ext cx="21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8" name="Line 39">
              <a:extLst>
                <a:ext uri="{FF2B5EF4-FFF2-40B4-BE49-F238E27FC236}">
                  <a16:creationId xmlns:a16="http://schemas.microsoft.com/office/drawing/2014/main" id="{FBDC5BB3-A58C-8381-BCC6-6FE06D3C6413}"/>
                </a:ext>
              </a:extLst>
            </p:cNvPr>
            <p:cNvSpPr>
              <a:spLocks noChangeShapeType="1"/>
            </p:cNvSpPr>
            <p:nvPr/>
          </p:nvSpPr>
          <p:spPr bwMode="auto">
            <a:xfrm>
              <a:off x="4271" y="2979"/>
              <a:ext cx="45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9" name="Line 40">
              <a:extLst>
                <a:ext uri="{FF2B5EF4-FFF2-40B4-BE49-F238E27FC236}">
                  <a16:creationId xmlns:a16="http://schemas.microsoft.com/office/drawing/2014/main" id="{ABC1EC6D-9CDD-5499-196D-389F89F936B0}"/>
                </a:ext>
              </a:extLst>
            </p:cNvPr>
            <p:cNvSpPr>
              <a:spLocks noChangeShapeType="1"/>
            </p:cNvSpPr>
            <p:nvPr/>
          </p:nvSpPr>
          <p:spPr bwMode="auto">
            <a:xfrm>
              <a:off x="2482" y="1759"/>
              <a:ext cx="260"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30" name="Line 41">
              <a:extLst>
                <a:ext uri="{FF2B5EF4-FFF2-40B4-BE49-F238E27FC236}">
                  <a16:creationId xmlns:a16="http://schemas.microsoft.com/office/drawing/2014/main" id="{D585EE96-766F-5AB3-F149-6D0C3B785BB3}"/>
                </a:ext>
              </a:extLst>
            </p:cNvPr>
            <p:cNvSpPr>
              <a:spLocks noChangeShapeType="1"/>
            </p:cNvSpPr>
            <p:nvPr/>
          </p:nvSpPr>
          <p:spPr bwMode="auto">
            <a:xfrm>
              <a:off x="2170" y="1529"/>
              <a:ext cx="5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1" name="Line 42">
              <a:extLst>
                <a:ext uri="{FF2B5EF4-FFF2-40B4-BE49-F238E27FC236}">
                  <a16:creationId xmlns:a16="http://schemas.microsoft.com/office/drawing/2014/main" id="{B8C4BBB4-EF1F-9AF8-9C28-AA952BF45AB9}"/>
                </a:ext>
              </a:extLst>
            </p:cNvPr>
            <p:cNvSpPr>
              <a:spLocks noChangeShapeType="1"/>
            </p:cNvSpPr>
            <p:nvPr/>
          </p:nvSpPr>
          <p:spPr bwMode="auto">
            <a:xfrm flipV="1">
              <a:off x="1400" y="1292"/>
              <a:ext cx="0" cy="252"/>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32" name="Line 43">
              <a:extLst>
                <a:ext uri="{FF2B5EF4-FFF2-40B4-BE49-F238E27FC236}">
                  <a16:creationId xmlns:a16="http://schemas.microsoft.com/office/drawing/2014/main" id="{5484421B-0701-1853-6B6A-D80DB7D7F89A}"/>
                </a:ext>
              </a:extLst>
            </p:cNvPr>
            <p:cNvSpPr>
              <a:spLocks noChangeShapeType="1"/>
            </p:cNvSpPr>
            <p:nvPr/>
          </p:nvSpPr>
          <p:spPr bwMode="auto">
            <a:xfrm>
              <a:off x="1400" y="1292"/>
              <a:ext cx="12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3" name="Line 44">
              <a:extLst>
                <a:ext uri="{FF2B5EF4-FFF2-40B4-BE49-F238E27FC236}">
                  <a16:creationId xmlns:a16="http://schemas.microsoft.com/office/drawing/2014/main" id="{9EB312D7-1C14-CCFE-F55A-C028D30622CE}"/>
                </a:ext>
              </a:extLst>
            </p:cNvPr>
            <p:cNvSpPr>
              <a:spLocks noChangeShapeType="1"/>
            </p:cNvSpPr>
            <p:nvPr/>
          </p:nvSpPr>
          <p:spPr bwMode="auto">
            <a:xfrm>
              <a:off x="2612" y="1292"/>
              <a:ext cx="0" cy="14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4" name="Line 45">
              <a:extLst>
                <a:ext uri="{FF2B5EF4-FFF2-40B4-BE49-F238E27FC236}">
                  <a16:creationId xmlns:a16="http://schemas.microsoft.com/office/drawing/2014/main" id="{92A267C3-5595-E8A9-4038-A23BA6B449D2}"/>
                </a:ext>
              </a:extLst>
            </p:cNvPr>
            <p:cNvSpPr>
              <a:spLocks noChangeShapeType="1"/>
            </p:cNvSpPr>
            <p:nvPr/>
          </p:nvSpPr>
          <p:spPr bwMode="auto">
            <a:xfrm>
              <a:off x="2612" y="1435"/>
              <a:ext cx="1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5" name="Line 46">
              <a:extLst>
                <a:ext uri="{FF2B5EF4-FFF2-40B4-BE49-F238E27FC236}">
                  <a16:creationId xmlns:a16="http://schemas.microsoft.com/office/drawing/2014/main" id="{F2289138-E2B7-4293-07D6-243B3D07FF6C}"/>
                </a:ext>
              </a:extLst>
            </p:cNvPr>
            <p:cNvSpPr>
              <a:spLocks noChangeShapeType="1"/>
            </p:cNvSpPr>
            <p:nvPr/>
          </p:nvSpPr>
          <p:spPr bwMode="auto">
            <a:xfrm>
              <a:off x="3269" y="1722"/>
              <a:ext cx="125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6" name="Line 47">
              <a:extLst>
                <a:ext uri="{FF2B5EF4-FFF2-40B4-BE49-F238E27FC236}">
                  <a16:creationId xmlns:a16="http://schemas.microsoft.com/office/drawing/2014/main" id="{CBDB77CE-5254-1738-1D5C-87F8306ED197}"/>
                </a:ext>
              </a:extLst>
            </p:cNvPr>
            <p:cNvSpPr>
              <a:spLocks noChangeShapeType="1"/>
            </p:cNvSpPr>
            <p:nvPr/>
          </p:nvSpPr>
          <p:spPr bwMode="auto">
            <a:xfrm>
              <a:off x="3242" y="2225"/>
              <a:ext cx="102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7" name="Line 48">
              <a:extLst>
                <a:ext uri="{FF2B5EF4-FFF2-40B4-BE49-F238E27FC236}">
                  <a16:creationId xmlns:a16="http://schemas.microsoft.com/office/drawing/2014/main" id="{F85D1BDB-8C77-BEE6-E952-933D84DB36B7}"/>
                </a:ext>
              </a:extLst>
            </p:cNvPr>
            <p:cNvSpPr>
              <a:spLocks noChangeShapeType="1"/>
            </p:cNvSpPr>
            <p:nvPr/>
          </p:nvSpPr>
          <p:spPr bwMode="auto">
            <a:xfrm>
              <a:off x="4258" y="1895"/>
              <a:ext cx="0" cy="32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8" name="Line 49">
              <a:extLst>
                <a:ext uri="{FF2B5EF4-FFF2-40B4-BE49-F238E27FC236}">
                  <a16:creationId xmlns:a16="http://schemas.microsoft.com/office/drawing/2014/main" id="{CF60270E-7C34-F6E2-0C35-35F630679348}"/>
                </a:ext>
              </a:extLst>
            </p:cNvPr>
            <p:cNvSpPr>
              <a:spLocks noChangeShapeType="1"/>
            </p:cNvSpPr>
            <p:nvPr/>
          </p:nvSpPr>
          <p:spPr bwMode="auto">
            <a:xfrm>
              <a:off x="1512" y="1766"/>
              <a:ext cx="0" cy="251"/>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3839" name="Line 50">
              <a:extLst>
                <a:ext uri="{FF2B5EF4-FFF2-40B4-BE49-F238E27FC236}">
                  <a16:creationId xmlns:a16="http://schemas.microsoft.com/office/drawing/2014/main" id="{B1B01B3E-7644-E40E-6342-6656707EB847}"/>
                </a:ext>
              </a:extLst>
            </p:cNvPr>
            <p:cNvSpPr>
              <a:spLocks noChangeShapeType="1"/>
            </p:cNvSpPr>
            <p:nvPr/>
          </p:nvSpPr>
          <p:spPr bwMode="auto">
            <a:xfrm>
              <a:off x="3233" y="2476"/>
              <a:ext cx="3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40" name="Line 51">
              <a:extLst>
                <a:ext uri="{FF2B5EF4-FFF2-40B4-BE49-F238E27FC236}">
                  <a16:creationId xmlns:a16="http://schemas.microsoft.com/office/drawing/2014/main" id="{A340C290-7BC4-35BB-8912-8B57868EBD52}"/>
                </a:ext>
              </a:extLst>
            </p:cNvPr>
            <p:cNvSpPr>
              <a:spLocks noChangeShapeType="1"/>
            </p:cNvSpPr>
            <p:nvPr/>
          </p:nvSpPr>
          <p:spPr bwMode="auto">
            <a:xfrm>
              <a:off x="3608" y="2476"/>
              <a:ext cx="0" cy="50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41" name="Line 52">
              <a:extLst>
                <a:ext uri="{FF2B5EF4-FFF2-40B4-BE49-F238E27FC236}">
                  <a16:creationId xmlns:a16="http://schemas.microsoft.com/office/drawing/2014/main" id="{C40EEB9B-9E70-EA07-1706-2F35A127ABD9}"/>
                </a:ext>
              </a:extLst>
            </p:cNvPr>
            <p:cNvSpPr>
              <a:spLocks noChangeShapeType="1"/>
            </p:cNvSpPr>
            <p:nvPr/>
          </p:nvSpPr>
          <p:spPr bwMode="auto">
            <a:xfrm>
              <a:off x="3608" y="2979"/>
              <a:ext cx="17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42" name="Line 53">
              <a:extLst>
                <a:ext uri="{FF2B5EF4-FFF2-40B4-BE49-F238E27FC236}">
                  <a16:creationId xmlns:a16="http://schemas.microsoft.com/office/drawing/2014/main" id="{67BD49DA-7AC1-89FB-D836-58602000ABF1}"/>
                </a:ext>
              </a:extLst>
            </p:cNvPr>
            <p:cNvSpPr>
              <a:spLocks noChangeShapeType="1"/>
            </p:cNvSpPr>
            <p:nvPr/>
          </p:nvSpPr>
          <p:spPr bwMode="auto">
            <a:xfrm>
              <a:off x="3218" y="3158"/>
              <a:ext cx="5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43" name="Freeform 54">
              <a:extLst>
                <a:ext uri="{FF2B5EF4-FFF2-40B4-BE49-F238E27FC236}">
                  <a16:creationId xmlns:a16="http://schemas.microsoft.com/office/drawing/2014/main" id="{80951DEC-FC72-5218-9970-D2CF1B5CC6B7}"/>
                </a:ext>
              </a:extLst>
            </p:cNvPr>
            <p:cNvSpPr>
              <a:spLocks/>
            </p:cNvSpPr>
            <p:nvPr/>
          </p:nvSpPr>
          <p:spPr bwMode="auto">
            <a:xfrm>
              <a:off x="1744" y="3365"/>
              <a:ext cx="102" cy="88"/>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44" name="Freeform 55">
              <a:extLst>
                <a:ext uri="{FF2B5EF4-FFF2-40B4-BE49-F238E27FC236}">
                  <a16:creationId xmlns:a16="http://schemas.microsoft.com/office/drawing/2014/main" id="{7DDCD988-CFA1-BB7E-211C-6E16DF056106}"/>
                </a:ext>
              </a:extLst>
            </p:cNvPr>
            <p:cNvSpPr>
              <a:spLocks/>
            </p:cNvSpPr>
            <p:nvPr/>
          </p:nvSpPr>
          <p:spPr bwMode="auto">
            <a:xfrm>
              <a:off x="2786" y="3365"/>
              <a:ext cx="102" cy="88"/>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45" name="Freeform 56">
              <a:extLst>
                <a:ext uri="{FF2B5EF4-FFF2-40B4-BE49-F238E27FC236}">
                  <a16:creationId xmlns:a16="http://schemas.microsoft.com/office/drawing/2014/main" id="{AE60AED3-F277-716E-C5CD-9B983A38FD96}"/>
                </a:ext>
              </a:extLst>
            </p:cNvPr>
            <p:cNvSpPr>
              <a:spLocks/>
            </p:cNvSpPr>
            <p:nvPr/>
          </p:nvSpPr>
          <p:spPr bwMode="auto">
            <a:xfrm>
              <a:off x="3786" y="3372"/>
              <a:ext cx="102" cy="88"/>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46" name="Freeform 57">
              <a:extLst>
                <a:ext uri="{FF2B5EF4-FFF2-40B4-BE49-F238E27FC236}">
                  <a16:creationId xmlns:a16="http://schemas.microsoft.com/office/drawing/2014/main" id="{FEAB9C78-7E8C-5C72-33D6-5C3FFCADBBB4}"/>
                </a:ext>
              </a:extLst>
            </p:cNvPr>
            <p:cNvSpPr>
              <a:spLocks/>
            </p:cNvSpPr>
            <p:nvPr/>
          </p:nvSpPr>
          <p:spPr bwMode="auto">
            <a:xfrm>
              <a:off x="4736" y="3152"/>
              <a:ext cx="102" cy="88"/>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43" name="Rectangle 58">
              <a:extLst>
                <a:ext uri="{FF2B5EF4-FFF2-40B4-BE49-F238E27FC236}">
                  <a16:creationId xmlns:a16="http://schemas.microsoft.com/office/drawing/2014/main" id="{BB18D13A-1AF3-4372-B9F1-9AEE12BBE47D}"/>
                </a:ext>
              </a:extLst>
            </p:cNvPr>
            <p:cNvSpPr>
              <a:spLocks noChangeArrowheads="1"/>
            </p:cNvSpPr>
            <p:nvPr/>
          </p:nvSpPr>
          <p:spPr bwMode="auto">
            <a:xfrm>
              <a:off x="769" y="3015"/>
              <a:ext cx="472" cy="573"/>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33848" name="Freeform 59">
              <a:extLst>
                <a:ext uri="{FF2B5EF4-FFF2-40B4-BE49-F238E27FC236}">
                  <a16:creationId xmlns:a16="http://schemas.microsoft.com/office/drawing/2014/main" id="{A54C067D-20CD-8726-3621-2D19CFDEE80D}"/>
                </a:ext>
              </a:extLst>
            </p:cNvPr>
            <p:cNvSpPr>
              <a:spLocks/>
            </p:cNvSpPr>
            <p:nvPr/>
          </p:nvSpPr>
          <p:spPr bwMode="auto">
            <a:xfrm>
              <a:off x="770" y="3374"/>
              <a:ext cx="102" cy="88"/>
            </a:xfrm>
            <a:custGeom>
              <a:avLst/>
              <a:gdLst>
                <a:gd name="T0" fmla="*/ 0 w 129"/>
                <a:gd name="T1" fmla="*/ 2 h 133"/>
                <a:gd name="T2" fmla="*/ 6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49" name="Line 60">
              <a:extLst>
                <a:ext uri="{FF2B5EF4-FFF2-40B4-BE49-F238E27FC236}">
                  <a16:creationId xmlns:a16="http://schemas.microsoft.com/office/drawing/2014/main" id="{C5906DC9-4880-8AE1-687D-1DD209F3F456}"/>
                </a:ext>
              </a:extLst>
            </p:cNvPr>
            <p:cNvSpPr>
              <a:spLocks noChangeShapeType="1"/>
            </p:cNvSpPr>
            <p:nvPr/>
          </p:nvSpPr>
          <p:spPr bwMode="auto">
            <a:xfrm>
              <a:off x="647" y="3122"/>
              <a:ext cx="11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0" name="Line 61">
              <a:extLst>
                <a:ext uri="{FF2B5EF4-FFF2-40B4-BE49-F238E27FC236}">
                  <a16:creationId xmlns:a16="http://schemas.microsoft.com/office/drawing/2014/main" id="{4D4B15C8-136F-72EC-3C31-4FFB5533E797}"/>
                </a:ext>
              </a:extLst>
            </p:cNvPr>
            <p:cNvSpPr>
              <a:spLocks noChangeShapeType="1"/>
            </p:cNvSpPr>
            <p:nvPr/>
          </p:nvSpPr>
          <p:spPr bwMode="auto">
            <a:xfrm>
              <a:off x="442" y="3229"/>
              <a:ext cx="3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1" name="Line 62">
              <a:extLst>
                <a:ext uri="{FF2B5EF4-FFF2-40B4-BE49-F238E27FC236}">
                  <a16:creationId xmlns:a16="http://schemas.microsoft.com/office/drawing/2014/main" id="{8A5C2705-29B1-01BB-3032-A40194FDE805}"/>
                </a:ext>
              </a:extLst>
            </p:cNvPr>
            <p:cNvSpPr>
              <a:spLocks noChangeShapeType="1"/>
            </p:cNvSpPr>
            <p:nvPr/>
          </p:nvSpPr>
          <p:spPr bwMode="auto">
            <a:xfrm>
              <a:off x="442" y="3319"/>
              <a:ext cx="3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2" name="Line 65">
              <a:extLst>
                <a:ext uri="{FF2B5EF4-FFF2-40B4-BE49-F238E27FC236}">
                  <a16:creationId xmlns:a16="http://schemas.microsoft.com/office/drawing/2014/main" id="{BFAE0281-946B-8BDB-7362-13F867139EA9}"/>
                </a:ext>
              </a:extLst>
            </p:cNvPr>
            <p:cNvSpPr>
              <a:spLocks noChangeShapeType="1"/>
            </p:cNvSpPr>
            <p:nvPr/>
          </p:nvSpPr>
          <p:spPr bwMode="auto">
            <a:xfrm>
              <a:off x="1245" y="2225"/>
              <a:ext cx="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3" name="Line 66">
              <a:extLst>
                <a:ext uri="{FF2B5EF4-FFF2-40B4-BE49-F238E27FC236}">
                  <a16:creationId xmlns:a16="http://schemas.microsoft.com/office/drawing/2014/main" id="{2375033B-8570-D217-D52E-DBE777DCBE66}"/>
                </a:ext>
              </a:extLst>
            </p:cNvPr>
            <p:cNvSpPr>
              <a:spLocks noChangeShapeType="1"/>
            </p:cNvSpPr>
            <p:nvPr/>
          </p:nvSpPr>
          <p:spPr bwMode="auto">
            <a:xfrm>
              <a:off x="561" y="2009"/>
              <a:ext cx="1925" cy="8"/>
            </a:xfrm>
            <a:prstGeom prst="line">
              <a:avLst/>
            </a:prstGeom>
            <a:noFill/>
            <a:ln w="22225">
              <a:solidFill>
                <a:srgbClr val="0000FF"/>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3854" name="Line 67">
              <a:extLst>
                <a:ext uri="{FF2B5EF4-FFF2-40B4-BE49-F238E27FC236}">
                  <a16:creationId xmlns:a16="http://schemas.microsoft.com/office/drawing/2014/main" id="{18522F92-3CFD-3117-350C-58FD2413BCC8}"/>
                </a:ext>
              </a:extLst>
            </p:cNvPr>
            <p:cNvSpPr>
              <a:spLocks noChangeShapeType="1"/>
            </p:cNvSpPr>
            <p:nvPr/>
          </p:nvSpPr>
          <p:spPr bwMode="auto">
            <a:xfrm flipH="1">
              <a:off x="2483" y="1184"/>
              <a:ext cx="0" cy="2511"/>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5" name="Line 68">
              <a:extLst>
                <a:ext uri="{FF2B5EF4-FFF2-40B4-BE49-F238E27FC236}">
                  <a16:creationId xmlns:a16="http://schemas.microsoft.com/office/drawing/2014/main" id="{882E809F-B761-C51C-9D9E-28B886375601}"/>
                </a:ext>
              </a:extLst>
            </p:cNvPr>
            <p:cNvSpPr>
              <a:spLocks noChangeShapeType="1"/>
            </p:cNvSpPr>
            <p:nvPr/>
          </p:nvSpPr>
          <p:spPr bwMode="auto">
            <a:xfrm>
              <a:off x="2483" y="2799"/>
              <a:ext cx="1889" cy="0"/>
            </a:xfrm>
            <a:prstGeom prst="line">
              <a:avLst/>
            </a:prstGeom>
            <a:noFill/>
            <a:ln w="22225">
              <a:solidFill>
                <a:srgbClr val="0000FF"/>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56" name="Line 69">
              <a:extLst>
                <a:ext uri="{FF2B5EF4-FFF2-40B4-BE49-F238E27FC236}">
                  <a16:creationId xmlns:a16="http://schemas.microsoft.com/office/drawing/2014/main" id="{F140EFAF-B72F-EE65-D871-966F5715B6AF}"/>
                </a:ext>
              </a:extLst>
            </p:cNvPr>
            <p:cNvSpPr>
              <a:spLocks noChangeShapeType="1"/>
            </p:cNvSpPr>
            <p:nvPr/>
          </p:nvSpPr>
          <p:spPr bwMode="auto">
            <a:xfrm>
              <a:off x="4595" y="3187"/>
              <a:ext cx="0" cy="502"/>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7" name="Line 70">
              <a:extLst>
                <a:ext uri="{FF2B5EF4-FFF2-40B4-BE49-F238E27FC236}">
                  <a16:creationId xmlns:a16="http://schemas.microsoft.com/office/drawing/2014/main" id="{99C71655-9BD0-2C68-6D56-AF230BD26095}"/>
                </a:ext>
              </a:extLst>
            </p:cNvPr>
            <p:cNvSpPr>
              <a:spLocks noChangeShapeType="1"/>
            </p:cNvSpPr>
            <p:nvPr/>
          </p:nvSpPr>
          <p:spPr bwMode="auto">
            <a:xfrm>
              <a:off x="4379" y="2146"/>
              <a:ext cx="1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8" name="Line 71">
              <a:extLst>
                <a:ext uri="{FF2B5EF4-FFF2-40B4-BE49-F238E27FC236}">
                  <a16:creationId xmlns:a16="http://schemas.microsoft.com/office/drawing/2014/main" id="{9FADBF3B-B8A3-96F4-07EC-BDE1D4F74557}"/>
                </a:ext>
              </a:extLst>
            </p:cNvPr>
            <p:cNvSpPr>
              <a:spLocks noChangeShapeType="1"/>
            </p:cNvSpPr>
            <p:nvPr/>
          </p:nvSpPr>
          <p:spPr bwMode="auto">
            <a:xfrm>
              <a:off x="4379" y="2153"/>
              <a:ext cx="0" cy="64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9" name="Line 72">
              <a:extLst>
                <a:ext uri="{FF2B5EF4-FFF2-40B4-BE49-F238E27FC236}">
                  <a16:creationId xmlns:a16="http://schemas.microsoft.com/office/drawing/2014/main" id="{E0486D6F-6D68-E64B-F9D2-55AEA13BF3F9}"/>
                </a:ext>
              </a:extLst>
            </p:cNvPr>
            <p:cNvSpPr>
              <a:spLocks noChangeShapeType="1"/>
            </p:cNvSpPr>
            <p:nvPr/>
          </p:nvSpPr>
          <p:spPr bwMode="auto">
            <a:xfrm>
              <a:off x="1522" y="3402"/>
              <a:ext cx="0" cy="287"/>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3860" name="Line 73">
              <a:extLst>
                <a:ext uri="{FF2B5EF4-FFF2-40B4-BE49-F238E27FC236}">
                  <a16:creationId xmlns:a16="http://schemas.microsoft.com/office/drawing/2014/main" id="{4987DA78-11D4-6A2B-17D7-162ACA2CEF22}"/>
                </a:ext>
              </a:extLst>
            </p:cNvPr>
            <p:cNvSpPr>
              <a:spLocks noChangeShapeType="1"/>
            </p:cNvSpPr>
            <p:nvPr/>
          </p:nvSpPr>
          <p:spPr bwMode="auto">
            <a:xfrm>
              <a:off x="1529" y="2691"/>
              <a:ext cx="20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61" name="Line 74">
              <a:extLst>
                <a:ext uri="{FF2B5EF4-FFF2-40B4-BE49-F238E27FC236}">
                  <a16:creationId xmlns:a16="http://schemas.microsoft.com/office/drawing/2014/main" id="{1BFB189D-F72A-B162-3308-24D1C9678E66}"/>
                </a:ext>
              </a:extLst>
            </p:cNvPr>
            <p:cNvSpPr>
              <a:spLocks noChangeShapeType="1"/>
            </p:cNvSpPr>
            <p:nvPr/>
          </p:nvSpPr>
          <p:spPr bwMode="auto">
            <a:xfrm>
              <a:off x="579" y="3696"/>
              <a:ext cx="4019" cy="0"/>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62" name="Line 76">
              <a:extLst>
                <a:ext uri="{FF2B5EF4-FFF2-40B4-BE49-F238E27FC236}">
                  <a16:creationId xmlns:a16="http://schemas.microsoft.com/office/drawing/2014/main" id="{3397DBE5-8794-829D-2859-AA18971EC678}"/>
                </a:ext>
              </a:extLst>
            </p:cNvPr>
            <p:cNvSpPr>
              <a:spLocks noChangeShapeType="1"/>
            </p:cNvSpPr>
            <p:nvPr/>
          </p:nvSpPr>
          <p:spPr bwMode="auto">
            <a:xfrm>
              <a:off x="586" y="3409"/>
              <a:ext cx="17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63" name="Line 77">
              <a:extLst>
                <a:ext uri="{FF2B5EF4-FFF2-40B4-BE49-F238E27FC236}">
                  <a16:creationId xmlns:a16="http://schemas.microsoft.com/office/drawing/2014/main" id="{110FE181-0362-2D26-E4EA-A4E4D898E420}"/>
                </a:ext>
              </a:extLst>
            </p:cNvPr>
            <p:cNvSpPr>
              <a:spLocks noChangeShapeType="1"/>
            </p:cNvSpPr>
            <p:nvPr/>
          </p:nvSpPr>
          <p:spPr bwMode="auto">
            <a:xfrm>
              <a:off x="577" y="3409"/>
              <a:ext cx="0" cy="28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64" name="Line 78">
              <a:extLst>
                <a:ext uri="{FF2B5EF4-FFF2-40B4-BE49-F238E27FC236}">
                  <a16:creationId xmlns:a16="http://schemas.microsoft.com/office/drawing/2014/main" id="{3B6D416F-2BE1-9B20-4FEA-F144F53B6095}"/>
                </a:ext>
              </a:extLst>
            </p:cNvPr>
            <p:cNvSpPr>
              <a:spLocks noChangeShapeType="1"/>
            </p:cNvSpPr>
            <p:nvPr/>
          </p:nvSpPr>
          <p:spPr bwMode="auto">
            <a:xfrm>
              <a:off x="1529" y="3409"/>
              <a:ext cx="21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65" name="Line 79">
              <a:extLst>
                <a:ext uri="{FF2B5EF4-FFF2-40B4-BE49-F238E27FC236}">
                  <a16:creationId xmlns:a16="http://schemas.microsoft.com/office/drawing/2014/main" id="{C80371FE-7966-2FD9-B44D-4A6287356892}"/>
                </a:ext>
              </a:extLst>
            </p:cNvPr>
            <p:cNvSpPr>
              <a:spLocks noChangeShapeType="1"/>
            </p:cNvSpPr>
            <p:nvPr/>
          </p:nvSpPr>
          <p:spPr bwMode="auto">
            <a:xfrm>
              <a:off x="2491" y="3409"/>
              <a:ext cx="292"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66" name="Line 81">
              <a:extLst>
                <a:ext uri="{FF2B5EF4-FFF2-40B4-BE49-F238E27FC236}">
                  <a16:creationId xmlns:a16="http://schemas.microsoft.com/office/drawing/2014/main" id="{2672EEB0-4C75-8405-B7A7-26782D538AEE}"/>
                </a:ext>
              </a:extLst>
            </p:cNvPr>
            <p:cNvSpPr>
              <a:spLocks noChangeShapeType="1"/>
            </p:cNvSpPr>
            <p:nvPr/>
          </p:nvSpPr>
          <p:spPr bwMode="auto">
            <a:xfrm>
              <a:off x="3560" y="3409"/>
              <a:ext cx="0" cy="287"/>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3867" name="Line 82">
              <a:extLst>
                <a:ext uri="{FF2B5EF4-FFF2-40B4-BE49-F238E27FC236}">
                  <a16:creationId xmlns:a16="http://schemas.microsoft.com/office/drawing/2014/main" id="{FD198F97-4AF5-24C7-2124-E9A316FF8C45}"/>
                </a:ext>
              </a:extLst>
            </p:cNvPr>
            <p:cNvSpPr>
              <a:spLocks noChangeShapeType="1"/>
            </p:cNvSpPr>
            <p:nvPr/>
          </p:nvSpPr>
          <p:spPr bwMode="auto">
            <a:xfrm>
              <a:off x="3560" y="3409"/>
              <a:ext cx="21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68" name="Line 83">
              <a:extLst>
                <a:ext uri="{FF2B5EF4-FFF2-40B4-BE49-F238E27FC236}">
                  <a16:creationId xmlns:a16="http://schemas.microsoft.com/office/drawing/2014/main" id="{5DC838CF-9BA3-321F-BDF6-20CBB00871CF}"/>
                </a:ext>
              </a:extLst>
            </p:cNvPr>
            <p:cNvSpPr>
              <a:spLocks noChangeShapeType="1"/>
            </p:cNvSpPr>
            <p:nvPr/>
          </p:nvSpPr>
          <p:spPr bwMode="auto">
            <a:xfrm>
              <a:off x="4595" y="3194"/>
              <a:ext cx="1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69" name="Line 84">
              <a:extLst>
                <a:ext uri="{FF2B5EF4-FFF2-40B4-BE49-F238E27FC236}">
                  <a16:creationId xmlns:a16="http://schemas.microsoft.com/office/drawing/2014/main" id="{E18B7844-1CC4-A432-308D-62F887DC20F1}"/>
                </a:ext>
              </a:extLst>
            </p:cNvPr>
            <p:cNvSpPr>
              <a:spLocks noChangeShapeType="1"/>
            </p:cNvSpPr>
            <p:nvPr/>
          </p:nvSpPr>
          <p:spPr bwMode="auto">
            <a:xfrm>
              <a:off x="2179" y="2225"/>
              <a:ext cx="5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70" name="Line 85">
              <a:extLst>
                <a:ext uri="{FF2B5EF4-FFF2-40B4-BE49-F238E27FC236}">
                  <a16:creationId xmlns:a16="http://schemas.microsoft.com/office/drawing/2014/main" id="{119A6932-3B28-EE7B-3B26-F79878FD88D3}"/>
                </a:ext>
              </a:extLst>
            </p:cNvPr>
            <p:cNvSpPr>
              <a:spLocks noChangeShapeType="1"/>
            </p:cNvSpPr>
            <p:nvPr/>
          </p:nvSpPr>
          <p:spPr bwMode="auto">
            <a:xfrm>
              <a:off x="561" y="1759"/>
              <a:ext cx="0" cy="25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71" name="Line 86">
              <a:extLst>
                <a:ext uri="{FF2B5EF4-FFF2-40B4-BE49-F238E27FC236}">
                  <a16:creationId xmlns:a16="http://schemas.microsoft.com/office/drawing/2014/main" id="{87BDC7CC-4163-38F0-EA81-D75C1DFAE2BE}"/>
                </a:ext>
              </a:extLst>
            </p:cNvPr>
            <p:cNvSpPr>
              <a:spLocks noChangeShapeType="1"/>
            </p:cNvSpPr>
            <p:nvPr/>
          </p:nvSpPr>
          <p:spPr bwMode="auto">
            <a:xfrm>
              <a:off x="1250" y="3158"/>
              <a:ext cx="4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72" name="Line 87">
              <a:extLst>
                <a:ext uri="{FF2B5EF4-FFF2-40B4-BE49-F238E27FC236}">
                  <a16:creationId xmlns:a16="http://schemas.microsoft.com/office/drawing/2014/main" id="{9EC91CE3-039B-79AD-39DA-2111B4807BA9}"/>
                </a:ext>
              </a:extLst>
            </p:cNvPr>
            <p:cNvSpPr>
              <a:spLocks noChangeShapeType="1"/>
            </p:cNvSpPr>
            <p:nvPr/>
          </p:nvSpPr>
          <p:spPr bwMode="auto">
            <a:xfrm>
              <a:off x="2171" y="3158"/>
              <a:ext cx="60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73" name="Line 88">
              <a:extLst>
                <a:ext uri="{FF2B5EF4-FFF2-40B4-BE49-F238E27FC236}">
                  <a16:creationId xmlns:a16="http://schemas.microsoft.com/office/drawing/2014/main" id="{FB48DB7D-521D-6F39-E374-DA431197F61B}"/>
                </a:ext>
              </a:extLst>
            </p:cNvPr>
            <p:cNvSpPr>
              <a:spLocks noChangeShapeType="1"/>
            </p:cNvSpPr>
            <p:nvPr/>
          </p:nvSpPr>
          <p:spPr bwMode="auto">
            <a:xfrm flipH="1">
              <a:off x="578" y="2878"/>
              <a:ext cx="1905" cy="0"/>
            </a:xfrm>
            <a:prstGeom prst="line">
              <a:avLst/>
            </a:prstGeom>
            <a:noFill/>
            <a:ln w="22225">
              <a:solidFill>
                <a:srgbClr val="0000FF"/>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74" name="Line 89">
              <a:extLst>
                <a:ext uri="{FF2B5EF4-FFF2-40B4-BE49-F238E27FC236}">
                  <a16:creationId xmlns:a16="http://schemas.microsoft.com/office/drawing/2014/main" id="{4D98C0DE-6960-9930-4830-031BEDDFF0D3}"/>
                </a:ext>
              </a:extLst>
            </p:cNvPr>
            <p:cNvSpPr>
              <a:spLocks noChangeShapeType="1"/>
            </p:cNvSpPr>
            <p:nvPr/>
          </p:nvSpPr>
          <p:spPr bwMode="auto">
            <a:xfrm>
              <a:off x="578" y="2448"/>
              <a:ext cx="0" cy="43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75" name="Line 90">
              <a:extLst>
                <a:ext uri="{FF2B5EF4-FFF2-40B4-BE49-F238E27FC236}">
                  <a16:creationId xmlns:a16="http://schemas.microsoft.com/office/drawing/2014/main" id="{922D7637-9A8F-4115-7FA3-018B63506C7A}"/>
                </a:ext>
              </a:extLst>
            </p:cNvPr>
            <p:cNvSpPr>
              <a:spLocks noChangeShapeType="1"/>
            </p:cNvSpPr>
            <p:nvPr/>
          </p:nvSpPr>
          <p:spPr bwMode="auto">
            <a:xfrm>
              <a:off x="1539" y="2691"/>
              <a:ext cx="0" cy="18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3876" name="Line 91">
              <a:extLst>
                <a:ext uri="{FF2B5EF4-FFF2-40B4-BE49-F238E27FC236}">
                  <a16:creationId xmlns:a16="http://schemas.microsoft.com/office/drawing/2014/main" id="{8E471297-1923-8654-5AD6-E4ED4630DDF9}"/>
                </a:ext>
              </a:extLst>
            </p:cNvPr>
            <p:cNvSpPr>
              <a:spLocks noChangeShapeType="1"/>
            </p:cNvSpPr>
            <p:nvPr/>
          </p:nvSpPr>
          <p:spPr bwMode="auto">
            <a:xfrm>
              <a:off x="491" y="1184"/>
              <a:ext cx="1992" cy="0"/>
            </a:xfrm>
            <a:prstGeom prst="line">
              <a:avLst/>
            </a:prstGeom>
            <a:noFill/>
            <a:ln w="222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77" name="Text Box 92">
              <a:extLst>
                <a:ext uri="{FF2B5EF4-FFF2-40B4-BE49-F238E27FC236}">
                  <a16:creationId xmlns:a16="http://schemas.microsoft.com/office/drawing/2014/main" id="{FAFDA7E9-9F48-C806-7A04-5F9F1662ED7F}"/>
                </a:ext>
              </a:extLst>
            </p:cNvPr>
            <p:cNvSpPr txBox="1">
              <a:spLocks noChangeArrowheads="1"/>
            </p:cNvSpPr>
            <p:nvPr/>
          </p:nvSpPr>
          <p:spPr bwMode="auto">
            <a:xfrm>
              <a:off x="342" y="1152"/>
              <a:ext cx="6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Clock</a:t>
              </a:r>
              <a:endParaRPr lang="ru-RU" altLang="en-US"/>
            </a:p>
          </p:txBody>
        </p:sp>
        <p:sp>
          <p:nvSpPr>
            <p:cNvPr id="33878" name="Line 97">
              <a:extLst>
                <a:ext uri="{FF2B5EF4-FFF2-40B4-BE49-F238E27FC236}">
                  <a16:creationId xmlns:a16="http://schemas.microsoft.com/office/drawing/2014/main" id="{E9BB73AF-C067-A1D2-2F57-597EFB7D56F3}"/>
                </a:ext>
              </a:extLst>
            </p:cNvPr>
            <p:cNvSpPr>
              <a:spLocks noChangeShapeType="1"/>
            </p:cNvSpPr>
            <p:nvPr/>
          </p:nvSpPr>
          <p:spPr bwMode="auto">
            <a:xfrm>
              <a:off x="2171" y="2369"/>
              <a:ext cx="5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79" name="Line 98">
              <a:extLst>
                <a:ext uri="{FF2B5EF4-FFF2-40B4-BE49-F238E27FC236}">
                  <a16:creationId xmlns:a16="http://schemas.microsoft.com/office/drawing/2014/main" id="{904EF71D-F48A-D58E-BA87-931F2F55D10B}"/>
                </a:ext>
              </a:extLst>
            </p:cNvPr>
            <p:cNvSpPr>
              <a:spLocks noChangeShapeType="1"/>
            </p:cNvSpPr>
            <p:nvPr/>
          </p:nvSpPr>
          <p:spPr bwMode="auto">
            <a:xfrm>
              <a:off x="2492" y="2526"/>
              <a:ext cx="236"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3880" name="Line 100">
              <a:extLst>
                <a:ext uri="{FF2B5EF4-FFF2-40B4-BE49-F238E27FC236}">
                  <a16:creationId xmlns:a16="http://schemas.microsoft.com/office/drawing/2014/main" id="{6DE889FF-E7E1-D183-83DD-5D5A1E3A9D0D}"/>
                </a:ext>
              </a:extLst>
            </p:cNvPr>
            <p:cNvSpPr>
              <a:spLocks noChangeShapeType="1"/>
            </p:cNvSpPr>
            <p:nvPr/>
          </p:nvSpPr>
          <p:spPr bwMode="auto">
            <a:xfrm>
              <a:off x="543" y="2189"/>
              <a:ext cx="24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81" name="Line 101">
              <a:extLst>
                <a:ext uri="{FF2B5EF4-FFF2-40B4-BE49-F238E27FC236}">
                  <a16:creationId xmlns:a16="http://schemas.microsoft.com/office/drawing/2014/main" id="{B7F5EE0A-9250-5CEA-CA9E-C82B0E40F1E1}"/>
                </a:ext>
              </a:extLst>
            </p:cNvPr>
            <p:cNvSpPr>
              <a:spLocks noChangeShapeType="1"/>
            </p:cNvSpPr>
            <p:nvPr/>
          </p:nvSpPr>
          <p:spPr bwMode="auto">
            <a:xfrm>
              <a:off x="535" y="2297"/>
              <a:ext cx="24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82" name="Line 102">
              <a:extLst>
                <a:ext uri="{FF2B5EF4-FFF2-40B4-BE49-F238E27FC236}">
                  <a16:creationId xmlns:a16="http://schemas.microsoft.com/office/drawing/2014/main" id="{F3D9A4A9-C636-9940-4474-119D85FABA70}"/>
                </a:ext>
              </a:extLst>
            </p:cNvPr>
            <p:cNvSpPr>
              <a:spLocks noChangeShapeType="1"/>
            </p:cNvSpPr>
            <p:nvPr/>
          </p:nvSpPr>
          <p:spPr bwMode="auto">
            <a:xfrm>
              <a:off x="1254" y="2332"/>
              <a:ext cx="15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83" name="Line 103">
              <a:extLst>
                <a:ext uri="{FF2B5EF4-FFF2-40B4-BE49-F238E27FC236}">
                  <a16:creationId xmlns:a16="http://schemas.microsoft.com/office/drawing/2014/main" id="{3C7BA511-7299-028E-FB1A-B6F2E0A123B8}"/>
                </a:ext>
              </a:extLst>
            </p:cNvPr>
            <p:cNvSpPr>
              <a:spLocks noChangeShapeType="1"/>
            </p:cNvSpPr>
            <p:nvPr/>
          </p:nvSpPr>
          <p:spPr bwMode="auto">
            <a:xfrm flipH="1" flipV="1">
              <a:off x="647" y="2722"/>
              <a:ext cx="0" cy="4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84" name="Line 104">
              <a:extLst>
                <a:ext uri="{FF2B5EF4-FFF2-40B4-BE49-F238E27FC236}">
                  <a16:creationId xmlns:a16="http://schemas.microsoft.com/office/drawing/2014/main" id="{2FB9C224-4D54-D94E-A993-8FECF81BFDC6}"/>
                </a:ext>
              </a:extLst>
            </p:cNvPr>
            <p:cNvSpPr>
              <a:spLocks noChangeShapeType="1"/>
            </p:cNvSpPr>
            <p:nvPr/>
          </p:nvSpPr>
          <p:spPr bwMode="auto">
            <a:xfrm>
              <a:off x="639" y="2720"/>
              <a:ext cx="76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85" name="Line 105">
              <a:extLst>
                <a:ext uri="{FF2B5EF4-FFF2-40B4-BE49-F238E27FC236}">
                  <a16:creationId xmlns:a16="http://schemas.microsoft.com/office/drawing/2014/main" id="{AEE0CBD5-A48A-18DA-D172-E7F05D651B34}"/>
                </a:ext>
              </a:extLst>
            </p:cNvPr>
            <p:cNvSpPr>
              <a:spLocks noChangeShapeType="1"/>
            </p:cNvSpPr>
            <p:nvPr/>
          </p:nvSpPr>
          <p:spPr bwMode="auto">
            <a:xfrm flipV="1">
              <a:off x="1401" y="2333"/>
              <a:ext cx="0" cy="38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5" name="Title 3">
            <a:extLst>
              <a:ext uri="{FF2B5EF4-FFF2-40B4-BE49-F238E27FC236}">
                <a16:creationId xmlns:a16="http://schemas.microsoft.com/office/drawing/2014/main" id="{3FF2FD7C-76F4-4928-850A-AE464849B80F}"/>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sp>
        <p:nvSpPr>
          <p:cNvPr id="2" name="Title 1">
            <a:extLst>
              <a:ext uri="{FF2B5EF4-FFF2-40B4-BE49-F238E27FC236}">
                <a16:creationId xmlns:a16="http://schemas.microsoft.com/office/drawing/2014/main" id="{3685BE00-3EBC-812B-CA15-A078CF7F9805}"/>
              </a:ext>
            </a:extLst>
          </p:cNvPr>
          <p:cNvSpPr>
            <a:spLocks noGrp="1"/>
          </p:cNvSpPr>
          <p:nvPr>
            <p:ph type="title"/>
          </p:nvPr>
        </p:nvSpPr>
        <p:spPr/>
        <p:txBody>
          <a:bodyPr>
            <a:normAutofit/>
          </a:bodyPr>
          <a:lstStyle/>
          <a:p>
            <a:r>
              <a:rPr lang="en-US" dirty="0"/>
              <a:t>Clock Signal Routing to Minimize Skew (Clock Tree)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B41ED6-5A89-23DE-31DC-8F1E0A828C52}"/>
              </a:ext>
            </a:extLst>
          </p:cNvPr>
          <p:cNvSpPr>
            <a:spLocks noGrp="1"/>
          </p:cNvSpPr>
          <p:nvPr>
            <p:ph type="body" sz="quarter" idx="10"/>
          </p:nvPr>
        </p:nvSpPr>
        <p:spPr/>
        <p:txBody>
          <a:bodyPr/>
          <a:lstStyle/>
          <a:p>
            <a:r>
              <a:rPr lang="en-US" altLang="en-US" sz="2400" dirty="0"/>
              <a:t>Digital systems of all types </a:t>
            </a:r>
            <a:r>
              <a:rPr lang="ru-RU" altLang="en-US" sz="2400" dirty="0"/>
              <a:t>unavoidably</a:t>
            </a:r>
            <a:r>
              <a:rPr lang="en-US" altLang="en-US" sz="2400" dirty="0"/>
              <a:t> must deal with asynchronous input signals that are not synchronized with the system clock.</a:t>
            </a:r>
            <a:endParaRPr lang="ru-RU" altLang="en-US" sz="2400"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D flip-flop  samples  an asynchronous  input  </a:t>
            </a:r>
            <a:r>
              <a:rPr lang="en-US" altLang="en-US" dirty="0" err="1"/>
              <a:t>IN_async</a:t>
            </a:r>
            <a:r>
              <a:rPr lang="en-US" altLang="en-US" dirty="0"/>
              <a:t>  at each tick of CLK and produces  </a:t>
            </a:r>
            <a:r>
              <a:rPr lang="en-US" altLang="en-US" dirty="0" err="1"/>
              <a:t>IN_sync</a:t>
            </a:r>
            <a:r>
              <a:rPr lang="en-US" altLang="en-US" dirty="0"/>
              <a:t>, that  is valid during  the next clock period.</a:t>
            </a:r>
            <a:endParaRPr lang="en-GB" altLang="en-US" dirty="0"/>
          </a:p>
          <a:p>
            <a:endParaRPr lang="en-US" dirty="0"/>
          </a:p>
        </p:txBody>
      </p:sp>
      <p:sp>
        <p:nvSpPr>
          <p:cNvPr id="17" name="Title 3">
            <a:extLst>
              <a:ext uri="{FF2B5EF4-FFF2-40B4-BE49-F238E27FC236}">
                <a16:creationId xmlns:a16="http://schemas.microsoft.com/office/drawing/2014/main" id="{502C86DF-1AEA-44F6-A336-C808438DAE05}"/>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grpSp>
        <p:nvGrpSpPr>
          <p:cNvPr id="34820" name="Group 56">
            <a:extLst>
              <a:ext uri="{FF2B5EF4-FFF2-40B4-BE49-F238E27FC236}">
                <a16:creationId xmlns:a16="http://schemas.microsoft.com/office/drawing/2014/main" id="{A32BA7B8-2081-E6A7-2979-FB0A603AAE5B}"/>
              </a:ext>
            </a:extLst>
          </p:cNvPr>
          <p:cNvGrpSpPr>
            <a:grpSpLocks/>
          </p:cNvGrpSpPr>
          <p:nvPr/>
        </p:nvGrpSpPr>
        <p:grpSpPr bwMode="auto">
          <a:xfrm>
            <a:off x="2438400" y="2057401"/>
            <a:ext cx="6553200" cy="2644775"/>
            <a:chOff x="914400" y="2057400"/>
            <a:chExt cx="6553200" cy="2645509"/>
          </a:xfrm>
        </p:grpSpPr>
        <p:sp>
          <p:nvSpPr>
            <p:cNvPr id="34822" name="Rectangle 38">
              <a:extLst>
                <a:ext uri="{FF2B5EF4-FFF2-40B4-BE49-F238E27FC236}">
                  <a16:creationId xmlns:a16="http://schemas.microsoft.com/office/drawing/2014/main" id="{3D2176BA-FF97-9657-3127-DD11A3709122}"/>
                </a:ext>
              </a:extLst>
            </p:cNvPr>
            <p:cNvSpPr>
              <a:spLocks noChangeArrowheads="1"/>
            </p:cNvSpPr>
            <p:nvPr/>
          </p:nvSpPr>
          <p:spPr bwMode="auto">
            <a:xfrm>
              <a:off x="2608101" y="2916616"/>
              <a:ext cx="748183" cy="1151238"/>
            </a:xfrm>
            <a:prstGeom prst="rect">
              <a:avLst/>
            </a:prstGeom>
            <a:solidFill>
              <a:schemeClr val="accent1">
                <a:lumMod val="60000"/>
                <a:lumOff val="40000"/>
              </a:schemeClr>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34823" name="Line 37">
              <a:extLst>
                <a:ext uri="{FF2B5EF4-FFF2-40B4-BE49-F238E27FC236}">
                  <a16:creationId xmlns:a16="http://schemas.microsoft.com/office/drawing/2014/main" id="{1C4CC9B3-6945-288B-DD0D-3449D6515E65}"/>
                </a:ext>
              </a:extLst>
            </p:cNvPr>
            <p:cNvSpPr>
              <a:spLocks noChangeShapeType="1"/>
            </p:cNvSpPr>
            <p:nvPr/>
          </p:nvSpPr>
          <p:spPr bwMode="auto">
            <a:xfrm>
              <a:off x="1832481" y="3184346"/>
              <a:ext cx="77139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4" name="Freeform 36">
              <a:extLst>
                <a:ext uri="{FF2B5EF4-FFF2-40B4-BE49-F238E27FC236}">
                  <a16:creationId xmlns:a16="http://schemas.microsoft.com/office/drawing/2014/main" id="{09056CC5-4BE4-3AD1-C3D5-429C97C8F65C}"/>
                </a:ext>
              </a:extLst>
            </p:cNvPr>
            <p:cNvSpPr>
              <a:spLocks/>
            </p:cNvSpPr>
            <p:nvPr/>
          </p:nvSpPr>
          <p:spPr bwMode="auto">
            <a:xfrm>
              <a:off x="2608101" y="3627612"/>
              <a:ext cx="125577" cy="117801"/>
            </a:xfrm>
            <a:custGeom>
              <a:avLst/>
              <a:gdLst>
                <a:gd name="T0" fmla="*/ 0 w 129"/>
                <a:gd name="T1" fmla="*/ 117801 h 133"/>
                <a:gd name="T2" fmla="*/ 125577 w 129"/>
                <a:gd name="T3" fmla="*/ 58458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825" name="Line 35">
              <a:extLst>
                <a:ext uri="{FF2B5EF4-FFF2-40B4-BE49-F238E27FC236}">
                  <a16:creationId xmlns:a16="http://schemas.microsoft.com/office/drawing/2014/main" id="{7EDB2BC8-B889-AF52-6E79-2355C1B4292E}"/>
                </a:ext>
              </a:extLst>
            </p:cNvPr>
            <p:cNvSpPr>
              <a:spLocks noChangeShapeType="1"/>
            </p:cNvSpPr>
            <p:nvPr/>
          </p:nvSpPr>
          <p:spPr bwMode="auto">
            <a:xfrm>
              <a:off x="2228206" y="3686512"/>
              <a:ext cx="37989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6" name="Line 33">
              <a:extLst>
                <a:ext uri="{FF2B5EF4-FFF2-40B4-BE49-F238E27FC236}">
                  <a16:creationId xmlns:a16="http://schemas.microsoft.com/office/drawing/2014/main" id="{DC6158AF-8B56-9CFF-C967-179CA28C6A23}"/>
                </a:ext>
              </a:extLst>
            </p:cNvPr>
            <p:cNvSpPr>
              <a:spLocks noChangeShapeType="1"/>
            </p:cNvSpPr>
            <p:nvPr/>
          </p:nvSpPr>
          <p:spPr bwMode="auto">
            <a:xfrm>
              <a:off x="3367893" y="3177920"/>
              <a:ext cx="80200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7" name="Rectangle 32">
              <a:extLst>
                <a:ext uri="{FF2B5EF4-FFF2-40B4-BE49-F238E27FC236}">
                  <a16:creationId xmlns:a16="http://schemas.microsoft.com/office/drawing/2014/main" id="{93BE5A2A-4B6A-4CA4-915C-6712CF1CE283}"/>
                </a:ext>
              </a:extLst>
            </p:cNvPr>
            <p:cNvSpPr>
              <a:spLocks noChangeArrowheads="1"/>
            </p:cNvSpPr>
            <p:nvPr/>
          </p:nvSpPr>
          <p:spPr bwMode="auto">
            <a:xfrm>
              <a:off x="4206829" y="2563213"/>
              <a:ext cx="1250490" cy="1532485"/>
            </a:xfrm>
            <a:prstGeom prst="rect">
              <a:avLst/>
            </a:prstGeom>
            <a:solidFill>
              <a:schemeClr val="accent1">
                <a:lumMod val="60000"/>
                <a:lumOff val="40000"/>
              </a:schemeClr>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cs typeface="Times New Roman" panose="02020603050405020304" pitchFamily="18" charset="0"/>
                </a:rPr>
                <a:t>Combina-tional</a:t>
              </a:r>
            </a:p>
            <a:p>
              <a:pPr algn="ctr" eaLnBrk="1" hangingPunct="1"/>
              <a:r>
                <a:rPr lang="en-US" altLang="en-US" sz="1600">
                  <a:cs typeface="Times New Roman" panose="02020603050405020304" pitchFamily="18" charset="0"/>
                </a:rPr>
                <a:t>Logic </a:t>
              </a:r>
              <a:endParaRPr lang="en-US" altLang="en-US" sz="1600"/>
            </a:p>
          </p:txBody>
        </p:sp>
        <p:sp>
          <p:nvSpPr>
            <p:cNvPr id="34828" name="Line 31">
              <a:extLst>
                <a:ext uri="{FF2B5EF4-FFF2-40B4-BE49-F238E27FC236}">
                  <a16:creationId xmlns:a16="http://schemas.microsoft.com/office/drawing/2014/main" id="{B73FA359-E0E6-3D20-FC5D-6B91C65EE8F7}"/>
                </a:ext>
              </a:extLst>
            </p:cNvPr>
            <p:cNvSpPr>
              <a:spLocks noChangeShapeType="1"/>
            </p:cNvSpPr>
            <p:nvPr/>
          </p:nvSpPr>
          <p:spPr bwMode="auto">
            <a:xfrm flipV="1">
              <a:off x="1769165" y="4321662"/>
              <a:ext cx="41102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9" name="Line 30">
              <a:extLst>
                <a:ext uri="{FF2B5EF4-FFF2-40B4-BE49-F238E27FC236}">
                  <a16:creationId xmlns:a16="http://schemas.microsoft.com/office/drawing/2014/main" id="{00DCA0AD-769E-EF0C-042B-249313E00701}"/>
                </a:ext>
              </a:extLst>
            </p:cNvPr>
            <p:cNvSpPr>
              <a:spLocks noChangeShapeType="1"/>
            </p:cNvSpPr>
            <p:nvPr/>
          </p:nvSpPr>
          <p:spPr bwMode="auto">
            <a:xfrm>
              <a:off x="2225040" y="3681157"/>
              <a:ext cx="0" cy="639339"/>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4830" name="Text Box 29">
              <a:extLst>
                <a:ext uri="{FF2B5EF4-FFF2-40B4-BE49-F238E27FC236}">
                  <a16:creationId xmlns:a16="http://schemas.microsoft.com/office/drawing/2014/main" id="{0BDF75AC-3FE8-6D78-55B0-95F8BF72474C}"/>
                </a:ext>
              </a:extLst>
            </p:cNvPr>
            <p:cNvSpPr txBox="1">
              <a:spLocks noChangeArrowheads="1"/>
            </p:cNvSpPr>
            <p:nvPr/>
          </p:nvSpPr>
          <p:spPr bwMode="auto">
            <a:xfrm>
              <a:off x="1072690" y="4138535"/>
              <a:ext cx="949739" cy="534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CLK</a:t>
              </a:r>
              <a:endParaRPr lang="en-US" altLang="en-US"/>
            </a:p>
          </p:txBody>
        </p:sp>
        <p:sp>
          <p:nvSpPr>
            <p:cNvPr id="34831" name="Text Box 28">
              <a:extLst>
                <a:ext uri="{FF2B5EF4-FFF2-40B4-BE49-F238E27FC236}">
                  <a16:creationId xmlns:a16="http://schemas.microsoft.com/office/drawing/2014/main" id="{4D2FC1BC-4895-3BF8-4B2D-7720AAE58035}"/>
                </a:ext>
              </a:extLst>
            </p:cNvPr>
            <p:cNvSpPr txBox="1">
              <a:spLocks noChangeArrowheads="1"/>
            </p:cNvSpPr>
            <p:nvPr/>
          </p:nvSpPr>
          <p:spPr bwMode="auto">
            <a:xfrm>
              <a:off x="914400" y="2858869"/>
              <a:ext cx="1329635" cy="535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IN_async</a:t>
              </a:r>
              <a:endParaRPr lang="en-US" altLang="en-US"/>
            </a:p>
          </p:txBody>
        </p:sp>
        <p:sp>
          <p:nvSpPr>
            <p:cNvPr id="34832" name="Text Box 27">
              <a:extLst>
                <a:ext uri="{FF2B5EF4-FFF2-40B4-BE49-F238E27FC236}">
                  <a16:creationId xmlns:a16="http://schemas.microsoft.com/office/drawing/2014/main" id="{EAC64C70-B118-2246-D40B-22DD14F40847}"/>
                </a:ext>
              </a:extLst>
            </p:cNvPr>
            <p:cNvSpPr txBox="1">
              <a:spLocks noChangeArrowheads="1"/>
            </p:cNvSpPr>
            <p:nvPr/>
          </p:nvSpPr>
          <p:spPr bwMode="auto">
            <a:xfrm>
              <a:off x="3312225" y="2842723"/>
              <a:ext cx="1035216" cy="534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IN_sync</a:t>
              </a:r>
              <a:endParaRPr lang="en-US" altLang="en-US" sz="1600"/>
            </a:p>
          </p:txBody>
        </p:sp>
        <p:sp>
          <p:nvSpPr>
            <p:cNvPr id="34833" name="Rectangle 26">
              <a:extLst>
                <a:ext uri="{FF2B5EF4-FFF2-40B4-BE49-F238E27FC236}">
                  <a16:creationId xmlns:a16="http://schemas.microsoft.com/office/drawing/2014/main" id="{E8C4C88C-BA8E-F2C8-854B-F43824720B58}"/>
                </a:ext>
              </a:extLst>
            </p:cNvPr>
            <p:cNvSpPr>
              <a:spLocks noChangeArrowheads="1"/>
            </p:cNvSpPr>
            <p:nvPr/>
          </p:nvSpPr>
          <p:spPr bwMode="auto">
            <a:xfrm>
              <a:off x="6232939" y="2881276"/>
              <a:ext cx="748183" cy="1319372"/>
            </a:xfrm>
            <a:prstGeom prst="rect">
              <a:avLst/>
            </a:prstGeom>
            <a:solidFill>
              <a:schemeClr val="accent1">
                <a:lumMod val="60000"/>
                <a:lumOff val="40000"/>
              </a:schemeClr>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34834" name="Freeform 25">
              <a:extLst>
                <a:ext uri="{FF2B5EF4-FFF2-40B4-BE49-F238E27FC236}">
                  <a16:creationId xmlns:a16="http://schemas.microsoft.com/office/drawing/2014/main" id="{D822C24D-D182-4F8D-2A02-76A8F36F4C57}"/>
                </a:ext>
              </a:extLst>
            </p:cNvPr>
            <p:cNvSpPr>
              <a:spLocks/>
            </p:cNvSpPr>
            <p:nvPr/>
          </p:nvSpPr>
          <p:spPr bwMode="auto">
            <a:xfrm>
              <a:off x="6232939" y="3758359"/>
              <a:ext cx="125577" cy="117801"/>
            </a:xfrm>
            <a:custGeom>
              <a:avLst/>
              <a:gdLst>
                <a:gd name="T0" fmla="*/ 0 w 129"/>
                <a:gd name="T1" fmla="*/ 117801 h 133"/>
                <a:gd name="T2" fmla="*/ 125577 w 129"/>
                <a:gd name="T3" fmla="*/ 58458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835" name="Line 24">
              <a:extLst>
                <a:ext uri="{FF2B5EF4-FFF2-40B4-BE49-F238E27FC236}">
                  <a16:creationId xmlns:a16="http://schemas.microsoft.com/office/drawing/2014/main" id="{593C0C93-FD57-A6C7-CE63-077553650382}"/>
                </a:ext>
              </a:extLst>
            </p:cNvPr>
            <p:cNvSpPr>
              <a:spLocks noChangeShapeType="1"/>
            </p:cNvSpPr>
            <p:nvPr/>
          </p:nvSpPr>
          <p:spPr bwMode="auto">
            <a:xfrm>
              <a:off x="5457319" y="3149006"/>
              <a:ext cx="75979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6" name="Line 23">
              <a:extLst>
                <a:ext uri="{FF2B5EF4-FFF2-40B4-BE49-F238E27FC236}">
                  <a16:creationId xmlns:a16="http://schemas.microsoft.com/office/drawing/2014/main" id="{0EBB5A32-0250-B58E-2B65-40323829FF56}"/>
                </a:ext>
              </a:extLst>
            </p:cNvPr>
            <p:cNvSpPr>
              <a:spLocks noChangeShapeType="1"/>
            </p:cNvSpPr>
            <p:nvPr/>
          </p:nvSpPr>
          <p:spPr bwMode="auto">
            <a:xfrm>
              <a:off x="5450987" y="3585941"/>
              <a:ext cx="75979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7" name="Text Box 22">
              <a:extLst>
                <a:ext uri="{FF2B5EF4-FFF2-40B4-BE49-F238E27FC236}">
                  <a16:creationId xmlns:a16="http://schemas.microsoft.com/office/drawing/2014/main" id="{9A2F1506-2605-4983-D858-E0FB94FF5871}"/>
                </a:ext>
              </a:extLst>
            </p:cNvPr>
            <p:cNvSpPr txBox="1">
              <a:spLocks noChangeArrowheads="1"/>
            </p:cNvSpPr>
            <p:nvPr/>
          </p:nvSpPr>
          <p:spPr bwMode="auto">
            <a:xfrm>
              <a:off x="6324600" y="2976588"/>
              <a:ext cx="652302" cy="339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Reg</a:t>
              </a:r>
              <a:endParaRPr lang="en-US" altLang="en-US" sz="1600"/>
            </a:p>
          </p:txBody>
        </p:sp>
        <p:sp>
          <p:nvSpPr>
            <p:cNvPr id="34838" name="Line 21">
              <a:extLst>
                <a:ext uri="{FF2B5EF4-FFF2-40B4-BE49-F238E27FC236}">
                  <a16:creationId xmlns:a16="http://schemas.microsoft.com/office/drawing/2014/main" id="{6A1DFD88-D37D-FD36-E687-A3675D26E6AA}"/>
                </a:ext>
              </a:extLst>
            </p:cNvPr>
            <p:cNvSpPr>
              <a:spLocks noChangeShapeType="1"/>
            </p:cNvSpPr>
            <p:nvPr/>
          </p:nvSpPr>
          <p:spPr bwMode="auto">
            <a:xfrm>
              <a:off x="5887867" y="3802266"/>
              <a:ext cx="0" cy="517254"/>
            </a:xfrm>
            <a:prstGeom prst="line">
              <a:avLst/>
            </a:prstGeom>
            <a:noFill/>
            <a:ln w="2857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34839" name="Line 20">
              <a:extLst>
                <a:ext uri="{FF2B5EF4-FFF2-40B4-BE49-F238E27FC236}">
                  <a16:creationId xmlns:a16="http://schemas.microsoft.com/office/drawing/2014/main" id="{C2F41DCE-8FAF-F0B2-6741-AF8FE5259363}"/>
                </a:ext>
              </a:extLst>
            </p:cNvPr>
            <p:cNvSpPr>
              <a:spLocks noChangeShapeType="1"/>
            </p:cNvSpPr>
            <p:nvPr/>
          </p:nvSpPr>
          <p:spPr bwMode="auto">
            <a:xfrm>
              <a:off x="5888655" y="3814141"/>
              <a:ext cx="32291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0" name="Line 19">
              <a:extLst>
                <a:ext uri="{FF2B5EF4-FFF2-40B4-BE49-F238E27FC236}">
                  <a16:creationId xmlns:a16="http://schemas.microsoft.com/office/drawing/2014/main" id="{9F2267B7-AD84-70EC-D150-E1DA4DEE67E1}"/>
                </a:ext>
              </a:extLst>
            </p:cNvPr>
            <p:cNvSpPr>
              <a:spLocks noChangeShapeType="1"/>
            </p:cNvSpPr>
            <p:nvPr/>
          </p:nvSpPr>
          <p:spPr bwMode="auto">
            <a:xfrm>
              <a:off x="6976901" y="3891152"/>
              <a:ext cx="25115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1" name="Line 18">
              <a:extLst>
                <a:ext uri="{FF2B5EF4-FFF2-40B4-BE49-F238E27FC236}">
                  <a16:creationId xmlns:a16="http://schemas.microsoft.com/office/drawing/2014/main" id="{1A235AD6-4E61-90AD-8368-493C5C3C0A64}"/>
                </a:ext>
              </a:extLst>
            </p:cNvPr>
            <p:cNvSpPr>
              <a:spLocks noChangeShapeType="1"/>
            </p:cNvSpPr>
            <p:nvPr/>
          </p:nvSpPr>
          <p:spPr bwMode="auto">
            <a:xfrm>
              <a:off x="6976901" y="3163999"/>
              <a:ext cx="49069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2" name="Line 17">
              <a:extLst>
                <a:ext uri="{FF2B5EF4-FFF2-40B4-BE49-F238E27FC236}">
                  <a16:creationId xmlns:a16="http://schemas.microsoft.com/office/drawing/2014/main" id="{6042B465-8982-D2C4-3836-66FCBC714233}"/>
                </a:ext>
              </a:extLst>
            </p:cNvPr>
            <p:cNvSpPr>
              <a:spLocks noChangeShapeType="1"/>
            </p:cNvSpPr>
            <p:nvPr/>
          </p:nvSpPr>
          <p:spPr bwMode="auto">
            <a:xfrm>
              <a:off x="7198507" y="3356764"/>
              <a:ext cx="0" cy="35661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843" name="Line 16">
              <a:extLst>
                <a:ext uri="{FF2B5EF4-FFF2-40B4-BE49-F238E27FC236}">
                  <a16:creationId xmlns:a16="http://schemas.microsoft.com/office/drawing/2014/main" id="{60AF2BB8-A574-1467-3FA4-B105BBD61377}"/>
                </a:ext>
              </a:extLst>
            </p:cNvPr>
            <p:cNvSpPr>
              <a:spLocks noChangeShapeType="1"/>
            </p:cNvSpPr>
            <p:nvPr/>
          </p:nvSpPr>
          <p:spPr bwMode="auto">
            <a:xfrm>
              <a:off x="3747788" y="3440296"/>
              <a:ext cx="4432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4" name="Line 15">
              <a:extLst>
                <a:ext uri="{FF2B5EF4-FFF2-40B4-BE49-F238E27FC236}">
                  <a16:creationId xmlns:a16="http://schemas.microsoft.com/office/drawing/2014/main" id="{B3598B4C-CB3B-D635-E1ED-F85F7E04BC2D}"/>
                </a:ext>
              </a:extLst>
            </p:cNvPr>
            <p:cNvSpPr>
              <a:spLocks noChangeShapeType="1"/>
            </p:cNvSpPr>
            <p:nvPr/>
          </p:nvSpPr>
          <p:spPr bwMode="auto">
            <a:xfrm>
              <a:off x="3931405" y="3877231"/>
              <a:ext cx="26276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5" name="Line 14">
              <a:extLst>
                <a:ext uri="{FF2B5EF4-FFF2-40B4-BE49-F238E27FC236}">
                  <a16:creationId xmlns:a16="http://schemas.microsoft.com/office/drawing/2014/main" id="{EA95A786-E23F-45FE-103F-3C4B27A7EBA8}"/>
                </a:ext>
              </a:extLst>
            </p:cNvPr>
            <p:cNvSpPr>
              <a:spLocks noChangeShapeType="1"/>
            </p:cNvSpPr>
            <p:nvPr/>
          </p:nvSpPr>
          <p:spPr bwMode="auto">
            <a:xfrm>
              <a:off x="3921907" y="3885798"/>
              <a:ext cx="0" cy="6564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6" name="Line 13">
              <a:extLst>
                <a:ext uri="{FF2B5EF4-FFF2-40B4-BE49-F238E27FC236}">
                  <a16:creationId xmlns:a16="http://schemas.microsoft.com/office/drawing/2014/main" id="{4C22CD2A-CE4F-30DF-30B9-CB023B2CD272}"/>
                </a:ext>
              </a:extLst>
            </p:cNvPr>
            <p:cNvSpPr>
              <a:spLocks noChangeShapeType="1"/>
            </p:cNvSpPr>
            <p:nvPr/>
          </p:nvSpPr>
          <p:spPr bwMode="auto">
            <a:xfrm>
              <a:off x="3921907" y="4542271"/>
              <a:ext cx="330825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7" name="Line 12">
              <a:extLst>
                <a:ext uri="{FF2B5EF4-FFF2-40B4-BE49-F238E27FC236}">
                  <a16:creationId xmlns:a16="http://schemas.microsoft.com/office/drawing/2014/main" id="{AA1BCE9B-5331-9148-CF9B-2F938DAFA17A}"/>
                </a:ext>
              </a:extLst>
            </p:cNvPr>
            <p:cNvSpPr>
              <a:spLocks noChangeShapeType="1"/>
            </p:cNvSpPr>
            <p:nvPr/>
          </p:nvSpPr>
          <p:spPr bwMode="auto">
            <a:xfrm>
              <a:off x="7230165" y="3889011"/>
              <a:ext cx="0" cy="66825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8" name="Line 11">
              <a:extLst>
                <a:ext uri="{FF2B5EF4-FFF2-40B4-BE49-F238E27FC236}">
                  <a16:creationId xmlns:a16="http://schemas.microsoft.com/office/drawing/2014/main" id="{B9C25432-41C0-2FF3-7582-A9739FBBBD2D}"/>
                </a:ext>
              </a:extLst>
            </p:cNvPr>
            <p:cNvSpPr>
              <a:spLocks noChangeShapeType="1"/>
            </p:cNvSpPr>
            <p:nvPr/>
          </p:nvSpPr>
          <p:spPr bwMode="auto">
            <a:xfrm>
              <a:off x="3969394" y="3544175"/>
              <a:ext cx="0" cy="24631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849" name="Line 10">
              <a:extLst>
                <a:ext uri="{FF2B5EF4-FFF2-40B4-BE49-F238E27FC236}">
                  <a16:creationId xmlns:a16="http://schemas.microsoft.com/office/drawing/2014/main" id="{89D830B3-9B52-ADC7-453A-F1E0EEDB31BA}"/>
                </a:ext>
              </a:extLst>
            </p:cNvPr>
            <p:cNvSpPr>
              <a:spLocks noChangeShapeType="1"/>
            </p:cNvSpPr>
            <p:nvPr/>
          </p:nvSpPr>
          <p:spPr bwMode="auto">
            <a:xfrm>
              <a:off x="3731959" y="3440296"/>
              <a:ext cx="0" cy="12476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0" name="Line 9">
              <a:extLst>
                <a:ext uri="{FF2B5EF4-FFF2-40B4-BE49-F238E27FC236}">
                  <a16:creationId xmlns:a16="http://schemas.microsoft.com/office/drawing/2014/main" id="{CDBB7F5E-A2C9-F8A7-005A-C002BE7DD53B}"/>
                </a:ext>
              </a:extLst>
            </p:cNvPr>
            <p:cNvSpPr>
              <a:spLocks noChangeShapeType="1"/>
            </p:cNvSpPr>
            <p:nvPr/>
          </p:nvSpPr>
          <p:spPr bwMode="auto">
            <a:xfrm>
              <a:off x="3731959" y="4702909"/>
              <a:ext cx="372719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1" name="Line 8">
              <a:extLst>
                <a:ext uri="{FF2B5EF4-FFF2-40B4-BE49-F238E27FC236}">
                  <a16:creationId xmlns:a16="http://schemas.microsoft.com/office/drawing/2014/main" id="{74D6AF96-E4B4-1A1D-047C-6C7ADF1D9160}"/>
                </a:ext>
              </a:extLst>
            </p:cNvPr>
            <p:cNvSpPr>
              <a:spLocks noChangeShapeType="1"/>
            </p:cNvSpPr>
            <p:nvPr/>
          </p:nvSpPr>
          <p:spPr bwMode="auto">
            <a:xfrm>
              <a:off x="7467600" y="3154360"/>
              <a:ext cx="0" cy="15442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2" name="Text Box 7">
              <a:extLst>
                <a:ext uri="{FF2B5EF4-FFF2-40B4-BE49-F238E27FC236}">
                  <a16:creationId xmlns:a16="http://schemas.microsoft.com/office/drawing/2014/main" id="{229CFB6F-0E3A-8439-B8F5-2F3EF92F6494}"/>
                </a:ext>
              </a:extLst>
            </p:cNvPr>
            <p:cNvSpPr txBox="1">
              <a:spLocks noChangeArrowheads="1"/>
            </p:cNvSpPr>
            <p:nvPr/>
          </p:nvSpPr>
          <p:spPr bwMode="auto">
            <a:xfrm>
              <a:off x="3429000" y="2057400"/>
              <a:ext cx="3352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cs typeface="Times New Roman" panose="02020603050405020304" pitchFamily="18" charset="0"/>
                </a:rPr>
                <a:t>Simple   Synchronizer</a:t>
              </a:r>
              <a:endParaRPr lang="en-US" altLang="en-US"/>
            </a:p>
          </p:txBody>
        </p:sp>
        <p:sp>
          <p:nvSpPr>
            <p:cNvPr id="34853" name="Line 6">
              <a:extLst>
                <a:ext uri="{FF2B5EF4-FFF2-40B4-BE49-F238E27FC236}">
                  <a16:creationId xmlns:a16="http://schemas.microsoft.com/office/drawing/2014/main" id="{BABBE348-9C30-8823-86AC-5C698913D87F}"/>
                </a:ext>
              </a:extLst>
            </p:cNvPr>
            <p:cNvSpPr>
              <a:spLocks noChangeShapeType="1"/>
            </p:cNvSpPr>
            <p:nvPr/>
          </p:nvSpPr>
          <p:spPr bwMode="auto">
            <a:xfrm>
              <a:off x="5742241" y="3231466"/>
              <a:ext cx="0" cy="24738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854" name="Line 5">
              <a:extLst>
                <a:ext uri="{FF2B5EF4-FFF2-40B4-BE49-F238E27FC236}">
                  <a16:creationId xmlns:a16="http://schemas.microsoft.com/office/drawing/2014/main" id="{460FD5A1-EEA1-1FE9-AD39-CEA9D9060D4C}"/>
                </a:ext>
              </a:extLst>
            </p:cNvPr>
            <p:cNvSpPr>
              <a:spLocks noChangeShapeType="1"/>
            </p:cNvSpPr>
            <p:nvPr/>
          </p:nvSpPr>
          <p:spPr bwMode="auto">
            <a:xfrm>
              <a:off x="5457319" y="2697078"/>
              <a:ext cx="2627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5" name="Line 4">
              <a:extLst>
                <a:ext uri="{FF2B5EF4-FFF2-40B4-BE49-F238E27FC236}">
                  <a16:creationId xmlns:a16="http://schemas.microsoft.com/office/drawing/2014/main" id="{E6056D92-8DCD-F7E0-1786-604F22BC60B1}"/>
                </a:ext>
              </a:extLst>
            </p:cNvPr>
            <p:cNvSpPr>
              <a:spLocks noChangeShapeType="1"/>
            </p:cNvSpPr>
            <p:nvPr/>
          </p:nvSpPr>
          <p:spPr bwMode="auto">
            <a:xfrm>
              <a:off x="5457319" y="2919829"/>
              <a:ext cx="2627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6" name="Line 3">
              <a:extLst>
                <a:ext uri="{FF2B5EF4-FFF2-40B4-BE49-F238E27FC236}">
                  <a16:creationId xmlns:a16="http://schemas.microsoft.com/office/drawing/2014/main" id="{6D67B92E-2126-F3C9-13DA-9533AF8169A4}"/>
                </a:ext>
              </a:extLst>
            </p:cNvPr>
            <p:cNvSpPr>
              <a:spLocks noChangeShapeType="1"/>
            </p:cNvSpPr>
            <p:nvPr/>
          </p:nvSpPr>
          <p:spPr bwMode="auto">
            <a:xfrm>
              <a:off x="5647267" y="2742056"/>
              <a:ext cx="0" cy="13386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857" name="Text Box 2">
              <a:extLst>
                <a:ext uri="{FF2B5EF4-FFF2-40B4-BE49-F238E27FC236}">
                  <a16:creationId xmlns:a16="http://schemas.microsoft.com/office/drawing/2014/main" id="{6EF26FD5-69D9-8773-CEAD-CC9298883FCF}"/>
                </a:ext>
              </a:extLst>
            </p:cNvPr>
            <p:cNvSpPr txBox="1">
              <a:spLocks noChangeArrowheads="1"/>
            </p:cNvSpPr>
            <p:nvPr/>
          </p:nvSpPr>
          <p:spPr bwMode="auto">
            <a:xfrm>
              <a:off x="5710583" y="2548220"/>
              <a:ext cx="1139687" cy="479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Outputs</a:t>
              </a:r>
              <a:endParaRPr lang="en-US" altLang="en-US" sz="1600"/>
            </a:p>
          </p:txBody>
        </p:sp>
        <p:sp>
          <p:nvSpPr>
            <p:cNvPr id="34858" name="Text Box 34">
              <a:extLst>
                <a:ext uri="{FF2B5EF4-FFF2-40B4-BE49-F238E27FC236}">
                  <a16:creationId xmlns:a16="http://schemas.microsoft.com/office/drawing/2014/main" id="{88476946-018F-9A67-81A0-CAB32728515C}"/>
                </a:ext>
              </a:extLst>
            </p:cNvPr>
            <p:cNvSpPr txBox="1">
              <a:spLocks noChangeArrowheads="1"/>
            </p:cNvSpPr>
            <p:nvPr/>
          </p:nvSpPr>
          <p:spPr bwMode="auto">
            <a:xfrm>
              <a:off x="2648200" y="3000147"/>
              <a:ext cx="533400" cy="392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
              </a:r>
            </a:p>
          </p:txBody>
        </p:sp>
      </p:grpSp>
      <p:sp>
        <p:nvSpPr>
          <p:cNvPr id="2" name="Title 1">
            <a:extLst>
              <a:ext uri="{FF2B5EF4-FFF2-40B4-BE49-F238E27FC236}">
                <a16:creationId xmlns:a16="http://schemas.microsoft.com/office/drawing/2014/main" id="{7083FD5C-349F-9F87-553C-D00355CB692F}"/>
              </a:ext>
            </a:extLst>
          </p:cNvPr>
          <p:cNvSpPr>
            <a:spLocks noGrp="1"/>
          </p:cNvSpPr>
          <p:nvPr>
            <p:ph type="title"/>
          </p:nvPr>
        </p:nvSpPr>
        <p:spPr/>
        <p:txBody>
          <a:bodyPr>
            <a:normAutofit/>
          </a:bodyPr>
          <a:lstStyle/>
          <a:p>
            <a:r>
              <a:rPr lang="en-US" dirty="0"/>
              <a:t>Asynchronous Inputs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B970A5B-6020-4124-5E26-0FC1F26AC41F}"/>
              </a:ext>
            </a:extLst>
          </p:cNvPr>
          <p:cNvSpPr>
            <a:spLocks noGrp="1"/>
          </p:cNvSpPr>
          <p:nvPr>
            <p:ph type="body" sz="quarter" idx="10"/>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If an input signal is missed at one clock tick, it can always be detected at the next one.</a:t>
            </a:r>
          </a:p>
          <a:p>
            <a:endParaRPr lang="en-US" dirty="0"/>
          </a:p>
        </p:txBody>
      </p:sp>
      <p:grpSp>
        <p:nvGrpSpPr>
          <p:cNvPr id="2" name="Группа 2">
            <a:extLst>
              <a:ext uri="{FF2B5EF4-FFF2-40B4-BE49-F238E27FC236}">
                <a16:creationId xmlns:a16="http://schemas.microsoft.com/office/drawing/2014/main" id="{63A6D94B-7EA1-42F1-9911-71A1AF617B8B}"/>
              </a:ext>
            </a:extLst>
          </p:cNvPr>
          <p:cNvGrpSpPr>
            <a:grpSpLocks/>
          </p:cNvGrpSpPr>
          <p:nvPr/>
        </p:nvGrpSpPr>
        <p:grpSpPr bwMode="auto">
          <a:xfrm>
            <a:off x="1895882" y="2057401"/>
            <a:ext cx="8314919" cy="2314575"/>
            <a:chOff x="579438" y="1619250"/>
            <a:chExt cx="7834745" cy="2314575"/>
          </a:xfrm>
          <a:solidFill>
            <a:schemeClr val="accent1">
              <a:lumMod val="40000"/>
              <a:lumOff val="60000"/>
            </a:schemeClr>
          </a:solidFill>
        </p:grpSpPr>
        <p:sp>
          <p:nvSpPr>
            <p:cNvPr id="14342" name="Line 6">
              <a:extLst>
                <a:ext uri="{FF2B5EF4-FFF2-40B4-BE49-F238E27FC236}">
                  <a16:creationId xmlns:a16="http://schemas.microsoft.com/office/drawing/2014/main" id="{45E96FDA-EC44-449F-A96E-51D597968443}"/>
                </a:ext>
              </a:extLst>
            </p:cNvPr>
            <p:cNvSpPr>
              <a:spLocks noChangeShapeType="1"/>
            </p:cNvSpPr>
            <p:nvPr/>
          </p:nvSpPr>
          <p:spPr bwMode="auto">
            <a:xfrm>
              <a:off x="6645275" y="3022600"/>
              <a:ext cx="1741488" cy="0"/>
            </a:xfrm>
            <a:prstGeom prst="line">
              <a:avLst/>
            </a:prstGeom>
            <a:grpFill/>
            <a:ln w="25400">
              <a:solidFill>
                <a:srgbClr val="000000"/>
              </a:solidFill>
              <a:round/>
              <a:headEnd/>
              <a:tailEnd/>
            </a:ln>
          </p:spPr>
          <p:txBody>
            <a:bodyPr/>
            <a:lstStyle/>
            <a:p>
              <a:pPr eaLnBrk="1" hangingPunct="1">
                <a:defRPr/>
              </a:pPr>
              <a:endParaRPr lang="en-GB"/>
            </a:p>
          </p:txBody>
        </p:sp>
        <p:sp>
          <p:nvSpPr>
            <p:cNvPr id="14343" name="Line 8">
              <a:extLst>
                <a:ext uri="{FF2B5EF4-FFF2-40B4-BE49-F238E27FC236}">
                  <a16:creationId xmlns:a16="http://schemas.microsoft.com/office/drawing/2014/main" id="{8B705FA1-6545-40ED-9B10-804F68F10EEC}"/>
                </a:ext>
              </a:extLst>
            </p:cNvPr>
            <p:cNvSpPr>
              <a:spLocks noChangeShapeType="1"/>
            </p:cNvSpPr>
            <p:nvPr/>
          </p:nvSpPr>
          <p:spPr bwMode="auto">
            <a:xfrm>
              <a:off x="1276350" y="2239963"/>
              <a:ext cx="298450" cy="0"/>
            </a:xfrm>
            <a:prstGeom prst="line">
              <a:avLst/>
            </a:prstGeom>
            <a:grpFill/>
            <a:ln w="25400">
              <a:solidFill>
                <a:srgbClr val="000000"/>
              </a:solidFill>
              <a:round/>
              <a:headEnd/>
              <a:tailEnd/>
            </a:ln>
          </p:spPr>
          <p:txBody>
            <a:bodyPr/>
            <a:lstStyle/>
            <a:p>
              <a:pPr eaLnBrk="1" hangingPunct="1">
                <a:defRPr/>
              </a:pPr>
              <a:endParaRPr lang="en-GB"/>
            </a:p>
          </p:txBody>
        </p:sp>
        <p:sp>
          <p:nvSpPr>
            <p:cNvPr id="14344" name="Line 9">
              <a:extLst>
                <a:ext uri="{FF2B5EF4-FFF2-40B4-BE49-F238E27FC236}">
                  <a16:creationId xmlns:a16="http://schemas.microsoft.com/office/drawing/2014/main" id="{05BCC9C8-C9BA-453A-AD44-59C983C9C232}"/>
                </a:ext>
              </a:extLst>
            </p:cNvPr>
            <p:cNvSpPr>
              <a:spLocks noChangeShapeType="1"/>
            </p:cNvSpPr>
            <p:nvPr/>
          </p:nvSpPr>
          <p:spPr bwMode="auto">
            <a:xfrm flipV="1">
              <a:off x="1574800" y="1641475"/>
              <a:ext cx="0" cy="598488"/>
            </a:xfrm>
            <a:prstGeom prst="line">
              <a:avLst/>
            </a:prstGeom>
            <a:grpFill/>
            <a:ln w="25400">
              <a:solidFill>
                <a:srgbClr val="000000"/>
              </a:solidFill>
              <a:round/>
              <a:headEnd/>
              <a:tailEnd/>
            </a:ln>
          </p:spPr>
          <p:txBody>
            <a:bodyPr/>
            <a:lstStyle/>
            <a:p>
              <a:pPr eaLnBrk="1" hangingPunct="1">
                <a:defRPr/>
              </a:pPr>
              <a:endParaRPr lang="en-GB"/>
            </a:p>
          </p:txBody>
        </p:sp>
        <p:sp>
          <p:nvSpPr>
            <p:cNvPr id="14345" name="Line 10">
              <a:extLst>
                <a:ext uri="{FF2B5EF4-FFF2-40B4-BE49-F238E27FC236}">
                  <a16:creationId xmlns:a16="http://schemas.microsoft.com/office/drawing/2014/main" id="{BAEBDFC6-B693-45CB-BCC5-628F82398362}"/>
                </a:ext>
              </a:extLst>
            </p:cNvPr>
            <p:cNvSpPr>
              <a:spLocks noChangeShapeType="1"/>
            </p:cNvSpPr>
            <p:nvPr/>
          </p:nvSpPr>
          <p:spPr bwMode="auto">
            <a:xfrm>
              <a:off x="1585913" y="1641475"/>
              <a:ext cx="479425" cy="0"/>
            </a:xfrm>
            <a:prstGeom prst="line">
              <a:avLst/>
            </a:prstGeom>
            <a:grpFill/>
            <a:ln w="25400">
              <a:solidFill>
                <a:srgbClr val="000000"/>
              </a:solidFill>
              <a:round/>
              <a:headEnd/>
              <a:tailEnd/>
            </a:ln>
          </p:spPr>
          <p:txBody>
            <a:bodyPr/>
            <a:lstStyle/>
            <a:p>
              <a:pPr eaLnBrk="1" hangingPunct="1">
                <a:defRPr/>
              </a:pPr>
              <a:endParaRPr lang="en-GB"/>
            </a:p>
          </p:txBody>
        </p:sp>
        <p:sp>
          <p:nvSpPr>
            <p:cNvPr id="14346" name="Line 11">
              <a:extLst>
                <a:ext uri="{FF2B5EF4-FFF2-40B4-BE49-F238E27FC236}">
                  <a16:creationId xmlns:a16="http://schemas.microsoft.com/office/drawing/2014/main" id="{D61887BC-1F50-40DA-BA18-FC9196AEC6CB}"/>
                </a:ext>
              </a:extLst>
            </p:cNvPr>
            <p:cNvSpPr>
              <a:spLocks noChangeShapeType="1"/>
            </p:cNvSpPr>
            <p:nvPr/>
          </p:nvSpPr>
          <p:spPr bwMode="auto">
            <a:xfrm>
              <a:off x="2073275" y="1641475"/>
              <a:ext cx="0" cy="598488"/>
            </a:xfrm>
            <a:prstGeom prst="line">
              <a:avLst/>
            </a:prstGeom>
            <a:grpFill/>
            <a:ln w="25400">
              <a:solidFill>
                <a:srgbClr val="000000"/>
              </a:solidFill>
              <a:round/>
              <a:headEnd/>
              <a:tailEnd/>
            </a:ln>
          </p:spPr>
          <p:txBody>
            <a:bodyPr/>
            <a:lstStyle/>
            <a:p>
              <a:pPr eaLnBrk="1" hangingPunct="1">
                <a:defRPr/>
              </a:pPr>
              <a:endParaRPr lang="en-GB"/>
            </a:p>
          </p:txBody>
        </p:sp>
        <p:sp>
          <p:nvSpPr>
            <p:cNvPr id="14347" name="Line 12">
              <a:extLst>
                <a:ext uri="{FF2B5EF4-FFF2-40B4-BE49-F238E27FC236}">
                  <a16:creationId xmlns:a16="http://schemas.microsoft.com/office/drawing/2014/main" id="{ED8FB5E3-D487-4A64-82CA-A1087E489BB5}"/>
                </a:ext>
              </a:extLst>
            </p:cNvPr>
            <p:cNvSpPr>
              <a:spLocks noChangeShapeType="1"/>
            </p:cNvSpPr>
            <p:nvPr/>
          </p:nvSpPr>
          <p:spPr bwMode="auto">
            <a:xfrm>
              <a:off x="2068513" y="2252663"/>
              <a:ext cx="477837" cy="0"/>
            </a:xfrm>
            <a:prstGeom prst="line">
              <a:avLst/>
            </a:prstGeom>
            <a:grpFill/>
            <a:ln w="25400">
              <a:solidFill>
                <a:srgbClr val="000000"/>
              </a:solidFill>
              <a:round/>
              <a:headEnd/>
              <a:tailEnd/>
            </a:ln>
          </p:spPr>
          <p:txBody>
            <a:bodyPr/>
            <a:lstStyle/>
            <a:p>
              <a:pPr eaLnBrk="1" hangingPunct="1">
                <a:defRPr/>
              </a:pPr>
              <a:endParaRPr lang="en-GB"/>
            </a:p>
          </p:txBody>
        </p:sp>
        <p:sp>
          <p:nvSpPr>
            <p:cNvPr id="14348" name="Line 13">
              <a:extLst>
                <a:ext uri="{FF2B5EF4-FFF2-40B4-BE49-F238E27FC236}">
                  <a16:creationId xmlns:a16="http://schemas.microsoft.com/office/drawing/2014/main" id="{B23F5190-AAAF-4464-8553-3C935910730E}"/>
                </a:ext>
              </a:extLst>
            </p:cNvPr>
            <p:cNvSpPr>
              <a:spLocks noChangeShapeType="1"/>
            </p:cNvSpPr>
            <p:nvPr/>
          </p:nvSpPr>
          <p:spPr bwMode="auto">
            <a:xfrm flipV="1">
              <a:off x="2554288" y="1654175"/>
              <a:ext cx="0" cy="598488"/>
            </a:xfrm>
            <a:prstGeom prst="line">
              <a:avLst/>
            </a:prstGeom>
            <a:grpFill/>
            <a:ln w="25400">
              <a:solidFill>
                <a:srgbClr val="000000"/>
              </a:solidFill>
              <a:round/>
              <a:headEnd/>
              <a:tailEnd/>
            </a:ln>
          </p:spPr>
          <p:txBody>
            <a:bodyPr/>
            <a:lstStyle/>
            <a:p>
              <a:pPr eaLnBrk="1" hangingPunct="1">
                <a:defRPr/>
              </a:pPr>
              <a:endParaRPr lang="en-GB"/>
            </a:p>
          </p:txBody>
        </p:sp>
        <p:sp>
          <p:nvSpPr>
            <p:cNvPr id="14349" name="Line 14">
              <a:extLst>
                <a:ext uri="{FF2B5EF4-FFF2-40B4-BE49-F238E27FC236}">
                  <a16:creationId xmlns:a16="http://schemas.microsoft.com/office/drawing/2014/main" id="{5A91A6DD-A227-4F6E-B8D0-46259C60F5FC}"/>
                </a:ext>
              </a:extLst>
            </p:cNvPr>
            <p:cNvSpPr>
              <a:spLocks noChangeShapeType="1"/>
            </p:cNvSpPr>
            <p:nvPr/>
          </p:nvSpPr>
          <p:spPr bwMode="auto">
            <a:xfrm>
              <a:off x="2554288" y="1654175"/>
              <a:ext cx="479425" cy="0"/>
            </a:xfrm>
            <a:prstGeom prst="line">
              <a:avLst/>
            </a:prstGeom>
            <a:grpFill/>
            <a:ln w="25400">
              <a:solidFill>
                <a:srgbClr val="000000"/>
              </a:solidFill>
              <a:round/>
              <a:headEnd/>
              <a:tailEnd/>
            </a:ln>
          </p:spPr>
          <p:txBody>
            <a:bodyPr/>
            <a:lstStyle/>
            <a:p>
              <a:pPr eaLnBrk="1" hangingPunct="1">
                <a:defRPr/>
              </a:pPr>
              <a:endParaRPr lang="en-GB"/>
            </a:p>
          </p:txBody>
        </p:sp>
        <p:sp>
          <p:nvSpPr>
            <p:cNvPr id="14350" name="Line 15">
              <a:extLst>
                <a:ext uri="{FF2B5EF4-FFF2-40B4-BE49-F238E27FC236}">
                  <a16:creationId xmlns:a16="http://schemas.microsoft.com/office/drawing/2014/main" id="{B54494DB-6510-4E7D-B20F-AEDC66B22795}"/>
                </a:ext>
              </a:extLst>
            </p:cNvPr>
            <p:cNvSpPr>
              <a:spLocks noChangeShapeType="1"/>
            </p:cNvSpPr>
            <p:nvPr/>
          </p:nvSpPr>
          <p:spPr bwMode="auto">
            <a:xfrm>
              <a:off x="3040063" y="1654175"/>
              <a:ext cx="0" cy="598488"/>
            </a:xfrm>
            <a:prstGeom prst="line">
              <a:avLst/>
            </a:prstGeom>
            <a:grpFill/>
            <a:ln w="25400">
              <a:solidFill>
                <a:srgbClr val="000000"/>
              </a:solidFill>
              <a:round/>
              <a:headEnd/>
              <a:tailEnd/>
            </a:ln>
          </p:spPr>
          <p:txBody>
            <a:bodyPr/>
            <a:lstStyle/>
            <a:p>
              <a:pPr eaLnBrk="1" hangingPunct="1">
                <a:defRPr/>
              </a:pPr>
              <a:endParaRPr lang="en-GB"/>
            </a:p>
          </p:txBody>
        </p:sp>
        <p:sp>
          <p:nvSpPr>
            <p:cNvPr id="14351" name="Line 16">
              <a:extLst>
                <a:ext uri="{FF2B5EF4-FFF2-40B4-BE49-F238E27FC236}">
                  <a16:creationId xmlns:a16="http://schemas.microsoft.com/office/drawing/2014/main" id="{CA1032AD-BCA6-4F65-9F50-D0BF3B431AA1}"/>
                </a:ext>
              </a:extLst>
            </p:cNvPr>
            <p:cNvSpPr>
              <a:spLocks noChangeShapeType="1"/>
            </p:cNvSpPr>
            <p:nvPr/>
          </p:nvSpPr>
          <p:spPr bwMode="auto">
            <a:xfrm>
              <a:off x="3035300" y="2247900"/>
              <a:ext cx="477838" cy="0"/>
            </a:xfrm>
            <a:prstGeom prst="line">
              <a:avLst/>
            </a:prstGeom>
            <a:grpFill/>
            <a:ln w="25400">
              <a:solidFill>
                <a:srgbClr val="000000"/>
              </a:solidFill>
              <a:round/>
              <a:headEnd/>
              <a:tailEnd/>
            </a:ln>
          </p:spPr>
          <p:txBody>
            <a:bodyPr/>
            <a:lstStyle/>
            <a:p>
              <a:pPr eaLnBrk="1" hangingPunct="1">
                <a:defRPr/>
              </a:pPr>
              <a:endParaRPr lang="en-GB"/>
            </a:p>
          </p:txBody>
        </p:sp>
        <p:sp>
          <p:nvSpPr>
            <p:cNvPr id="14352" name="Line 17">
              <a:extLst>
                <a:ext uri="{FF2B5EF4-FFF2-40B4-BE49-F238E27FC236}">
                  <a16:creationId xmlns:a16="http://schemas.microsoft.com/office/drawing/2014/main" id="{CE618E2C-8304-44EF-8EC7-BC6F270FC038}"/>
                </a:ext>
              </a:extLst>
            </p:cNvPr>
            <p:cNvSpPr>
              <a:spLocks noChangeShapeType="1"/>
            </p:cNvSpPr>
            <p:nvPr/>
          </p:nvSpPr>
          <p:spPr bwMode="auto">
            <a:xfrm flipV="1">
              <a:off x="3508375" y="1631950"/>
              <a:ext cx="0" cy="600075"/>
            </a:xfrm>
            <a:prstGeom prst="line">
              <a:avLst/>
            </a:prstGeom>
            <a:grpFill/>
            <a:ln w="25400">
              <a:solidFill>
                <a:srgbClr val="000000"/>
              </a:solidFill>
              <a:round/>
              <a:headEnd/>
              <a:tailEnd/>
            </a:ln>
          </p:spPr>
          <p:txBody>
            <a:bodyPr/>
            <a:lstStyle/>
            <a:p>
              <a:pPr eaLnBrk="1" hangingPunct="1">
                <a:defRPr/>
              </a:pPr>
              <a:endParaRPr lang="en-GB"/>
            </a:p>
          </p:txBody>
        </p:sp>
        <p:sp>
          <p:nvSpPr>
            <p:cNvPr id="14353" name="Line 18">
              <a:extLst>
                <a:ext uri="{FF2B5EF4-FFF2-40B4-BE49-F238E27FC236}">
                  <a16:creationId xmlns:a16="http://schemas.microsoft.com/office/drawing/2014/main" id="{A8221CC9-19D1-4D6E-82C0-3E20746928FE}"/>
                </a:ext>
              </a:extLst>
            </p:cNvPr>
            <p:cNvSpPr>
              <a:spLocks noChangeShapeType="1"/>
            </p:cNvSpPr>
            <p:nvPr/>
          </p:nvSpPr>
          <p:spPr bwMode="auto">
            <a:xfrm>
              <a:off x="3508375" y="1631950"/>
              <a:ext cx="479425" cy="0"/>
            </a:xfrm>
            <a:prstGeom prst="line">
              <a:avLst/>
            </a:prstGeom>
            <a:grpFill/>
            <a:ln w="25400">
              <a:solidFill>
                <a:srgbClr val="000000"/>
              </a:solidFill>
              <a:round/>
              <a:headEnd/>
              <a:tailEnd/>
            </a:ln>
          </p:spPr>
          <p:txBody>
            <a:bodyPr/>
            <a:lstStyle/>
            <a:p>
              <a:pPr eaLnBrk="1" hangingPunct="1">
                <a:defRPr/>
              </a:pPr>
              <a:endParaRPr lang="en-GB"/>
            </a:p>
          </p:txBody>
        </p:sp>
        <p:sp>
          <p:nvSpPr>
            <p:cNvPr id="14354" name="Line 19">
              <a:extLst>
                <a:ext uri="{FF2B5EF4-FFF2-40B4-BE49-F238E27FC236}">
                  <a16:creationId xmlns:a16="http://schemas.microsoft.com/office/drawing/2014/main" id="{850F7D98-7441-4424-993D-8F6A517000F2}"/>
                </a:ext>
              </a:extLst>
            </p:cNvPr>
            <p:cNvSpPr>
              <a:spLocks noChangeShapeType="1"/>
            </p:cNvSpPr>
            <p:nvPr/>
          </p:nvSpPr>
          <p:spPr bwMode="auto">
            <a:xfrm>
              <a:off x="3994150" y="1631950"/>
              <a:ext cx="0" cy="600075"/>
            </a:xfrm>
            <a:prstGeom prst="line">
              <a:avLst/>
            </a:prstGeom>
            <a:grpFill/>
            <a:ln w="25400">
              <a:solidFill>
                <a:srgbClr val="000000"/>
              </a:solidFill>
              <a:round/>
              <a:headEnd/>
              <a:tailEnd/>
            </a:ln>
          </p:spPr>
          <p:txBody>
            <a:bodyPr/>
            <a:lstStyle/>
            <a:p>
              <a:pPr eaLnBrk="1" hangingPunct="1">
                <a:defRPr/>
              </a:pPr>
              <a:endParaRPr lang="en-GB"/>
            </a:p>
          </p:txBody>
        </p:sp>
        <p:sp>
          <p:nvSpPr>
            <p:cNvPr id="14355" name="Line 20">
              <a:extLst>
                <a:ext uri="{FF2B5EF4-FFF2-40B4-BE49-F238E27FC236}">
                  <a16:creationId xmlns:a16="http://schemas.microsoft.com/office/drawing/2014/main" id="{BC70AC26-EDAF-4EB7-A795-FDFD5501C474}"/>
                </a:ext>
              </a:extLst>
            </p:cNvPr>
            <p:cNvSpPr>
              <a:spLocks noChangeShapeType="1"/>
            </p:cNvSpPr>
            <p:nvPr/>
          </p:nvSpPr>
          <p:spPr bwMode="auto">
            <a:xfrm>
              <a:off x="3974377" y="2229283"/>
              <a:ext cx="548640" cy="0"/>
            </a:xfrm>
            <a:prstGeom prst="line">
              <a:avLst/>
            </a:prstGeom>
            <a:grpFill/>
            <a:ln w="25400">
              <a:solidFill>
                <a:srgbClr val="000000"/>
              </a:solidFill>
              <a:round/>
              <a:headEnd/>
              <a:tailEnd/>
            </a:ln>
          </p:spPr>
          <p:txBody>
            <a:bodyPr/>
            <a:lstStyle/>
            <a:p>
              <a:pPr eaLnBrk="1" hangingPunct="1">
                <a:defRPr/>
              </a:pPr>
              <a:endParaRPr lang="en-GB"/>
            </a:p>
          </p:txBody>
        </p:sp>
        <p:sp>
          <p:nvSpPr>
            <p:cNvPr id="14356" name="Line 21">
              <a:extLst>
                <a:ext uri="{FF2B5EF4-FFF2-40B4-BE49-F238E27FC236}">
                  <a16:creationId xmlns:a16="http://schemas.microsoft.com/office/drawing/2014/main" id="{9B0493DE-F7AD-402B-9044-6FCA8B7BC7B7}"/>
                </a:ext>
              </a:extLst>
            </p:cNvPr>
            <p:cNvSpPr>
              <a:spLocks noChangeShapeType="1"/>
            </p:cNvSpPr>
            <p:nvPr/>
          </p:nvSpPr>
          <p:spPr bwMode="auto">
            <a:xfrm flipV="1">
              <a:off x="4496955" y="1624013"/>
              <a:ext cx="0" cy="598487"/>
            </a:xfrm>
            <a:prstGeom prst="line">
              <a:avLst/>
            </a:prstGeom>
            <a:grpFill/>
            <a:ln w="25400">
              <a:solidFill>
                <a:srgbClr val="000000"/>
              </a:solidFill>
              <a:round/>
              <a:headEnd/>
              <a:tailEnd/>
            </a:ln>
          </p:spPr>
          <p:txBody>
            <a:bodyPr/>
            <a:lstStyle/>
            <a:p>
              <a:pPr eaLnBrk="1" hangingPunct="1">
                <a:defRPr/>
              </a:pPr>
              <a:endParaRPr lang="en-GB"/>
            </a:p>
          </p:txBody>
        </p:sp>
        <p:sp>
          <p:nvSpPr>
            <p:cNvPr id="14357" name="Line 22">
              <a:extLst>
                <a:ext uri="{FF2B5EF4-FFF2-40B4-BE49-F238E27FC236}">
                  <a16:creationId xmlns:a16="http://schemas.microsoft.com/office/drawing/2014/main" id="{CFB247B2-68CC-4F4A-8D46-17F1D6A47D70}"/>
                </a:ext>
              </a:extLst>
            </p:cNvPr>
            <p:cNvSpPr>
              <a:spLocks noChangeShapeType="1"/>
            </p:cNvSpPr>
            <p:nvPr/>
          </p:nvSpPr>
          <p:spPr bwMode="auto">
            <a:xfrm>
              <a:off x="4496955" y="1624013"/>
              <a:ext cx="477838" cy="0"/>
            </a:xfrm>
            <a:prstGeom prst="line">
              <a:avLst/>
            </a:prstGeom>
            <a:grpFill/>
            <a:ln w="25400">
              <a:solidFill>
                <a:srgbClr val="000000"/>
              </a:solidFill>
              <a:round/>
              <a:headEnd/>
              <a:tailEnd/>
            </a:ln>
          </p:spPr>
          <p:txBody>
            <a:bodyPr/>
            <a:lstStyle/>
            <a:p>
              <a:pPr eaLnBrk="1" hangingPunct="1">
                <a:defRPr/>
              </a:pPr>
              <a:endParaRPr lang="en-GB"/>
            </a:p>
          </p:txBody>
        </p:sp>
        <p:sp>
          <p:nvSpPr>
            <p:cNvPr id="14358" name="Line 23">
              <a:extLst>
                <a:ext uri="{FF2B5EF4-FFF2-40B4-BE49-F238E27FC236}">
                  <a16:creationId xmlns:a16="http://schemas.microsoft.com/office/drawing/2014/main" id="{E6556FAC-7071-4F8E-91FB-C3DD870FFD1B}"/>
                </a:ext>
              </a:extLst>
            </p:cNvPr>
            <p:cNvSpPr>
              <a:spLocks noChangeShapeType="1"/>
            </p:cNvSpPr>
            <p:nvPr/>
          </p:nvSpPr>
          <p:spPr bwMode="auto">
            <a:xfrm>
              <a:off x="5459413" y="1644650"/>
              <a:ext cx="0" cy="598488"/>
            </a:xfrm>
            <a:prstGeom prst="line">
              <a:avLst/>
            </a:prstGeom>
            <a:grpFill/>
            <a:ln w="25400">
              <a:solidFill>
                <a:srgbClr val="000000"/>
              </a:solidFill>
              <a:round/>
              <a:headEnd/>
              <a:tailEnd/>
            </a:ln>
          </p:spPr>
          <p:txBody>
            <a:bodyPr/>
            <a:lstStyle/>
            <a:p>
              <a:pPr eaLnBrk="1" hangingPunct="1">
                <a:defRPr/>
              </a:pPr>
              <a:endParaRPr lang="en-GB"/>
            </a:p>
          </p:txBody>
        </p:sp>
        <p:sp>
          <p:nvSpPr>
            <p:cNvPr id="14359" name="Line 24">
              <a:extLst>
                <a:ext uri="{FF2B5EF4-FFF2-40B4-BE49-F238E27FC236}">
                  <a16:creationId xmlns:a16="http://schemas.microsoft.com/office/drawing/2014/main" id="{C7996645-C405-4EE9-905B-1506BA43293B}"/>
                </a:ext>
              </a:extLst>
            </p:cNvPr>
            <p:cNvSpPr>
              <a:spLocks noChangeShapeType="1"/>
            </p:cNvSpPr>
            <p:nvPr/>
          </p:nvSpPr>
          <p:spPr bwMode="auto">
            <a:xfrm flipV="1">
              <a:off x="6446838" y="1641475"/>
              <a:ext cx="0" cy="598488"/>
            </a:xfrm>
            <a:prstGeom prst="line">
              <a:avLst/>
            </a:prstGeom>
            <a:grpFill/>
            <a:ln w="25400">
              <a:solidFill>
                <a:srgbClr val="000000"/>
              </a:solidFill>
              <a:round/>
              <a:headEnd/>
              <a:tailEnd/>
            </a:ln>
          </p:spPr>
          <p:txBody>
            <a:bodyPr/>
            <a:lstStyle/>
            <a:p>
              <a:pPr eaLnBrk="1" hangingPunct="1">
                <a:defRPr/>
              </a:pPr>
              <a:endParaRPr lang="en-GB"/>
            </a:p>
          </p:txBody>
        </p:sp>
        <p:sp>
          <p:nvSpPr>
            <p:cNvPr id="14360" name="Line 25">
              <a:extLst>
                <a:ext uri="{FF2B5EF4-FFF2-40B4-BE49-F238E27FC236}">
                  <a16:creationId xmlns:a16="http://schemas.microsoft.com/office/drawing/2014/main" id="{759D4162-B18C-44EC-A958-79D9A474BF2B}"/>
                </a:ext>
              </a:extLst>
            </p:cNvPr>
            <p:cNvSpPr>
              <a:spLocks noChangeShapeType="1"/>
            </p:cNvSpPr>
            <p:nvPr/>
          </p:nvSpPr>
          <p:spPr bwMode="auto">
            <a:xfrm>
              <a:off x="5462588" y="1641475"/>
              <a:ext cx="477837" cy="0"/>
            </a:xfrm>
            <a:prstGeom prst="line">
              <a:avLst/>
            </a:prstGeom>
            <a:grpFill/>
            <a:ln w="25400">
              <a:solidFill>
                <a:srgbClr val="000000"/>
              </a:solidFill>
              <a:round/>
              <a:headEnd/>
              <a:tailEnd/>
            </a:ln>
          </p:spPr>
          <p:txBody>
            <a:bodyPr/>
            <a:lstStyle/>
            <a:p>
              <a:pPr eaLnBrk="1" hangingPunct="1">
                <a:defRPr/>
              </a:pPr>
              <a:endParaRPr lang="en-GB"/>
            </a:p>
          </p:txBody>
        </p:sp>
        <p:sp>
          <p:nvSpPr>
            <p:cNvPr id="14361" name="Line 26">
              <a:extLst>
                <a:ext uri="{FF2B5EF4-FFF2-40B4-BE49-F238E27FC236}">
                  <a16:creationId xmlns:a16="http://schemas.microsoft.com/office/drawing/2014/main" id="{BA6033FD-CA50-4913-8B68-F56868A748A6}"/>
                </a:ext>
              </a:extLst>
            </p:cNvPr>
            <p:cNvSpPr>
              <a:spLocks noChangeShapeType="1"/>
            </p:cNvSpPr>
            <p:nvPr/>
          </p:nvSpPr>
          <p:spPr bwMode="auto">
            <a:xfrm>
              <a:off x="6937375" y="1639888"/>
              <a:ext cx="0" cy="600075"/>
            </a:xfrm>
            <a:prstGeom prst="line">
              <a:avLst/>
            </a:prstGeom>
            <a:grpFill/>
            <a:ln w="25400">
              <a:solidFill>
                <a:srgbClr val="000000"/>
              </a:solidFill>
              <a:round/>
              <a:headEnd/>
              <a:tailEnd/>
            </a:ln>
          </p:spPr>
          <p:txBody>
            <a:bodyPr/>
            <a:lstStyle/>
            <a:p>
              <a:pPr eaLnBrk="1" hangingPunct="1">
                <a:defRPr/>
              </a:pPr>
              <a:endParaRPr lang="en-GB"/>
            </a:p>
          </p:txBody>
        </p:sp>
        <p:sp>
          <p:nvSpPr>
            <p:cNvPr id="14362" name="Line 27">
              <a:extLst>
                <a:ext uri="{FF2B5EF4-FFF2-40B4-BE49-F238E27FC236}">
                  <a16:creationId xmlns:a16="http://schemas.microsoft.com/office/drawing/2014/main" id="{F2B5E2B5-87AA-485E-B291-1735698915BF}"/>
                </a:ext>
              </a:extLst>
            </p:cNvPr>
            <p:cNvSpPr>
              <a:spLocks noChangeShapeType="1"/>
            </p:cNvSpPr>
            <p:nvPr/>
          </p:nvSpPr>
          <p:spPr bwMode="auto">
            <a:xfrm>
              <a:off x="6945313" y="2235200"/>
              <a:ext cx="477837" cy="0"/>
            </a:xfrm>
            <a:prstGeom prst="line">
              <a:avLst/>
            </a:prstGeom>
            <a:grpFill/>
            <a:ln w="25400">
              <a:solidFill>
                <a:srgbClr val="000000"/>
              </a:solidFill>
              <a:round/>
              <a:headEnd/>
              <a:tailEnd/>
            </a:ln>
          </p:spPr>
          <p:txBody>
            <a:bodyPr/>
            <a:lstStyle/>
            <a:p>
              <a:pPr eaLnBrk="1" hangingPunct="1">
                <a:defRPr/>
              </a:pPr>
              <a:endParaRPr lang="en-GB"/>
            </a:p>
          </p:txBody>
        </p:sp>
        <p:sp>
          <p:nvSpPr>
            <p:cNvPr id="14363" name="Line 28">
              <a:extLst>
                <a:ext uri="{FF2B5EF4-FFF2-40B4-BE49-F238E27FC236}">
                  <a16:creationId xmlns:a16="http://schemas.microsoft.com/office/drawing/2014/main" id="{CB0B6D45-EA04-46A8-90F5-EB41DF9E78A0}"/>
                </a:ext>
              </a:extLst>
            </p:cNvPr>
            <p:cNvSpPr>
              <a:spLocks noChangeShapeType="1"/>
            </p:cNvSpPr>
            <p:nvPr/>
          </p:nvSpPr>
          <p:spPr bwMode="auto">
            <a:xfrm flipV="1">
              <a:off x="7431088" y="1619250"/>
              <a:ext cx="0" cy="598488"/>
            </a:xfrm>
            <a:prstGeom prst="line">
              <a:avLst/>
            </a:prstGeom>
            <a:grpFill/>
            <a:ln w="25400">
              <a:solidFill>
                <a:srgbClr val="000000"/>
              </a:solidFill>
              <a:round/>
              <a:headEnd/>
              <a:tailEnd/>
            </a:ln>
          </p:spPr>
          <p:txBody>
            <a:bodyPr/>
            <a:lstStyle/>
            <a:p>
              <a:pPr eaLnBrk="1" hangingPunct="1">
                <a:defRPr/>
              </a:pPr>
              <a:endParaRPr lang="en-GB"/>
            </a:p>
          </p:txBody>
        </p:sp>
        <p:sp>
          <p:nvSpPr>
            <p:cNvPr id="14364" name="Line 29">
              <a:extLst>
                <a:ext uri="{FF2B5EF4-FFF2-40B4-BE49-F238E27FC236}">
                  <a16:creationId xmlns:a16="http://schemas.microsoft.com/office/drawing/2014/main" id="{D86C6F15-8DEF-407D-B669-57F71E71F51E}"/>
                </a:ext>
              </a:extLst>
            </p:cNvPr>
            <p:cNvSpPr>
              <a:spLocks noChangeShapeType="1"/>
            </p:cNvSpPr>
            <p:nvPr/>
          </p:nvSpPr>
          <p:spPr bwMode="auto">
            <a:xfrm>
              <a:off x="7431088" y="1619250"/>
              <a:ext cx="477837" cy="0"/>
            </a:xfrm>
            <a:prstGeom prst="line">
              <a:avLst/>
            </a:prstGeom>
            <a:grpFill/>
            <a:ln w="25400">
              <a:solidFill>
                <a:srgbClr val="000000"/>
              </a:solidFill>
              <a:round/>
              <a:headEnd/>
              <a:tailEnd/>
            </a:ln>
          </p:spPr>
          <p:txBody>
            <a:bodyPr/>
            <a:lstStyle/>
            <a:p>
              <a:pPr eaLnBrk="1" hangingPunct="1">
                <a:defRPr/>
              </a:pPr>
              <a:endParaRPr lang="en-GB"/>
            </a:p>
          </p:txBody>
        </p:sp>
        <p:sp>
          <p:nvSpPr>
            <p:cNvPr id="14365" name="Line 30">
              <a:extLst>
                <a:ext uri="{FF2B5EF4-FFF2-40B4-BE49-F238E27FC236}">
                  <a16:creationId xmlns:a16="http://schemas.microsoft.com/office/drawing/2014/main" id="{52C7E1F4-11C9-4448-80DF-591E9D10EEBA}"/>
                </a:ext>
              </a:extLst>
            </p:cNvPr>
            <p:cNvSpPr>
              <a:spLocks noChangeShapeType="1"/>
            </p:cNvSpPr>
            <p:nvPr/>
          </p:nvSpPr>
          <p:spPr bwMode="auto">
            <a:xfrm>
              <a:off x="7929563" y="1619250"/>
              <a:ext cx="0" cy="598488"/>
            </a:xfrm>
            <a:prstGeom prst="line">
              <a:avLst/>
            </a:prstGeom>
            <a:grpFill/>
            <a:ln w="25400">
              <a:solidFill>
                <a:srgbClr val="000000"/>
              </a:solidFill>
              <a:round/>
              <a:headEnd/>
              <a:tailEnd/>
            </a:ln>
          </p:spPr>
          <p:txBody>
            <a:bodyPr/>
            <a:lstStyle/>
            <a:p>
              <a:pPr eaLnBrk="1" hangingPunct="1">
                <a:defRPr/>
              </a:pPr>
              <a:endParaRPr lang="en-GB"/>
            </a:p>
          </p:txBody>
        </p:sp>
        <p:sp>
          <p:nvSpPr>
            <p:cNvPr id="14366" name="Line 31">
              <a:extLst>
                <a:ext uri="{FF2B5EF4-FFF2-40B4-BE49-F238E27FC236}">
                  <a16:creationId xmlns:a16="http://schemas.microsoft.com/office/drawing/2014/main" id="{2276BE2E-57B7-4AE5-BE82-54D8B592B1F5}"/>
                </a:ext>
              </a:extLst>
            </p:cNvPr>
            <p:cNvSpPr>
              <a:spLocks noChangeShapeType="1"/>
            </p:cNvSpPr>
            <p:nvPr/>
          </p:nvSpPr>
          <p:spPr bwMode="auto">
            <a:xfrm>
              <a:off x="7924800" y="2214563"/>
              <a:ext cx="477838" cy="0"/>
            </a:xfrm>
            <a:prstGeom prst="line">
              <a:avLst/>
            </a:prstGeom>
            <a:grpFill/>
            <a:ln w="25400">
              <a:solidFill>
                <a:srgbClr val="000000"/>
              </a:solidFill>
              <a:round/>
              <a:headEnd/>
              <a:tailEnd/>
            </a:ln>
          </p:spPr>
          <p:txBody>
            <a:bodyPr/>
            <a:lstStyle/>
            <a:p>
              <a:pPr eaLnBrk="1" hangingPunct="1">
                <a:defRPr/>
              </a:pPr>
              <a:endParaRPr lang="en-GB"/>
            </a:p>
          </p:txBody>
        </p:sp>
        <p:sp>
          <p:nvSpPr>
            <p:cNvPr id="14367" name="Line 32">
              <a:extLst>
                <a:ext uri="{FF2B5EF4-FFF2-40B4-BE49-F238E27FC236}">
                  <a16:creationId xmlns:a16="http://schemas.microsoft.com/office/drawing/2014/main" id="{88E0B5CD-03AD-4A4A-ADDA-31BDF9F5AC5D}"/>
                </a:ext>
              </a:extLst>
            </p:cNvPr>
            <p:cNvSpPr>
              <a:spLocks noChangeShapeType="1"/>
            </p:cNvSpPr>
            <p:nvPr/>
          </p:nvSpPr>
          <p:spPr bwMode="auto">
            <a:xfrm>
              <a:off x="4956175" y="1639888"/>
              <a:ext cx="0" cy="600075"/>
            </a:xfrm>
            <a:prstGeom prst="line">
              <a:avLst/>
            </a:prstGeom>
            <a:grpFill/>
            <a:ln w="25400">
              <a:solidFill>
                <a:srgbClr val="000000"/>
              </a:solidFill>
              <a:round/>
              <a:headEnd/>
              <a:tailEnd/>
            </a:ln>
          </p:spPr>
          <p:txBody>
            <a:bodyPr/>
            <a:lstStyle/>
            <a:p>
              <a:pPr eaLnBrk="1" hangingPunct="1">
                <a:defRPr/>
              </a:pPr>
              <a:endParaRPr lang="en-GB"/>
            </a:p>
          </p:txBody>
        </p:sp>
        <p:sp>
          <p:nvSpPr>
            <p:cNvPr id="14368" name="Line 33">
              <a:extLst>
                <a:ext uri="{FF2B5EF4-FFF2-40B4-BE49-F238E27FC236}">
                  <a16:creationId xmlns:a16="http://schemas.microsoft.com/office/drawing/2014/main" id="{B2CB321B-5F43-462C-AA3B-5115293237C0}"/>
                </a:ext>
              </a:extLst>
            </p:cNvPr>
            <p:cNvSpPr>
              <a:spLocks noChangeShapeType="1"/>
            </p:cNvSpPr>
            <p:nvPr/>
          </p:nvSpPr>
          <p:spPr bwMode="auto">
            <a:xfrm>
              <a:off x="4964113" y="2251075"/>
              <a:ext cx="477837" cy="0"/>
            </a:xfrm>
            <a:prstGeom prst="line">
              <a:avLst/>
            </a:prstGeom>
            <a:grpFill/>
            <a:ln w="25400">
              <a:solidFill>
                <a:srgbClr val="000000"/>
              </a:solidFill>
              <a:round/>
              <a:headEnd/>
              <a:tailEnd/>
            </a:ln>
          </p:spPr>
          <p:txBody>
            <a:bodyPr/>
            <a:lstStyle/>
            <a:p>
              <a:pPr eaLnBrk="1" hangingPunct="1">
                <a:defRPr/>
              </a:pPr>
              <a:endParaRPr lang="en-GB"/>
            </a:p>
          </p:txBody>
        </p:sp>
        <p:sp>
          <p:nvSpPr>
            <p:cNvPr id="14369" name="Line 34">
              <a:extLst>
                <a:ext uri="{FF2B5EF4-FFF2-40B4-BE49-F238E27FC236}">
                  <a16:creationId xmlns:a16="http://schemas.microsoft.com/office/drawing/2014/main" id="{D6B2E345-1AE6-4F48-A3FF-8E97C4AD7801}"/>
                </a:ext>
              </a:extLst>
            </p:cNvPr>
            <p:cNvSpPr>
              <a:spLocks noChangeShapeType="1"/>
            </p:cNvSpPr>
            <p:nvPr/>
          </p:nvSpPr>
          <p:spPr bwMode="auto">
            <a:xfrm flipV="1">
              <a:off x="5943600" y="1636713"/>
              <a:ext cx="0" cy="600075"/>
            </a:xfrm>
            <a:prstGeom prst="line">
              <a:avLst/>
            </a:prstGeom>
            <a:grpFill/>
            <a:ln w="25400">
              <a:solidFill>
                <a:srgbClr val="000000"/>
              </a:solidFill>
              <a:round/>
              <a:headEnd/>
              <a:tailEnd/>
            </a:ln>
          </p:spPr>
          <p:txBody>
            <a:bodyPr/>
            <a:lstStyle/>
            <a:p>
              <a:pPr eaLnBrk="1" hangingPunct="1">
                <a:defRPr/>
              </a:pPr>
              <a:endParaRPr lang="en-GB"/>
            </a:p>
          </p:txBody>
        </p:sp>
        <p:sp>
          <p:nvSpPr>
            <p:cNvPr id="14370" name="Line 35">
              <a:extLst>
                <a:ext uri="{FF2B5EF4-FFF2-40B4-BE49-F238E27FC236}">
                  <a16:creationId xmlns:a16="http://schemas.microsoft.com/office/drawing/2014/main" id="{2E338425-A412-4355-A810-6692B68CCE8E}"/>
                </a:ext>
              </a:extLst>
            </p:cNvPr>
            <p:cNvSpPr>
              <a:spLocks noChangeShapeType="1"/>
            </p:cNvSpPr>
            <p:nvPr/>
          </p:nvSpPr>
          <p:spPr bwMode="auto">
            <a:xfrm>
              <a:off x="5956300" y="2236788"/>
              <a:ext cx="477838" cy="0"/>
            </a:xfrm>
            <a:prstGeom prst="line">
              <a:avLst/>
            </a:prstGeom>
            <a:grpFill/>
            <a:ln w="25400">
              <a:solidFill>
                <a:srgbClr val="000000"/>
              </a:solidFill>
              <a:round/>
              <a:headEnd/>
              <a:tailEnd/>
            </a:ln>
          </p:spPr>
          <p:txBody>
            <a:bodyPr/>
            <a:lstStyle/>
            <a:p>
              <a:pPr eaLnBrk="1" hangingPunct="1">
                <a:defRPr/>
              </a:pPr>
              <a:endParaRPr lang="en-GB"/>
            </a:p>
          </p:txBody>
        </p:sp>
        <p:sp>
          <p:nvSpPr>
            <p:cNvPr id="14371" name="Line 36">
              <a:extLst>
                <a:ext uri="{FF2B5EF4-FFF2-40B4-BE49-F238E27FC236}">
                  <a16:creationId xmlns:a16="http://schemas.microsoft.com/office/drawing/2014/main" id="{0326F525-CA60-478F-B097-6141A9881122}"/>
                </a:ext>
              </a:extLst>
            </p:cNvPr>
            <p:cNvSpPr>
              <a:spLocks noChangeShapeType="1"/>
            </p:cNvSpPr>
            <p:nvPr/>
          </p:nvSpPr>
          <p:spPr bwMode="auto">
            <a:xfrm>
              <a:off x="6454775" y="1636713"/>
              <a:ext cx="477838" cy="0"/>
            </a:xfrm>
            <a:prstGeom prst="line">
              <a:avLst/>
            </a:prstGeom>
            <a:grpFill/>
            <a:ln w="25400">
              <a:solidFill>
                <a:srgbClr val="000000"/>
              </a:solidFill>
              <a:round/>
              <a:headEnd/>
              <a:tailEnd/>
            </a:ln>
          </p:spPr>
          <p:txBody>
            <a:bodyPr/>
            <a:lstStyle/>
            <a:p>
              <a:pPr eaLnBrk="1" hangingPunct="1">
                <a:defRPr/>
              </a:pPr>
              <a:endParaRPr lang="en-GB"/>
            </a:p>
          </p:txBody>
        </p:sp>
        <p:sp>
          <p:nvSpPr>
            <p:cNvPr id="14372" name="Line 37">
              <a:extLst>
                <a:ext uri="{FF2B5EF4-FFF2-40B4-BE49-F238E27FC236}">
                  <a16:creationId xmlns:a16="http://schemas.microsoft.com/office/drawing/2014/main" id="{8CE216D1-309E-425C-A7B3-5CAD3A9361F5}"/>
                </a:ext>
              </a:extLst>
            </p:cNvPr>
            <p:cNvSpPr>
              <a:spLocks noChangeShapeType="1"/>
            </p:cNvSpPr>
            <p:nvPr/>
          </p:nvSpPr>
          <p:spPr bwMode="auto">
            <a:xfrm>
              <a:off x="1276350" y="3040063"/>
              <a:ext cx="449263" cy="0"/>
            </a:xfrm>
            <a:prstGeom prst="line">
              <a:avLst/>
            </a:prstGeom>
            <a:grpFill/>
            <a:ln w="25400">
              <a:solidFill>
                <a:srgbClr val="000000"/>
              </a:solidFill>
              <a:round/>
              <a:headEnd/>
              <a:tailEnd/>
            </a:ln>
          </p:spPr>
          <p:txBody>
            <a:bodyPr/>
            <a:lstStyle/>
            <a:p>
              <a:pPr eaLnBrk="1" hangingPunct="1">
                <a:defRPr/>
              </a:pPr>
              <a:endParaRPr lang="en-GB"/>
            </a:p>
          </p:txBody>
        </p:sp>
        <p:sp>
          <p:nvSpPr>
            <p:cNvPr id="14373" name="Line 38">
              <a:extLst>
                <a:ext uri="{FF2B5EF4-FFF2-40B4-BE49-F238E27FC236}">
                  <a16:creationId xmlns:a16="http://schemas.microsoft.com/office/drawing/2014/main" id="{ABEFB75A-901C-4A5D-9140-4D5D86955A3C}"/>
                </a:ext>
              </a:extLst>
            </p:cNvPr>
            <p:cNvSpPr>
              <a:spLocks noChangeShapeType="1"/>
            </p:cNvSpPr>
            <p:nvPr/>
          </p:nvSpPr>
          <p:spPr bwMode="auto">
            <a:xfrm flipV="1">
              <a:off x="1725613" y="2501900"/>
              <a:ext cx="93662" cy="538163"/>
            </a:xfrm>
            <a:prstGeom prst="line">
              <a:avLst/>
            </a:prstGeom>
            <a:grpFill/>
            <a:ln w="25400">
              <a:solidFill>
                <a:srgbClr val="000000"/>
              </a:solidFill>
              <a:round/>
              <a:headEnd/>
              <a:tailEnd/>
            </a:ln>
          </p:spPr>
          <p:txBody>
            <a:bodyPr/>
            <a:lstStyle/>
            <a:p>
              <a:pPr eaLnBrk="1" hangingPunct="1">
                <a:defRPr/>
              </a:pPr>
              <a:endParaRPr lang="en-GB"/>
            </a:p>
          </p:txBody>
        </p:sp>
        <p:sp>
          <p:nvSpPr>
            <p:cNvPr id="14374" name="Line 39">
              <a:extLst>
                <a:ext uri="{FF2B5EF4-FFF2-40B4-BE49-F238E27FC236}">
                  <a16:creationId xmlns:a16="http://schemas.microsoft.com/office/drawing/2014/main" id="{D6E6CBD4-DB06-49BF-9EDC-1EAD4C95C48D}"/>
                </a:ext>
              </a:extLst>
            </p:cNvPr>
            <p:cNvSpPr>
              <a:spLocks noChangeShapeType="1"/>
            </p:cNvSpPr>
            <p:nvPr/>
          </p:nvSpPr>
          <p:spPr bwMode="auto">
            <a:xfrm flipV="1">
              <a:off x="1824038" y="2499880"/>
              <a:ext cx="1528762" cy="4763"/>
            </a:xfrm>
            <a:prstGeom prst="line">
              <a:avLst/>
            </a:prstGeom>
            <a:grpFill/>
            <a:ln w="25400">
              <a:solidFill>
                <a:srgbClr val="000000"/>
              </a:solidFill>
              <a:round/>
              <a:headEnd/>
              <a:tailEnd/>
            </a:ln>
          </p:spPr>
          <p:txBody>
            <a:bodyPr/>
            <a:lstStyle/>
            <a:p>
              <a:pPr eaLnBrk="1" hangingPunct="1">
                <a:defRPr/>
              </a:pPr>
              <a:endParaRPr lang="en-GB"/>
            </a:p>
          </p:txBody>
        </p:sp>
        <p:sp>
          <p:nvSpPr>
            <p:cNvPr id="14375" name="Line 40">
              <a:extLst>
                <a:ext uri="{FF2B5EF4-FFF2-40B4-BE49-F238E27FC236}">
                  <a16:creationId xmlns:a16="http://schemas.microsoft.com/office/drawing/2014/main" id="{CE9B8279-A7D8-43A9-8204-5877DF3EC5CB}"/>
                </a:ext>
              </a:extLst>
            </p:cNvPr>
            <p:cNvSpPr>
              <a:spLocks noChangeShapeType="1"/>
            </p:cNvSpPr>
            <p:nvPr/>
          </p:nvSpPr>
          <p:spPr bwMode="auto">
            <a:xfrm>
              <a:off x="3370263" y="2490788"/>
              <a:ext cx="74612" cy="527050"/>
            </a:xfrm>
            <a:prstGeom prst="line">
              <a:avLst/>
            </a:prstGeom>
            <a:grpFill/>
            <a:ln w="25400">
              <a:solidFill>
                <a:srgbClr val="000000"/>
              </a:solidFill>
              <a:round/>
              <a:headEnd/>
              <a:tailEnd/>
            </a:ln>
          </p:spPr>
          <p:txBody>
            <a:bodyPr/>
            <a:lstStyle/>
            <a:p>
              <a:pPr eaLnBrk="1" hangingPunct="1">
                <a:defRPr/>
              </a:pPr>
              <a:endParaRPr lang="en-GB"/>
            </a:p>
          </p:txBody>
        </p:sp>
        <p:sp>
          <p:nvSpPr>
            <p:cNvPr id="14376" name="Line 41">
              <a:extLst>
                <a:ext uri="{FF2B5EF4-FFF2-40B4-BE49-F238E27FC236}">
                  <a16:creationId xmlns:a16="http://schemas.microsoft.com/office/drawing/2014/main" id="{96E690CE-3DA4-4C4D-AA6B-0C6503D395D2}"/>
                </a:ext>
              </a:extLst>
            </p:cNvPr>
            <p:cNvSpPr>
              <a:spLocks noChangeShapeType="1"/>
            </p:cNvSpPr>
            <p:nvPr/>
          </p:nvSpPr>
          <p:spPr bwMode="auto">
            <a:xfrm>
              <a:off x="3429432" y="3025775"/>
              <a:ext cx="365760" cy="0"/>
            </a:xfrm>
            <a:prstGeom prst="line">
              <a:avLst/>
            </a:prstGeom>
            <a:grpFill/>
            <a:ln w="25400">
              <a:solidFill>
                <a:srgbClr val="000000"/>
              </a:solidFill>
              <a:round/>
              <a:headEnd/>
              <a:tailEnd/>
            </a:ln>
          </p:spPr>
          <p:txBody>
            <a:bodyPr/>
            <a:lstStyle/>
            <a:p>
              <a:pPr eaLnBrk="1" hangingPunct="1">
                <a:defRPr/>
              </a:pPr>
              <a:endParaRPr lang="en-GB"/>
            </a:p>
          </p:txBody>
        </p:sp>
        <p:sp>
          <p:nvSpPr>
            <p:cNvPr id="14377" name="Line 42">
              <a:extLst>
                <a:ext uri="{FF2B5EF4-FFF2-40B4-BE49-F238E27FC236}">
                  <a16:creationId xmlns:a16="http://schemas.microsoft.com/office/drawing/2014/main" id="{C7814B52-0D59-4756-A92C-E04CE4EAD2CB}"/>
                </a:ext>
              </a:extLst>
            </p:cNvPr>
            <p:cNvSpPr>
              <a:spLocks noChangeShapeType="1"/>
            </p:cNvSpPr>
            <p:nvPr/>
          </p:nvSpPr>
          <p:spPr bwMode="auto">
            <a:xfrm flipV="1">
              <a:off x="3777818" y="2484870"/>
              <a:ext cx="95250" cy="536575"/>
            </a:xfrm>
            <a:prstGeom prst="line">
              <a:avLst/>
            </a:prstGeom>
            <a:grpFill/>
            <a:ln w="25400">
              <a:solidFill>
                <a:srgbClr val="000000"/>
              </a:solidFill>
              <a:round/>
              <a:headEnd/>
              <a:tailEnd/>
            </a:ln>
          </p:spPr>
          <p:txBody>
            <a:bodyPr/>
            <a:lstStyle/>
            <a:p>
              <a:pPr eaLnBrk="1" hangingPunct="1">
                <a:defRPr/>
              </a:pPr>
              <a:endParaRPr lang="en-GB"/>
            </a:p>
          </p:txBody>
        </p:sp>
        <p:sp>
          <p:nvSpPr>
            <p:cNvPr id="14378" name="Line 43">
              <a:extLst>
                <a:ext uri="{FF2B5EF4-FFF2-40B4-BE49-F238E27FC236}">
                  <a16:creationId xmlns:a16="http://schemas.microsoft.com/office/drawing/2014/main" id="{C4C9C664-EB76-44D4-AEEA-692CA9A342C1}"/>
                </a:ext>
              </a:extLst>
            </p:cNvPr>
            <p:cNvSpPr>
              <a:spLocks noChangeShapeType="1"/>
            </p:cNvSpPr>
            <p:nvPr/>
          </p:nvSpPr>
          <p:spPr bwMode="auto">
            <a:xfrm flipV="1">
              <a:off x="3867150" y="2486025"/>
              <a:ext cx="855663" cy="0"/>
            </a:xfrm>
            <a:prstGeom prst="line">
              <a:avLst/>
            </a:prstGeom>
            <a:grpFill/>
            <a:ln w="25400">
              <a:solidFill>
                <a:srgbClr val="000000"/>
              </a:solidFill>
              <a:round/>
              <a:headEnd/>
              <a:tailEnd/>
            </a:ln>
          </p:spPr>
          <p:txBody>
            <a:bodyPr/>
            <a:lstStyle/>
            <a:p>
              <a:pPr eaLnBrk="1" hangingPunct="1">
                <a:defRPr/>
              </a:pPr>
              <a:endParaRPr lang="en-GB"/>
            </a:p>
          </p:txBody>
        </p:sp>
        <p:sp>
          <p:nvSpPr>
            <p:cNvPr id="14379" name="Line 44">
              <a:extLst>
                <a:ext uri="{FF2B5EF4-FFF2-40B4-BE49-F238E27FC236}">
                  <a16:creationId xmlns:a16="http://schemas.microsoft.com/office/drawing/2014/main" id="{45A29410-C330-4E76-BFE8-75FC4E1EA9A7}"/>
                </a:ext>
              </a:extLst>
            </p:cNvPr>
            <p:cNvSpPr>
              <a:spLocks noChangeShapeType="1"/>
            </p:cNvSpPr>
            <p:nvPr/>
          </p:nvSpPr>
          <p:spPr bwMode="auto">
            <a:xfrm>
              <a:off x="4722813" y="2474190"/>
              <a:ext cx="109728" cy="527050"/>
            </a:xfrm>
            <a:prstGeom prst="line">
              <a:avLst/>
            </a:prstGeom>
            <a:grpFill/>
            <a:ln w="25400">
              <a:solidFill>
                <a:srgbClr val="000000"/>
              </a:solidFill>
              <a:round/>
              <a:headEnd/>
              <a:tailEnd/>
            </a:ln>
          </p:spPr>
          <p:txBody>
            <a:bodyPr/>
            <a:lstStyle/>
            <a:p>
              <a:pPr eaLnBrk="1" hangingPunct="1">
                <a:defRPr/>
              </a:pPr>
              <a:endParaRPr lang="en-GB"/>
            </a:p>
          </p:txBody>
        </p:sp>
        <p:sp>
          <p:nvSpPr>
            <p:cNvPr id="14380" name="Line 45">
              <a:extLst>
                <a:ext uri="{FF2B5EF4-FFF2-40B4-BE49-F238E27FC236}">
                  <a16:creationId xmlns:a16="http://schemas.microsoft.com/office/drawing/2014/main" id="{1F4B5274-059C-429F-960E-BB8A8A451C74}"/>
                </a:ext>
              </a:extLst>
            </p:cNvPr>
            <p:cNvSpPr>
              <a:spLocks noChangeShapeType="1"/>
            </p:cNvSpPr>
            <p:nvPr/>
          </p:nvSpPr>
          <p:spPr bwMode="auto">
            <a:xfrm>
              <a:off x="4825568" y="3023033"/>
              <a:ext cx="358775" cy="0"/>
            </a:xfrm>
            <a:prstGeom prst="line">
              <a:avLst/>
            </a:prstGeom>
            <a:grpFill/>
            <a:ln w="25400">
              <a:solidFill>
                <a:srgbClr val="000000"/>
              </a:solidFill>
              <a:round/>
              <a:headEnd/>
              <a:tailEnd/>
            </a:ln>
          </p:spPr>
          <p:txBody>
            <a:bodyPr/>
            <a:lstStyle/>
            <a:p>
              <a:pPr eaLnBrk="1" hangingPunct="1">
                <a:defRPr/>
              </a:pPr>
              <a:endParaRPr lang="en-GB"/>
            </a:p>
          </p:txBody>
        </p:sp>
        <p:sp>
          <p:nvSpPr>
            <p:cNvPr id="14381" name="Line 46">
              <a:extLst>
                <a:ext uri="{FF2B5EF4-FFF2-40B4-BE49-F238E27FC236}">
                  <a16:creationId xmlns:a16="http://schemas.microsoft.com/office/drawing/2014/main" id="{2828461C-46C3-4EE1-93E8-3C6E632D475B}"/>
                </a:ext>
              </a:extLst>
            </p:cNvPr>
            <p:cNvSpPr>
              <a:spLocks noChangeShapeType="1"/>
            </p:cNvSpPr>
            <p:nvPr/>
          </p:nvSpPr>
          <p:spPr bwMode="auto">
            <a:xfrm flipV="1">
              <a:off x="5167313" y="2493963"/>
              <a:ext cx="93662" cy="536575"/>
            </a:xfrm>
            <a:prstGeom prst="line">
              <a:avLst/>
            </a:prstGeom>
            <a:grpFill/>
            <a:ln w="25400">
              <a:solidFill>
                <a:srgbClr val="000000"/>
              </a:solidFill>
              <a:round/>
              <a:headEnd/>
              <a:tailEnd/>
            </a:ln>
          </p:spPr>
          <p:txBody>
            <a:bodyPr/>
            <a:lstStyle/>
            <a:p>
              <a:pPr eaLnBrk="1" hangingPunct="1">
                <a:defRPr/>
              </a:pPr>
              <a:endParaRPr lang="en-GB"/>
            </a:p>
          </p:txBody>
        </p:sp>
        <p:sp>
          <p:nvSpPr>
            <p:cNvPr id="14382" name="Line 47">
              <a:extLst>
                <a:ext uri="{FF2B5EF4-FFF2-40B4-BE49-F238E27FC236}">
                  <a16:creationId xmlns:a16="http://schemas.microsoft.com/office/drawing/2014/main" id="{177CFDBD-E215-456D-9B8B-F7BC5A331E78}"/>
                </a:ext>
              </a:extLst>
            </p:cNvPr>
            <p:cNvSpPr>
              <a:spLocks noChangeShapeType="1"/>
            </p:cNvSpPr>
            <p:nvPr/>
          </p:nvSpPr>
          <p:spPr bwMode="auto">
            <a:xfrm>
              <a:off x="5262995" y="2473325"/>
              <a:ext cx="1290638" cy="0"/>
            </a:xfrm>
            <a:prstGeom prst="line">
              <a:avLst/>
            </a:prstGeom>
            <a:grpFill/>
            <a:ln w="25400">
              <a:solidFill>
                <a:srgbClr val="000000"/>
              </a:solidFill>
              <a:round/>
              <a:headEnd/>
              <a:tailEnd/>
            </a:ln>
          </p:spPr>
          <p:txBody>
            <a:bodyPr/>
            <a:lstStyle/>
            <a:p>
              <a:pPr eaLnBrk="1" hangingPunct="1">
                <a:defRPr/>
              </a:pPr>
              <a:endParaRPr lang="en-GB"/>
            </a:p>
          </p:txBody>
        </p:sp>
        <p:sp>
          <p:nvSpPr>
            <p:cNvPr id="14384" name="Line 49">
              <a:extLst>
                <a:ext uri="{FF2B5EF4-FFF2-40B4-BE49-F238E27FC236}">
                  <a16:creationId xmlns:a16="http://schemas.microsoft.com/office/drawing/2014/main" id="{F247348F-6AF3-4215-8B74-40A31D185039}"/>
                </a:ext>
              </a:extLst>
            </p:cNvPr>
            <p:cNvSpPr>
              <a:spLocks noChangeShapeType="1"/>
            </p:cNvSpPr>
            <p:nvPr/>
          </p:nvSpPr>
          <p:spPr bwMode="auto">
            <a:xfrm>
              <a:off x="1301750" y="3838575"/>
              <a:ext cx="1281113" cy="0"/>
            </a:xfrm>
            <a:prstGeom prst="line">
              <a:avLst/>
            </a:prstGeom>
            <a:grpFill/>
            <a:ln w="25400">
              <a:solidFill>
                <a:srgbClr val="000000"/>
              </a:solidFill>
              <a:round/>
              <a:headEnd/>
              <a:tailEnd/>
            </a:ln>
          </p:spPr>
          <p:txBody>
            <a:bodyPr/>
            <a:lstStyle/>
            <a:p>
              <a:pPr eaLnBrk="1" hangingPunct="1">
                <a:defRPr/>
              </a:pPr>
              <a:endParaRPr lang="en-GB"/>
            </a:p>
          </p:txBody>
        </p:sp>
        <p:sp>
          <p:nvSpPr>
            <p:cNvPr id="14385" name="Line 50">
              <a:extLst>
                <a:ext uri="{FF2B5EF4-FFF2-40B4-BE49-F238E27FC236}">
                  <a16:creationId xmlns:a16="http://schemas.microsoft.com/office/drawing/2014/main" id="{82543D80-1CDB-4B08-B897-743A54A21AF8}"/>
                </a:ext>
              </a:extLst>
            </p:cNvPr>
            <p:cNvSpPr>
              <a:spLocks noChangeShapeType="1"/>
            </p:cNvSpPr>
            <p:nvPr/>
          </p:nvSpPr>
          <p:spPr bwMode="auto">
            <a:xfrm flipV="1">
              <a:off x="2592388" y="3297238"/>
              <a:ext cx="95250" cy="536575"/>
            </a:xfrm>
            <a:prstGeom prst="line">
              <a:avLst/>
            </a:prstGeom>
            <a:grpFill/>
            <a:ln w="25400">
              <a:solidFill>
                <a:srgbClr val="000000"/>
              </a:solidFill>
              <a:round/>
              <a:headEnd/>
              <a:tailEnd/>
            </a:ln>
          </p:spPr>
          <p:txBody>
            <a:bodyPr/>
            <a:lstStyle/>
            <a:p>
              <a:pPr eaLnBrk="1" hangingPunct="1">
                <a:defRPr/>
              </a:pPr>
              <a:endParaRPr lang="en-GB"/>
            </a:p>
          </p:txBody>
        </p:sp>
        <p:sp>
          <p:nvSpPr>
            <p:cNvPr id="14386" name="Line 51">
              <a:extLst>
                <a:ext uri="{FF2B5EF4-FFF2-40B4-BE49-F238E27FC236}">
                  <a16:creationId xmlns:a16="http://schemas.microsoft.com/office/drawing/2014/main" id="{64E983D9-2B24-4A2C-9463-A031AF103839}"/>
                </a:ext>
              </a:extLst>
            </p:cNvPr>
            <p:cNvSpPr>
              <a:spLocks noChangeShapeType="1"/>
            </p:cNvSpPr>
            <p:nvPr/>
          </p:nvSpPr>
          <p:spPr bwMode="auto">
            <a:xfrm>
              <a:off x="2683308" y="3303155"/>
              <a:ext cx="841248" cy="0"/>
            </a:xfrm>
            <a:prstGeom prst="line">
              <a:avLst/>
            </a:prstGeom>
            <a:grpFill/>
            <a:ln w="25400">
              <a:solidFill>
                <a:srgbClr val="000000"/>
              </a:solidFill>
              <a:round/>
              <a:headEnd/>
              <a:tailEnd/>
            </a:ln>
          </p:spPr>
          <p:txBody>
            <a:bodyPr/>
            <a:lstStyle/>
            <a:p>
              <a:pPr eaLnBrk="1" hangingPunct="1">
                <a:defRPr/>
              </a:pPr>
              <a:endParaRPr lang="en-GB"/>
            </a:p>
          </p:txBody>
        </p:sp>
        <p:sp>
          <p:nvSpPr>
            <p:cNvPr id="14388" name="Line 53">
              <a:extLst>
                <a:ext uri="{FF2B5EF4-FFF2-40B4-BE49-F238E27FC236}">
                  <a16:creationId xmlns:a16="http://schemas.microsoft.com/office/drawing/2014/main" id="{E79845C2-5D77-4A5F-807A-32D41B8245F1}"/>
                </a:ext>
              </a:extLst>
            </p:cNvPr>
            <p:cNvSpPr>
              <a:spLocks noChangeShapeType="1"/>
            </p:cNvSpPr>
            <p:nvPr/>
          </p:nvSpPr>
          <p:spPr bwMode="auto">
            <a:xfrm>
              <a:off x="3631768" y="3838575"/>
              <a:ext cx="898525" cy="0"/>
            </a:xfrm>
            <a:prstGeom prst="line">
              <a:avLst/>
            </a:prstGeom>
            <a:grpFill/>
            <a:ln w="25400">
              <a:solidFill>
                <a:srgbClr val="000000"/>
              </a:solidFill>
              <a:round/>
              <a:headEnd/>
              <a:tailEnd/>
            </a:ln>
          </p:spPr>
          <p:txBody>
            <a:bodyPr/>
            <a:lstStyle/>
            <a:p>
              <a:pPr eaLnBrk="1" hangingPunct="1">
                <a:defRPr/>
              </a:pPr>
              <a:endParaRPr lang="en-GB"/>
            </a:p>
          </p:txBody>
        </p:sp>
        <p:sp>
          <p:nvSpPr>
            <p:cNvPr id="14389" name="Line 54">
              <a:extLst>
                <a:ext uri="{FF2B5EF4-FFF2-40B4-BE49-F238E27FC236}">
                  <a16:creationId xmlns:a16="http://schemas.microsoft.com/office/drawing/2014/main" id="{3E44BC33-63C8-47EF-AB83-CCCE296AF29F}"/>
                </a:ext>
              </a:extLst>
            </p:cNvPr>
            <p:cNvSpPr>
              <a:spLocks noChangeShapeType="1"/>
            </p:cNvSpPr>
            <p:nvPr/>
          </p:nvSpPr>
          <p:spPr bwMode="auto">
            <a:xfrm flipV="1">
              <a:off x="4518025" y="3292475"/>
              <a:ext cx="95250" cy="536575"/>
            </a:xfrm>
            <a:prstGeom prst="line">
              <a:avLst/>
            </a:prstGeom>
            <a:grpFill/>
            <a:ln w="25400">
              <a:solidFill>
                <a:srgbClr val="000000"/>
              </a:solidFill>
              <a:round/>
              <a:headEnd/>
              <a:tailEnd/>
            </a:ln>
          </p:spPr>
          <p:txBody>
            <a:bodyPr/>
            <a:lstStyle/>
            <a:p>
              <a:pPr eaLnBrk="1" hangingPunct="1">
                <a:defRPr/>
              </a:pPr>
              <a:endParaRPr lang="en-GB"/>
            </a:p>
          </p:txBody>
        </p:sp>
        <p:sp>
          <p:nvSpPr>
            <p:cNvPr id="14390" name="Line 55">
              <a:extLst>
                <a:ext uri="{FF2B5EF4-FFF2-40B4-BE49-F238E27FC236}">
                  <a16:creationId xmlns:a16="http://schemas.microsoft.com/office/drawing/2014/main" id="{8B51CBC8-49D7-49AE-B312-080E0061065F}"/>
                </a:ext>
              </a:extLst>
            </p:cNvPr>
            <p:cNvSpPr>
              <a:spLocks noChangeShapeType="1"/>
            </p:cNvSpPr>
            <p:nvPr/>
          </p:nvSpPr>
          <p:spPr bwMode="auto">
            <a:xfrm>
              <a:off x="4616450" y="3285693"/>
              <a:ext cx="2840038" cy="0"/>
            </a:xfrm>
            <a:prstGeom prst="line">
              <a:avLst/>
            </a:prstGeom>
            <a:grpFill/>
            <a:ln w="25400">
              <a:solidFill>
                <a:srgbClr val="000000"/>
              </a:solidFill>
              <a:round/>
              <a:headEnd/>
              <a:tailEnd/>
            </a:ln>
          </p:spPr>
          <p:txBody>
            <a:bodyPr/>
            <a:lstStyle/>
            <a:p>
              <a:pPr eaLnBrk="1" hangingPunct="1">
                <a:defRPr/>
              </a:pPr>
              <a:endParaRPr lang="en-GB"/>
            </a:p>
          </p:txBody>
        </p:sp>
        <p:sp>
          <p:nvSpPr>
            <p:cNvPr id="14391" name="Line 56">
              <a:extLst>
                <a:ext uri="{FF2B5EF4-FFF2-40B4-BE49-F238E27FC236}">
                  <a16:creationId xmlns:a16="http://schemas.microsoft.com/office/drawing/2014/main" id="{0205FF84-DBC2-4ABA-90DD-CB50AAF7FB09}"/>
                </a:ext>
              </a:extLst>
            </p:cNvPr>
            <p:cNvSpPr>
              <a:spLocks noChangeShapeType="1"/>
            </p:cNvSpPr>
            <p:nvPr/>
          </p:nvSpPr>
          <p:spPr bwMode="auto">
            <a:xfrm>
              <a:off x="7454900" y="3276600"/>
              <a:ext cx="73025" cy="527050"/>
            </a:xfrm>
            <a:prstGeom prst="line">
              <a:avLst/>
            </a:prstGeom>
            <a:grpFill/>
            <a:ln w="25400">
              <a:solidFill>
                <a:srgbClr val="000000"/>
              </a:solidFill>
              <a:round/>
              <a:headEnd/>
              <a:tailEnd/>
            </a:ln>
          </p:spPr>
          <p:txBody>
            <a:bodyPr/>
            <a:lstStyle/>
            <a:p>
              <a:pPr eaLnBrk="1" hangingPunct="1">
                <a:defRPr/>
              </a:pPr>
              <a:endParaRPr lang="en-GB"/>
            </a:p>
          </p:txBody>
        </p:sp>
        <p:sp>
          <p:nvSpPr>
            <p:cNvPr id="14392" name="Line 57">
              <a:extLst>
                <a:ext uri="{FF2B5EF4-FFF2-40B4-BE49-F238E27FC236}">
                  <a16:creationId xmlns:a16="http://schemas.microsoft.com/office/drawing/2014/main" id="{76725390-0A7C-41B9-9E00-1618431ED847}"/>
                </a:ext>
              </a:extLst>
            </p:cNvPr>
            <p:cNvSpPr>
              <a:spLocks noChangeShapeType="1"/>
            </p:cNvSpPr>
            <p:nvPr/>
          </p:nvSpPr>
          <p:spPr bwMode="auto">
            <a:xfrm>
              <a:off x="7517245" y="3821113"/>
              <a:ext cx="896938" cy="0"/>
            </a:xfrm>
            <a:prstGeom prst="line">
              <a:avLst/>
            </a:prstGeom>
            <a:grpFill/>
            <a:ln w="25400">
              <a:solidFill>
                <a:srgbClr val="000000"/>
              </a:solidFill>
              <a:round/>
              <a:headEnd/>
              <a:tailEnd/>
            </a:ln>
          </p:spPr>
          <p:txBody>
            <a:bodyPr/>
            <a:lstStyle/>
            <a:p>
              <a:pPr eaLnBrk="1" hangingPunct="1">
                <a:defRPr/>
              </a:pPr>
              <a:endParaRPr lang="en-GB"/>
            </a:p>
          </p:txBody>
        </p:sp>
        <p:sp>
          <p:nvSpPr>
            <p:cNvPr id="14393" name="Text Box 58">
              <a:extLst>
                <a:ext uri="{FF2B5EF4-FFF2-40B4-BE49-F238E27FC236}">
                  <a16:creationId xmlns:a16="http://schemas.microsoft.com/office/drawing/2014/main" id="{4BB42A36-FFFA-4B84-81B8-DC0D4B9C232D}"/>
                </a:ext>
              </a:extLst>
            </p:cNvPr>
            <p:cNvSpPr txBox="1">
              <a:spLocks noChangeArrowheads="1"/>
            </p:cNvSpPr>
            <p:nvPr/>
          </p:nvSpPr>
          <p:spPr bwMode="auto">
            <a:xfrm>
              <a:off x="654050" y="1808163"/>
              <a:ext cx="903288" cy="598487"/>
            </a:xfrm>
            <a:prstGeom prst="rect">
              <a:avLst/>
            </a:prstGeom>
            <a:noFill/>
            <a:ln w="25400">
              <a:noFill/>
              <a:miter lim="800000"/>
              <a:headEnd/>
              <a:tailEnd/>
            </a:ln>
          </p:spPr>
          <p:txBody>
            <a:bodyPr/>
            <a:lstStyle/>
            <a:p>
              <a:pPr>
                <a:defRPr/>
              </a:pPr>
              <a:r>
                <a:rPr lang="en-US" sz="2000" dirty="0"/>
                <a:t>Clock</a:t>
              </a:r>
            </a:p>
          </p:txBody>
        </p:sp>
        <p:sp>
          <p:nvSpPr>
            <p:cNvPr id="14394" name="Text Box 59">
              <a:extLst>
                <a:ext uri="{FF2B5EF4-FFF2-40B4-BE49-F238E27FC236}">
                  <a16:creationId xmlns:a16="http://schemas.microsoft.com/office/drawing/2014/main" id="{6C14D364-4C84-4FF6-B5AE-974280D0F0E4}"/>
                </a:ext>
              </a:extLst>
            </p:cNvPr>
            <p:cNvSpPr txBox="1">
              <a:spLocks noChangeArrowheads="1"/>
            </p:cNvSpPr>
            <p:nvPr/>
          </p:nvSpPr>
          <p:spPr bwMode="auto">
            <a:xfrm>
              <a:off x="579438" y="2640013"/>
              <a:ext cx="1173162" cy="598487"/>
            </a:xfrm>
            <a:prstGeom prst="rect">
              <a:avLst/>
            </a:prstGeom>
            <a:noFill/>
            <a:ln w="25400">
              <a:noFill/>
              <a:miter lim="800000"/>
              <a:headEnd/>
              <a:tailEnd/>
            </a:ln>
          </p:spPr>
          <p:txBody>
            <a:bodyPr/>
            <a:lstStyle/>
            <a:p>
              <a:pPr>
                <a:defRPr/>
              </a:pPr>
              <a:r>
                <a:rPr lang="en-US" sz="2000" dirty="0" err="1"/>
                <a:t>Asyncin</a:t>
              </a:r>
              <a:endParaRPr lang="en-US" sz="2000" dirty="0"/>
            </a:p>
          </p:txBody>
        </p:sp>
        <p:sp>
          <p:nvSpPr>
            <p:cNvPr id="14395" name="Text Box 60">
              <a:extLst>
                <a:ext uri="{FF2B5EF4-FFF2-40B4-BE49-F238E27FC236}">
                  <a16:creationId xmlns:a16="http://schemas.microsoft.com/office/drawing/2014/main" id="{9F62371D-37F5-4DC3-A9B0-8FF1936EAD0A}"/>
                </a:ext>
              </a:extLst>
            </p:cNvPr>
            <p:cNvSpPr txBox="1">
              <a:spLocks noChangeArrowheads="1"/>
            </p:cNvSpPr>
            <p:nvPr/>
          </p:nvSpPr>
          <p:spPr bwMode="auto">
            <a:xfrm>
              <a:off x="579438" y="3489325"/>
              <a:ext cx="1223962" cy="444500"/>
            </a:xfrm>
            <a:prstGeom prst="rect">
              <a:avLst/>
            </a:prstGeom>
            <a:noFill/>
            <a:ln w="25400">
              <a:noFill/>
              <a:miter lim="800000"/>
              <a:headEnd/>
              <a:tailEnd/>
            </a:ln>
          </p:spPr>
          <p:txBody>
            <a:bodyPr/>
            <a:lstStyle/>
            <a:p>
              <a:pPr>
                <a:defRPr/>
              </a:pPr>
              <a:r>
                <a:rPr lang="en-US" sz="2000" dirty="0" err="1"/>
                <a:t>Syncin</a:t>
              </a:r>
              <a:endParaRPr lang="en-US" sz="2000" dirty="0"/>
            </a:p>
          </p:txBody>
        </p:sp>
        <p:sp>
          <p:nvSpPr>
            <p:cNvPr id="61" name="Line 44">
              <a:extLst>
                <a:ext uri="{FF2B5EF4-FFF2-40B4-BE49-F238E27FC236}">
                  <a16:creationId xmlns:a16="http://schemas.microsoft.com/office/drawing/2014/main" id="{1D469B4E-3490-4ED5-A65F-24606E3D2C9F}"/>
                </a:ext>
              </a:extLst>
            </p:cNvPr>
            <p:cNvSpPr>
              <a:spLocks noChangeShapeType="1"/>
            </p:cNvSpPr>
            <p:nvPr/>
          </p:nvSpPr>
          <p:spPr bwMode="auto">
            <a:xfrm>
              <a:off x="6553200" y="2479965"/>
              <a:ext cx="109728" cy="527050"/>
            </a:xfrm>
            <a:prstGeom prst="line">
              <a:avLst/>
            </a:prstGeom>
            <a:grpFill/>
            <a:ln w="25400">
              <a:solidFill>
                <a:srgbClr val="000000"/>
              </a:solidFill>
              <a:round/>
              <a:headEnd/>
              <a:tailEnd/>
            </a:ln>
          </p:spPr>
          <p:txBody>
            <a:bodyPr/>
            <a:lstStyle/>
            <a:p>
              <a:pPr eaLnBrk="1" hangingPunct="1">
                <a:defRPr/>
              </a:pPr>
              <a:endParaRPr lang="en-GB"/>
            </a:p>
          </p:txBody>
        </p:sp>
        <p:sp>
          <p:nvSpPr>
            <p:cNvPr id="62" name="Line 44">
              <a:extLst>
                <a:ext uri="{FF2B5EF4-FFF2-40B4-BE49-F238E27FC236}">
                  <a16:creationId xmlns:a16="http://schemas.microsoft.com/office/drawing/2014/main" id="{3F553DCC-3CD3-469E-B993-C6E33B8C344A}"/>
                </a:ext>
              </a:extLst>
            </p:cNvPr>
            <p:cNvSpPr>
              <a:spLocks noChangeShapeType="1"/>
            </p:cNvSpPr>
            <p:nvPr/>
          </p:nvSpPr>
          <p:spPr bwMode="auto">
            <a:xfrm>
              <a:off x="3505200" y="3304310"/>
              <a:ext cx="109728" cy="527050"/>
            </a:xfrm>
            <a:prstGeom prst="line">
              <a:avLst/>
            </a:prstGeom>
            <a:grpFill/>
            <a:ln w="25400">
              <a:solidFill>
                <a:srgbClr val="000000"/>
              </a:solidFill>
              <a:round/>
              <a:headEnd/>
              <a:tailEnd/>
            </a:ln>
          </p:spPr>
          <p:txBody>
            <a:bodyPr/>
            <a:lstStyle/>
            <a:p>
              <a:pPr eaLnBrk="1" hangingPunct="1">
                <a:defRPr/>
              </a:pPr>
              <a:endParaRPr lang="en-GB"/>
            </a:p>
          </p:txBody>
        </p:sp>
      </p:grpSp>
      <p:sp>
        <p:nvSpPr>
          <p:cNvPr id="60" name="Title 3">
            <a:extLst>
              <a:ext uri="{FF2B5EF4-FFF2-40B4-BE49-F238E27FC236}">
                <a16:creationId xmlns:a16="http://schemas.microsoft.com/office/drawing/2014/main" id="{B19823FD-BE6A-425A-A2B9-DA0BFCD5CE39}"/>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sp>
        <p:nvSpPr>
          <p:cNvPr id="3" name="Title 2">
            <a:extLst>
              <a:ext uri="{FF2B5EF4-FFF2-40B4-BE49-F238E27FC236}">
                <a16:creationId xmlns:a16="http://schemas.microsoft.com/office/drawing/2014/main" id="{64955DC7-4243-C56E-7654-615F1D00192A}"/>
              </a:ext>
            </a:extLst>
          </p:cNvPr>
          <p:cNvSpPr>
            <a:spLocks noGrp="1"/>
          </p:cNvSpPr>
          <p:nvPr>
            <p:ph type="title"/>
          </p:nvPr>
        </p:nvSpPr>
        <p:spPr/>
        <p:txBody>
          <a:bodyPr>
            <a:normAutofit/>
          </a:bodyPr>
          <a:lstStyle/>
          <a:p>
            <a:r>
              <a:rPr lang="en-US" dirty="0"/>
              <a:t>A Single Simple Synchronizer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Group 104">
            <a:extLst>
              <a:ext uri="{FF2B5EF4-FFF2-40B4-BE49-F238E27FC236}">
                <a16:creationId xmlns:a16="http://schemas.microsoft.com/office/drawing/2014/main" id="{B639CC4C-90DF-4C55-8E64-C98E34AC4810}"/>
              </a:ext>
            </a:extLst>
          </p:cNvPr>
          <p:cNvGrpSpPr>
            <a:grpSpLocks/>
          </p:cNvGrpSpPr>
          <p:nvPr/>
        </p:nvGrpSpPr>
        <p:grpSpPr bwMode="auto">
          <a:xfrm>
            <a:off x="2466975" y="1698626"/>
            <a:ext cx="7177088" cy="3375025"/>
            <a:chOff x="942826" y="1698633"/>
            <a:chExt cx="7177088" cy="3375180"/>
          </a:xfrm>
        </p:grpSpPr>
        <p:sp>
          <p:nvSpPr>
            <p:cNvPr id="26670" name="Line 6">
              <a:extLst>
                <a:ext uri="{FF2B5EF4-FFF2-40B4-BE49-F238E27FC236}">
                  <a16:creationId xmlns:a16="http://schemas.microsoft.com/office/drawing/2014/main" id="{C4496F4C-C838-412A-972F-849131F2F142}"/>
                </a:ext>
              </a:extLst>
            </p:cNvPr>
            <p:cNvSpPr>
              <a:spLocks noChangeShapeType="1"/>
            </p:cNvSpPr>
            <p:nvPr/>
          </p:nvSpPr>
          <p:spPr bwMode="auto">
            <a:xfrm>
              <a:off x="1307951" y="2155854"/>
              <a:ext cx="784225" cy="3175"/>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71" name="Line 7">
              <a:extLst>
                <a:ext uri="{FF2B5EF4-FFF2-40B4-BE49-F238E27FC236}">
                  <a16:creationId xmlns:a16="http://schemas.microsoft.com/office/drawing/2014/main" id="{DF4437BD-713E-4120-96EA-7E2C31414160}"/>
                </a:ext>
              </a:extLst>
            </p:cNvPr>
            <p:cNvSpPr>
              <a:spLocks noChangeShapeType="1"/>
            </p:cNvSpPr>
            <p:nvPr/>
          </p:nvSpPr>
          <p:spPr bwMode="auto">
            <a:xfrm flipV="1">
              <a:off x="2092176" y="1760549"/>
              <a:ext cx="0" cy="39848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72" name="Line 8">
              <a:extLst>
                <a:ext uri="{FF2B5EF4-FFF2-40B4-BE49-F238E27FC236}">
                  <a16:creationId xmlns:a16="http://schemas.microsoft.com/office/drawing/2014/main" id="{5314A0F4-6322-4FE7-9971-8F07A277D92A}"/>
                </a:ext>
              </a:extLst>
            </p:cNvPr>
            <p:cNvSpPr>
              <a:spLocks noChangeShapeType="1"/>
            </p:cNvSpPr>
            <p:nvPr/>
          </p:nvSpPr>
          <p:spPr bwMode="auto">
            <a:xfrm>
              <a:off x="2092176" y="1760549"/>
              <a:ext cx="698500"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73" name="Line 9">
              <a:extLst>
                <a:ext uri="{FF2B5EF4-FFF2-40B4-BE49-F238E27FC236}">
                  <a16:creationId xmlns:a16="http://schemas.microsoft.com/office/drawing/2014/main" id="{2EEAC759-3F41-4F05-91C5-F87D1F53ACDF}"/>
                </a:ext>
              </a:extLst>
            </p:cNvPr>
            <p:cNvSpPr>
              <a:spLocks noChangeShapeType="1"/>
            </p:cNvSpPr>
            <p:nvPr/>
          </p:nvSpPr>
          <p:spPr bwMode="auto">
            <a:xfrm>
              <a:off x="2790676" y="1760549"/>
              <a:ext cx="0" cy="39848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74" name="Line 10">
              <a:extLst>
                <a:ext uri="{FF2B5EF4-FFF2-40B4-BE49-F238E27FC236}">
                  <a16:creationId xmlns:a16="http://schemas.microsoft.com/office/drawing/2014/main" id="{FF7C214E-CEA0-47A7-85F4-6A9F7F14FB40}"/>
                </a:ext>
              </a:extLst>
            </p:cNvPr>
            <p:cNvSpPr>
              <a:spLocks noChangeShapeType="1"/>
            </p:cNvSpPr>
            <p:nvPr/>
          </p:nvSpPr>
          <p:spPr bwMode="auto">
            <a:xfrm>
              <a:off x="2790676" y="2159029"/>
              <a:ext cx="703263"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75" name="Line 11">
              <a:extLst>
                <a:ext uri="{FF2B5EF4-FFF2-40B4-BE49-F238E27FC236}">
                  <a16:creationId xmlns:a16="http://schemas.microsoft.com/office/drawing/2014/main" id="{C454D796-97B3-442B-960C-3890F2070FB7}"/>
                </a:ext>
              </a:extLst>
            </p:cNvPr>
            <p:cNvSpPr>
              <a:spLocks noChangeShapeType="1"/>
            </p:cNvSpPr>
            <p:nvPr/>
          </p:nvSpPr>
          <p:spPr bwMode="auto">
            <a:xfrm flipV="1">
              <a:off x="3489176" y="1754199"/>
              <a:ext cx="0" cy="400068"/>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76" name="Line 12">
              <a:extLst>
                <a:ext uri="{FF2B5EF4-FFF2-40B4-BE49-F238E27FC236}">
                  <a16:creationId xmlns:a16="http://schemas.microsoft.com/office/drawing/2014/main" id="{6942E067-1B20-44E2-87F4-2193C9B6A505}"/>
                </a:ext>
              </a:extLst>
            </p:cNvPr>
            <p:cNvSpPr>
              <a:spLocks noChangeShapeType="1"/>
            </p:cNvSpPr>
            <p:nvPr/>
          </p:nvSpPr>
          <p:spPr bwMode="auto">
            <a:xfrm>
              <a:off x="3505051" y="1754199"/>
              <a:ext cx="700088"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77" name="Line 18">
              <a:extLst>
                <a:ext uri="{FF2B5EF4-FFF2-40B4-BE49-F238E27FC236}">
                  <a16:creationId xmlns:a16="http://schemas.microsoft.com/office/drawing/2014/main" id="{3068430A-0EEF-4729-B0E3-AA7D5F240D85}"/>
                </a:ext>
              </a:extLst>
            </p:cNvPr>
            <p:cNvSpPr>
              <a:spLocks noChangeShapeType="1"/>
            </p:cNvSpPr>
            <p:nvPr/>
          </p:nvSpPr>
          <p:spPr bwMode="auto">
            <a:xfrm>
              <a:off x="1323826" y="2697217"/>
              <a:ext cx="360363"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78" name="Line 19">
              <a:extLst>
                <a:ext uri="{FF2B5EF4-FFF2-40B4-BE49-F238E27FC236}">
                  <a16:creationId xmlns:a16="http://schemas.microsoft.com/office/drawing/2014/main" id="{F431839F-7BBE-42BF-8D70-C48794CB60D9}"/>
                </a:ext>
              </a:extLst>
            </p:cNvPr>
            <p:cNvSpPr>
              <a:spLocks noChangeShapeType="1"/>
            </p:cNvSpPr>
            <p:nvPr/>
          </p:nvSpPr>
          <p:spPr bwMode="auto">
            <a:xfrm>
              <a:off x="1687364" y="2697217"/>
              <a:ext cx="101600" cy="395305"/>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79" name="Line 20">
              <a:extLst>
                <a:ext uri="{FF2B5EF4-FFF2-40B4-BE49-F238E27FC236}">
                  <a16:creationId xmlns:a16="http://schemas.microsoft.com/office/drawing/2014/main" id="{7380A0E0-7B4D-40D8-B5E1-9BFBA1CF417E}"/>
                </a:ext>
              </a:extLst>
            </p:cNvPr>
            <p:cNvSpPr>
              <a:spLocks noChangeShapeType="1"/>
            </p:cNvSpPr>
            <p:nvPr/>
          </p:nvSpPr>
          <p:spPr bwMode="auto">
            <a:xfrm flipV="1">
              <a:off x="1804839" y="2697217"/>
              <a:ext cx="484187"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80" name="Line 21">
              <a:extLst>
                <a:ext uri="{FF2B5EF4-FFF2-40B4-BE49-F238E27FC236}">
                  <a16:creationId xmlns:a16="http://schemas.microsoft.com/office/drawing/2014/main" id="{15198823-56CA-4115-BDBC-2D209A0C77CB}"/>
                </a:ext>
              </a:extLst>
            </p:cNvPr>
            <p:cNvSpPr>
              <a:spLocks noChangeShapeType="1"/>
            </p:cNvSpPr>
            <p:nvPr/>
          </p:nvSpPr>
          <p:spPr bwMode="auto">
            <a:xfrm>
              <a:off x="1298426" y="3113161"/>
              <a:ext cx="360363"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81" name="Line 22">
              <a:extLst>
                <a:ext uri="{FF2B5EF4-FFF2-40B4-BE49-F238E27FC236}">
                  <a16:creationId xmlns:a16="http://schemas.microsoft.com/office/drawing/2014/main" id="{37A8E68F-4848-4AEC-9BC9-842415E84F27}"/>
                </a:ext>
              </a:extLst>
            </p:cNvPr>
            <p:cNvSpPr>
              <a:spLocks noChangeShapeType="1"/>
            </p:cNvSpPr>
            <p:nvPr/>
          </p:nvSpPr>
          <p:spPr bwMode="auto">
            <a:xfrm flipV="1">
              <a:off x="1687364" y="2697217"/>
              <a:ext cx="101600" cy="408006"/>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82" name="Line 23">
              <a:extLst>
                <a:ext uri="{FF2B5EF4-FFF2-40B4-BE49-F238E27FC236}">
                  <a16:creationId xmlns:a16="http://schemas.microsoft.com/office/drawing/2014/main" id="{3100D609-A1D2-4607-B7B2-7714F56601A7}"/>
                </a:ext>
              </a:extLst>
            </p:cNvPr>
            <p:cNvSpPr>
              <a:spLocks noChangeShapeType="1"/>
            </p:cNvSpPr>
            <p:nvPr/>
          </p:nvSpPr>
          <p:spPr bwMode="auto">
            <a:xfrm flipV="1">
              <a:off x="1792139" y="3092522"/>
              <a:ext cx="511175" cy="3175"/>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83" name="Line 24">
              <a:extLst>
                <a:ext uri="{FF2B5EF4-FFF2-40B4-BE49-F238E27FC236}">
                  <a16:creationId xmlns:a16="http://schemas.microsoft.com/office/drawing/2014/main" id="{A169B25E-1B30-4E22-B7BC-F1716D13D888}"/>
                </a:ext>
              </a:extLst>
            </p:cNvPr>
            <p:cNvSpPr>
              <a:spLocks noChangeShapeType="1"/>
            </p:cNvSpPr>
            <p:nvPr/>
          </p:nvSpPr>
          <p:spPr bwMode="auto">
            <a:xfrm>
              <a:off x="2295376" y="2690867"/>
              <a:ext cx="101600" cy="396893"/>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84" name="Line 25">
              <a:extLst>
                <a:ext uri="{FF2B5EF4-FFF2-40B4-BE49-F238E27FC236}">
                  <a16:creationId xmlns:a16="http://schemas.microsoft.com/office/drawing/2014/main" id="{54C527A0-D08C-4916-89D9-23279F3F819E}"/>
                </a:ext>
              </a:extLst>
            </p:cNvPr>
            <p:cNvSpPr>
              <a:spLocks noChangeShapeType="1"/>
            </p:cNvSpPr>
            <p:nvPr/>
          </p:nvSpPr>
          <p:spPr bwMode="auto">
            <a:xfrm flipV="1">
              <a:off x="2308076" y="2690867"/>
              <a:ext cx="101600" cy="404831"/>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85" name="Line 26">
              <a:extLst>
                <a:ext uri="{FF2B5EF4-FFF2-40B4-BE49-F238E27FC236}">
                  <a16:creationId xmlns:a16="http://schemas.microsoft.com/office/drawing/2014/main" id="{64749F49-D4B1-4AD5-B79B-5BD8E5236037}"/>
                </a:ext>
              </a:extLst>
            </p:cNvPr>
            <p:cNvSpPr>
              <a:spLocks noChangeShapeType="1"/>
            </p:cNvSpPr>
            <p:nvPr/>
          </p:nvSpPr>
          <p:spPr bwMode="auto">
            <a:xfrm flipV="1">
              <a:off x="2412851" y="2690867"/>
              <a:ext cx="771525"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86" name="Line 27">
              <a:extLst>
                <a:ext uri="{FF2B5EF4-FFF2-40B4-BE49-F238E27FC236}">
                  <a16:creationId xmlns:a16="http://schemas.microsoft.com/office/drawing/2014/main" id="{FE4AC580-0E67-4949-BB3A-967E8BEA84E4}"/>
                </a:ext>
              </a:extLst>
            </p:cNvPr>
            <p:cNvSpPr>
              <a:spLocks noChangeShapeType="1"/>
            </p:cNvSpPr>
            <p:nvPr/>
          </p:nvSpPr>
          <p:spPr bwMode="auto">
            <a:xfrm>
              <a:off x="2403326" y="3095697"/>
              <a:ext cx="766763"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87" name="Line 28">
              <a:extLst>
                <a:ext uri="{FF2B5EF4-FFF2-40B4-BE49-F238E27FC236}">
                  <a16:creationId xmlns:a16="http://schemas.microsoft.com/office/drawing/2014/main" id="{3AFA6848-3AC3-4CCF-B49D-1483F7AE3C80}"/>
                </a:ext>
              </a:extLst>
            </p:cNvPr>
            <p:cNvSpPr>
              <a:spLocks noChangeShapeType="1"/>
            </p:cNvSpPr>
            <p:nvPr/>
          </p:nvSpPr>
          <p:spPr bwMode="auto">
            <a:xfrm>
              <a:off x="3184376" y="2690867"/>
              <a:ext cx="101600" cy="400068"/>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88" name="Line 29">
              <a:extLst>
                <a:ext uri="{FF2B5EF4-FFF2-40B4-BE49-F238E27FC236}">
                  <a16:creationId xmlns:a16="http://schemas.microsoft.com/office/drawing/2014/main" id="{AAB47787-4152-4332-879E-D91162A5FB80}"/>
                </a:ext>
              </a:extLst>
            </p:cNvPr>
            <p:cNvSpPr>
              <a:spLocks noChangeShapeType="1"/>
            </p:cNvSpPr>
            <p:nvPr/>
          </p:nvSpPr>
          <p:spPr bwMode="auto">
            <a:xfrm flipV="1">
              <a:off x="3173264" y="2690867"/>
              <a:ext cx="101600" cy="404831"/>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89" name="Line 30">
              <a:extLst>
                <a:ext uri="{FF2B5EF4-FFF2-40B4-BE49-F238E27FC236}">
                  <a16:creationId xmlns:a16="http://schemas.microsoft.com/office/drawing/2014/main" id="{3B96633E-981A-4722-BB6A-552F0BD4090B}"/>
                </a:ext>
              </a:extLst>
            </p:cNvPr>
            <p:cNvSpPr>
              <a:spLocks noChangeShapeType="1"/>
            </p:cNvSpPr>
            <p:nvPr/>
          </p:nvSpPr>
          <p:spPr bwMode="auto">
            <a:xfrm flipV="1">
              <a:off x="3279626" y="2690867"/>
              <a:ext cx="484188"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90" name="Line 31">
              <a:extLst>
                <a:ext uri="{FF2B5EF4-FFF2-40B4-BE49-F238E27FC236}">
                  <a16:creationId xmlns:a16="http://schemas.microsoft.com/office/drawing/2014/main" id="{8089B326-C74D-4DAB-BA65-D819B39FC713}"/>
                </a:ext>
              </a:extLst>
            </p:cNvPr>
            <p:cNvSpPr>
              <a:spLocks noChangeShapeType="1"/>
            </p:cNvSpPr>
            <p:nvPr/>
          </p:nvSpPr>
          <p:spPr bwMode="auto">
            <a:xfrm flipV="1">
              <a:off x="3290739" y="3087760"/>
              <a:ext cx="484187" cy="3175"/>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91" name="Line 32">
              <a:extLst>
                <a:ext uri="{FF2B5EF4-FFF2-40B4-BE49-F238E27FC236}">
                  <a16:creationId xmlns:a16="http://schemas.microsoft.com/office/drawing/2014/main" id="{CDB827FC-228A-4E72-8DE0-4BDD78E28AFD}"/>
                </a:ext>
              </a:extLst>
            </p:cNvPr>
            <p:cNvSpPr>
              <a:spLocks noChangeShapeType="1"/>
            </p:cNvSpPr>
            <p:nvPr/>
          </p:nvSpPr>
          <p:spPr bwMode="auto">
            <a:xfrm>
              <a:off x="3766989" y="2686103"/>
              <a:ext cx="101600" cy="396893"/>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92" name="Line 33">
              <a:extLst>
                <a:ext uri="{FF2B5EF4-FFF2-40B4-BE49-F238E27FC236}">
                  <a16:creationId xmlns:a16="http://schemas.microsoft.com/office/drawing/2014/main" id="{E4511404-35D1-4682-A4C1-C86089542640}"/>
                </a:ext>
              </a:extLst>
            </p:cNvPr>
            <p:cNvSpPr>
              <a:spLocks noChangeShapeType="1"/>
            </p:cNvSpPr>
            <p:nvPr/>
          </p:nvSpPr>
          <p:spPr bwMode="auto">
            <a:xfrm flipV="1">
              <a:off x="3771751" y="2690867"/>
              <a:ext cx="101600" cy="404831"/>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93" name="Line 34">
              <a:extLst>
                <a:ext uri="{FF2B5EF4-FFF2-40B4-BE49-F238E27FC236}">
                  <a16:creationId xmlns:a16="http://schemas.microsoft.com/office/drawing/2014/main" id="{4AA33F06-7B68-4A3C-849E-30C793BE975A}"/>
                </a:ext>
              </a:extLst>
            </p:cNvPr>
            <p:cNvSpPr>
              <a:spLocks noChangeShapeType="1"/>
            </p:cNvSpPr>
            <p:nvPr/>
          </p:nvSpPr>
          <p:spPr bwMode="auto">
            <a:xfrm flipV="1">
              <a:off x="3897164" y="2697217"/>
              <a:ext cx="481012"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94" name="Line 35">
              <a:extLst>
                <a:ext uri="{FF2B5EF4-FFF2-40B4-BE49-F238E27FC236}">
                  <a16:creationId xmlns:a16="http://schemas.microsoft.com/office/drawing/2014/main" id="{099ED13B-864D-4ABF-ABB0-F1C3F50089FC}"/>
                </a:ext>
              </a:extLst>
            </p:cNvPr>
            <p:cNvSpPr>
              <a:spLocks noChangeShapeType="1"/>
            </p:cNvSpPr>
            <p:nvPr/>
          </p:nvSpPr>
          <p:spPr bwMode="auto">
            <a:xfrm>
              <a:off x="3871764" y="3070296"/>
              <a:ext cx="536575"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95" name="Line 36">
              <a:extLst>
                <a:ext uri="{FF2B5EF4-FFF2-40B4-BE49-F238E27FC236}">
                  <a16:creationId xmlns:a16="http://schemas.microsoft.com/office/drawing/2014/main" id="{6841E457-B761-4A02-89A9-30BF0E8F96F9}"/>
                </a:ext>
              </a:extLst>
            </p:cNvPr>
            <p:cNvSpPr>
              <a:spLocks noChangeShapeType="1"/>
            </p:cNvSpPr>
            <p:nvPr/>
          </p:nvSpPr>
          <p:spPr bwMode="auto">
            <a:xfrm flipV="1">
              <a:off x="1304776" y="3794229"/>
              <a:ext cx="1238250" cy="4763"/>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96" name="Line 37">
              <a:extLst>
                <a:ext uri="{FF2B5EF4-FFF2-40B4-BE49-F238E27FC236}">
                  <a16:creationId xmlns:a16="http://schemas.microsoft.com/office/drawing/2014/main" id="{523C8995-B58A-4F4B-BCB8-A4C3F5B0D219}"/>
                </a:ext>
              </a:extLst>
            </p:cNvPr>
            <p:cNvSpPr>
              <a:spLocks noChangeShapeType="1"/>
            </p:cNvSpPr>
            <p:nvPr/>
          </p:nvSpPr>
          <p:spPr bwMode="auto">
            <a:xfrm>
              <a:off x="2535089" y="3805343"/>
              <a:ext cx="101600" cy="396893"/>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97" name="Line 38">
              <a:extLst>
                <a:ext uri="{FF2B5EF4-FFF2-40B4-BE49-F238E27FC236}">
                  <a16:creationId xmlns:a16="http://schemas.microsoft.com/office/drawing/2014/main" id="{D9576699-6772-4780-B3C2-236F171E1086}"/>
                </a:ext>
              </a:extLst>
            </p:cNvPr>
            <p:cNvSpPr>
              <a:spLocks noChangeShapeType="1"/>
            </p:cNvSpPr>
            <p:nvPr/>
          </p:nvSpPr>
          <p:spPr bwMode="auto">
            <a:xfrm flipV="1">
              <a:off x="1296839" y="4191122"/>
              <a:ext cx="1238250" cy="3175"/>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98" name="Line 39">
              <a:extLst>
                <a:ext uri="{FF2B5EF4-FFF2-40B4-BE49-F238E27FC236}">
                  <a16:creationId xmlns:a16="http://schemas.microsoft.com/office/drawing/2014/main" id="{F317D8B0-30BF-42E2-8BE6-F91C6665F000}"/>
                </a:ext>
              </a:extLst>
            </p:cNvPr>
            <p:cNvSpPr>
              <a:spLocks noChangeShapeType="1"/>
            </p:cNvSpPr>
            <p:nvPr/>
          </p:nvSpPr>
          <p:spPr bwMode="auto">
            <a:xfrm flipV="1">
              <a:off x="2535089" y="3789467"/>
              <a:ext cx="101600" cy="408006"/>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99" name="Line 40">
              <a:extLst>
                <a:ext uri="{FF2B5EF4-FFF2-40B4-BE49-F238E27FC236}">
                  <a16:creationId xmlns:a16="http://schemas.microsoft.com/office/drawing/2014/main" id="{E6F598F2-2896-4C9E-8FAA-C05943AAFDAF}"/>
                </a:ext>
              </a:extLst>
            </p:cNvPr>
            <p:cNvSpPr>
              <a:spLocks noChangeShapeType="1"/>
            </p:cNvSpPr>
            <p:nvPr/>
          </p:nvSpPr>
          <p:spPr bwMode="auto">
            <a:xfrm flipV="1">
              <a:off x="2644626" y="3789467"/>
              <a:ext cx="1457325" cy="1587"/>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700" name="Line 41">
              <a:extLst>
                <a:ext uri="{FF2B5EF4-FFF2-40B4-BE49-F238E27FC236}">
                  <a16:creationId xmlns:a16="http://schemas.microsoft.com/office/drawing/2014/main" id="{3A5393C0-0429-4167-B506-7122AF7EDFEC}"/>
                </a:ext>
              </a:extLst>
            </p:cNvPr>
            <p:cNvSpPr>
              <a:spLocks noChangeShapeType="1"/>
            </p:cNvSpPr>
            <p:nvPr/>
          </p:nvSpPr>
          <p:spPr bwMode="auto">
            <a:xfrm>
              <a:off x="2644626" y="4210173"/>
              <a:ext cx="1457325" cy="11114"/>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701" name="Line 61">
              <a:extLst>
                <a:ext uri="{FF2B5EF4-FFF2-40B4-BE49-F238E27FC236}">
                  <a16:creationId xmlns:a16="http://schemas.microsoft.com/office/drawing/2014/main" id="{D2DEA451-1712-4E24-9F08-65B58197BA85}"/>
                </a:ext>
              </a:extLst>
            </p:cNvPr>
            <p:cNvSpPr>
              <a:spLocks noChangeShapeType="1"/>
            </p:cNvSpPr>
            <p:nvPr/>
          </p:nvSpPr>
          <p:spPr bwMode="auto">
            <a:xfrm>
              <a:off x="4116239" y="3802168"/>
              <a:ext cx="101600" cy="395305"/>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702" name="Line 62">
              <a:extLst>
                <a:ext uri="{FF2B5EF4-FFF2-40B4-BE49-F238E27FC236}">
                  <a16:creationId xmlns:a16="http://schemas.microsoft.com/office/drawing/2014/main" id="{01E1F458-D1B6-4BB8-A5FF-E171DA58C5E3}"/>
                </a:ext>
              </a:extLst>
            </p:cNvPr>
            <p:cNvSpPr>
              <a:spLocks noChangeShapeType="1"/>
            </p:cNvSpPr>
            <p:nvPr/>
          </p:nvSpPr>
          <p:spPr bwMode="auto">
            <a:xfrm flipV="1">
              <a:off x="4101951" y="3802168"/>
              <a:ext cx="101600" cy="408006"/>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703" name="Line 63">
              <a:extLst>
                <a:ext uri="{FF2B5EF4-FFF2-40B4-BE49-F238E27FC236}">
                  <a16:creationId xmlns:a16="http://schemas.microsoft.com/office/drawing/2014/main" id="{563F4F80-483B-41D4-9F37-2F2210C119C0}"/>
                </a:ext>
              </a:extLst>
            </p:cNvPr>
            <p:cNvSpPr>
              <a:spLocks noChangeShapeType="1"/>
            </p:cNvSpPr>
            <p:nvPr/>
          </p:nvSpPr>
          <p:spPr bwMode="auto">
            <a:xfrm flipV="1">
              <a:off x="4209901" y="3789467"/>
              <a:ext cx="227013" cy="12701"/>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704" name="Line 64">
              <a:extLst>
                <a:ext uri="{FF2B5EF4-FFF2-40B4-BE49-F238E27FC236}">
                  <a16:creationId xmlns:a16="http://schemas.microsoft.com/office/drawing/2014/main" id="{30E5B88C-366B-42FB-9BAF-C64B21621A4F}"/>
                </a:ext>
              </a:extLst>
            </p:cNvPr>
            <p:cNvSpPr>
              <a:spLocks noChangeShapeType="1"/>
            </p:cNvSpPr>
            <p:nvPr/>
          </p:nvSpPr>
          <p:spPr bwMode="auto">
            <a:xfrm>
              <a:off x="4232126" y="4197473"/>
              <a:ext cx="263525"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705" name="Line 65">
              <a:extLst>
                <a:ext uri="{FF2B5EF4-FFF2-40B4-BE49-F238E27FC236}">
                  <a16:creationId xmlns:a16="http://schemas.microsoft.com/office/drawing/2014/main" id="{37ECEB66-40AD-47C2-A827-B050517A976F}"/>
                </a:ext>
              </a:extLst>
            </p:cNvPr>
            <p:cNvSpPr>
              <a:spLocks noChangeShapeType="1"/>
            </p:cNvSpPr>
            <p:nvPr/>
          </p:nvSpPr>
          <p:spPr bwMode="auto">
            <a:xfrm>
              <a:off x="2092176" y="2159029"/>
              <a:ext cx="0" cy="2536942"/>
            </a:xfrm>
            <a:prstGeom prst="line">
              <a:avLst/>
            </a:prstGeom>
            <a:noFill/>
            <a:ln w="22225">
              <a:solidFill>
                <a:srgbClr val="0000FF"/>
              </a:solidFill>
              <a:round/>
              <a:headEnd/>
              <a:tailEnd/>
            </a:ln>
          </p:spPr>
          <p:txBody>
            <a:bodyPr/>
            <a:lstStyle/>
            <a:p>
              <a:pPr eaLnBrk="1" hangingPunct="1">
                <a:defRPr/>
              </a:pPr>
              <a:endParaRPr lang="en-US" sz="1400" dirty="0"/>
            </a:p>
          </p:txBody>
        </p:sp>
        <p:sp>
          <p:nvSpPr>
            <p:cNvPr id="26706" name="Line 66">
              <a:extLst>
                <a:ext uri="{FF2B5EF4-FFF2-40B4-BE49-F238E27FC236}">
                  <a16:creationId xmlns:a16="http://schemas.microsoft.com/office/drawing/2014/main" id="{BAE54B10-40A4-4951-AD2B-09322EB6382B}"/>
                </a:ext>
              </a:extLst>
            </p:cNvPr>
            <p:cNvSpPr>
              <a:spLocks noChangeShapeType="1"/>
            </p:cNvSpPr>
            <p:nvPr/>
          </p:nvSpPr>
          <p:spPr bwMode="auto">
            <a:xfrm>
              <a:off x="1747689" y="3105223"/>
              <a:ext cx="0" cy="563589"/>
            </a:xfrm>
            <a:prstGeom prst="line">
              <a:avLst/>
            </a:prstGeom>
            <a:noFill/>
            <a:ln w="22225">
              <a:solidFill>
                <a:srgbClr val="0000FF"/>
              </a:solidFill>
              <a:round/>
              <a:headEnd/>
              <a:tailEnd/>
            </a:ln>
          </p:spPr>
          <p:txBody>
            <a:bodyPr/>
            <a:lstStyle/>
            <a:p>
              <a:pPr eaLnBrk="1" hangingPunct="1">
                <a:defRPr/>
              </a:pPr>
              <a:endParaRPr lang="en-US" sz="1400" dirty="0"/>
            </a:p>
          </p:txBody>
        </p:sp>
        <p:sp>
          <p:nvSpPr>
            <p:cNvPr id="26707" name="Line 67">
              <a:extLst>
                <a:ext uri="{FF2B5EF4-FFF2-40B4-BE49-F238E27FC236}">
                  <a16:creationId xmlns:a16="http://schemas.microsoft.com/office/drawing/2014/main" id="{CBF0BBE2-D972-441D-8BAE-7C51E6B15929}"/>
                </a:ext>
              </a:extLst>
            </p:cNvPr>
            <p:cNvSpPr>
              <a:spLocks noChangeShapeType="1"/>
            </p:cNvSpPr>
            <p:nvPr/>
          </p:nvSpPr>
          <p:spPr bwMode="auto">
            <a:xfrm>
              <a:off x="2362051" y="3116336"/>
              <a:ext cx="0" cy="565176"/>
            </a:xfrm>
            <a:prstGeom prst="line">
              <a:avLst/>
            </a:prstGeom>
            <a:noFill/>
            <a:ln w="22225">
              <a:solidFill>
                <a:srgbClr val="0000FF"/>
              </a:solidFill>
              <a:round/>
              <a:headEnd/>
              <a:tailEnd/>
            </a:ln>
          </p:spPr>
          <p:txBody>
            <a:bodyPr/>
            <a:lstStyle/>
            <a:p>
              <a:pPr eaLnBrk="1" hangingPunct="1">
                <a:defRPr/>
              </a:pPr>
              <a:endParaRPr lang="en-US" sz="1400" dirty="0"/>
            </a:p>
          </p:txBody>
        </p:sp>
        <p:sp>
          <p:nvSpPr>
            <p:cNvPr id="26708" name="Text Box 68">
              <a:extLst>
                <a:ext uri="{FF2B5EF4-FFF2-40B4-BE49-F238E27FC236}">
                  <a16:creationId xmlns:a16="http://schemas.microsoft.com/office/drawing/2014/main" id="{AB8EB8B2-C002-4D71-8C67-A0CAF5C628DD}"/>
                </a:ext>
              </a:extLst>
            </p:cNvPr>
            <p:cNvSpPr txBox="1">
              <a:spLocks noChangeArrowheads="1"/>
            </p:cNvSpPr>
            <p:nvPr/>
          </p:nvSpPr>
          <p:spPr bwMode="auto">
            <a:xfrm>
              <a:off x="1093639" y="3049658"/>
              <a:ext cx="693737" cy="401655"/>
            </a:xfrm>
            <a:prstGeom prst="rect">
              <a:avLst/>
            </a:prstGeom>
            <a:noFill/>
            <a:ln w="22225">
              <a:noFill/>
              <a:miter lim="800000"/>
              <a:headEnd/>
              <a:tailEnd/>
            </a:ln>
          </p:spPr>
          <p:txBody>
            <a:bodyPr/>
            <a:lstStyle/>
            <a:p>
              <a:pPr>
                <a:defRPr/>
              </a:pPr>
              <a:r>
                <a:rPr lang="en-US" sz="1400" dirty="0"/>
                <a:t>T</a:t>
              </a:r>
              <a:r>
                <a:rPr lang="en-US" sz="1400" baseline="-25000" dirty="0"/>
                <a:t>SETUP</a:t>
              </a:r>
            </a:p>
          </p:txBody>
        </p:sp>
        <p:sp>
          <p:nvSpPr>
            <p:cNvPr id="26709" name="Line 69">
              <a:extLst>
                <a:ext uri="{FF2B5EF4-FFF2-40B4-BE49-F238E27FC236}">
                  <a16:creationId xmlns:a16="http://schemas.microsoft.com/office/drawing/2014/main" id="{A2FDECF0-C1A9-4558-8726-D59C07885113}"/>
                </a:ext>
              </a:extLst>
            </p:cNvPr>
            <p:cNvSpPr>
              <a:spLocks noChangeShapeType="1"/>
            </p:cNvSpPr>
            <p:nvPr/>
          </p:nvSpPr>
          <p:spPr bwMode="auto">
            <a:xfrm>
              <a:off x="1738164" y="3414800"/>
              <a:ext cx="319087" cy="0"/>
            </a:xfrm>
            <a:prstGeom prst="line">
              <a:avLst/>
            </a:prstGeom>
            <a:noFill/>
            <a:ln w="22225">
              <a:solidFill>
                <a:srgbClr val="0000FF"/>
              </a:solidFill>
              <a:round/>
              <a:headEnd type="triangle" w="med" len="med"/>
              <a:tailEnd type="triangle" w="med" len="med"/>
            </a:ln>
          </p:spPr>
          <p:txBody>
            <a:bodyPr/>
            <a:lstStyle/>
            <a:p>
              <a:pPr eaLnBrk="1" hangingPunct="1">
                <a:defRPr/>
              </a:pPr>
              <a:endParaRPr lang="en-US" sz="1400" dirty="0"/>
            </a:p>
          </p:txBody>
        </p:sp>
        <p:sp>
          <p:nvSpPr>
            <p:cNvPr id="26710" name="Line 70">
              <a:extLst>
                <a:ext uri="{FF2B5EF4-FFF2-40B4-BE49-F238E27FC236}">
                  <a16:creationId xmlns:a16="http://schemas.microsoft.com/office/drawing/2014/main" id="{A90C2FC7-8EF7-485F-AB9D-A781B8467C5A}"/>
                </a:ext>
              </a:extLst>
            </p:cNvPr>
            <p:cNvSpPr>
              <a:spLocks noChangeShapeType="1"/>
            </p:cNvSpPr>
            <p:nvPr/>
          </p:nvSpPr>
          <p:spPr bwMode="auto">
            <a:xfrm>
              <a:off x="2057251" y="3408450"/>
              <a:ext cx="320675" cy="0"/>
            </a:xfrm>
            <a:prstGeom prst="line">
              <a:avLst/>
            </a:prstGeom>
            <a:noFill/>
            <a:ln w="22225">
              <a:solidFill>
                <a:srgbClr val="0000FF"/>
              </a:solidFill>
              <a:round/>
              <a:headEnd type="triangle" w="med" len="med"/>
              <a:tailEnd type="triangle" w="med" len="med"/>
            </a:ln>
          </p:spPr>
          <p:txBody>
            <a:bodyPr/>
            <a:lstStyle/>
            <a:p>
              <a:pPr eaLnBrk="1" hangingPunct="1">
                <a:defRPr/>
              </a:pPr>
              <a:endParaRPr lang="en-US" sz="1400" dirty="0"/>
            </a:p>
          </p:txBody>
        </p:sp>
        <p:sp>
          <p:nvSpPr>
            <p:cNvPr id="26711" name="Line 71">
              <a:extLst>
                <a:ext uri="{FF2B5EF4-FFF2-40B4-BE49-F238E27FC236}">
                  <a16:creationId xmlns:a16="http://schemas.microsoft.com/office/drawing/2014/main" id="{A1A89511-11AA-4911-887B-9A3E0247587C}"/>
                </a:ext>
              </a:extLst>
            </p:cNvPr>
            <p:cNvSpPr>
              <a:spLocks noChangeShapeType="1"/>
            </p:cNvSpPr>
            <p:nvPr/>
          </p:nvSpPr>
          <p:spPr bwMode="auto">
            <a:xfrm>
              <a:off x="2649389" y="4216524"/>
              <a:ext cx="0" cy="447696"/>
            </a:xfrm>
            <a:prstGeom prst="line">
              <a:avLst/>
            </a:prstGeom>
            <a:noFill/>
            <a:ln w="22225">
              <a:solidFill>
                <a:srgbClr val="0070C0"/>
              </a:solidFill>
              <a:round/>
              <a:headEnd/>
              <a:tailEnd/>
            </a:ln>
          </p:spPr>
          <p:txBody>
            <a:bodyPr/>
            <a:lstStyle/>
            <a:p>
              <a:pPr eaLnBrk="1" hangingPunct="1">
                <a:defRPr/>
              </a:pPr>
              <a:endParaRPr lang="en-US" sz="1400" dirty="0"/>
            </a:p>
          </p:txBody>
        </p:sp>
        <p:sp>
          <p:nvSpPr>
            <p:cNvPr id="26712" name="Line 72">
              <a:extLst>
                <a:ext uri="{FF2B5EF4-FFF2-40B4-BE49-F238E27FC236}">
                  <a16:creationId xmlns:a16="http://schemas.microsoft.com/office/drawing/2014/main" id="{7DA3CCE9-8A48-4147-BBCE-39FE12851DBC}"/>
                </a:ext>
              </a:extLst>
            </p:cNvPr>
            <p:cNvSpPr>
              <a:spLocks noChangeShapeType="1"/>
            </p:cNvSpPr>
            <p:nvPr/>
          </p:nvSpPr>
          <p:spPr bwMode="auto">
            <a:xfrm>
              <a:off x="2065189" y="4473710"/>
              <a:ext cx="596900" cy="0"/>
            </a:xfrm>
            <a:prstGeom prst="line">
              <a:avLst/>
            </a:prstGeom>
            <a:noFill/>
            <a:ln w="22225">
              <a:solidFill>
                <a:srgbClr val="0000FF"/>
              </a:solidFill>
              <a:round/>
              <a:headEnd type="triangle" w="med" len="med"/>
              <a:tailEnd type="triangle" w="med" len="med"/>
            </a:ln>
          </p:spPr>
          <p:txBody>
            <a:bodyPr/>
            <a:lstStyle/>
            <a:p>
              <a:pPr eaLnBrk="1" hangingPunct="1">
                <a:defRPr/>
              </a:pPr>
              <a:endParaRPr lang="en-US" sz="1400" dirty="0"/>
            </a:p>
          </p:txBody>
        </p:sp>
        <p:sp>
          <p:nvSpPr>
            <p:cNvPr id="26713" name="Text Box 73">
              <a:extLst>
                <a:ext uri="{FF2B5EF4-FFF2-40B4-BE49-F238E27FC236}">
                  <a16:creationId xmlns:a16="http://schemas.microsoft.com/office/drawing/2014/main" id="{50C0F499-E192-4BF3-92F7-D7CCB6DCE572}"/>
                </a:ext>
              </a:extLst>
            </p:cNvPr>
            <p:cNvSpPr txBox="1">
              <a:spLocks noChangeArrowheads="1"/>
            </p:cNvSpPr>
            <p:nvPr/>
          </p:nvSpPr>
          <p:spPr bwMode="auto">
            <a:xfrm>
              <a:off x="2157264" y="4132383"/>
              <a:ext cx="573087" cy="400068"/>
            </a:xfrm>
            <a:prstGeom prst="rect">
              <a:avLst/>
            </a:prstGeom>
            <a:noFill/>
            <a:ln w="22225">
              <a:noFill/>
              <a:miter lim="800000"/>
              <a:headEnd/>
              <a:tailEnd/>
            </a:ln>
          </p:spPr>
          <p:txBody>
            <a:bodyPr/>
            <a:lstStyle/>
            <a:p>
              <a:pPr>
                <a:defRPr/>
              </a:pPr>
              <a:r>
                <a:rPr lang="en-US" sz="1400" dirty="0"/>
                <a:t>T</a:t>
              </a:r>
              <a:r>
                <a:rPr lang="en-US" sz="1400" baseline="-25000" dirty="0"/>
                <a:t>pd</a:t>
              </a:r>
              <a:r>
                <a:rPr lang="en-US" sz="1400" dirty="0"/>
                <a:t>      </a:t>
              </a:r>
              <a:endParaRPr lang="en-US" sz="1400" baseline="-25000" dirty="0"/>
            </a:p>
          </p:txBody>
        </p:sp>
        <p:sp>
          <p:nvSpPr>
            <p:cNvPr id="26714" name="Line 74">
              <a:extLst>
                <a:ext uri="{FF2B5EF4-FFF2-40B4-BE49-F238E27FC236}">
                  <a16:creationId xmlns:a16="http://schemas.microsoft.com/office/drawing/2014/main" id="{8D3AE902-1516-4D7C-8067-B4AA6F566D8F}"/>
                </a:ext>
              </a:extLst>
            </p:cNvPr>
            <p:cNvSpPr>
              <a:spLocks noChangeShapeType="1"/>
            </p:cNvSpPr>
            <p:nvPr/>
          </p:nvSpPr>
          <p:spPr bwMode="auto">
            <a:xfrm>
              <a:off x="3493939" y="2159029"/>
              <a:ext cx="0" cy="273063"/>
            </a:xfrm>
            <a:prstGeom prst="line">
              <a:avLst/>
            </a:prstGeom>
            <a:noFill/>
            <a:ln w="22225">
              <a:solidFill>
                <a:srgbClr val="0000FF"/>
              </a:solidFill>
              <a:round/>
              <a:headEnd/>
              <a:tailEnd/>
            </a:ln>
          </p:spPr>
          <p:txBody>
            <a:bodyPr/>
            <a:lstStyle/>
            <a:p>
              <a:pPr eaLnBrk="1" hangingPunct="1">
                <a:defRPr/>
              </a:pPr>
              <a:endParaRPr lang="en-US" sz="1400" dirty="0"/>
            </a:p>
          </p:txBody>
        </p:sp>
        <p:sp>
          <p:nvSpPr>
            <p:cNvPr id="26715" name="Line 75">
              <a:extLst>
                <a:ext uri="{FF2B5EF4-FFF2-40B4-BE49-F238E27FC236}">
                  <a16:creationId xmlns:a16="http://schemas.microsoft.com/office/drawing/2014/main" id="{0EBD0284-C861-4A2E-A843-DB09D8111666}"/>
                </a:ext>
              </a:extLst>
            </p:cNvPr>
            <p:cNvSpPr>
              <a:spLocks noChangeShapeType="1"/>
            </p:cNvSpPr>
            <p:nvPr/>
          </p:nvSpPr>
          <p:spPr bwMode="auto">
            <a:xfrm>
              <a:off x="3071664" y="2360651"/>
              <a:ext cx="422275" cy="0"/>
            </a:xfrm>
            <a:prstGeom prst="line">
              <a:avLst/>
            </a:prstGeom>
            <a:noFill/>
            <a:ln w="22225">
              <a:solidFill>
                <a:srgbClr val="0000FF"/>
              </a:solidFill>
              <a:round/>
              <a:headEnd/>
              <a:tailEnd type="triangle" w="lg" len="lg"/>
            </a:ln>
          </p:spPr>
          <p:txBody>
            <a:bodyPr/>
            <a:lstStyle/>
            <a:p>
              <a:pPr eaLnBrk="1" hangingPunct="1">
                <a:defRPr/>
              </a:pPr>
              <a:endParaRPr lang="en-US" sz="1400" dirty="0"/>
            </a:p>
          </p:txBody>
        </p:sp>
        <p:sp>
          <p:nvSpPr>
            <p:cNvPr id="26716" name="Text Box 76">
              <a:extLst>
                <a:ext uri="{FF2B5EF4-FFF2-40B4-BE49-F238E27FC236}">
                  <a16:creationId xmlns:a16="http://schemas.microsoft.com/office/drawing/2014/main" id="{03380E1D-21BB-455F-A168-D734E6CAEA50}"/>
                </a:ext>
              </a:extLst>
            </p:cNvPr>
            <p:cNvSpPr txBox="1">
              <a:spLocks noChangeArrowheads="1"/>
            </p:cNvSpPr>
            <p:nvPr/>
          </p:nvSpPr>
          <p:spPr bwMode="auto">
            <a:xfrm>
              <a:off x="2595414" y="2151092"/>
              <a:ext cx="573087" cy="400068"/>
            </a:xfrm>
            <a:prstGeom prst="rect">
              <a:avLst/>
            </a:prstGeom>
            <a:noFill/>
            <a:ln w="22225">
              <a:noFill/>
              <a:miter lim="800000"/>
              <a:headEnd/>
              <a:tailEnd/>
            </a:ln>
          </p:spPr>
          <p:txBody>
            <a:bodyPr/>
            <a:lstStyle/>
            <a:p>
              <a:pPr>
                <a:defRPr/>
              </a:pPr>
              <a:r>
                <a:rPr lang="en-US" sz="1400" dirty="0"/>
                <a:t>T</a:t>
              </a:r>
              <a:r>
                <a:rPr lang="en-US" sz="1400" baseline="-25000" dirty="0"/>
                <a:t>CLK</a:t>
              </a:r>
              <a:r>
                <a:rPr lang="en-US" sz="1400" dirty="0"/>
                <a:t>      </a:t>
              </a:r>
              <a:endParaRPr lang="en-US" sz="1400" baseline="-25000" dirty="0"/>
            </a:p>
          </p:txBody>
        </p:sp>
        <p:sp>
          <p:nvSpPr>
            <p:cNvPr id="26717" name="Line 77">
              <a:extLst>
                <a:ext uri="{FF2B5EF4-FFF2-40B4-BE49-F238E27FC236}">
                  <a16:creationId xmlns:a16="http://schemas.microsoft.com/office/drawing/2014/main" id="{3FD0F642-B215-4E7C-8D87-F21CB21E12FE}"/>
                </a:ext>
              </a:extLst>
            </p:cNvPr>
            <p:cNvSpPr>
              <a:spLocks noChangeShapeType="1"/>
            </p:cNvSpPr>
            <p:nvPr/>
          </p:nvSpPr>
          <p:spPr bwMode="auto">
            <a:xfrm>
              <a:off x="2082651" y="2373352"/>
              <a:ext cx="630238" cy="3175"/>
            </a:xfrm>
            <a:prstGeom prst="line">
              <a:avLst/>
            </a:prstGeom>
            <a:noFill/>
            <a:ln w="22225">
              <a:solidFill>
                <a:srgbClr val="0000FF"/>
              </a:solidFill>
              <a:round/>
              <a:headEnd type="triangle" w="lg" len="lg"/>
              <a:tailEnd type="none" w="sm" len="sm"/>
            </a:ln>
          </p:spPr>
          <p:txBody>
            <a:bodyPr/>
            <a:lstStyle/>
            <a:p>
              <a:pPr eaLnBrk="1" hangingPunct="1">
                <a:defRPr/>
              </a:pPr>
              <a:endParaRPr lang="en-US" sz="1400" dirty="0"/>
            </a:p>
          </p:txBody>
        </p:sp>
        <p:sp>
          <p:nvSpPr>
            <p:cNvPr id="26718" name="Line 78">
              <a:extLst>
                <a:ext uri="{FF2B5EF4-FFF2-40B4-BE49-F238E27FC236}">
                  <a16:creationId xmlns:a16="http://schemas.microsoft.com/office/drawing/2014/main" id="{F43B368A-7846-4E18-AE9C-505DF28799C9}"/>
                </a:ext>
              </a:extLst>
            </p:cNvPr>
            <p:cNvSpPr>
              <a:spLocks noChangeShapeType="1"/>
            </p:cNvSpPr>
            <p:nvPr/>
          </p:nvSpPr>
          <p:spPr bwMode="auto">
            <a:xfrm>
              <a:off x="1749276" y="3676749"/>
              <a:ext cx="617538" cy="0"/>
            </a:xfrm>
            <a:prstGeom prst="line">
              <a:avLst/>
            </a:prstGeom>
            <a:noFill/>
            <a:ln w="22225">
              <a:solidFill>
                <a:srgbClr val="0000FF"/>
              </a:solidFill>
              <a:round/>
              <a:headEnd type="triangle" w="med" len="med"/>
              <a:tailEnd type="triangle" w="med" len="med"/>
            </a:ln>
          </p:spPr>
          <p:txBody>
            <a:bodyPr/>
            <a:lstStyle/>
            <a:p>
              <a:pPr eaLnBrk="1" hangingPunct="1">
                <a:defRPr/>
              </a:pPr>
              <a:endParaRPr lang="en-US" sz="1400" dirty="0"/>
            </a:p>
          </p:txBody>
        </p:sp>
        <p:sp>
          <p:nvSpPr>
            <p:cNvPr id="26719" name="Text Box 79">
              <a:extLst>
                <a:ext uri="{FF2B5EF4-FFF2-40B4-BE49-F238E27FC236}">
                  <a16:creationId xmlns:a16="http://schemas.microsoft.com/office/drawing/2014/main" id="{D1DC682A-D8DE-4BF2-8227-17BA10553D1E}"/>
                </a:ext>
              </a:extLst>
            </p:cNvPr>
            <p:cNvSpPr txBox="1">
              <a:spLocks noChangeArrowheads="1"/>
            </p:cNvSpPr>
            <p:nvPr/>
          </p:nvSpPr>
          <p:spPr bwMode="auto">
            <a:xfrm>
              <a:off x="2514451" y="3276680"/>
              <a:ext cx="990600" cy="492148"/>
            </a:xfrm>
            <a:prstGeom prst="rect">
              <a:avLst/>
            </a:prstGeom>
            <a:noFill/>
            <a:ln w="22225">
              <a:noFill/>
              <a:miter lim="800000"/>
              <a:headEnd/>
              <a:tailEnd/>
            </a:ln>
          </p:spPr>
          <p:txBody>
            <a:bodyPr/>
            <a:lstStyle/>
            <a:p>
              <a:pPr>
                <a:defRPr/>
              </a:pPr>
              <a:r>
                <a:rPr lang="en-US" sz="1400" dirty="0"/>
                <a:t>Decision</a:t>
              </a:r>
            </a:p>
            <a:p>
              <a:pPr>
                <a:defRPr/>
              </a:pPr>
              <a:r>
                <a:rPr lang="en-US" sz="1400" dirty="0"/>
                <a:t>window</a:t>
              </a:r>
            </a:p>
            <a:p>
              <a:pPr>
                <a:defRPr/>
              </a:pPr>
              <a:endParaRPr lang="en-US" sz="1600" dirty="0"/>
            </a:p>
          </p:txBody>
        </p:sp>
        <p:sp>
          <p:nvSpPr>
            <p:cNvPr id="26720" name="Text Box 80">
              <a:extLst>
                <a:ext uri="{FF2B5EF4-FFF2-40B4-BE49-F238E27FC236}">
                  <a16:creationId xmlns:a16="http://schemas.microsoft.com/office/drawing/2014/main" id="{C6702FF3-D824-483E-9866-6A1BA4372C34}"/>
                </a:ext>
              </a:extLst>
            </p:cNvPr>
            <p:cNvSpPr txBox="1">
              <a:spLocks noChangeArrowheads="1"/>
            </p:cNvSpPr>
            <p:nvPr/>
          </p:nvSpPr>
          <p:spPr bwMode="auto">
            <a:xfrm>
              <a:off x="1719114" y="2698804"/>
              <a:ext cx="762000" cy="309577"/>
            </a:xfrm>
            <a:prstGeom prst="rect">
              <a:avLst/>
            </a:prstGeom>
            <a:noFill/>
            <a:ln w="22225">
              <a:noFill/>
              <a:miter lim="800000"/>
              <a:headEnd/>
              <a:tailEnd/>
            </a:ln>
          </p:spPr>
          <p:txBody>
            <a:bodyPr/>
            <a:lstStyle/>
            <a:p>
              <a:pPr>
                <a:defRPr/>
              </a:pPr>
              <a:r>
                <a:rPr lang="en-US" sz="1100" dirty="0"/>
                <a:t>stable</a:t>
              </a:r>
            </a:p>
            <a:p>
              <a:pPr>
                <a:defRPr/>
              </a:pPr>
              <a:endParaRPr lang="en-US" sz="1100" dirty="0"/>
            </a:p>
          </p:txBody>
        </p:sp>
        <p:sp>
          <p:nvSpPr>
            <p:cNvPr id="26721" name="Text Box 98">
              <a:extLst>
                <a:ext uri="{FF2B5EF4-FFF2-40B4-BE49-F238E27FC236}">
                  <a16:creationId xmlns:a16="http://schemas.microsoft.com/office/drawing/2014/main" id="{623D9BE9-80B3-4567-8EBA-9587C2AF2A6E}"/>
                </a:ext>
              </a:extLst>
            </p:cNvPr>
            <p:cNvSpPr txBox="1">
              <a:spLocks noChangeArrowheads="1"/>
            </p:cNvSpPr>
            <p:nvPr/>
          </p:nvSpPr>
          <p:spPr bwMode="auto">
            <a:xfrm>
              <a:off x="942826" y="1808176"/>
              <a:ext cx="657225" cy="401655"/>
            </a:xfrm>
            <a:prstGeom prst="rect">
              <a:avLst/>
            </a:prstGeom>
            <a:noFill/>
            <a:ln w="22225">
              <a:noFill/>
              <a:miter lim="800000"/>
              <a:headEnd/>
              <a:tailEnd/>
            </a:ln>
          </p:spPr>
          <p:txBody>
            <a:bodyPr/>
            <a:lstStyle/>
            <a:p>
              <a:pPr>
                <a:defRPr/>
              </a:pPr>
              <a:r>
                <a:rPr lang="en-US" sz="1400" dirty="0"/>
                <a:t>CLK   </a:t>
              </a:r>
              <a:endParaRPr lang="en-US" sz="1400" baseline="-25000" dirty="0"/>
            </a:p>
          </p:txBody>
        </p:sp>
        <p:sp>
          <p:nvSpPr>
            <p:cNvPr id="26722" name="Text Box 99">
              <a:extLst>
                <a:ext uri="{FF2B5EF4-FFF2-40B4-BE49-F238E27FC236}">
                  <a16:creationId xmlns:a16="http://schemas.microsoft.com/office/drawing/2014/main" id="{611E2145-90E3-4897-8C14-265718FFF85F}"/>
                </a:ext>
              </a:extLst>
            </p:cNvPr>
            <p:cNvSpPr txBox="1">
              <a:spLocks noChangeArrowheads="1"/>
            </p:cNvSpPr>
            <p:nvPr/>
          </p:nvSpPr>
          <p:spPr bwMode="auto">
            <a:xfrm>
              <a:off x="1220639" y="2697217"/>
              <a:ext cx="423862" cy="350853"/>
            </a:xfrm>
            <a:prstGeom prst="rect">
              <a:avLst/>
            </a:prstGeom>
            <a:noFill/>
            <a:ln w="22225">
              <a:noFill/>
              <a:miter lim="800000"/>
              <a:headEnd/>
              <a:tailEnd/>
            </a:ln>
          </p:spPr>
          <p:txBody>
            <a:bodyPr/>
            <a:lstStyle/>
            <a:p>
              <a:pPr>
                <a:defRPr/>
              </a:pPr>
              <a:r>
                <a:rPr lang="en-US" sz="1400" dirty="0"/>
                <a:t>D   </a:t>
              </a:r>
              <a:endParaRPr lang="en-US" sz="1400" baseline="-25000" dirty="0"/>
            </a:p>
          </p:txBody>
        </p:sp>
        <p:sp>
          <p:nvSpPr>
            <p:cNvPr id="26723" name="Text Box 100">
              <a:extLst>
                <a:ext uri="{FF2B5EF4-FFF2-40B4-BE49-F238E27FC236}">
                  <a16:creationId xmlns:a16="http://schemas.microsoft.com/office/drawing/2014/main" id="{9F1BC65F-5FD5-43F1-83A7-01C34D93886D}"/>
                </a:ext>
              </a:extLst>
            </p:cNvPr>
            <p:cNvSpPr txBox="1">
              <a:spLocks noChangeArrowheads="1"/>
            </p:cNvSpPr>
            <p:nvPr/>
          </p:nvSpPr>
          <p:spPr bwMode="auto">
            <a:xfrm>
              <a:off x="1107926" y="3794229"/>
              <a:ext cx="422275" cy="400068"/>
            </a:xfrm>
            <a:prstGeom prst="rect">
              <a:avLst/>
            </a:prstGeom>
            <a:noFill/>
            <a:ln w="22225">
              <a:noFill/>
              <a:miter lim="800000"/>
              <a:headEnd/>
              <a:tailEnd/>
            </a:ln>
          </p:spPr>
          <p:txBody>
            <a:bodyPr/>
            <a:lstStyle/>
            <a:p>
              <a:pPr>
                <a:defRPr/>
              </a:pPr>
              <a:r>
                <a:rPr lang="en-US" sz="1400" dirty="0"/>
                <a:t>Q  </a:t>
              </a:r>
              <a:endParaRPr lang="en-US" sz="1400" baseline="-25000" dirty="0"/>
            </a:p>
          </p:txBody>
        </p:sp>
        <p:sp>
          <p:nvSpPr>
            <p:cNvPr id="26724" name="Line 102">
              <a:extLst>
                <a:ext uri="{FF2B5EF4-FFF2-40B4-BE49-F238E27FC236}">
                  <a16:creationId xmlns:a16="http://schemas.microsoft.com/office/drawing/2014/main" id="{671E3D88-66B5-488B-B2D7-35EA193FA391}"/>
                </a:ext>
              </a:extLst>
            </p:cNvPr>
            <p:cNvSpPr>
              <a:spLocks noChangeShapeType="1"/>
            </p:cNvSpPr>
            <p:nvPr/>
          </p:nvSpPr>
          <p:spPr bwMode="auto">
            <a:xfrm flipV="1">
              <a:off x="2162026" y="3505291"/>
              <a:ext cx="428625" cy="138119"/>
            </a:xfrm>
            <a:prstGeom prst="line">
              <a:avLst/>
            </a:prstGeom>
            <a:noFill/>
            <a:ln w="9525">
              <a:solidFill>
                <a:schemeClr val="tx1"/>
              </a:solidFill>
              <a:round/>
              <a:headEnd/>
              <a:tailEnd/>
            </a:ln>
          </p:spPr>
          <p:txBody>
            <a:bodyPr/>
            <a:lstStyle/>
            <a:p>
              <a:pPr eaLnBrk="1" hangingPunct="1">
                <a:defRPr/>
              </a:pPr>
              <a:endParaRPr lang="en-US" sz="1400" dirty="0"/>
            </a:p>
          </p:txBody>
        </p:sp>
        <p:sp>
          <p:nvSpPr>
            <p:cNvPr id="26725" name="Text Box 103">
              <a:extLst>
                <a:ext uri="{FF2B5EF4-FFF2-40B4-BE49-F238E27FC236}">
                  <a16:creationId xmlns:a16="http://schemas.microsoft.com/office/drawing/2014/main" id="{48BC1EBC-B3DD-406B-BF8E-9B04AB420A65}"/>
                </a:ext>
              </a:extLst>
            </p:cNvPr>
            <p:cNvSpPr txBox="1">
              <a:spLocks noChangeArrowheads="1"/>
            </p:cNvSpPr>
            <p:nvPr/>
          </p:nvSpPr>
          <p:spPr bwMode="auto">
            <a:xfrm>
              <a:off x="3170089" y="2730555"/>
              <a:ext cx="714375" cy="309577"/>
            </a:xfrm>
            <a:prstGeom prst="rect">
              <a:avLst/>
            </a:prstGeom>
            <a:noFill/>
            <a:ln w="22225">
              <a:noFill/>
              <a:miter lim="800000"/>
              <a:headEnd/>
              <a:tailEnd/>
            </a:ln>
          </p:spPr>
          <p:txBody>
            <a:bodyPr/>
            <a:lstStyle/>
            <a:p>
              <a:pPr>
                <a:defRPr/>
              </a:pPr>
              <a:r>
                <a:rPr lang="en-US" sz="1100" dirty="0"/>
                <a:t>stable</a:t>
              </a:r>
            </a:p>
            <a:p>
              <a:pPr>
                <a:defRPr/>
              </a:pPr>
              <a:endParaRPr lang="en-US" sz="1100" dirty="0"/>
            </a:p>
          </p:txBody>
        </p:sp>
        <p:sp>
          <p:nvSpPr>
            <p:cNvPr id="26629" name="Line 13">
              <a:extLst>
                <a:ext uri="{FF2B5EF4-FFF2-40B4-BE49-F238E27FC236}">
                  <a16:creationId xmlns:a16="http://schemas.microsoft.com/office/drawing/2014/main" id="{0DCA6359-3682-4B4C-BC96-B0D9CE2076A2}"/>
                </a:ext>
              </a:extLst>
            </p:cNvPr>
            <p:cNvSpPr>
              <a:spLocks noChangeShapeType="1"/>
            </p:cNvSpPr>
            <p:nvPr/>
          </p:nvSpPr>
          <p:spPr bwMode="auto">
            <a:xfrm>
              <a:off x="5057626" y="2120927"/>
              <a:ext cx="709613"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30" name="Line 14">
              <a:extLst>
                <a:ext uri="{FF2B5EF4-FFF2-40B4-BE49-F238E27FC236}">
                  <a16:creationId xmlns:a16="http://schemas.microsoft.com/office/drawing/2014/main" id="{951E0D31-3041-499F-8024-5E169480E2C9}"/>
                </a:ext>
              </a:extLst>
            </p:cNvPr>
            <p:cNvSpPr>
              <a:spLocks noChangeShapeType="1"/>
            </p:cNvSpPr>
            <p:nvPr/>
          </p:nvSpPr>
          <p:spPr bwMode="auto">
            <a:xfrm flipV="1">
              <a:off x="5768826" y="1716097"/>
              <a:ext cx="0" cy="401655"/>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31" name="Line 15">
              <a:extLst>
                <a:ext uri="{FF2B5EF4-FFF2-40B4-BE49-F238E27FC236}">
                  <a16:creationId xmlns:a16="http://schemas.microsoft.com/office/drawing/2014/main" id="{43050532-8D14-4844-B29A-92109A9D33A5}"/>
                </a:ext>
              </a:extLst>
            </p:cNvPr>
            <p:cNvSpPr>
              <a:spLocks noChangeShapeType="1"/>
            </p:cNvSpPr>
            <p:nvPr/>
          </p:nvSpPr>
          <p:spPr bwMode="auto">
            <a:xfrm>
              <a:off x="5768826" y="1698633"/>
              <a:ext cx="708025"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32" name="Line 16">
              <a:extLst>
                <a:ext uri="{FF2B5EF4-FFF2-40B4-BE49-F238E27FC236}">
                  <a16:creationId xmlns:a16="http://schemas.microsoft.com/office/drawing/2014/main" id="{1E1884FD-C977-4548-AFBE-CA57E6B50CE4}"/>
                </a:ext>
              </a:extLst>
            </p:cNvPr>
            <p:cNvSpPr>
              <a:spLocks noChangeShapeType="1"/>
            </p:cNvSpPr>
            <p:nvPr/>
          </p:nvSpPr>
          <p:spPr bwMode="auto">
            <a:xfrm flipV="1">
              <a:off x="6467326" y="1711334"/>
              <a:ext cx="0" cy="401656"/>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33" name="Line 17">
              <a:extLst>
                <a:ext uri="{FF2B5EF4-FFF2-40B4-BE49-F238E27FC236}">
                  <a16:creationId xmlns:a16="http://schemas.microsoft.com/office/drawing/2014/main" id="{00B7D0A9-3FF6-434B-8F1C-0EBDFD8407F6}"/>
                </a:ext>
              </a:extLst>
            </p:cNvPr>
            <p:cNvSpPr>
              <a:spLocks noChangeShapeType="1"/>
            </p:cNvSpPr>
            <p:nvPr/>
          </p:nvSpPr>
          <p:spPr bwMode="auto">
            <a:xfrm flipV="1">
              <a:off x="6472089" y="2112990"/>
              <a:ext cx="1419225" cy="4762"/>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34" name="Line 42">
              <a:extLst>
                <a:ext uri="{FF2B5EF4-FFF2-40B4-BE49-F238E27FC236}">
                  <a16:creationId xmlns:a16="http://schemas.microsoft.com/office/drawing/2014/main" id="{DD8BC03C-2EE9-49E6-B133-A6B36317DE98}"/>
                </a:ext>
              </a:extLst>
            </p:cNvPr>
            <p:cNvSpPr>
              <a:spLocks noChangeShapeType="1"/>
            </p:cNvSpPr>
            <p:nvPr/>
          </p:nvSpPr>
          <p:spPr bwMode="auto">
            <a:xfrm>
              <a:off x="5041751" y="2652765"/>
              <a:ext cx="360363"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35" name="Line 43">
              <a:extLst>
                <a:ext uri="{FF2B5EF4-FFF2-40B4-BE49-F238E27FC236}">
                  <a16:creationId xmlns:a16="http://schemas.microsoft.com/office/drawing/2014/main" id="{66749962-1A67-480C-9191-F2F5909D8B83}"/>
                </a:ext>
              </a:extLst>
            </p:cNvPr>
            <p:cNvSpPr>
              <a:spLocks noChangeShapeType="1"/>
            </p:cNvSpPr>
            <p:nvPr/>
          </p:nvSpPr>
          <p:spPr bwMode="auto">
            <a:xfrm>
              <a:off x="5405289" y="2652765"/>
              <a:ext cx="101600" cy="401655"/>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36" name="Line 44">
              <a:extLst>
                <a:ext uri="{FF2B5EF4-FFF2-40B4-BE49-F238E27FC236}">
                  <a16:creationId xmlns:a16="http://schemas.microsoft.com/office/drawing/2014/main" id="{F3B639D3-C8B3-43DF-840F-848844AC5235}"/>
                </a:ext>
              </a:extLst>
            </p:cNvPr>
            <p:cNvSpPr>
              <a:spLocks noChangeShapeType="1"/>
            </p:cNvSpPr>
            <p:nvPr/>
          </p:nvSpPr>
          <p:spPr bwMode="auto">
            <a:xfrm flipV="1">
              <a:off x="5522764" y="2652765"/>
              <a:ext cx="482600"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37" name="Line 45">
              <a:extLst>
                <a:ext uri="{FF2B5EF4-FFF2-40B4-BE49-F238E27FC236}">
                  <a16:creationId xmlns:a16="http://schemas.microsoft.com/office/drawing/2014/main" id="{401EF06D-4A8D-40B1-AB17-A7166B3A135F}"/>
                </a:ext>
              </a:extLst>
            </p:cNvPr>
            <p:cNvSpPr>
              <a:spLocks noChangeShapeType="1"/>
            </p:cNvSpPr>
            <p:nvPr/>
          </p:nvSpPr>
          <p:spPr bwMode="auto">
            <a:xfrm>
              <a:off x="5029051" y="3070296"/>
              <a:ext cx="360363"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38" name="Line 46">
              <a:extLst>
                <a:ext uri="{FF2B5EF4-FFF2-40B4-BE49-F238E27FC236}">
                  <a16:creationId xmlns:a16="http://schemas.microsoft.com/office/drawing/2014/main" id="{D63EE4F1-E61F-47EB-B261-80CE591503F8}"/>
                </a:ext>
              </a:extLst>
            </p:cNvPr>
            <p:cNvSpPr>
              <a:spLocks noChangeShapeType="1"/>
            </p:cNvSpPr>
            <p:nvPr/>
          </p:nvSpPr>
          <p:spPr bwMode="auto">
            <a:xfrm flipV="1">
              <a:off x="5405289" y="2652765"/>
              <a:ext cx="101600" cy="404831"/>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39" name="Line 47">
              <a:extLst>
                <a:ext uri="{FF2B5EF4-FFF2-40B4-BE49-F238E27FC236}">
                  <a16:creationId xmlns:a16="http://schemas.microsoft.com/office/drawing/2014/main" id="{6E086147-891C-4D66-B075-B01E43B8ABEA}"/>
                </a:ext>
              </a:extLst>
            </p:cNvPr>
            <p:cNvSpPr>
              <a:spLocks noChangeShapeType="1"/>
            </p:cNvSpPr>
            <p:nvPr/>
          </p:nvSpPr>
          <p:spPr bwMode="auto">
            <a:xfrm flipV="1">
              <a:off x="5500539" y="3048070"/>
              <a:ext cx="515937"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40" name="Line 48">
              <a:extLst>
                <a:ext uri="{FF2B5EF4-FFF2-40B4-BE49-F238E27FC236}">
                  <a16:creationId xmlns:a16="http://schemas.microsoft.com/office/drawing/2014/main" id="{CE1FFD61-6C5E-45F8-8600-92D4AFF1D60C}"/>
                </a:ext>
              </a:extLst>
            </p:cNvPr>
            <p:cNvSpPr>
              <a:spLocks noChangeShapeType="1"/>
            </p:cNvSpPr>
            <p:nvPr/>
          </p:nvSpPr>
          <p:spPr bwMode="auto">
            <a:xfrm>
              <a:off x="6010126" y="2648002"/>
              <a:ext cx="101600" cy="396893"/>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41" name="Line 49">
              <a:extLst>
                <a:ext uri="{FF2B5EF4-FFF2-40B4-BE49-F238E27FC236}">
                  <a16:creationId xmlns:a16="http://schemas.microsoft.com/office/drawing/2014/main" id="{B824C385-45E8-4A77-AE17-BE6598A0183E}"/>
                </a:ext>
              </a:extLst>
            </p:cNvPr>
            <p:cNvSpPr>
              <a:spLocks noChangeShapeType="1"/>
            </p:cNvSpPr>
            <p:nvPr/>
          </p:nvSpPr>
          <p:spPr bwMode="auto">
            <a:xfrm flipV="1">
              <a:off x="6010126" y="2648002"/>
              <a:ext cx="101600" cy="406419"/>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42" name="Line 50">
              <a:extLst>
                <a:ext uri="{FF2B5EF4-FFF2-40B4-BE49-F238E27FC236}">
                  <a16:creationId xmlns:a16="http://schemas.microsoft.com/office/drawing/2014/main" id="{D5158C69-9AA8-4EF9-8CC1-549C57A57B96}"/>
                </a:ext>
              </a:extLst>
            </p:cNvPr>
            <p:cNvSpPr>
              <a:spLocks noChangeShapeType="1"/>
            </p:cNvSpPr>
            <p:nvPr/>
          </p:nvSpPr>
          <p:spPr bwMode="auto">
            <a:xfrm flipV="1">
              <a:off x="5052864" y="3752952"/>
              <a:ext cx="1193800" cy="3175"/>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43" name="Line 51">
              <a:extLst>
                <a:ext uri="{FF2B5EF4-FFF2-40B4-BE49-F238E27FC236}">
                  <a16:creationId xmlns:a16="http://schemas.microsoft.com/office/drawing/2014/main" id="{A507C9A9-0DC5-4873-BD0A-BCB8CF06F79D}"/>
                </a:ext>
              </a:extLst>
            </p:cNvPr>
            <p:cNvSpPr>
              <a:spLocks noChangeShapeType="1"/>
            </p:cNvSpPr>
            <p:nvPr/>
          </p:nvSpPr>
          <p:spPr bwMode="auto">
            <a:xfrm>
              <a:off x="6251426" y="3764066"/>
              <a:ext cx="85725" cy="174633"/>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44" name="Line 52">
              <a:extLst>
                <a:ext uri="{FF2B5EF4-FFF2-40B4-BE49-F238E27FC236}">
                  <a16:creationId xmlns:a16="http://schemas.microsoft.com/office/drawing/2014/main" id="{E2A3AEA3-EB1A-42BA-AE7F-5A17C292F69A}"/>
                </a:ext>
              </a:extLst>
            </p:cNvPr>
            <p:cNvSpPr>
              <a:spLocks noChangeShapeType="1"/>
            </p:cNvSpPr>
            <p:nvPr/>
          </p:nvSpPr>
          <p:spPr bwMode="auto">
            <a:xfrm flipV="1">
              <a:off x="5052864" y="4178422"/>
              <a:ext cx="1182687"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45" name="Line 53">
              <a:extLst>
                <a:ext uri="{FF2B5EF4-FFF2-40B4-BE49-F238E27FC236}">
                  <a16:creationId xmlns:a16="http://schemas.microsoft.com/office/drawing/2014/main" id="{8944E89E-4D39-4BED-B2B6-DE0CDDEEA585}"/>
                </a:ext>
              </a:extLst>
            </p:cNvPr>
            <p:cNvSpPr>
              <a:spLocks noChangeShapeType="1"/>
            </p:cNvSpPr>
            <p:nvPr/>
          </p:nvSpPr>
          <p:spPr bwMode="auto">
            <a:xfrm flipV="1">
              <a:off x="6238726" y="3938699"/>
              <a:ext cx="93663" cy="231786"/>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46" name="Line 54">
              <a:extLst>
                <a:ext uri="{FF2B5EF4-FFF2-40B4-BE49-F238E27FC236}">
                  <a16:creationId xmlns:a16="http://schemas.microsoft.com/office/drawing/2014/main" id="{DDB090FC-4AC3-4CAF-BAC7-1B48A7619FC4}"/>
                </a:ext>
              </a:extLst>
            </p:cNvPr>
            <p:cNvSpPr>
              <a:spLocks noChangeShapeType="1"/>
            </p:cNvSpPr>
            <p:nvPr/>
          </p:nvSpPr>
          <p:spPr bwMode="auto">
            <a:xfrm>
              <a:off x="6124426" y="2657527"/>
              <a:ext cx="1779588"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47" name="Line 55">
              <a:extLst>
                <a:ext uri="{FF2B5EF4-FFF2-40B4-BE49-F238E27FC236}">
                  <a16:creationId xmlns:a16="http://schemas.microsoft.com/office/drawing/2014/main" id="{40FE17B3-C583-4E13-B01D-1FCBCB00A512}"/>
                </a:ext>
              </a:extLst>
            </p:cNvPr>
            <p:cNvSpPr>
              <a:spLocks noChangeShapeType="1"/>
            </p:cNvSpPr>
            <p:nvPr/>
          </p:nvSpPr>
          <p:spPr bwMode="auto">
            <a:xfrm>
              <a:off x="6108551" y="3036957"/>
              <a:ext cx="1779588"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48" name="Line 56">
              <a:extLst>
                <a:ext uri="{FF2B5EF4-FFF2-40B4-BE49-F238E27FC236}">
                  <a16:creationId xmlns:a16="http://schemas.microsoft.com/office/drawing/2014/main" id="{0F99AC24-3EAE-4655-89D2-E65C310CCECA}"/>
                </a:ext>
              </a:extLst>
            </p:cNvPr>
            <p:cNvSpPr>
              <a:spLocks noChangeShapeType="1"/>
            </p:cNvSpPr>
            <p:nvPr/>
          </p:nvSpPr>
          <p:spPr bwMode="auto">
            <a:xfrm>
              <a:off x="6348264" y="3945049"/>
              <a:ext cx="1125537"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49" name="Line 57">
              <a:extLst>
                <a:ext uri="{FF2B5EF4-FFF2-40B4-BE49-F238E27FC236}">
                  <a16:creationId xmlns:a16="http://schemas.microsoft.com/office/drawing/2014/main" id="{94E99401-ADB4-4BCF-9AA3-0691CF07B976}"/>
                </a:ext>
              </a:extLst>
            </p:cNvPr>
            <p:cNvSpPr>
              <a:spLocks noChangeShapeType="1"/>
            </p:cNvSpPr>
            <p:nvPr/>
          </p:nvSpPr>
          <p:spPr bwMode="auto">
            <a:xfrm flipV="1">
              <a:off x="7467451" y="3718026"/>
              <a:ext cx="92075" cy="22861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50" name="Line 58">
              <a:extLst>
                <a:ext uri="{FF2B5EF4-FFF2-40B4-BE49-F238E27FC236}">
                  <a16:creationId xmlns:a16="http://schemas.microsoft.com/office/drawing/2014/main" id="{A0BE8174-5CEA-4B28-AF9D-C009287FBD58}"/>
                </a:ext>
              </a:extLst>
            </p:cNvPr>
            <p:cNvSpPr>
              <a:spLocks noChangeShapeType="1"/>
            </p:cNvSpPr>
            <p:nvPr/>
          </p:nvSpPr>
          <p:spPr bwMode="auto">
            <a:xfrm>
              <a:off x="7478564" y="3959337"/>
              <a:ext cx="85725" cy="176221"/>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51" name="Line 59">
              <a:extLst>
                <a:ext uri="{FF2B5EF4-FFF2-40B4-BE49-F238E27FC236}">
                  <a16:creationId xmlns:a16="http://schemas.microsoft.com/office/drawing/2014/main" id="{435130A8-AC34-495A-AE18-9615EDD4A789}"/>
                </a:ext>
              </a:extLst>
            </p:cNvPr>
            <p:cNvSpPr>
              <a:spLocks noChangeShapeType="1"/>
            </p:cNvSpPr>
            <p:nvPr/>
          </p:nvSpPr>
          <p:spPr bwMode="auto">
            <a:xfrm>
              <a:off x="7567464" y="3710088"/>
              <a:ext cx="422275"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52" name="Line 60">
              <a:extLst>
                <a:ext uri="{FF2B5EF4-FFF2-40B4-BE49-F238E27FC236}">
                  <a16:creationId xmlns:a16="http://schemas.microsoft.com/office/drawing/2014/main" id="{EE19756F-C91C-4297-A413-730C3D0109CE}"/>
                </a:ext>
              </a:extLst>
            </p:cNvPr>
            <p:cNvSpPr>
              <a:spLocks noChangeShapeType="1"/>
            </p:cNvSpPr>
            <p:nvPr/>
          </p:nvSpPr>
          <p:spPr bwMode="auto">
            <a:xfrm>
              <a:off x="7575401" y="4140320"/>
              <a:ext cx="422275" cy="0"/>
            </a:xfrm>
            <a:prstGeom prst="line">
              <a:avLst/>
            </a:prstGeom>
            <a:noFill/>
            <a:ln w="22225">
              <a:solidFill>
                <a:srgbClr val="000000"/>
              </a:solidFill>
              <a:round/>
              <a:headEnd/>
              <a:tailEnd/>
            </a:ln>
          </p:spPr>
          <p:txBody>
            <a:bodyPr/>
            <a:lstStyle/>
            <a:p>
              <a:pPr eaLnBrk="1" hangingPunct="1">
                <a:defRPr/>
              </a:pPr>
              <a:endParaRPr lang="en-US" sz="1400" dirty="0"/>
            </a:p>
          </p:txBody>
        </p:sp>
        <p:sp>
          <p:nvSpPr>
            <p:cNvPr id="26653" name="Text Box 83">
              <a:extLst>
                <a:ext uri="{FF2B5EF4-FFF2-40B4-BE49-F238E27FC236}">
                  <a16:creationId xmlns:a16="http://schemas.microsoft.com/office/drawing/2014/main" id="{658CD325-D004-4185-8C50-E59040B7C4AD}"/>
                </a:ext>
              </a:extLst>
            </p:cNvPr>
            <p:cNvSpPr txBox="1">
              <a:spLocks noChangeArrowheads="1"/>
            </p:cNvSpPr>
            <p:nvPr/>
          </p:nvSpPr>
          <p:spPr bwMode="auto">
            <a:xfrm>
              <a:off x="6214914" y="3927585"/>
              <a:ext cx="1417637" cy="601691"/>
            </a:xfrm>
            <a:prstGeom prst="rect">
              <a:avLst/>
            </a:prstGeom>
            <a:noFill/>
            <a:ln w="22225">
              <a:noFill/>
              <a:miter lim="800000"/>
              <a:headEnd/>
              <a:tailEnd/>
            </a:ln>
          </p:spPr>
          <p:txBody>
            <a:bodyPr/>
            <a:lstStyle/>
            <a:p>
              <a:pPr>
                <a:defRPr/>
              </a:pPr>
              <a:r>
                <a:rPr lang="en-US" sz="1400" dirty="0">
                  <a:solidFill>
                    <a:srgbClr val="C00000"/>
                  </a:solidFill>
                </a:rPr>
                <a:t>Metastable</a:t>
              </a:r>
            </a:p>
          </p:txBody>
        </p:sp>
        <p:sp>
          <p:nvSpPr>
            <p:cNvPr id="26654" name="Line 84">
              <a:extLst>
                <a:ext uri="{FF2B5EF4-FFF2-40B4-BE49-F238E27FC236}">
                  <a16:creationId xmlns:a16="http://schemas.microsoft.com/office/drawing/2014/main" id="{900E2E99-0419-4C3A-8C88-4F7A8A7584E2}"/>
                </a:ext>
              </a:extLst>
            </p:cNvPr>
            <p:cNvSpPr>
              <a:spLocks noChangeShapeType="1"/>
            </p:cNvSpPr>
            <p:nvPr/>
          </p:nvSpPr>
          <p:spPr bwMode="auto">
            <a:xfrm>
              <a:off x="5464026" y="3078234"/>
              <a:ext cx="0" cy="560413"/>
            </a:xfrm>
            <a:prstGeom prst="line">
              <a:avLst/>
            </a:prstGeom>
            <a:noFill/>
            <a:ln w="22225">
              <a:solidFill>
                <a:srgbClr val="0000FF"/>
              </a:solidFill>
              <a:round/>
              <a:headEnd/>
              <a:tailEnd/>
            </a:ln>
          </p:spPr>
          <p:txBody>
            <a:bodyPr/>
            <a:lstStyle/>
            <a:p>
              <a:pPr eaLnBrk="1" hangingPunct="1">
                <a:defRPr/>
              </a:pPr>
              <a:endParaRPr lang="en-US" sz="1400" dirty="0"/>
            </a:p>
          </p:txBody>
        </p:sp>
        <p:sp>
          <p:nvSpPr>
            <p:cNvPr id="26655" name="Line 85">
              <a:extLst>
                <a:ext uri="{FF2B5EF4-FFF2-40B4-BE49-F238E27FC236}">
                  <a16:creationId xmlns:a16="http://schemas.microsoft.com/office/drawing/2014/main" id="{18C0DBC2-CF97-4179-993A-383D4ACF4369}"/>
                </a:ext>
              </a:extLst>
            </p:cNvPr>
            <p:cNvSpPr>
              <a:spLocks noChangeShapeType="1"/>
            </p:cNvSpPr>
            <p:nvPr/>
          </p:nvSpPr>
          <p:spPr bwMode="auto">
            <a:xfrm>
              <a:off x="6068864" y="3089347"/>
              <a:ext cx="0" cy="562001"/>
            </a:xfrm>
            <a:prstGeom prst="line">
              <a:avLst/>
            </a:prstGeom>
            <a:noFill/>
            <a:ln w="22225">
              <a:solidFill>
                <a:srgbClr val="0000FF"/>
              </a:solidFill>
              <a:round/>
              <a:headEnd/>
              <a:tailEnd/>
            </a:ln>
          </p:spPr>
          <p:txBody>
            <a:bodyPr/>
            <a:lstStyle/>
            <a:p>
              <a:pPr eaLnBrk="1" hangingPunct="1">
                <a:defRPr/>
              </a:pPr>
              <a:endParaRPr lang="en-US" sz="1400" dirty="0"/>
            </a:p>
          </p:txBody>
        </p:sp>
        <p:sp>
          <p:nvSpPr>
            <p:cNvPr id="26656" name="Text Box 86">
              <a:extLst>
                <a:ext uri="{FF2B5EF4-FFF2-40B4-BE49-F238E27FC236}">
                  <a16:creationId xmlns:a16="http://schemas.microsoft.com/office/drawing/2014/main" id="{49AAB608-8205-4591-A8DE-DD9089843142}"/>
                </a:ext>
              </a:extLst>
            </p:cNvPr>
            <p:cNvSpPr txBox="1">
              <a:spLocks noChangeArrowheads="1"/>
            </p:cNvSpPr>
            <p:nvPr/>
          </p:nvSpPr>
          <p:spPr bwMode="auto">
            <a:xfrm>
              <a:off x="5422751" y="3073471"/>
              <a:ext cx="1020763" cy="401656"/>
            </a:xfrm>
            <a:prstGeom prst="rect">
              <a:avLst/>
            </a:prstGeom>
            <a:noFill/>
            <a:ln w="22225">
              <a:noFill/>
              <a:miter lim="800000"/>
              <a:headEnd/>
              <a:tailEnd/>
            </a:ln>
          </p:spPr>
          <p:txBody>
            <a:bodyPr/>
            <a:lstStyle/>
            <a:p>
              <a:pPr>
                <a:defRPr/>
              </a:pPr>
              <a:r>
                <a:rPr lang="en-US" sz="1400" dirty="0"/>
                <a:t>T</a:t>
              </a:r>
              <a:r>
                <a:rPr lang="en-US" sz="1400" baseline="-25000" dirty="0"/>
                <a:t>s</a:t>
              </a:r>
              <a:r>
                <a:rPr lang="en-US" sz="1400" dirty="0"/>
                <a:t>   T</a:t>
              </a:r>
              <a:r>
                <a:rPr lang="en-US" sz="1400" baseline="-25000" dirty="0"/>
                <a:t>h</a:t>
              </a:r>
            </a:p>
          </p:txBody>
        </p:sp>
        <p:sp>
          <p:nvSpPr>
            <p:cNvPr id="26657" name="Line 87">
              <a:extLst>
                <a:ext uri="{FF2B5EF4-FFF2-40B4-BE49-F238E27FC236}">
                  <a16:creationId xmlns:a16="http://schemas.microsoft.com/office/drawing/2014/main" id="{E5BCA2DD-D614-41F9-A535-43A563D4107D}"/>
                </a:ext>
              </a:extLst>
            </p:cNvPr>
            <p:cNvSpPr>
              <a:spLocks noChangeShapeType="1"/>
            </p:cNvSpPr>
            <p:nvPr/>
          </p:nvSpPr>
          <p:spPr bwMode="auto">
            <a:xfrm>
              <a:off x="5451326" y="3387811"/>
              <a:ext cx="315913" cy="0"/>
            </a:xfrm>
            <a:prstGeom prst="line">
              <a:avLst/>
            </a:prstGeom>
            <a:noFill/>
            <a:ln w="22225">
              <a:solidFill>
                <a:srgbClr val="0000FF"/>
              </a:solidFill>
              <a:round/>
              <a:headEnd type="triangle" w="med" len="med"/>
              <a:tailEnd type="triangle" w="med" len="med"/>
            </a:ln>
          </p:spPr>
          <p:txBody>
            <a:bodyPr/>
            <a:lstStyle/>
            <a:p>
              <a:pPr eaLnBrk="1" hangingPunct="1">
                <a:defRPr/>
              </a:pPr>
              <a:endParaRPr lang="en-US" sz="1400" dirty="0"/>
            </a:p>
          </p:txBody>
        </p:sp>
        <p:sp>
          <p:nvSpPr>
            <p:cNvPr id="26658" name="Line 88">
              <a:extLst>
                <a:ext uri="{FF2B5EF4-FFF2-40B4-BE49-F238E27FC236}">
                  <a16:creationId xmlns:a16="http://schemas.microsoft.com/office/drawing/2014/main" id="{9116F751-FC9B-4E77-B19C-F1E86AE477A7}"/>
                </a:ext>
              </a:extLst>
            </p:cNvPr>
            <p:cNvSpPr>
              <a:spLocks noChangeShapeType="1"/>
            </p:cNvSpPr>
            <p:nvPr/>
          </p:nvSpPr>
          <p:spPr bwMode="auto">
            <a:xfrm>
              <a:off x="5751364" y="3383048"/>
              <a:ext cx="338137" cy="0"/>
            </a:xfrm>
            <a:prstGeom prst="line">
              <a:avLst/>
            </a:prstGeom>
            <a:noFill/>
            <a:ln w="22225">
              <a:solidFill>
                <a:srgbClr val="0000FF"/>
              </a:solidFill>
              <a:round/>
              <a:headEnd type="triangle" w="med" len="med"/>
              <a:tailEnd type="triangle" w="med" len="med"/>
            </a:ln>
          </p:spPr>
          <p:txBody>
            <a:bodyPr/>
            <a:lstStyle/>
            <a:p>
              <a:pPr eaLnBrk="1" hangingPunct="1">
                <a:defRPr/>
              </a:pPr>
              <a:endParaRPr lang="en-US" sz="1400" dirty="0"/>
            </a:p>
          </p:txBody>
        </p:sp>
        <p:sp>
          <p:nvSpPr>
            <p:cNvPr id="26659" name="Line 89">
              <a:extLst>
                <a:ext uri="{FF2B5EF4-FFF2-40B4-BE49-F238E27FC236}">
                  <a16:creationId xmlns:a16="http://schemas.microsoft.com/office/drawing/2014/main" id="{657B6F2B-5CBE-486B-B50C-D8567EB5747A}"/>
                </a:ext>
              </a:extLst>
            </p:cNvPr>
            <p:cNvSpPr>
              <a:spLocks noChangeShapeType="1"/>
            </p:cNvSpPr>
            <p:nvPr/>
          </p:nvSpPr>
          <p:spPr bwMode="auto">
            <a:xfrm>
              <a:off x="5452914" y="3613246"/>
              <a:ext cx="620712" cy="0"/>
            </a:xfrm>
            <a:prstGeom prst="line">
              <a:avLst/>
            </a:prstGeom>
            <a:noFill/>
            <a:ln w="22225">
              <a:solidFill>
                <a:srgbClr val="0000FF"/>
              </a:solidFill>
              <a:round/>
              <a:headEnd type="triangle" w="med" len="med"/>
              <a:tailEnd type="triangle" w="med" len="med"/>
            </a:ln>
          </p:spPr>
          <p:txBody>
            <a:bodyPr/>
            <a:lstStyle/>
            <a:p>
              <a:pPr eaLnBrk="1" hangingPunct="1">
                <a:defRPr/>
              </a:pPr>
              <a:endParaRPr lang="en-US" sz="1400" dirty="0"/>
            </a:p>
          </p:txBody>
        </p:sp>
        <p:sp>
          <p:nvSpPr>
            <p:cNvPr id="26660" name="Line 91">
              <a:extLst>
                <a:ext uri="{FF2B5EF4-FFF2-40B4-BE49-F238E27FC236}">
                  <a16:creationId xmlns:a16="http://schemas.microsoft.com/office/drawing/2014/main" id="{C0800C72-C946-4681-8B8E-E0C77EC27B94}"/>
                </a:ext>
              </a:extLst>
            </p:cNvPr>
            <p:cNvSpPr>
              <a:spLocks noChangeShapeType="1"/>
            </p:cNvSpPr>
            <p:nvPr/>
          </p:nvSpPr>
          <p:spPr bwMode="auto">
            <a:xfrm>
              <a:off x="5772001" y="2105052"/>
              <a:ext cx="0" cy="2555992"/>
            </a:xfrm>
            <a:prstGeom prst="line">
              <a:avLst/>
            </a:prstGeom>
            <a:noFill/>
            <a:ln w="22225">
              <a:solidFill>
                <a:srgbClr val="0000FF"/>
              </a:solidFill>
              <a:round/>
              <a:headEnd/>
              <a:tailEnd/>
            </a:ln>
          </p:spPr>
          <p:txBody>
            <a:bodyPr/>
            <a:lstStyle/>
            <a:p>
              <a:pPr eaLnBrk="1" hangingPunct="1">
                <a:defRPr/>
              </a:pPr>
              <a:endParaRPr lang="en-US" sz="1400" dirty="0"/>
            </a:p>
          </p:txBody>
        </p:sp>
        <p:sp>
          <p:nvSpPr>
            <p:cNvPr id="26661" name="Line 92">
              <a:extLst>
                <a:ext uri="{FF2B5EF4-FFF2-40B4-BE49-F238E27FC236}">
                  <a16:creationId xmlns:a16="http://schemas.microsoft.com/office/drawing/2014/main" id="{72C8AC09-D959-47A5-94B8-B2CF62D1337C}"/>
                </a:ext>
              </a:extLst>
            </p:cNvPr>
            <p:cNvSpPr>
              <a:spLocks noChangeShapeType="1"/>
            </p:cNvSpPr>
            <p:nvPr/>
          </p:nvSpPr>
          <p:spPr bwMode="auto">
            <a:xfrm>
              <a:off x="7473801" y="3945049"/>
              <a:ext cx="0" cy="723933"/>
            </a:xfrm>
            <a:prstGeom prst="line">
              <a:avLst/>
            </a:prstGeom>
            <a:noFill/>
            <a:ln w="22225">
              <a:solidFill>
                <a:srgbClr val="0000FF"/>
              </a:solidFill>
              <a:round/>
              <a:headEnd/>
              <a:tailEnd/>
            </a:ln>
          </p:spPr>
          <p:txBody>
            <a:bodyPr/>
            <a:lstStyle/>
            <a:p>
              <a:pPr eaLnBrk="1" hangingPunct="1">
                <a:defRPr/>
              </a:pPr>
              <a:endParaRPr lang="en-US" sz="1400" dirty="0"/>
            </a:p>
          </p:txBody>
        </p:sp>
        <p:sp>
          <p:nvSpPr>
            <p:cNvPr id="26662" name="Line 93">
              <a:extLst>
                <a:ext uri="{FF2B5EF4-FFF2-40B4-BE49-F238E27FC236}">
                  <a16:creationId xmlns:a16="http://schemas.microsoft.com/office/drawing/2014/main" id="{F3E92C5D-4ACB-42E3-9BCA-DA4A9925A714}"/>
                </a:ext>
              </a:extLst>
            </p:cNvPr>
            <p:cNvSpPr>
              <a:spLocks noChangeShapeType="1"/>
            </p:cNvSpPr>
            <p:nvPr/>
          </p:nvSpPr>
          <p:spPr bwMode="auto">
            <a:xfrm>
              <a:off x="6875314" y="4449897"/>
              <a:ext cx="596900" cy="0"/>
            </a:xfrm>
            <a:prstGeom prst="line">
              <a:avLst/>
            </a:prstGeom>
            <a:noFill/>
            <a:ln w="22225">
              <a:solidFill>
                <a:srgbClr val="0000FF"/>
              </a:solidFill>
              <a:round/>
              <a:headEnd/>
              <a:tailEnd type="triangle" w="med" len="med"/>
            </a:ln>
          </p:spPr>
          <p:txBody>
            <a:bodyPr/>
            <a:lstStyle/>
            <a:p>
              <a:pPr eaLnBrk="1" hangingPunct="1">
                <a:defRPr/>
              </a:pPr>
              <a:endParaRPr lang="en-US" sz="1400" dirty="0"/>
            </a:p>
          </p:txBody>
        </p:sp>
        <p:sp>
          <p:nvSpPr>
            <p:cNvPr id="26663" name="Line 94">
              <a:extLst>
                <a:ext uri="{FF2B5EF4-FFF2-40B4-BE49-F238E27FC236}">
                  <a16:creationId xmlns:a16="http://schemas.microsoft.com/office/drawing/2014/main" id="{66311EBE-BCC1-41DC-B95D-A9426857FE29}"/>
                </a:ext>
              </a:extLst>
            </p:cNvPr>
            <p:cNvSpPr>
              <a:spLocks noChangeShapeType="1"/>
            </p:cNvSpPr>
            <p:nvPr/>
          </p:nvSpPr>
          <p:spPr bwMode="auto">
            <a:xfrm>
              <a:off x="5798989" y="4454660"/>
              <a:ext cx="596900" cy="0"/>
            </a:xfrm>
            <a:prstGeom prst="line">
              <a:avLst/>
            </a:prstGeom>
            <a:noFill/>
            <a:ln w="22225">
              <a:solidFill>
                <a:srgbClr val="0000FF"/>
              </a:solidFill>
              <a:round/>
              <a:headEnd type="triangle" w="med" len="med"/>
              <a:tailEnd type="none" w="sm" len="sm"/>
            </a:ln>
          </p:spPr>
          <p:txBody>
            <a:bodyPr/>
            <a:lstStyle/>
            <a:p>
              <a:pPr eaLnBrk="1" hangingPunct="1">
                <a:defRPr/>
              </a:pPr>
              <a:endParaRPr lang="en-US" sz="1400" dirty="0"/>
            </a:p>
          </p:txBody>
        </p:sp>
        <p:sp>
          <p:nvSpPr>
            <p:cNvPr id="26664" name="Text Box 95">
              <a:extLst>
                <a:ext uri="{FF2B5EF4-FFF2-40B4-BE49-F238E27FC236}">
                  <a16:creationId xmlns:a16="http://schemas.microsoft.com/office/drawing/2014/main" id="{21055E72-3893-43D6-B0B8-968F5AD220A8}"/>
                </a:ext>
              </a:extLst>
            </p:cNvPr>
            <p:cNvSpPr txBox="1">
              <a:spLocks noChangeArrowheads="1"/>
            </p:cNvSpPr>
            <p:nvPr/>
          </p:nvSpPr>
          <p:spPr bwMode="auto">
            <a:xfrm>
              <a:off x="6443514" y="4233987"/>
              <a:ext cx="571500" cy="400068"/>
            </a:xfrm>
            <a:prstGeom prst="rect">
              <a:avLst/>
            </a:prstGeom>
            <a:noFill/>
            <a:ln w="22225">
              <a:noFill/>
              <a:miter lim="800000"/>
              <a:headEnd/>
              <a:tailEnd/>
            </a:ln>
          </p:spPr>
          <p:txBody>
            <a:bodyPr/>
            <a:lstStyle/>
            <a:p>
              <a:pPr>
                <a:defRPr/>
              </a:pPr>
              <a:r>
                <a:rPr lang="en-US" dirty="0"/>
                <a:t>T</a:t>
              </a:r>
              <a:r>
                <a:rPr lang="en-US" baseline="-25000" dirty="0"/>
                <a:t>r</a:t>
              </a:r>
              <a:r>
                <a:rPr lang="en-US" dirty="0"/>
                <a:t>      </a:t>
              </a:r>
              <a:endParaRPr lang="en-US" baseline="-25000" dirty="0"/>
            </a:p>
          </p:txBody>
        </p:sp>
        <p:sp>
          <p:nvSpPr>
            <p:cNvPr id="26665" name="Line 101">
              <a:extLst>
                <a:ext uri="{FF2B5EF4-FFF2-40B4-BE49-F238E27FC236}">
                  <a16:creationId xmlns:a16="http://schemas.microsoft.com/office/drawing/2014/main" id="{8E8380F1-AE20-45C7-A744-1EE3147F91BE}"/>
                </a:ext>
              </a:extLst>
            </p:cNvPr>
            <p:cNvSpPr>
              <a:spLocks noChangeShapeType="1"/>
            </p:cNvSpPr>
            <p:nvPr/>
          </p:nvSpPr>
          <p:spPr bwMode="auto">
            <a:xfrm flipV="1">
              <a:off x="5867251" y="3340183"/>
              <a:ext cx="342900" cy="269887"/>
            </a:xfrm>
            <a:prstGeom prst="line">
              <a:avLst/>
            </a:prstGeom>
            <a:noFill/>
            <a:ln w="9525">
              <a:solidFill>
                <a:schemeClr val="tx1"/>
              </a:solidFill>
              <a:round/>
              <a:headEnd/>
              <a:tailEnd/>
            </a:ln>
          </p:spPr>
          <p:txBody>
            <a:bodyPr/>
            <a:lstStyle/>
            <a:p>
              <a:pPr eaLnBrk="1" hangingPunct="1">
                <a:defRPr/>
              </a:pPr>
              <a:endParaRPr lang="en-US" sz="1400" dirty="0"/>
            </a:p>
          </p:txBody>
        </p:sp>
        <p:sp>
          <p:nvSpPr>
            <p:cNvPr id="26666" name="Text Box 104">
              <a:extLst>
                <a:ext uri="{FF2B5EF4-FFF2-40B4-BE49-F238E27FC236}">
                  <a16:creationId xmlns:a16="http://schemas.microsoft.com/office/drawing/2014/main" id="{1E13540D-FF03-4277-B8C3-3D93C3026073}"/>
                </a:ext>
              </a:extLst>
            </p:cNvPr>
            <p:cNvSpPr txBox="1">
              <a:spLocks noChangeArrowheads="1"/>
            </p:cNvSpPr>
            <p:nvPr/>
          </p:nvSpPr>
          <p:spPr bwMode="auto">
            <a:xfrm>
              <a:off x="6181576" y="3138562"/>
              <a:ext cx="1481138" cy="711233"/>
            </a:xfrm>
            <a:prstGeom prst="rect">
              <a:avLst/>
            </a:prstGeom>
            <a:noFill/>
            <a:ln w="22225">
              <a:noFill/>
              <a:miter lim="800000"/>
              <a:headEnd/>
              <a:tailEnd/>
            </a:ln>
          </p:spPr>
          <p:txBody>
            <a:bodyPr/>
            <a:lstStyle/>
            <a:p>
              <a:pPr>
                <a:defRPr/>
              </a:pPr>
              <a:r>
                <a:rPr lang="en-US" sz="1200" dirty="0"/>
                <a:t>Decision</a:t>
              </a:r>
            </a:p>
            <a:p>
              <a:pPr>
                <a:defRPr/>
              </a:pPr>
              <a:r>
                <a:rPr lang="en-US" sz="1200" dirty="0"/>
                <a:t>window</a:t>
              </a:r>
            </a:p>
            <a:p>
              <a:pPr>
                <a:defRPr/>
              </a:pPr>
              <a:endParaRPr lang="en-US" sz="1200" dirty="0"/>
            </a:p>
          </p:txBody>
        </p:sp>
        <p:sp>
          <p:nvSpPr>
            <p:cNvPr id="26667" name="Text Box 105">
              <a:extLst>
                <a:ext uri="{FF2B5EF4-FFF2-40B4-BE49-F238E27FC236}">
                  <a16:creationId xmlns:a16="http://schemas.microsoft.com/office/drawing/2014/main" id="{6241A8D2-A2CA-482D-BA36-C05FAC85B211}"/>
                </a:ext>
              </a:extLst>
            </p:cNvPr>
            <p:cNvSpPr txBox="1">
              <a:spLocks noChangeArrowheads="1"/>
            </p:cNvSpPr>
            <p:nvPr/>
          </p:nvSpPr>
          <p:spPr bwMode="auto">
            <a:xfrm>
              <a:off x="5402114" y="2692454"/>
              <a:ext cx="998537" cy="309577"/>
            </a:xfrm>
            <a:prstGeom prst="rect">
              <a:avLst/>
            </a:prstGeom>
            <a:noFill/>
            <a:ln w="22225">
              <a:noFill/>
              <a:miter lim="800000"/>
              <a:headEnd/>
              <a:tailEnd/>
            </a:ln>
          </p:spPr>
          <p:txBody>
            <a:bodyPr/>
            <a:lstStyle/>
            <a:p>
              <a:pPr>
                <a:defRPr/>
              </a:pPr>
              <a:r>
                <a:rPr lang="en-US" sz="1100" dirty="0"/>
                <a:t>unstable</a:t>
              </a:r>
            </a:p>
            <a:p>
              <a:pPr>
                <a:defRPr/>
              </a:pPr>
              <a:endParaRPr lang="en-US" sz="1100" dirty="0"/>
            </a:p>
          </p:txBody>
        </p:sp>
        <p:sp>
          <p:nvSpPr>
            <p:cNvPr id="26668" name="Text Box 111">
              <a:extLst>
                <a:ext uri="{FF2B5EF4-FFF2-40B4-BE49-F238E27FC236}">
                  <a16:creationId xmlns:a16="http://schemas.microsoft.com/office/drawing/2014/main" id="{6CB73B41-CDD4-4083-AFC4-31C3BA40CB6D}"/>
                </a:ext>
              </a:extLst>
            </p:cNvPr>
            <p:cNvSpPr txBox="1">
              <a:spLocks noChangeArrowheads="1"/>
            </p:cNvSpPr>
            <p:nvPr/>
          </p:nvSpPr>
          <p:spPr bwMode="auto">
            <a:xfrm>
              <a:off x="1079351" y="4662632"/>
              <a:ext cx="3309938" cy="369904"/>
            </a:xfrm>
            <a:prstGeom prst="rect">
              <a:avLst/>
            </a:prstGeom>
            <a:noFill/>
            <a:ln w="9525">
              <a:noFill/>
              <a:miter lim="800000"/>
              <a:headEnd/>
              <a:tailEnd/>
            </a:ln>
          </p:spPr>
          <p:txBody>
            <a:bodyPr>
              <a:spAutoFit/>
            </a:bodyPr>
            <a:lstStyle/>
            <a:p>
              <a:pPr eaLnBrk="1" hangingPunct="1">
                <a:spcBef>
                  <a:spcPct val="50000"/>
                </a:spcBef>
                <a:defRPr/>
              </a:pPr>
              <a:r>
                <a:rPr lang="en-US" dirty="0"/>
                <a:t>Normal flip-flop operation</a:t>
              </a:r>
              <a:endParaRPr lang="ru-RU" dirty="0"/>
            </a:p>
          </p:txBody>
        </p:sp>
        <p:sp>
          <p:nvSpPr>
            <p:cNvPr id="26669" name="Text Box 112">
              <a:extLst>
                <a:ext uri="{FF2B5EF4-FFF2-40B4-BE49-F238E27FC236}">
                  <a16:creationId xmlns:a16="http://schemas.microsoft.com/office/drawing/2014/main" id="{906E0189-C2BF-4C0F-A563-CA9ECA1A6CBB}"/>
                </a:ext>
              </a:extLst>
            </p:cNvPr>
            <p:cNvSpPr txBox="1">
              <a:spLocks noChangeArrowheads="1"/>
            </p:cNvSpPr>
            <p:nvPr/>
          </p:nvSpPr>
          <p:spPr bwMode="auto">
            <a:xfrm>
              <a:off x="5389414" y="4703909"/>
              <a:ext cx="2730500" cy="369904"/>
            </a:xfrm>
            <a:prstGeom prst="rect">
              <a:avLst/>
            </a:prstGeom>
            <a:noFill/>
            <a:ln w="9525">
              <a:noFill/>
              <a:miter lim="800000"/>
              <a:headEnd/>
              <a:tailEnd/>
            </a:ln>
          </p:spPr>
          <p:txBody>
            <a:bodyPr>
              <a:spAutoFit/>
            </a:bodyPr>
            <a:lstStyle/>
            <a:p>
              <a:pPr eaLnBrk="1" hangingPunct="1">
                <a:spcBef>
                  <a:spcPct val="50000"/>
                </a:spcBef>
                <a:defRPr/>
              </a:pPr>
              <a:r>
                <a:rPr lang="en-US" dirty="0"/>
                <a:t>Metastable behavior</a:t>
              </a:r>
              <a:endParaRPr lang="ru-RU" dirty="0"/>
            </a:p>
          </p:txBody>
        </p:sp>
        <p:sp>
          <p:nvSpPr>
            <p:cNvPr id="114" name="Text Box 79">
              <a:extLst>
                <a:ext uri="{FF2B5EF4-FFF2-40B4-BE49-F238E27FC236}">
                  <a16:creationId xmlns:a16="http://schemas.microsoft.com/office/drawing/2014/main" id="{F27F7926-55D2-41DF-A183-7DCE3F466071}"/>
                </a:ext>
              </a:extLst>
            </p:cNvPr>
            <p:cNvSpPr txBox="1">
              <a:spLocks noChangeArrowheads="1"/>
            </p:cNvSpPr>
            <p:nvPr/>
          </p:nvSpPr>
          <p:spPr bwMode="auto">
            <a:xfrm>
              <a:off x="1098401" y="3352884"/>
              <a:ext cx="790575" cy="381017"/>
            </a:xfrm>
            <a:prstGeom prst="rect">
              <a:avLst/>
            </a:prstGeom>
            <a:noFill/>
            <a:ln w="22225">
              <a:noFill/>
              <a:miter lim="800000"/>
              <a:headEnd/>
              <a:tailEnd/>
            </a:ln>
          </p:spPr>
          <p:txBody>
            <a:bodyPr/>
            <a:lstStyle/>
            <a:p>
              <a:pPr>
                <a:defRPr/>
              </a:pPr>
              <a:r>
                <a:rPr lang="en-US" sz="1400" dirty="0"/>
                <a:t>T</a:t>
              </a:r>
              <a:r>
                <a:rPr lang="en-US" sz="1400" baseline="-25000" dirty="0"/>
                <a:t>HOLD</a:t>
              </a:r>
            </a:p>
            <a:p>
              <a:pPr>
                <a:defRPr/>
              </a:pPr>
              <a:endParaRPr lang="en-US" sz="1600" dirty="0"/>
            </a:p>
          </p:txBody>
        </p:sp>
      </p:grpSp>
      <p:sp>
        <p:nvSpPr>
          <p:cNvPr id="103" name="Title 3">
            <a:extLst>
              <a:ext uri="{FF2B5EF4-FFF2-40B4-BE49-F238E27FC236}">
                <a16:creationId xmlns:a16="http://schemas.microsoft.com/office/drawing/2014/main" id="{AAFF5B57-1995-40CD-A438-26752E86E6C8}"/>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sp>
        <p:nvSpPr>
          <p:cNvPr id="36868" name="TextBox 103">
            <a:extLst>
              <a:ext uri="{FF2B5EF4-FFF2-40B4-BE49-F238E27FC236}">
                <a16:creationId xmlns:a16="http://schemas.microsoft.com/office/drawing/2014/main" id="{2E561F15-9A6D-8D1F-9955-C3978837258E}"/>
              </a:ext>
            </a:extLst>
          </p:cNvPr>
          <p:cNvSpPr txBox="1">
            <a:spLocks noChangeArrowheads="1"/>
          </p:cNvSpPr>
          <p:nvPr/>
        </p:nvSpPr>
        <p:spPr bwMode="auto">
          <a:xfrm>
            <a:off x="2057400" y="5257800"/>
            <a:ext cx="807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Tres = T</a:t>
            </a:r>
            <a:r>
              <a:rPr lang="en-US" altLang="en-US" baseline="-25000"/>
              <a:t>CLK </a:t>
            </a:r>
            <a:r>
              <a:rPr lang="en-US" altLang="en-US"/>
              <a:t>- T</a:t>
            </a:r>
            <a:r>
              <a:rPr lang="en-US" altLang="en-US" baseline="-25000"/>
              <a:t>COMB</a:t>
            </a:r>
            <a:r>
              <a:rPr lang="en-US" altLang="en-US"/>
              <a:t> - T</a:t>
            </a:r>
            <a:r>
              <a:rPr lang="en-US" altLang="en-US" baseline="-25000"/>
              <a:t>SETUP</a:t>
            </a:r>
            <a:endParaRPr lang="en-GB" altLang="en-US"/>
          </a:p>
        </p:txBody>
      </p:sp>
      <p:cxnSp>
        <p:nvCxnSpPr>
          <p:cNvPr id="36869" name="Straight Connector 108">
            <a:extLst>
              <a:ext uri="{FF2B5EF4-FFF2-40B4-BE49-F238E27FC236}">
                <a16:creationId xmlns:a16="http://schemas.microsoft.com/office/drawing/2014/main" id="{BEE56CAF-82B1-F4BA-7883-5A95F0D82A88}"/>
              </a:ext>
            </a:extLst>
          </p:cNvPr>
          <p:cNvCxnSpPr>
            <a:cxnSpLocks noChangeShapeType="1"/>
          </p:cNvCxnSpPr>
          <p:nvPr/>
        </p:nvCxnSpPr>
        <p:spPr bwMode="auto">
          <a:xfrm rot="10800000">
            <a:off x="3048000" y="3352800"/>
            <a:ext cx="3810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6870" name="Straight Connector 110">
            <a:extLst>
              <a:ext uri="{FF2B5EF4-FFF2-40B4-BE49-F238E27FC236}">
                <a16:creationId xmlns:a16="http://schemas.microsoft.com/office/drawing/2014/main" id="{32F64EFA-A18A-DFE3-9CBC-873D05A78807}"/>
              </a:ext>
            </a:extLst>
          </p:cNvPr>
          <p:cNvCxnSpPr>
            <a:cxnSpLocks noChangeShapeType="1"/>
          </p:cNvCxnSpPr>
          <p:nvPr/>
        </p:nvCxnSpPr>
        <p:spPr bwMode="auto">
          <a:xfrm rot="10800000" flipV="1">
            <a:off x="3200400" y="3429000"/>
            <a:ext cx="6096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 name="Title 1">
            <a:extLst>
              <a:ext uri="{FF2B5EF4-FFF2-40B4-BE49-F238E27FC236}">
                <a16:creationId xmlns:a16="http://schemas.microsoft.com/office/drawing/2014/main" id="{6768AE30-E605-C547-347B-63E43F7F972D}"/>
              </a:ext>
            </a:extLst>
          </p:cNvPr>
          <p:cNvSpPr>
            <a:spLocks noGrp="1"/>
          </p:cNvSpPr>
          <p:nvPr>
            <p:ph type="title"/>
          </p:nvPr>
        </p:nvSpPr>
        <p:spPr/>
        <p:txBody>
          <a:bodyPr>
            <a:normAutofit/>
          </a:bodyPr>
          <a:lstStyle/>
          <a:p>
            <a:r>
              <a:rPr lang="en-US" dirty="0"/>
              <a:t>Timing Parameters for Metastability Analysis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ECF636D-02E6-A4C3-4541-48CD5FD84B57}"/>
              </a:ext>
            </a:extLst>
          </p:cNvPr>
          <p:cNvSpPr>
            <a:spLocks noGrp="1"/>
          </p:cNvSpPr>
          <p:nvPr>
            <p:ph type="body" sz="quarter" idx="10"/>
          </p:nvPr>
        </p:nvSpPr>
        <p:spPr/>
        <p:txBody>
          <a:bodyPr/>
          <a:lstStyle/>
          <a:p>
            <a:pPr eaLnBrk="1" hangingPunct="1"/>
            <a:endParaRPr lang="en-US" altLang="en-US" sz="2400" dirty="0"/>
          </a:p>
          <a:p>
            <a:pPr eaLnBrk="1" hangingPunct="1"/>
            <a:endParaRPr lang="en-US" altLang="en-US" dirty="0"/>
          </a:p>
          <a:p>
            <a:pPr eaLnBrk="1" hangingPunct="1"/>
            <a:endParaRPr lang="en-US" altLang="en-US" sz="2400" dirty="0"/>
          </a:p>
          <a:p>
            <a:pPr eaLnBrk="1" hangingPunct="1"/>
            <a:endParaRPr lang="en-US" altLang="en-US" dirty="0"/>
          </a:p>
          <a:p>
            <a:pPr eaLnBrk="1" hangingPunct="1"/>
            <a:endParaRPr lang="en-US" altLang="en-US" sz="2400" dirty="0"/>
          </a:p>
          <a:p>
            <a:pPr eaLnBrk="1" hangingPunct="1"/>
            <a:endParaRPr lang="en-US" altLang="en-US" dirty="0"/>
          </a:p>
          <a:p>
            <a:pPr eaLnBrk="1" hangingPunct="1"/>
            <a:r>
              <a:rPr lang="en-US" altLang="en-US" sz="2400" dirty="0"/>
              <a:t>Two flip-flops will not see the clock and input signals at precisely the same time.</a:t>
            </a:r>
          </a:p>
          <a:p>
            <a:pPr eaLnBrk="1" hangingPunct="1"/>
            <a:r>
              <a:rPr lang="en-US" altLang="en-US" sz="2400" dirty="0"/>
              <a:t>When asynchronous input transitions occur near the clock edge, there is a small window of time during which one flip-flop may sample the input as 1, and the other – as  0. </a:t>
            </a:r>
            <a:endParaRPr lang="ru-RU" altLang="en-US" sz="2400" dirty="0"/>
          </a:p>
          <a:p>
            <a:endParaRPr lang="en-US" dirty="0"/>
          </a:p>
        </p:txBody>
      </p:sp>
      <p:sp>
        <p:nvSpPr>
          <p:cNvPr id="24" name="Title 3">
            <a:extLst>
              <a:ext uri="{FF2B5EF4-FFF2-40B4-BE49-F238E27FC236}">
                <a16:creationId xmlns:a16="http://schemas.microsoft.com/office/drawing/2014/main" id="{3D3CB157-C79C-4C2E-864C-7991343E0857}"/>
              </a:ext>
            </a:extLst>
          </p:cNvPr>
          <p:cNvSpPr txBox="1">
            <a:spLocks/>
          </p:cNvSpPr>
          <p:nvPr/>
        </p:nvSpPr>
        <p:spPr bwMode="auto">
          <a:xfrm>
            <a:off x="1981200" y="304801"/>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grpSp>
        <p:nvGrpSpPr>
          <p:cNvPr id="37892" name="Group 28">
            <a:extLst>
              <a:ext uri="{FF2B5EF4-FFF2-40B4-BE49-F238E27FC236}">
                <a16:creationId xmlns:a16="http://schemas.microsoft.com/office/drawing/2014/main" id="{9DE14DD5-601C-E781-CD1C-EE6DE6B0D0DA}"/>
              </a:ext>
            </a:extLst>
          </p:cNvPr>
          <p:cNvGrpSpPr>
            <a:grpSpLocks/>
          </p:cNvGrpSpPr>
          <p:nvPr/>
        </p:nvGrpSpPr>
        <p:grpSpPr bwMode="auto">
          <a:xfrm>
            <a:off x="2638425" y="1649413"/>
            <a:ext cx="5729288" cy="2405062"/>
            <a:chOff x="933" y="1125"/>
            <a:chExt cx="3609" cy="1515"/>
          </a:xfrm>
        </p:grpSpPr>
        <p:sp>
          <p:nvSpPr>
            <p:cNvPr id="22548" name="Line 23">
              <a:extLst>
                <a:ext uri="{FF2B5EF4-FFF2-40B4-BE49-F238E27FC236}">
                  <a16:creationId xmlns:a16="http://schemas.microsoft.com/office/drawing/2014/main" id="{44434BD6-8F40-404E-AD40-56F1F659F9F6}"/>
                </a:ext>
              </a:extLst>
            </p:cNvPr>
            <p:cNvSpPr>
              <a:spLocks noChangeShapeType="1"/>
            </p:cNvSpPr>
            <p:nvPr/>
          </p:nvSpPr>
          <p:spPr bwMode="auto">
            <a:xfrm>
              <a:off x="2723" y="2035"/>
              <a:ext cx="678" cy="0"/>
            </a:xfrm>
            <a:prstGeom prst="line">
              <a:avLst/>
            </a:prstGeom>
            <a:noFill/>
            <a:ln w="25400">
              <a:solidFill>
                <a:srgbClr val="000000"/>
              </a:solidFill>
              <a:round/>
              <a:headEnd/>
              <a:tailEnd/>
            </a:ln>
          </p:spPr>
          <p:txBody>
            <a:bodyPr/>
            <a:lstStyle/>
            <a:p>
              <a:pPr eaLnBrk="1" hangingPunct="1">
                <a:defRPr/>
              </a:pPr>
              <a:endParaRPr lang="en-US" dirty="0"/>
            </a:p>
          </p:txBody>
        </p:sp>
        <p:sp>
          <p:nvSpPr>
            <p:cNvPr id="22533" name="Line 6">
              <a:extLst>
                <a:ext uri="{FF2B5EF4-FFF2-40B4-BE49-F238E27FC236}">
                  <a16:creationId xmlns:a16="http://schemas.microsoft.com/office/drawing/2014/main" id="{9BA41CF5-7A59-495A-898F-849376E4C4EB}"/>
                </a:ext>
              </a:extLst>
            </p:cNvPr>
            <p:cNvSpPr>
              <a:spLocks noChangeShapeType="1"/>
            </p:cNvSpPr>
            <p:nvPr/>
          </p:nvSpPr>
          <p:spPr bwMode="auto">
            <a:xfrm>
              <a:off x="2723" y="1360"/>
              <a:ext cx="678" cy="0"/>
            </a:xfrm>
            <a:prstGeom prst="line">
              <a:avLst/>
            </a:prstGeom>
            <a:noFill/>
            <a:ln w="25400">
              <a:solidFill>
                <a:srgbClr val="000000"/>
              </a:solidFill>
              <a:round/>
              <a:headEnd/>
              <a:tailEnd/>
            </a:ln>
          </p:spPr>
          <p:txBody>
            <a:bodyPr/>
            <a:lstStyle/>
            <a:p>
              <a:pPr eaLnBrk="1" hangingPunct="1">
                <a:defRPr/>
              </a:pPr>
              <a:endParaRPr lang="en-US" dirty="0"/>
            </a:p>
          </p:txBody>
        </p:sp>
        <p:sp>
          <p:nvSpPr>
            <p:cNvPr id="37895" name="Text Box 7">
              <a:extLst>
                <a:ext uri="{FF2B5EF4-FFF2-40B4-BE49-F238E27FC236}">
                  <a16:creationId xmlns:a16="http://schemas.microsoft.com/office/drawing/2014/main" id="{3496683F-B6C9-E0ED-86C6-F8FA70CDF0C8}"/>
                </a:ext>
              </a:extLst>
            </p:cNvPr>
            <p:cNvSpPr txBox="1">
              <a:spLocks noChangeArrowheads="1"/>
            </p:cNvSpPr>
            <p:nvPr/>
          </p:nvSpPr>
          <p:spPr bwMode="auto">
            <a:xfrm>
              <a:off x="2762" y="1125"/>
              <a:ext cx="651"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SYNC1</a:t>
              </a:r>
            </a:p>
          </p:txBody>
        </p:sp>
        <p:sp>
          <p:nvSpPr>
            <p:cNvPr id="22535" name="Line 8">
              <a:extLst>
                <a:ext uri="{FF2B5EF4-FFF2-40B4-BE49-F238E27FC236}">
                  <a16:creationId xmlns:a16="http://schemas.microsoft.com/office/drawing/2014/main" id="{8C6EDE3F-2B60-4D96-8167-194D82B5BD95}"/>
                </a:ext>
              </a:extLst>
            </p:cNvPr>
            <p:cNvSpPr>
              <a:spLocks noChangeShapeType="1"/>
            </p:cNvSpPr>
            <p:nvPr/>
          </p:nvSpPr>
          <p:spPr bwMode="auto">
            <a:xfrm flipH="1">
              <a:off x="1820" y="1344"/>
              <a:ext cx="465" cy="0"/>
            </a:xfrm>
            <a:prstGeom prst="line">
              <a:avLst/>
            </a:prstGeom>
            <a:noFill/>
            <a:ln w="25400">
              <a:solidFill>
                <a:srgbClr val="000000"/>
              </a:solidFill>
              <a:round/>
              <a:headEnd/>
              <a:tailEnd/>
            </a:ln>
          </p:spPr>
          <p:txBody>
            <a:bodyPr/>
            <a:lstStyle/>
            <a:p>
              <a:pPr eaLnBrk="1" hangingPunct="1">
                <a:defRPr/>
              </a:pPr>
              <a:endParaRPr lang="en-US" dirty="0"/>
            </a:p>
          </p:txBody>
        </p:sp>
        <p:sp>
          <p:nvSpPr>
            <p:cNvPr id="22536" name="Line 9">
              <a:extLst>
                <a:ext uri="{FF2B5EF4-FFF2-40B4-BE49-F238E27FC236}">
                  <a16:creationId xmlns:a16="http://schemas.microsoft.com/office/drawing/2014/main" id="{E3BF27A3-8A16-4A57-BD9E-4E8A44F4611E}"/>
                </a:ext>
              </a:extLst>
            </p:cNvPr>
            <p:cNvSpPr>
              <a:spLocks noChangeShapeType="1"/>
            </p:cNvSpPr>
            <p:nvPr/>
          </p:nvSpPr>
          <p:spPr bwMode="auto">
            <a:xfrm>
              <a:off x="2044" y="1595"/>
              <a:ext cx="233" cy="0"/>
            </a:xfrm>
            <a:prstGeom prst="line">
              <a:avLst/>
            </a:prstGeom>
            <a:noFill/>
            <a:ln w="25400">
              <a:solidFill>
                <a:srgbClr val="000000"/>
              </a:solidFill>
              <a:round/>
              <a:headEnd/>
              <a:tailEnd/>
            </a:ln>
          </p:spPr>
          <p:txBody>
            <a:bodyPr/>
            <a:lstStyle/>
            <a:p>
              <a:pPr eaLnBrk="1" hangingPunct="1">
                <a:defRPr/>
              </a:pPr>
              <a:endParaRPr lang="en-US" dirty="0"/>
            </a:p>
          </p:txBody>
        </p:sp>
        <p:sp>
          <p:nvSpPr>
            <p:cNvPr id="22537" name="Text Box 10">
              <a:extLst>
                <a:ext uri="{FF2B5EF4-FFF2-40B4-BE49-F238E27FC236}">
                  <a16:creationId xmlns:a16="http://schemas.microsoft.com/office/drawing/2014/main" id="{37A71644-C5B2-49DE-BBC3-2E48D5DBEFD8}"/>
                </a:ext>
              </a:extLst>
            </p:cNvPr>
            <p:cNvSpPr txBox="1">
              <a:spLocks noChangeArrowheads="1"/>
            </p:cNvSpPr>
            <p:nvPr/>
          </p:nvSpPr>
          <p:spPr bwMode="auto">
            <a:xfrm>
              <a:off x="3408" y="1202"/>
              <a:ext cx="1134" cy="1438"/>
            </a:xfrm>
            <a:prstGeom prst="rect">
              <a:avLst/>
            </a:prstGeom>
            <a:solidFill>
              <a:schemeClr val="accent1">
                <a:lumMod val="60000"/>
                <a:lumOff val="40000"/>
              </a:schemeClr>
            </a:solidFill>
            <a:ln w="25400">
              <a:solidFill>
                <a:srgbClr val="000000"/>
              </a:solidFill>
              <a:miter lim="800000"/>
              <a:headEnd/>
              <a:tailEnd/>
            </a:ln>
          </p:spPr>
          <p:txBody>
            <a:bodyPr/>
            <a:lstStyle/>
            <a:p>
              <a:pPr>
                <a:defRPr/>
              </a:pPr>
              <a:endParaRPr lang="en-US" sz="2000" dirty="0"/>
            </a:p>
            <a:p>
              <a:pPr>
                <a:defRPr/>
              </a:pPr>
              <a:endParaRPr lang="en-US" sz="2000" dirty="0"/>
            </a:p>
            <a:p>
              <a:pPr algn="ctr">
                <a:defRPr/>
              </a:pPr>
              <a:r>
                <a:rPr lang="en-US" sz="2000" dirty="0"/>
                <a:t>Synchronous </a:t>
              </a:r>
            </a:p>
            <a:p>
              <a:pPr algn="ctr">
                <a:defRPr/>
              </a:pPr>
              <a:r>
                <a:rPr lang="en-US" sz="2000" dirty="0"/>
                <a:t>System</a:t>
              </a:r>
            </a:p>
            <a:p>
              <a:pPr algn="ctr">
                <a:defRPr/>
              </a:pPr>
              <a:endParaRPr lang="en-US" sz="2000" dirty="0"/>
            </a:p>
          </p:txBody>
        </p:sp>
        <p:sp>
          <p:nvSpPr>
            <p:cNvPr id="22538" name="Line 11">
              <a:extLst>
                <a:ext uri="{FF2B5EF4-FFF2-40B4-BE49-F238E27FC236}">
                  <a16:creationId xmlns:a16="http://schemas.microsoft.com/office/drawing/2014/main" id="{FEA38C67-F644-4BDA-917E-5D7E39BCAF90}"/>
                </a:ext>
              </a:extLst>
            </p:cNvPr>
            <p:cNvSpPr>
              <a:spLocks noChangeShapeType="1"/>
            </p:cNvSpPr>
            <p:nvPr/>
          </p:nvSpPr>
          <p:spPr bwMode="auto">
            <a:xfrm flipH="1">
              <a:off x="1536" y="2543"/>
              <a:ext cx="1859" cy="0"/>
            </a:xfrm>
            <a:prstGeom prst="line">
              <a:avLst/>
            </a:prstGeom>
            <a:noFill/>
            <a:ln w="25400">
              <a:solidFill>
                <a:srgbClr val="000000"/>
              </a:solidFill>
              <a:round/>
              <a:headEnd/>
              <a:tailEnd/>
            </a:ln>
          </p:spPr>
          <p:txBody>
            <a:bodyPr/>
            <a:lstStyle/>
            <a:p>
              <a:pPr eaLnBrk="1" hangingPunct="1">
                <a:defRPr/>
              </a:pPr>
              <a:endParaRPr lang="en-US" dirty="0"/>
            </a:p>
          </p:txBody>
        </p:sp>
        <p:sp>
          <p:nvSpPr>
            <p:cNvPr id="22539" name="Line 12">
              <a:extLst>
                <a:ext uri="{FF2B5EF4-FFF2-40B4-BE49-F238E27FC236}">
                  <a16:creationId xmlns:a16="http://schemas.microsoft.com/office/drawing/2014/main" id="{F77D7D15-7FA8-4EB9-BADD-CC9F2A346091}"/>
                </a:ext>
              </a:extLst>
            </p:cNvPr>
            <p:cNvSpPr>
              <a:spLocks noChangeShapeType="1"/>
            </p:cNvSpPr>
            <p:nvPr/>
          </p:nvSpPr>
          <p:spPr bwMode="auto">
            <a:xfrm flipH="1">
              <a:off x="2043" y="1590"/>
              <a:ext cx="0" cy="954"/>
            </a:xfrm>
            <a:prstGeom prst="line">
              <a:avLst/>
            </a:prstGeom>
            <a:noFill/>
            <a:ln w="25400">
              <a:solidFill>
                <a:srgbClr val="000000"/>
              </a:solidFill>
              <a:round/>
              <a:headEnd/>
              <a:tailEnd type="oval" w="med" len="med"/>
            </a:ln>
          </p:spPr>
          <p:txBody>
            <a:bodyPr/>
            <a:lstStyle/>
            <a:p>
              <a:pPr eaLnBrk="1" hangingPunct="1">
                <a:defRPr/>
              </a:pPr>
              <a:endParaRPr lang="en-US" dirty="0"/>
            </a:p>
          </p:txBody>
        </p:sp>
        <p:sp>
          <p:nvSpPr>
            <p:cNvPr id="22540" name="Text Box 13">
              <a:extLst>
                <a:ext uri="{FF2B5EF4-FFF2-40B4-BE49-F238E27FC236}">
                  <a16:creationId xmlns:a16="http://schemas.microsoft.com/office/drawing/2014/main" id="{C80D6B48-D7BA-40D0-8AB5-70831CD6D049}"/>
                </a:ext>
              </a:extLst>
            </p:cNvPr>
            <p:cNvSpPr txBox="1">
              <a:spLocks noChangeArrowheads="1"/>
            </p:cNvSpPr>
            <p:nvPr/>
          </p:nvSpPr>
          <p:spPr bwMode="auto">
            <a:xfrm>
              <a:off x="933" y="1440"/>
              <a:ext cx="776" cy="289"/>
            </a:xfrm>
            <a:prstGeom prst="rect">
              <a:avLst/>
            </a:prstGeom>
            <a:noFill/>
            <a:ln w="25400">
              <a:noFill/>
              <a:miter lim="800000"/>
              <a:headEnd/>
              <a:tailEnd/>
            </a:ln>
          </p:spPr>
          <p:txBody>
            <a:bodyPr/>
            <a:lstStyle/>
            <a:p>
              <a:pPr>
                <a:defRPr/>
              </a:pPr>
              <a:r>
                <a:rPr lang="en-US" sz="2000" dirty="0"/>
                <a:t>Asyncin</a:t>
              </a:r>
            </a:p>
          </p:txBody>
        </p:sp>
        <p:sp>
          <p:nvSpPr>
            <p:cNvPr id="22541" name="Text Box 14">
              <a:extLst>
                <a:ext uri="{FF2B5EF4-FFF2-40B4-BE49-F238E27FC236}">
                  <a16:creationId xmlns:a16="http://schemas.microsoft.com/office/drawing/2014/main" id="{6E40612B-3B55-41C7-9968-228A1AF0A121}"/>
                </a:ext>
              </a:extLst>
            </p:cNvPr>
            <p:cNvSpPr txBox="1">
              <a:spLocks noChangeArrowheads="1"/>
            </p:cNvSpPr>
            <p:nvPr/>
          </p:nvSpPr>
          <p:spPr bwMode="auto">
            <a:xfrm>
              <a:off x="1008" y="2387"/>
              <a:ext cx="700" cy="230"/>
            </a:xfrm>
            <a:prstGeom prst="rect">
              <a:avLst/>
            </a:prstGeom>
            <a:noFill/>
            <a:ln w="25400">
              <a:noFill/>
              <a:miter lim="800000"/>
              <a:headEnd/>
              <a:tailEnd/>
            </a:ln>
          </p:spPr>
          <p:txBody>
            <a:bodyPr/>
            <a:lstStyle/>
            <a:p>
              <a:pPr>
                <a:defRPr/>
              </a:pPr>
              <a:r>
                <a:rPr lang="en-US" sz="2000" dirty="0"/>
                <a:t>Clock</a:t>
              </a:r>
            </a:p>
          </p:txBody>
        </p:sp>
        <p:sp>
          <p:nvSpPr>
            <p:cNvPr id="22542" name="Text Box 15">
              <a:extLst>
                <a:ext uri="{FF2B5EF4-FFF2-40B4-BE49-F238E27FC236}">
                  <a16:creationId xmlns:a16="http://schemas.microsoft.com/office/drawing/2014/main" id="{7C19602E-A4C3-4AB1-8706-CD4A2C47D2B5}"/>
                </a:ext>
              </a:extLst>
            </p:cNvPr>
            <p:cNvSpPr txBox="1">
              <a:spLocks noChangeArrowheads="1"/>
            </p:cNvSpPr>
            <p:nvPr/>
          </p:nvSpPr>
          <p:spPr bwMode="auto">
            <a:xfrm>
              <a:off x="2278" y="1239"/>
              <a:ext cx="458" cy="535"/>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sz="2000" dirty="0"/>
                <a:t>D</a:t>
              </a:r>
            </a:p>
            <a:p>
              <a:pPr>
                <a:defRPr/>
              </a:pPr>
              <a:endParaRPr lang="en-US" sz="2000" dirty="0"/>
            </a:p>
            <a:p>
              <a:pPr>
                <a:defRPr/>
              </a:pPr>
              <a:endParaRPr lang="en-US" sz="2000" dirty="0"/>
            </a:p>
          </p:txBody>
        </p:sp>
        <p:sp>
          <p:nvSpPr>
            <p:cNvPr id="22543" name="Text Box 17">
              <a:extLst>
                <a:ext uri="{FF2B5EF4-FFF2-40B4-BE49-F238E27FC236}">
                  <a16:creationId xmlns:a16="http://schemas.microsoft.com/office/drawing/2014/main" id="{BCE32FE6-8B7F-4883-B8EA-351251B674E8}"/>
                </a:ext>
              </a:extLst>
            </p:cNvPr>
            <p:cNvSpPr txBox="1">
              <a:spLocks noChangeArrowheads="1"/>
            </p:cNvSpPr>
            <p:nvPr/>
          </p:nvSpPr>
          <p:spPr bwMode="auto">
            <a:xfrm>
              <a:off x="2278" y="1905"/>
              <a:ext cx="458" cy="535"/>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sz="2000" dirty="0"/>
                <a:t>D</a:t>
              </a:r>
            </a:p>
            <a:p>
              <a:pPr>
                <a:defRPr/>
              </a:pPr>
              <a:endParaRPr lang="en-US" sz="2000" dirty="0"/>
            </a:p>
            <a:p>
              <a:pPr>
                <a:defRPr/>
              </a:pPr>
              <a:endParaRPr lang="en-US" sz="2000" dirty="0"/>
            </a:p>
          </p:txBody>
        </p:sp>
        <p:sp>
          <p:nvSpPr>
            <p:cNvPr id="37905" name="Line 19">
              <a:extLst>
                <a:ext uri="{FF2B5EF4-FFF2-40B4-BE49-F238E27FC236}">
                  <a16:creationId xmlns:a16="http://schemas.microsoft.com/office/drawing/2014/main" id="{0F11BA66-6148-371A-0AA2-909C65B2FAF3}"/>
                </a:ext>
              </a:extLst>
            </p:cNvPr>
            <p:cNvSpPr>
              <a:spLocks noChangeShapeType="1"/>
            </p:cNvSpPr>
            <p:nvPr/>
          </p:nvSpPr>
          <p:spPr bwMode="auto">
            <a:xfrm flipH="1">
              <a:off x="2043" y="2266"/>
              <a:ext cx="220" cy="0"/>
            </a:xfrm>
            <a:prstGeom prst="line">
              <a:avLst/>
            </a:prstGeom>
            <a:noFill/>
            <a:ln w="25400">
              <a:solidFill>
                <a:srgbClr val="000000"/>
              </a:solidFill>
              <a:round/>
              <a:headEnd type="none" w="sm"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2545" name="Line 20">
              <a:extLst>
                <a:ext uri="{FF2B5EF4-FFF2-40B4-BE49-F238E27FC236}">
                  <a16:creationId xmlns:a16="http://schemas.microsoft.com/office/drawing/2014/main" id="{EB52727C-14ED-448D-84C9-46A3EF07428A}"/>
                </a:ext>
              </a:extLst>
            </p:cNvPr>
            <p:cNvSpPr>
              <a:spLocks noChangeShapeType="1"/>
            </p:cNvSpPr>
            <p:nvPr/>
          </p:nvSpPr>
          <p:spPr bwMode="auto">
            <a:xfrm flipH="1">
              <a:off x="1809" y="2008"/>
              <a:ext cx="466" cy="0"/>
            </a:xfrm>
            <a:prstGeom prst="line">
              <a:avLst/>
            </a:prstGeom>
            <a:noFill/>
            <a:ln w="25400">
              <a:solidFill>
                <a:srgbClr val="000000"/>
              </a:solidFill>
              <a:round/>
              <a:headEnd/>
              <a:tailEnd/>
            </a:ln>
          </p:spPr>
          <p:txBody>
            <a:bodyPr/>
            <a:lstStyle/>
            <a:p>
              <a:pPr eaLnBrk="1" hangingPunct="1">
                <a:defRPr/>
              </a:pPr>
              <a:endParaRPr lang="en-US" dirty="0"/>
            </a:p>
          </p:txBody>
        </p:sp>
        <p:sp>
          <p:nvSpPr>
            <p:cNvPr id="22546" name="Line 21">
              <a:extLst>
                <a:ext uri="{FF2B5EF4-FFF2-40B4-BE49-F238E27FC236}">
                  <a16:creationId xmlns:a16="http://schemas.microsoft.com/office/drawing/2014/main" id="{0BD2BCC2-647C-48EC-96F4-C67898A4D10F}"/>
                </a:ext>
              </a:extLst>
            </p:cNvPr>
            <p:cNvSpPr>
              <a:spLocks noChangeShapeType="1"/>
            </p:cNvSpPr>
            <p:nvPr/>
          </p:nvSpPr>
          <p:spPr bwMode="auto">
            <a:xfrm>
              <a:off x="1820" y="1335"/>
              <a:ext cx="0" cy="673"/>
            </a:xfrm>
            <a:prstGeom prst="line">
              <a:avLst/>
            </a:prstGeom>
            <a:noFill/>
            <a:ln w="25400">
              <a:solidFill>
                <a:srgbClr val="000000"/>
              </a:solidFill>
              <a:round/>
              <a:headEnd/>
              <a:tailEnd/>
            </a:ln>
          </p:spPr>
          <p:txBody>
            <a:bodyPr/>
            <a:lstStyle/>
            <a:p>
              <a:pPr eaLnBrk="1" hangingPunct="1">
                <a:defRPr/>
              </a:pPr>
              <a:endParaRPr lang="en-US" dirty="0"/>
            </a:p>
          </p:txBody>
        </p:sp>
        <p:sp>
          <p:nvSpPr>
            <p:cNvPr id="22547" name="Line 22">
              <a:extLst>
                <a:ext uri="{FF2B5EF4-FFF2-40B4-BE49-F238E27FC236}">
                  <a16:creationId xmlns:a16="http://schemas.microsoft.com/office/drawing/2014/main" id="{B32A13B9-E35E-47EC-808B-B4CA812840EE}"/>
                </a:ext>
              </a:extLst>
            </p:cNvPr>
            <p:cNvSpPr>
              <a:spLocks noChangeShapeType="1"/>
            </p:cNvSpPr>
            <p:nvPr/>
          </p:nvSpPr>
          <p:spPr bwMode="auto">
            <a:xfrm>
              <a:off x="1462" y="1662"/>
              <a:ext cx="349" cy="0"/>
            </a:xfrm>
            <a:prstGeom prst="line">
              <a:avLst/>
            </a:prstGeom>
            <a:noFill/>
            <a:ln w="25400">
              <a:solidFill>
                <a:srgbClr val="000000"/>
              </a:solidFill>
              <a:round/>
              <a:headEnd/>
              <a:tailEnd type="oval" w="med" len="med"/>
            </a:ln>
          </p:spPr>
          <p:txBody>
            <a:bodyPr/>
            <a:lstStyle/>
            <a:p>
              <a:pPr eaLnBrk="1" hangingPunct="1">
                <a:defRPr/>
              </a:pPr>
              <a:endParaRPr lang="en-US" dirty="0"/>
            </a:p>
          </p:txBody>
        </p:sp>
        <p:sp>
          <p:nvSpPr>
            <p:cNvPr id="37909" name="Text Box 24">
              <a:extLst>
                <a:ext uri="{FF2B5EF4-FFF2-40B4-BE49-F238E27FC236}">
                  <a16:creationId xmlns:a16="http://schemas.microsoft.com/office/drawing/2014/main" id="{86229C54-1F9C-8208-44CA-16449C4E9FC8}"/>
                </a:ext>
              </a:extLst>
            </p:cNvPr>
            <p:cNvSpPr txBox="1">
              <a:spLocks noChangeArrowheads="1"/>
            </p:cNvSpPr>
            <p:nvPr/>
          </p:nvSpPr>
          <p:spPr bwMode="auto">
            <a:xfrm>
              <a:off x="2786" y="1779"/>
              <a:ext cx="651"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SYNC2</a:t>
              </a:r>
            </a:p>
          </p:txBody>
        </p:sp>
        <p:sp>
          <p:nvSpPr>
            <p:cNvPr id="22550" name="Freeform 28">
              <a:extLst>
                <a:ext uri="{FF2B5EF4-FFF2-40B4-BE49-F238E27FC236}">
                  <a16:creationId xmlns:a16="http://schemas.microsoft.com/office/drawing/2014/main" id="{B94499EB-5CCC-40F5-A464-D0D525F2DBE2}"/>
                </a:ext>
              </a:extLst>
            </p:cNvPr>
            <p:cNvSpPr>
              <a:spLocks/>
            </p:cNvSpPr>
            <p:nvPr/>
          </p:nvSpPr>
          <p:spPr bwMode="auto">
            <a:xfrm>
              <a:off x="2286" y="1542"/>
              <a:ext cx="96" cy="90"/>
            </a:xfrm>
            <a:custGeom>
              <a:avLst/>
              <a:gdLst>
                <a:gd name="T0" fmla="*/ 0 w 129"/>
                <a:gd name="T1" fmla="*/ 45 h 133"/>
                <a:gd name="T2" fmla="*/ 42 w 129"/>
                <a:gd name="T3" fmla="*/ 2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60000"/>
                <a:lumOff val="40000"/>
              </a:schemeClr>
            </a:solidFill>
            <a:ln w="19050">
              <a:solidFill>
                <a:schemeClr val="tx1"/>
              </a:solidFill>
              <a:miter lim="800000"/>
              <a:headEnd/>
              <a:tailEnd/>
            </a:ln>
          </p:spPr>
          <p:txBody>
            <a:bodyPr/>
            <a:lstStyle/>
            <a:p>
              <a:pPr eaLnBrk="1" hangingPunct="1">
                <a:defRPr/>
              </a:pPr>
              <a:endParaRPr lang="en-US" dirty="0"/>
            </a:p>
          </p:txBody>
        </p:sp>
        <p:sp>
          <p:nvSpPr>
            <p:cNvPr id="2" name="Freeform 28">
              <a:extLst>
                <a:ext uri="{FF2B5EF4-FFF2-40B4-BE49-F238E27FC236}">
                  <a16:creationId xmlns:a16="http://schemas.microsoft.com/office/drawing/2014/main" id="{3A68791F-1C0E-4CC0-AF81-2E8644C358EF}"/>
                </a:ext>
              </a:extLst>
            </p:cNvPr>
            <p:cNvSpPr>
              <a:spLocks/>
            </p:cNvSpPr>
            <p:nvPr/>
          </p:nvSpPr>
          <p:spPr bwMode="auto">
            <a:xfrm>
              <a:off x="2280" y="2226"/>
              <a:ext cx="96" cy="90"/>
            </a:xfrm>
            <a:custGeom>
              <a:avLst/>
              <a:gdLst>
                <a:gd name="T0" fmla="*/ 0 w 129"/>
                <a:gd name="T1" fmla="*/ 45 h 133"/>
                <a:gd name="T2" fmla="*/ 42 w 129"/>
                <a:gd name="T3" fmla="*/ 2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60000"/>
                <a:lumOff val="40000"/>
              </a:schemeClr>
            </a:solidFill>
            <a:ln w="19050">
              <a:solidFill>
                <a:schemeClr val="tx1"/>
              </a:solidFill>
              <a:miter lim="800000"/>
              <a:headEnd/>
              <a:tailEnd/>
            </a:ln>
          </p:spPr>
          <p:txBody>
            <a:bodyPr/>
            <a:lstStyle/>
            <a:p>
              <a:pPr eaLnBrk="1" hangingPunct="1">
                <a:defRPr/>
              </a:pPr>
              <a:endParaRPr lang="en-US" dirty="0"/>
            </a:p>
          </p:txBody>
        </p:sp>
      </p:grpSp>
      <p:sp>
        <p:nvSpPr>
          <p:cNvPr id="3" name="Title 2">
            <a:extLst>
              <a:ext uri="{FF2B5EF4-FFF2-40B4-BE49-F238E27FC236}">
                <a16:creationId xmlns:a16="http://schemas.microsoft.com/office/drawing/2014/main" id="{51F1E2CE-3DB7-3D3A-0FE5-2310B7963C0C}"/>
              </a:ext>
            </a:extLst>
          </p:cNvPr>
          <p:cNvSpPr>
            <a:spLocks noGrp="1"/>
          </p:cNvSpPr>
          <p:nvPr>
            <p:ph type="title"/>
          </p:nvPr>
        </p:nvSpPr>
        <p:spPr/>
        <p:txBody>
          <a:bodyPr>
            <a:normAutofit/>
          </a:bodyPr>
          <a:lstStyle/>
          <a:p>
            <a:r>
              <a:rPr lang="en-US" dirty="0"/>
              <a:t>Two Synchronizers  for the Same Asynchronous Input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Заголовок 2">
            <a:extLst>
              <a:ext uri="{FF2B5EF4-FFF2-40B4-BE49-F238E27FC236}">
                <a16:creationId xmlns:a16="http://schemas.microsoft.com/office/drawing/2014/main" id="{B22E83BF-6CB0-EDA8-82CE-5BB43F570B0D}"/>
              </a:ext>
            </a:extLst>
          </p:cNvPr>
          <p:cNvSpPr>
            <a:spLocks noGrp="1" noChangeArrowheads="1"/>
          </p:cNvSpPr>
          <p:nvPr>
            <p:ph type="title"/>
          </p:nvPr>
        </p:nvSpPr>
        <p:spPr/>
        <p:txBody>
          <a:bodyPr/>
          <a:lstStyle/>
          <a:p>
            <a:r>
              <a:rPr lang="en-US" altLang="en-US"/>
              <a:t>Synchronizer Failure and Metastability</a:t>
            </a:r>
            <a:endParaRPr lang="ru-RU" altLang="en-US"/>
          </a:p>
        </p:txBody>
      </p:sp>
      <p:sp>
        <p:nvSpPr>
          <p:cNvPr id="4" name="Объект 3">
            <a:extLst>
              <a:ext uri="{FF2B5EF4-FFF2-40B4-BE49-F238E27FC236}">
                <a16:creationId xmlns:a16="http://schemas.microsoft.com/office/drawing/2014/main" id="{3F1539BF-7BC6-403A-906C-A5D0A1C13834}"/>
              </a:ext>
            </a:extLst>
          </p:cNvPr>
          <p:cNvSpPr>
            <a:spLocks noGrp="1"/>
          </p:cNvSpPr>
          <p:nvPr>
            <p:ph type="body" sz="quarter" idx="10"/>
          </p:nvPr>
        </p:nvSpPr>
        <p:spPr/>
        <p:txBody>
          <a:bodyPr/>
          <a:lstStyle/>
          <a:p>
            <a:r>
              <a:rPr lang="en-US" dirty="0"/>
              <a:t>There are two ways to get a flip-flop out of the  metastable state:</a:t>
            </a:r>
          </a:p>
          <a:p>
            <a:r>
              <a:rPr lang="en-US" dirty="0"/>
              <a:t>Use the faster flip-flops with short setup time</a:t>
            </a:r>
          </a:p>
          <a:p>
            <a:r>
              <a:rPr lang="en-US" dirty="0"/>
              <a:t>Wait ”long enough”, so the flip-flop comes out of </a:t>
            </a:r>
            <a:r>
              <a:rPr lang="en-US" dirty="0" err="1"/>
              <a:t>metastability</a:t>
            </a:r>
            <a:r>
              <a:rPr lang="en-US" dirty="0"/>
              <a:t> on its own</a:t>
            </a:r>
          </a:p>
          <a:p>
            <a:r>
              <a:rPr lang="en-US" dirty="0" err="1"/>
              <a:t>Metastability</a:t>
            </a:r>
            <a:r>
              <a:rPr lang="en-US" dirty="0"/>
              <a:t> resolution time </a:t>
            </a:r>
            <a:r>
              <a:rPr lang="en-US" dirty="0" err="1"/>
              <a:t>Тres</a:t>
            </a:r>
            <a:endParaRPr lang="en-US" dirty="0"/>
          </a:p>
          <a:p>
            <a:r>
              <a:rPr lang="en-US" dirty="0" err="1"/>
              <a:t>Tres</a:t>
            </a:r>
            <a:r>
              <a:rPr lang="en-US" dirty="0"/>
              <a:t> = TCLK-Q if  input is changed  out of “decision window” (aperture)  time.</a:t>
            </a:r>
          </a:p>
          <a:p>
            <a:r>
              <a:rPr lang="en-US" dirty="0" err="1"/>
              <a:t>Tres</a:t>
            </a:r>
            <a:r>
              <a:rPr lang="en-US" dirty="0"/>
              <a:t>=</a:t>
            </a:r>
            <a:r>
              <a:rPr lang="en-US" dirty="0" err="1"/>
              <a:t>Tclk</a:t>
            </a:r>
            <a:r>
              <a:rPr lang="en-US" dirty="0"/>
              <a:t> –</a:t>
            </a:r>
            <a:r>
              <a:rPr lang="en-US" dirty="0" err="1"/>
              <a:t>Tcomb</a:t>
            </a:r>
            <a:r>
              <a:rPr lang="en-US" dirty="0"/>
              <a:t> – </a:t>
            </a:r>
            <a:r>
              <a:rPr lang="en-US" dirty="0" err="1"/>
              <a:t>Tsetup</a:t>
            </a:r>
            <a:endParaRPr lang="en-US" dirty="0"/>
          </a:p>
          <a:p>
            <a:r>
              <a:rPr lang="en-US" dirty="0"/>
              <a:t>To minimize </a:t>
            </a:r>
            <a:r>
              <a:rPr lang="en-US" dirty="0" err="1"/>
              <a:t>Тres</a:t>
            </a:r>
            <a:r>
              <a:rPr lang="en-US" dirty="0"/>
              <a:t> for a given clock period, it is necessary to minimize </a:t>
            </a:r>
            <a:r>
              <a:rPr lang="en-US" dirty="0" err="1"/>
              <a:t>Tcomb</a:t>
            </a:r>
            <a:r>
              <a:rPr lang="en-US" dirty="0"/>
              <a:t> and </a:t>
            </a:r>
            <a:r>
              <a:rPr lang="en-US" dirty="0" err="1"/>
              <a:t>Tsetup</a:t>
            </a:r>
            <a:r>
              <a:rPr lang="en-US" dirty="0"/>
              <a:t>.</a:t>
            </a:r>
            <a:endParaRPr lang="ru-RU"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A6B4DC-B8CD-AF2D-0B03-7468F60A75E5}"/>
              </a:ext>
            </a:extLst>
          </p:cNvPr>
          <p:cNvSpPr>
            <a:spLocks noGrp="1"/>
          </p:cNvSpPr>
          <p:nvPr>
            <p:ph type="body" sz="quarter" idx="10"/>
          </p:nvPr>
        </p:nvSpPr>
        <p:spPr/>
        <p:txBody>
          <a:bodyPr/>
          <a:lstStyle/>
          <a:p>
            <a:endParaRPr lang="en-US" altLang="en-US" sz="2400" dirty="0"/>
          </a:p>
          <a:p>
            <a:endParaRPr lang="en-US" altLang="en-US" dirty="0"/>
          </a:p>
          <a:p>
            <a:endParaRPr lang="en-US" altLang="en-US" sz="2400" dirty="0"/>
          </a:p>
          <a:p>
            <a:endParaRPr lang="en-US" altLang="en-US" dirty="0"/>
          </a:p>
          <a:p>
            <a:endParaRPr lang="en-US" altLang="en-US" sz="2400" dirty="0"/>
          </a:p>
          <a:p>
            <a:endParaRPr lang="en-US" altLang="en-US" dirty="0"/>
          </a:p>
          <a:p>
            <a:endParaRPr lang="en-US" altLang="en-US" sz="2400" dirty="0"/>
          </a:p>
          <a:p>
            <a:r>
              <a:rPr lang="en-US" altLang="en-US" sz="2400" dirty="0"/>
              <a:t>If the clock period is greater than </a:t>
            </a:r>
            <a:r>
              <a:rPr lang="en-US" altLang="en-US" sz="2400" dirty="0" err="1"/>
              <a:t>T</a:t>
            </a:r>
            <a:r>
              <a:rPr lang="en-US" altLang="en-US" sz="2400" baseline="-25000" dirty="0" err="1"/>
              <a:t>res</a:t>
            </a:r>
            <a:r>
              <a:rPr lang="en-US" altLang="en-US" sz="2400" dirty="0" err="1"/>
              <a:t>+T</a:t>
            </a:r>
            <a:r>
              <a:rPr lang="en-US" altLang="en-US" sz="2400" baseline="-25000" dirty="0" err="1"/>
              <a:t>setup</a:t>
            </a:r>
            <a:r>
              <a:rPr lang="en-US" altLang="en-US" sz="2400" baseline="-25000" dirty="0"/>
              <a:t> FF2</a:t>
            </a:r>
            <a:r>
              <a:rPr lang="en-US" altLang="en-US" sz="2400" dirty="0"/>
              <a:t> SYNCIN becomes a synchronized copy of the asynchronous input  ASYNCIN on the next clock tick without ever becoming metastable itself.  Tres(max)=</a:t>
            </a:r>
            <a:r>
              <a:rPr lang="en-US" altLang="en-US" sz="2400" dirty="0" err="1"/>
              <a:t>t</a:t>
            </a:r>
            <a:r>
              <a:rPr lang="en-US" altLang="en-US" sz="2400" baseline="-25000" dirty="0" err="1"/>
              <a:t>clk</a:t>
            </a:r>
            <a:endParaRPr lang="ru-RU" altLang="en-US" sz="2400" baseline="-25000" dirty="0"/>
          </a:p>
          <a:p>
            <a:endParaRPr lang="en-US" dirty="0"/>
          </a:p>
        </p:txBody>
      </p:sp>
      <p:grpSp>
        <p:nvGrpSpPr>
          <p:cNvPr id="39938" name="Группа 1">
            <a:extLst>
              <a:ext uri="{FF2B5EF4-FFF2-40B4-BE49-F238E27FC236}">
                <a16:creationId xmlns:a16="http://schemas.microsoft.com/office/drawing/2014/main" id="{B751D39B-03FF-723D-88B0-90251DAFF147}"/>
              </a:ext>
            </a:extLst>
          </p:cNvPr>
          <p:cNvGrpSpPr>
            <a:grpSpLocks/>
          </p:cNvGrpSpPr>
          <p:nvPr/>
        </p:nvGrpSpPr>
        <p:grpSpPr bwMode="auto">
          <a:xfrm>
            <a:off x="2474913" y="1663701"/>
            <a:ext cx="7029450" cy="2327275"/>
            <a:chOff x="1130300" y="1676400"/>
            <a:chExt cx="7029450" cy="2327275"/>
          </a:xfrm>
        </p:grpSpPr>
        <p:sp>
          <p:nvSpPr>
            <p:cNvPr id="18437" name="Text Box 6">
              <a:extLst>
                <a:ext uri="{FF2B5EF4-FFF2-40B4-BE49-F238E27FC236}">
                  <a16:creationId xmlns:a16="http://schemas.microsoft.com/office/drawing/2014/main" id="{58611570-8BBD-43C5-AC58-7097139472BE}"/>
                </a:ext>
              </a:extLst>
            </p:cNvPr>
            <p:cNvSpPr txBox="1">
              <a:spLocks noChangeArrowheads="1"/>
            </p:cNvSpPr>
            <p:nvPr/>
          </p:nvSpPr>
          <p:spPr bwMode="auto">
            <a:xfrm>
              <a:off x="2716212" y="1976438"/>
              <a:ext cx="801688" cy="1366837"/>
            </a:xfrm>
            <a:prstGeom prst="rect">
              <a:avLst/>
            </a:prstGeom>
            <a:solidFill>
              <a:schemeClr val="accent1">
                <a:lumMod val="60000"/>
                <a:lumOff val="40000"/>
              </a:schemeClr>
            </a:solidFill>
            <a:ln w="25400">
              <a:solidFill>
                <a:schemeClr val="tx1"/>
              </a:solidFill>
              <a:miter lim="800000"/>
              <a:headEnd/>
              <a:tailEnd/>
            </a:ln>
          </p:spPr>
          <p:txBody>
            <a:bodyPr/>
            <a:lstStyle/>
            <a:p>
              <a:pPr>
                <a:defRPr/>
              </a:pPr>
              <a:r>
                <a:rPr lang="en-US"/>
                <a:t>D   Q</a:t>
              </a:r>
            </a:p>
            <a:p>
              <a:pPr>
                <a:defRPr/>
              </a:pPr>
              <a:endParaRPr lang="en-US"/>
            </a:p>
            <a:p>
              <a:pPr>
                <a:defRPr/>
              </a:pPr>
              <a:endParaRPr lang="en-US"/>
            </a:p>
            <a:p>
              <a:pPr>
                <a:defRPr/>
              </a:pPr>
              <a:endParaRPr lang="en-US"/>
            </a:p>
          </p:txBody>
        </p:sp>
        <p:sp>
          <p:nvSpPr>
            <p:cNvPr id="18438" name="Text Box 7">
              <a:extLst>
                <a:ext uri="{FF2B5EF4-FFF2-40B4-BE49-F238E27FC236}">
                  <a16:creationId xmlns:a16="http://schemas.microsoft.com/office/drawing/2014/main" id="{ACA57682-FA2B-4BCE-B7C8-691C6895E86B}"/>
                </a:ext>
              </a:extLst>
            </p:cNvPr>
            <p:cNvSpPr txBox="1">
              <a:spLocks noChangeArrowheads="1"/>
            </p:cNvSpPr>
            <p:nvPr/>
          </p:nvSpPr>
          <p:spPr bwMode="auto">
            <a:xfrm>
              <a:off x="4368800" y="1946275"/>
              <a:ext cx="803275" cy="1366838"/>
            </a:xfrm>
            <a:prstGeom prst="rect">
              <a:avLst/>
            </a:prstGeom>
            <a:solidFill>
              <a:schemeClr val="accent1">
                <a:lumMod val="60000"/>
                <a:lumOff val="40000"/>
              </a:schemeClr>
            </a:solidFill>
            <a:ln w="25400">
              <a:solidFill>
                <a:schemeClr val="tx1"/>
              </a:solidFill>
              <a:miter lim="800000"/>
              <a:headEnd/>
              <a:tailEnd/>
            </a:ln>
          </p:spPr>
          <p:txBody>
            <a:bodyPr/>
            <a:lstStyle/>
            <a:p>
              <a:pPr>
                <a:defRPr/>
              </a:pPr>
              <a:r>
                <a:rPr lang="en-US" dirty="0"/>
                <a:t>D   Q</a:t>
              </a:r>
            </a:p>
            <a:p>
              <a:pPr>
                <a:defRPr/>
              </a:pPr>
              <a:endParaRPr lang="en-US" dirty="0"/>
            </a:p>
            <a:p>
              <a:pPr>
                <a:defRPr/>
              </a:pPr>
              <a:endParaRPr lang="en-US" dirty="0"/>
            </a:p>
            <a:p>
              <a:pPr>
                <a:defRPr/>
              </a:pPr>
              <a:endParaRPr lang="en-US" dirty="0"/>
            </a:p>
          </p:txBody>
        </p:sp>
        <p:sp>
          <p:nvSpPr>
            <p:cNvPr id="18439" name="Text Box 8">
              <a:extLst>
                <a:ext uri="{FF2B5EF4-FFF2-40B4-BE49-F238E27FC236}">
                  <a16:creationId xmlns:a16="http://schemas.microsoft.com/office/drawing/2014/main" id="{8FA6036C-8028-4BF3-ABDC-85AED44D3EB3}"/>
                </a:ext>
              </a:extLst>
            </p:cNvPr>
            <p:cNvSpPr txBox="1">
              <a:spLocks noChangeArrowheads="1"/>
            </p:cNvSpPr>
            <p:nvPr/>
          </p:nvSpPr>
          <p:spPr bwMode="auto">
            <a:xfrm>
              <a:off x="6256337" y="1676400"/>
              <a:ext cx="1903413" cy="2327275"/>
            </a:xfrm>
            <a:prstGeom prst="rect">
              <a:avLst/>
            </a:prstGeom>
            <a:solidFill>
              <a:schemeClr val="accent1">
                <a:lumMod val="60000"/>
                <a:lumOff val="40000"/>
              </a:schemeClr>
            </a:solidFill>
            <a:ln w="25400">
              <a:solidFill>
                <a:schemeClr val="tx1"/>
              </a:solidFill>
              <a:miter lim="800000"/>
              <a:headEnd/>
              <a:tailEnd/>
            </a:ln>
          </p:spPr>
          <p:txBody>
            <a:bodyPr/>
            <a:lstStyle/>
            <a:p>
              <a:pPr>
                <a:defRPr/>
              </a:pPr>
              <a:endParaRPr lang="en-US"/>
            </a:p>
            <a:p>
              <a:pPr>
                <a:defRPr/>
              </a:pPr>
              <a:endParaRPr lang="en-US"/>
            </a:p>
            <a:p>
              <a:pPr algn="ctr">
                <a:defRPr/>
              </a:pPr>
              <a:r>
                <a:rPr lang="en-US"/>
                <a:t>Synchronous </a:t>
              </a:r>
            </a:p>
            <a:p>
              <a:pPr algn="ctr">
                <a:defRPr/>
              </a:pPr>
              <a:r>
                <a:rPr lang="en-US"/>
                <a:t>System</a:t>
              </a:r>
            </a:p>
            <a:p>
              <a:pPr algn="ctr">
                <a:defRPr/>
              </a:pPr>
              <a:endParaRPr lang="en-US"/>
            </a:p>
          </p:txBody>
        </p:sp>
        <p:sp>
          <p:nvSpPr>
            <p:cNvPr id="39945" name="Line 9">
              <a:extLst>
                <a:ext uri="{FF2B5EF4-FFF2-40B4-BE49-F238E27FC236}">
                  <a16:creationId xmlns:a16="http://schemas.microsoft.com/office/drawing/2014/main" id="{C500B8A8-0EF4-8050-34F3-CD74EC1F26D4}"/>
                </a:ext>
              </a:extLst>
            </p:cNvPr>
            <p:cNvSpPr>
              <a:spLocks noChangeShapeType="1"/>
            </p:cNvSpPr>
            <p:nvPr/>
          </p:nvSpPr>
          <p:spPr bwMode="auto">
            <a:xfrm>
              <a:off x="1912938" y="2295525"/>
              <a:ext cx="803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6" name="Line 10">
              <a:extLst>
                <a:ext uri="{FF2B5EF4-FFF2-40B4-BE49-F238E27FC236}">
                  <a16:creationId xmlns:a16="http://schemas.microsoft.com/office/drawing/2014/main" id="{2E749E27-4E37-0AF4-B09E-49FD632D8ABB}"/>
                </a:ext>
              </a:extLst>
            </p:cNvPr>
            <p:cNvSpPr>
              <a:spLocks noChangeShapeType="1"/>
            </p:cNvSpPr>
            <p:nvPr/>
          </p:nvSpPr>
          <p:spPr bwMode="auto">
            <a:xfrm>
              <a:off x="3519488" y="2270125"/>
              <a:ext cx="847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7" name="Line 11">
              <a:extLst>
                <a:ext uri="{FF2B5EF4-FFF2-40B4-BE49-F238E27FC236}">
                  <a16:creationId xmlns:a16="http://schemas.microsoft.com/office/drawing/2014/main" id="{731EA2C3-1C3A-EA33-6C73-A73C171359FF}"/>
                </a:ext>
              </a:extLst>
            </p:cNvPr>
            <p:cNvSpPr>
              <a:spLocks noChangeShapeType="1"/>
            </p:cNvSpPr>
            <p:nvPr/>
          </p:nvSpPr>
          <p:spPr bwMode="auto">
            <a:xfrm flipV="1">
              <a:off x="5178425" y="2263775"/>
              <a:ext cx="10874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8" name="Line 12">
              <a:extLst>
                <a:ext uri="{FF2B5EF4-FFF2-40B4-BE49-F238E27FC236}">
                  <a16:creationId xmlns:a16="http://schemas.microsoft.com/office/drawing/2014/main" id="{74AA6407-59D5-E188-014A-E3549A581754}"/>
                </a:ext>
              </a:extLst>
            </p:cNvPr>
            <p:cNvSpPr>
              <a:spLocks noChangeShapeType="1"/>
            </p:cNvSpPr>
            <p:nvPr/>
          </p:nvSpPr>
          <p:spPr bwMode="auto">
            <a:xfrm>
              <a:off x="1873250" y="3733800"/>
              <a:ext cx="43656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9" name="Line 13">
              <a:extLst>
                <a:ext uri="{FF2B5EF4-FFF2-40B4-BE49-F238E27FC236}">
                  <a16:creationId xmlns:a16="http://schemas.microsoft.com/office/drawing/2014/main" id="{942E7124-7601-ECC6-2A13-69DB67652B95}"/>
                </a:ext>
              </a:extLst>
            </p:cNvPr>
            <p:cNvSpPr>
              <a:spLocks noChangeShapeType="1"/>
            </p:cNvSpPr>
            <p:nvPr/>
          </p:nvSpPr>
          <p:spPr bwMode="auto">
            <a:xfrm>
              <a:off x="2368550" y="3005138"/>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0" name="Line 14">
              <a:extLst>
                <a:ext uri="{FF2B5EF4-FFF2-40B4-BE49-F238E27FC236}">
                  <a16:creationId xmlns:a16="http://schemas.microsoft.com/office/drawing/2014/main" id="{2EB7ACF0-2939-6B57-1120-680F04D7257C}"/>
                </a:ext>
              </a:extLst>
            </p:cNvPr>
            <p:cNvSpPr>
              <a:spLocks noChangeShapeType="1"/>
            </p:cNvSpPr>
            <p:nvPr/>
          </p:nvSpPr>
          <p:spPr bwMode="auto">
            <a:xfrm>
              <a:off x="4022725" y="2986088"/>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1" name="Line 15">
              <a:extLst>
                <a:ext uri="{FF2B5EF4-FFF2-40B4-BE49-F238E27FC236}">
                  <a16:creationId xmlns:a16="http://schemas.microsoft.com/office/drawing/2014/main" id="{EBB688AB-670B-7826-4D2C-22B3A6C56358}"/>
                </a:ext>
              </a:extLst>
            </p:cNvPr>
            <p:cNvSpPr>
              <a:spLocks noChangeShapeType="1"/>
            </p:cNvSpPr>
            <p:nvPr/>
          </p:nvSpPr>
          <p:spPr bwMode="auto">
            <a:xfrm flipH="1">
              <a:off x="2362200" y="3005138"/>
              <a:ext cx="0" cy="73025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9952" name="Line 16">
              <a:extLst>
                <a:ext uri="{FF2B5EF4-FFF2-40B4-BE49-F238E27FC236}">
                  <a16:creationId xmlns:a16="http://schemas.microsoft.com/office/drawing/2014/main" id="{112CBE8C-5A26-DB17-E254-BFB13B6E748B}"/>
                </a:ext>
              </a:extLst>
            </p:cNvPr>
            <p:cNvSpPr>
              <a:spLocks noChangeShapeType="1"/>
            </p:cNvSpPr>
            <p:nvPr/>
          </p:nvSpPr>
          <p:spPr bwMode="auto">
            <a:xfrm>
              <a:off x="4022725" y="2997200"/>
              <a:ext cx="0" cy="741363"/>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9953" name="Text Box 17">
              <a:extLst>
                <a:ext uri="{FF2B5EF4-FFF2-40B4-BE49-F238E27FC236}">
                  <a16:creationId xmlns:a16="http://schemas.microsoft.com/office/drawing/2014/main" id="{D5852456-EF32-A274-B7E5-80650405E3C3}"/>
                </a:ext>
              </a:extLst>
            </p:cNvPr>
            <p:cNvSpPr txBox="1">
              <a:spLocks noChangeArrowheads="1"/>
            </p:cNvSpPr>
            <p:nvPr/>
          </p:nvSpPr>
          <p:spPr bwMode="auto">
            <a:xfrm>
              <a:off x="1517650" y="1993900"/>
              <a:ext cx="1404937" cy="440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ASYNCIN</a:t>
              </a:r>
            </a:p>
          </p:txBody>
        </p:sp>
        <p:sp>
          <p:nvSpPr>
            <p:cNvPr id="39954" name="Text Box 18">
              <a:extLst>
                <a:ext uri="{FF2B5EF4-FFF2-40B4-BE49-F238E27FC236}">
                  <a16:creationId xmlns:a16="http://schemas.microsoft.com/office/drawing/2014/main" id="{234333A1-81EA-52B4-7FE4-C27D871C44E2}"/>
                </a:ext>
              </a:extLst>
            </p:cNvPr>
            <p:cNvSpPr txBox="1">
              <a:spLocks noChangeArrowheads="1"/>
            </p:cNvSpPr>
            <p:nvPr/>
          </p:nvSpPr>
          <p:spPr bwMode="auto">
            <a:xfrm>
              <a:off x="1130300" y="3381375"/>
              <a:ext cx="11239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CLOCK</a:t>
              </a:r>
            </a:p>
          </p:txBody>
        </p:sp>
        <p:sp>
          <p:nvSpPr>
            <p:cNvPr id="39955" name="Text Box 19">
              <a:extLst>
                <a:ext uri="{FF2B5EF4-FFF2-40B4-BE49-F238E27FC236}">
                  <a16:creationId xmlns:a16="http://schemas.microsoft.com/office/drawing/2014/main" id="{D640A5B1-7A55-3D7F-C410-65B0F5676836}"/>
                </a:ext>
              </a:extLst>
            </p:cNvPr>
            <p:cNvSpPr txBox="1">
              <a:spLocks noChangeArrowheads="1"/>
            </p:cNvSpPr>
            <p:nvPr/>
          </p:nvSpPr>
          <p:spPr bwMode="auto">
            <a:xfrm>
              <a:off x="3473450" y="1676400"/>
              <a:ext cx="11239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META</a:t>
              </a:r>
            </a:p>
          </p:txBody>
        </p:sp>
        <p:sp>
          <p:nvSpPr>
            <p:cNvPr id="39956" name="Text Box 20">
              <a:extLst>
                <a:ext uri="{FF2B5EF4-FFF2-40B4-BE49-F238E27FC236}">
                  <a16:creationId xmlns:a16="http://schemas.microsoft.com/office/drawing/2014/main" id="{03B23FD0-35FD-F5B8-69CC-F683357B9C14}"/>
                </a:ext>
              </a:extLst>
            </p:cNvPr>
            <p:cNvSpPr txBox="1">
              <a:spLocks noChangeArrowheads="1"/>
            </p:cNvSpPr>
            <p:nvPr/>
          </p:nvSpPr>
          <p:spPr bwMode="auto">
            <a:xfrm>
              <a:off x="5151438" y="1731963"/>
              <a:ext cx="1179512"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SYNCIN</a:t>
              </a:r>
            </a:p>
          </p:txBody>
        </p:sp>
        <p:sp>
          <p:nvSpPr>
            <p:cNvPr id="39957" name="Text Box 21">
              <a:extLst>
                <a:ext uri="{FF2B5EF4-FFF2-40B4-BE49-F238E27FC236}">
                  <a16:creationId xmlns:a16="http://schemas.microsoft.com/office/drawing/2014/main" id="{5F60B1D8-9396-394A-DE54-04F3849D7D95}"/>
                </a:ext>
              </a:extLst>
            </p:cNvPr>
            <p:cNvSpPr txBox="1">
              <a:spLocks noChangeArrowheads="1"/>
            </p:cNvSpPr>
            <p:nvPr/>
          </p:nvSpPr>
          <p:spPr bwMode="auto">
            <a:xfrm>
              <a:off x="3516313" y="2403475"/>
              <a:ext cx="682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FF1</a:t>
              </a:r>
            </a:p>
          </p:txBody>
        </p:sp>
        <p:sp>
          <p:nvSpPr>
            <p:cNvPr id="39958" name="Text Box 22">
              <a:extLst>
                <a:ext uri="{FF2B5EF4-FFF2-40B4-BE49-F238E27FC236}">
                  <a16:creationId xmlns:a16="http://schemas.microsoft.com/office/drawing/2014/main" id="{87C6E779-8A4A-5683-F953-7C61EB937C7F}"/>
                </a:ext>
              </a:extLst>
            </p:cNvPr>
            <p:cNvSpPr txBox="1">
              <a:spLocks noChangeArrowheads="1"/>
            </p:cNvSpPr>
            <p:nvPr/>
          </p:nvSpPr>
          <p:spPr bwMode="auto">
            <a:xfrm>
              <a:off x="5192713" y="2446338"/>
              <a:ext cx="6826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t>FF2</a:t>
              </a:r>
            </a:p>
          </p:txBody>
        </p:sp>
        <p:sp>
          <p:nvSpPr>
            <p:cNvPr id="18454" name="Freeform 25">
              <a:extLst>
                <a:ext uri="{FF2B5EF4-FFF2-40B4-BE49-F238E27FC236}">
                  <a16:creationId xmlns:a16="http://schemas.microsoft.com/office/drawing/2014/main" id="{B4062918-D2A9-4D97-BA00-8307066B9FCB}"/>
                </a:ext>
              </a:extLst>
            </p:cNvPr>
            <p:cNvSpPr>
              <a:spLocks/>
            </p:cNvSpPr>
            <p:nvPr/>
          </p:nvSpPr>
          <p:spPr bwMode="auto">
            <a:xfrm>
              <a:off x="2724150" y="2878138"/>
              <a:ext cx="169862" cy="176212"/>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60000"/>
                <a:lumOff val="40000"/>
              </a:schemeClr>
            </a:solidFill>
            <a:ln w="19050">
              <a:solidFill>
                <a:schemeClr val="tx1"/>
              </a:solidFill>
              <a:miter lim="800000"/>
              <a:headEnd/>
              <a:tailEnd/>
            </a:ln>
          </p:spPr>
          <p:txBody>
            <a:bodyPr/>
            <a:lstStyle/>
            <a:p>
              <a:pPr eaLnBrk="1" hangingPunct="1">
                <a:defRPr/>
              </a:pPr>
              <a:endParaRPr lang="en-GB"/>
            </a:p>
          </p:txBody>
        </p:sp>
        <p:sp>
          <p:nvSpPr>
            <p:cNvPr id="18455" name="Freeform 26">
              <a:extLst>
                <a:ext uri="{FF2B5EF4-FFF2-40B4-BE49-F238E27FC236}">
                  <a16:creationId xmlns:a16="http://schemas.microsoft.com/office/drawing/2014/main" id="{E36203E5-29F2-4EAA-9924-56B8FCC8E1FD}"/>
                </a:ext>
              </a:extLst>
            </p:cNvPr>
            <p:cNvSpPr>
              <a:spLocks/>
            </p:cNvSpPr>
            <p:nvPr/>
          </p:nvSpPr>
          <p:spPr bwMode="auto">
            <a:xfrm>
              <a:off x="4379912" y="2878138"/>
              <a:ext cx="169863" cy="176212"/>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60000"/>
                <a:lumOff val="40000"/>
              </a:schemeClr>
            </a:solidFill>
            <a:ln w="19050">
              <a:solidFill>
                <a:schemeClr val="tx1"/>
              </a:solidFill>
              <a:miter lim="800000"/>
              <a:headEnd/>
              <a:tailEnd/>
            </a:ln>
          </p:spPr>
          <p:txBody>
            <a:bodyPr/>
            <a:lstStyle/>
            <a:p>
              <a:pPr eaLnBrk="1" hangingPunct="1">
                <a:defRPr/>
              </a:pPr>
              <a:endParaRPr lang="en-GB"/>
            </a:p>
          </p:txBody>
        </p:sp>
      </p:grpSp>
      <p:sp>
        <p:nvSpPr>
          <p:cNvPr id="39939" name="Text Box 28">
            <a:extLst>
              <a:ext uri="{FF2B5EF4-FFF2-40B4-BE49-F238E27FC236}">
                <a16:creationId xmlns:a16="http://schemas.microsoft.com/office/drawing/2014/main" id="{1A2E99B6-5056-FF74-1E37-1F27E463C479}"/>
              </a:ext>
            </a:extLst>
          </p:cNvPr>
          <p:cNvSpPr txBox="1">
            <a:spLocks noChangeArrowheads="1"/>
          </p:cNvSpPr>
          <p:nvPr/>
        </p:nvSpPr>
        <p:spPr bwMode="auto">
          <a:xfrm>
            <a:off x="2133600" y="4114801"/>
            <a:ext cx="80660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err="1"/>
              <a:t>T</a:t>
            </a:r>
            <a:r>
              <a:rPr lang="en-US" altLang="en-US" sz="2000" baseline="-25000" dirty="0" err="1"/>
              <a:t>comb</a:t>
            </a:r>
            <a:r>
              <a:rPr lang="en-US" altLang="en-US" sz="2000" dirty="0"/>
              <a:t>=0</a:t>
            </a:r>
          </a:p>
        </p:txBody>
      </p:sp>
      <p:sp>
        <p:nvSpPr>
          <p:cNvPr id="24" name="Title 3">
            <a:extLst>
              <a:ext uri="{FF2B5EF4-FFF2-40B4-BE49-F238E27FC236}">
                <a16:creationId xmlns:a16="http://schemas.microsoft.com/office/drawing/2014/main" id="{23120202-CFB0-42AC-BB26-5F3A8BB2FDBB}"/>
              </a:ext>
            </a:extLst>
          </p:cNvPr>
          <p:cNvSpPr txBox="1">
            <a:spLocks/>
          </p:cNvSpPr>
          <p:nvPr/>
        </p:nvSpPr>
        <p:spPr bwMode="auto">
          <a:xfrm>
            <a:off x="1981200" y="277814"/>
            <a:ext cx="8229600" cy="1139825"/>
          </a:xfrm>
          <a:prstGeom prst="rect">
            <a:avLst/>
          </a:prstGeom>
          <a:noFill/>
          <a:ln w="9525">
            <a:noFill/>
            <a:miter lim="800000"/>
            <a:headEnd/>
            <a:tailEnd/>
          </a:ln>
        </p:spPr>
        <p:txBody>
          <a:bodyPr/>
          <a:lstStyle/>
          <a:p>
            <a:pPr>
              <a:defRPr/>
            </a:pPr>
            <a:endParaRPr lang="en-US" sz="3600" b="1" kern="0" dirty="0">
              <a:latin typeface="+mj-lt"/>
              <a:ea typeface="+mj-ea"/>
              <a:cs typeface="+mj-cs"/>
            </a:endParaRPr>
          </a:p>
        </p:txBody>
      </p:sp>
      <p:sp>
        <p:nvSpPr>
          <p:cNvPr id="39941" name="TextBox 24">
            <a:extLst>
              <a:ext uri="{FF2B5EF4-FFF2-40B4-BE49-F238E27FC236}">
                <a16:creationId xmlns:a16="http://schemas.microsoft.com/office/drawing/2014/main" id="{D1791D7C-D758-9B41-D496-85154503183D}"/>
              </a:ext>
            </a:extLst>
          </p:cNvPr>
          <p:cNvSpPr txBox="1">
            <a:spLocks noChangeArrowheads="1"/>
          </p:cNvSpPr>
          <p:nvPr/>
        </p:nvSpPr>
        <p:spPr bwMode="auto">
          <a:xfrm>
            <a:off x="2133600" y="1219200"/>
            <a:ext cx="5486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baseline="-25000"/>
              <a:t>ASYNCIN </a:t>
            </a:r>
            <a:r>
              <a:rPr lang="en-US" altLang="en-US"/>
              <a:t>&gt; Clock period</a:t>
            </a:r>
            <a:endParaRPr lang="en-GB" altLang="en-US"/>
          </a:p>
        </p:txBody>
      </p:sp>
      <p:sp>
        <p:nvSpPr>
          <p:cNvPr id="2" name="Title 1">
            <a:extLst>
              <a:ext uri="{FF2B5EF4-FFF2-40B4-BE49-F238E27FC236}">
                <a16:creationId xmlns:a16="http://schemas.microsoft.com/office/drawing/2014/main" id="{D19411A1-CCE3-AD38-4887-95E6328DE155}"/>
              </a:ext>
            </a:extLst>
          </p:cNvPr>
          <p:cNvSpPr>
            <a:spLocks noGrp="1"/>
          </p:cNvSpPr>
          <p:nvPr>
            <p:ph type="title"/>
          </p:nvPr>
        </p:nvSpPr>
        <p:spPr/>
        <p:txBody>
          <a:bodyPr>
            <a:normAutofit/>
          </a:bodyPr>
          <a:lstStyle/>
          <a:p>
            <a:r>
              <a:rPr lang="en-US" dirty="0"/>
              <a:t>Reliable Synchronizer Design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E8FF4189-AA51-2C13-ADC0-9A22D9A7F68A}"/>
              </a:ext>
            </a:extLst>
          </p:cNvPr>
          <p:cNvSpPr>
            <a:spLocks noGrp="1" noChangeArrowheads="1"/>
          </p:cNvSpPr>
          <p:nvPr>
            <p:ph type="title"/>
          </p:nvPr>
        </p:nvSpPr>
        <p:spPr/>
        <p:txBody>
          <a:bodyPr/>
          <a:lstStyle/>
          <a:p>
            <a:r>
              <a:rPr lang="en-US" altLang="en-US"/>
              <a:t>Description of Synchronizer</a:t>
            </a:r>
            <a:endParaRPr lang="en-GB" altLang="en-US"/>
          </a:p>
        </p:txBody>
      </p:sp>
      <p:sp>
        <p:nvSpPr>
          <p:cNvPr id="3" name="Text Placeholder 2">
            <a:extLst>
              <a:ext uri="{FF2B5EF4-FFF2-40B4-BE49-F238E27FC236}">
                <a16:creationId xmlns:a16="http://schemas.microsoft.com/office/drawing/2014/main" id="{7BCF2965-09CF-32E2-5737-D75C95E76019}"/>
              </a:ext>
            </a:extLst>
          </p:cNvPr>
          <p:cNvSpPr>
            <a:spLocks noGrp="1"/>
          </p:cNvSpPr>
          <p:nvPr>
            <p:ph type="body" sz="quarter" idx="13"/>
          </p:nvPr>
        </p:nvSpPr>
        <p:spPr/>
        <p:txBody>
          <a:bodyPr/>
          <a:lstStyle/>
          <a:p>
            <a:pPr marL="0" indent="0" algn="ctr" eaLnBrk="1" hangingPunct="1">
              <a:buNone/>
            </a:pPr>
            <a:r>
              <a:rPr lang="en-US" altLang="en-US" sz="1800" b="1" dirty="0">
                <a:solidFill>
                  <a:srgbClr val="0000FF"/>
                </a:solidFill>
              </a:rPr>
              <a:t>Verilog</a:t>
            </a:r>
            <a:r>
              <a:rPr lang="en-US" altLang="en-US" sz="1800" b="1" dirty="0"/>
              <a:t>  </a:t>
            </a:r>
          </a:p>
          <a:p>
            <a:pPr marL="0" indent="0" eaLnBrk="1" hangingPunct="1">
              <a:buNone/>
            </a:pPr>
            <a:r>
              <a:rPr lang="en-US" altLang="en-US" sz="1800" b="1" dirty="0"/>
              <a:t>module </a:t>
            </a:r>
            <a:r>
              <a:rPr lang="en-US" altLang="en-US" sz="1800" dirty="0" err="1"/>
              <a:t>Synchronizer_dual</a:t>
            </a:r>
            <a:r>
              <a:rPr lang="en-US" altLang="en-US" sz="1800" dirty="0"/>
              <a:t> (</a:t>
            </a:r>
            <a:r>
              <a:rPr lang="en-US" altLang="en-US" sz="1800" dirty="0" err="1"/>
              <a:t>clk,Asyncin</a:t>
            </a:r>
            <a:r>
              <a:rPr lang="en-US" altLang="en-US" sz="1800" dirty="0"/>
              <a:t>, </a:t>
            </a:r>
            <a:r>
              <a:rPr lang="en-US" altLang="en-US" sz="1800" dirty="0" err="1"/>
              <a:t>Syncin</a:t>
            </a:r>
            <a:r>
              <a:rPr lang="en-US" altLang="en-US" sz="1800" dirty="0"/>
              <a:t>);</a:t>
            </a:r>
          </a:p>
          <a:p>
            <a:pPr marL="0" indent="0" eaLnBrk="1" hangingPunct="1">
              <a:buNone/>
            </a:pPr>
            <a:r>
              <a:rPr lang="en-US" altLang="en-US" sz="1800" b="1" dirty="0"/>
              <a:t>  input </a:t>
            </a:r>
            <a:r>
              <a:rPr lang="en-US" altLang="en-US" sz="1800" dirty="0" err="1"/>
              <a:t>clk,Asyncin</a:t>
            </a:r>
            <a:r>
              <a:rPr lang="en-US" altLang="en-US" sz="1800" dirty="0"/>
              <a:t>;</a:t>
            </a:r>
          </a:p>
          <a:p>
            <a:pPr marL="0" indent="0" eaLnBrk="1" hangingPunct="1">
              <a:buNone/>
            </a:pPr>
            <a:r>
              <a:rPr lang="en-US" altLang="en-US" sz="1800" b="1" dirty="0"/>
              <a:t>  output </a:t>
            </a:r>
            <a:r>
              <a:rPr lang="en-US" altLang="en-US" sz="1800" dirty="0" err="1"/>
              <a:t>Syncin</a:t>
            </a:r>
            <a:r>
              <a:rPr lang="en-US" altLang="en-US" sz="1800" dirty="0"/>
              <a:t>;</a:t>
            </a:r>
          </a:p>
          <a:p>
            <a:pPr marL="0" indent="0" eaLnBrk="1" hangingPunct="1">
              <a:buNone/>
            </a:pPr>
            <a:r>
              <a:rPr lang="en-US" altLang="en-US" sz="1800" b="1" dirty="0"/>
              <a:t>  reg </a:t>
            </a:r>
            <a:r>
              <a:rPr lang="en-US" altLang="en-US" sz="1800" dirty="0" err="1"/>
              <a:t>meta,b</a:t>
            </a:r>
            <a:r>
              <a:rPr lang="en-US" altLang="en-US" sz="1800" dirty="0"/>
              <a:t>;</a:t>
            </a:r>
          </a:p>
          <a:p>
            <a:pPr marL="0" indent="0" eaLnBrk="1" hangingPunct="1">
              <a:buNone/>
            </a:pPr>
            <a:r>
              <a:rPr lang="en-US" altLang="en-US" sz="1800" b="1" dirty="0"/>
              <a:t>  always</a:t>
            </a:r>
            <a:r>
              <a:rPr lang="en-US" altLang="en-US" sz="1800" dirty="0"/>
              <a:t>@(</a:t>
            </a:r>
            <a:r>
              <a:rPr lang="en-US" altLang="en-US" sz="1800" dirty="0" err="1"/>
              <a:t>posedge</a:t>
            </a:r>
            <a:r>
              <a:rPr lang="en-US" altLang="en-US" sz="1800" dirty="0"/>
              <a:t> </a:t>
            </a:r>
            <a:r>
              <a:rPr lang="en-US" altLang="en-US" sz="1800" dirty="0" err="1"/>
              <a:t>clk</a:t>
            </a:r>
            <a:r>
              <a:rPr lang="en-US" altLang="en-US" sz="1800" dirty="0"/>
              <a:t>)</a:t>
            </a:r>
          </a:p>
          <a:p>
            <a:pPr marL="0" indent="0" eaLnBrk="1" hangingPunct="1">
              <a:buNone/>
            </a:pPr>
            <a:r>
              <a:rPr lang="en-US" altLang="en-US" sz="1800" b="1" dirty="0"/>
              <a:t>    begin</a:t>
            </a:r>
          </a:p>
          <a:p>
            <a:pPr marL="0" indent="0" eaLnBrk="1" hangingPunct="1">
              <a:buNone/>
            </a:pPr>
            <a:r>
              <a:rPr lang="en-US" altLang="en-US" sz="1800" dirty="0"/>
              <a:t>    meta&lt;=</a:t>
            </a:r>
            <a:r>
              <a:rPr lang="en-US" altLang="en-US" sz="1800" dirty="0" err="1"/>
              <a:t>Asyncin</a:t>
            </a:r>
            <a:r>
              <a:rPr lang="en-US" altLang="en-US" sz="1800" dirty="0"/>
              <a:t>;</a:t>
            </a:r>
          </a:p>
          <a:p>
            <a:pPr marL="0" indent="0" eaLnBrk="1" hangingPunct="1">
              <a:buNone/>
            </a:pPr>
            <a:r>
              <a:rPr lang="en-US" altLang="en-US" sz="1800" dirty="0"/>
              <a:t>    b&lt;=meta;</a:t>
            </a:r>
          </a:p>
          <a:p>
            <a:pPr marL="0" indent="0" eaLnBrk="1" hangingPunct="1">
              <a:buNone/>
            </a:pPr>
            <a:r>
              <a:rPr lang="en-US" altLang="en-US" sz="1800" b="1" dirty="0"/>
              <a:t>    end</a:t>
            </a:r>
          </a:p>
          <a:p>
            <a:pPr marL="0" indent="0" eaLnBrk="1" hangingPunct="1">
              <a:buNone/>
            </a:pPr>
            <a:r>
              <a:rPr lang="en-US" altLang="en-US" sz="1800" b="1" dirty="0"/>
              <a:t>  assign </a:t>
            </a:r>
            <a:r>
              <a:rPr lang="en-US" altLang="en-US" sz="1800" dirty="0" err="1"/>
              <a:t>Syncin</a:t>
            </a:r>
            <a:r>
              <a:rPr lang="en-US" altLang="en-US" sz="1800" dirty="0"/>
              <a:t>=b;</a:t>
            </a:r>
          </a:p>
          <a:p>
            <a:pPr marL="0" indent="0" eaLnBrk="1" hangingPunct="1">
              <a:buNone/>
            </a:pPr>
            <a:r>
              <a:rPr lang="en-US" altLang="en-US" sz="1800" b="1" dirty="0" err="1"/>
              <a:t>endmodule</a:t>
            </a:r>
            <a:endParaRPr lang="en-US" altLang="en-US" sz="1800" b="1" dirty="0"/>
          </a:p>
          <a:p>
            <a:pPr marL="0" indent="0" eaLnBrk="1" hangingPunct="1">
              <a:buNone/>
            </a:pPr>
            <a:r>
              <a:rPr lang="en-US" altLang="en-US" sz="1800" b="1" dirty="0"/>
              <a:t> </a:t>
            </a:r>
          </a:p>
          <a:p>
            <a:pPr marL="0" indent="0" eaLnBrk="1" hangingPunct="1">
              <a:buNone/>
            </a:pPr>
            <a:r>
              <a:rPr lang="en-US" altLang="en-US" sz="1800" b="1" dirty="0"/>
              <a:t> </a:t>
            </a:r>
            <a:br>
              <a:rPr lang="ru-RU" altLang="en-US" sz="1800" b="1" dirty="0"/>
            </a:br>
            <a:endParaRPr lang="en-GB" altLang="en-US" sz="1800" dirty="0"/>
          </a:p>
          <a:p>
            <a:pPr marL="0" indent="0">
              <a:buNone/>
            </a:pPr>
            <a:endParaRPr lang="en-US" sz="1800" dirty="0"/>
          </a:p>
        </p:txBody>
      </p:sp>
      <p:sp>
        <p:nvSpPr>
          <p:cNvPr id="4" name="Text Placeholder 3">
            <a:extLst>
              <a:ext uri="{FF2B5EF4-FFF2-40B4-BE49-F238E27FC236}">
                <a16:creationId xmlns:a16="http://schemas.microsoft.com/office/drawing/2014/main" id="{F567CAC1-0FCE-94D7-9144-290E14874868}"/>
              </a:ext>
            </a:extLst>
          </p:cNvPr>
          <p:cNvSpPr>
            <a:spLocks noGrp="1"/>
          </p:cNvSpPr>
          <p:nvPr>
            <p:ph type="body" sz="quarter" idx="14"/>
          </p:nvPr>
        </p:nvSpPr>
        <p:spPr/>
        <p:txBody>
          <a:bodyPr/>
          <a:lstStyle/>
          <a:p>
            <a:pPr marL="0" indent="0" algn="ctr" eaLnBrk="1" hangingPunct="1">
              <a:buNone/>
            </a:pPr>
            <a:r>
              <a:rPr lang="en-US" altLang="en-US" sz="1800" b="1" dirty="0">
                <a:solidFill>
                  <a:srgbClr val="0000FF"/>
                </a:solidFill>
              </a:rPr>
              <a:t>System Verilog</a:t>
            </a:r>
          </a:p>
          <a:p>
            <a:pPr marL="0" indent="0" eaLnBrk="1" hangingPunct="1">
              <a:buNone/>
            </a:pPr>
            <a:r>
              <a:rPr lang="en-US" altLang="en-US" sz="1800" b="1" dirty="0"/>
              <a:t>module</a:t>
            </a:r>
            <a:r>
              <a:rPr lang="en-US" altLang="en-US" sz="1800" dirty="0"/>
              <a:t> synchronizer</a:t>
            </a:r>
            <a:r>
              <a:rPr lang="ru-RU" altLang="en-US" sz="1800" dirty="0"/>
              <a:t>(</a:t>
            </a:r>
            <a:br>
              <a:rPr lang="ru-RU" altLang="en-US" sz="1800" dirty="0"/>
            </a:br>
            <a:r>
              <a:rPr lang="en-US" altLang="en-US" sz="1800" dirty="0"/>
              <a:t>   </a:t>
            </a:r>
            <a:r>
              <a:rPr lang="en-US" altLang="en-US" sz="1800" b="1" dirty="0"/>
              <a:t>input logic</a:t>
            </a:r>
            <a:r>
              <a:rPr lang="en-US" altLang="en-US" sz="1800" dirty="0"/>
              <a:t> </a:t>
            </a:r>
            <a:r>
              <a:rPr lang="en-US" altLang="en-US" sz="1800" dirty="0" err="1"/>
              <a:t>asyncin</a:t>
            </a:r>
            <a:r>
              <a:rPr lang="ru-RU" altLang="en-US" sz="1800" dirty="0"/>
              <a:t>,</a:t>
            </a:r>
            <a:br>
              <a:rPr lang="ru-RU" altLang="en-US" sz="1800" dirty="0"/>
            </a:br>
            <a:r>
              <a:rPr lang="en-US" altLang="en-US" sz="1800" dirty="0"/>
              <a:t>   </a:t>
            </a:r>
            <a:r>
              <a:rPr lang="en-US" altLang="en-US" sz="1800" b="1" dirty="0"/>
              <a:t>input logic</a:t>
            </a:r>
            <a:r>
              <a:rPr lang="en-US" altLang="en-US" sz="1800" dirty="0"/>
              <a:t> </a:t>
            </a:r>
            <a:r>
              <a:rPr lang="en-US" altLang="en-US" sz="1800" dirty="0" err="1"/>
              <a:t>clk</a:t>
            </a:r>
            <a:r>
              <a:rPr lang="ru-RU" altLang="en-US" sz="1800" dirty="0"/>
              <a:t>,</a:t>
            </a:r>
            <a:br>
              <a:rPr lang="ru-RU" altLang="en-US" sz="1800" dirty="0"/>
            </a:br>
            <a:r>
              <a:rPr lang="en-US" altLang="en-US" sz="1800" dirty="0"/>
              <a:t>   </a:t>
            </a:r>
            <a:r>
              <a:rPr lang="en-US" altLang="en-US" sz="1800" b="1" dirty="0"/>
              <a:t>output logic</a:t>
            </a:r>
            <a:r>
              <a:rPr lang="en-US" altLang="en-US" sz="1800" dirty="0"/>
              <a:t> </a:t>
            </a:r>
            <a:r>
              <a:rPr lang="en-US" altLang="en-US" sz="1800" dirty="0" err="1"/>
              <a:t>syncin</a:t>
            </a:r>
            <a:br>
              <a:rPr lang="ru-RU" altLang="en-US" sz="1800" dirty="0"/>
            </a:br>
            <a:r>
              <a:rPr lang="ru-RU" altLang="en-US" sz="1800" dirty="0"/>
              <a:t>);</a:t>
            </a:r>
            <a:br>
              <a:rPr lang="ru-RU" altLang="en-US" sz="1800" dirty="0"/>
            </a:br>
            <a:r>
              <a:rPr lang="en-US" altLang="en-US" sz="1800" b="1" dirty="0"/>
              <a:t>logic </a:t>
            </a:r>
            <a:r>
              <a:rPr lang="en-US" altLang="en-US" sz="1800" dirty="0"/>
              <a:t> meta</a:t>
            </a:r>
            <a:r>
              <a:rPr lang="ru-RU" altLang="en-US" sz="1800" dirty="0"/>
              <a:t>,</a:t>
            </a:r>
            <a:r>
              <a:rPr lang="en-US" altLang="en-US" sz="1800" dirty="0"/>
              <a:t>b</a:t>
            </a:r>
            <a:r>
              <a:rPr lang="ru-RU" altLang="en-US" sz="1800" dirty="0"/>
              <a:t>;</a:t>
            </a:r>
            <a:br>
              <a:rPr lang="ru-RU" altLang="en-US" sz="1800" dirty="0"/>
            </a:br>
            <a:r>
              <a:rPr lang="en-US" altLang="en-US" sz="1800" b="1" dirty="0" err="1"/>
              <a:t>always_ff</a:t>
            </a:r>
            <a:r>
              <a:rPr lang="en-US" altLang="en-US" sz="1800" dirty="0"/>
              <a:t> </a:t>
            </a:r>
            <a:r>
              <a:rPr lang="ru-RU" altLang="en-US" sz="1800" dirty="0"/>
              <a:t>@(</a:t>
            </a:r>
            <a:r>
              <a:rPr lang="en-US" altLang="en-US" sz="1800" b="1" dirty="0" err="1"/>
              <a:t>posedge</a:t>
            </a:r>
            <a:r>
              <a:rPr lang="en-US" altLang="en-US" sz="1800" b="1" dirty="0"/>
              <a:t> </a:t>
            </a:r>
            <a:r>
              <a:rPr lang="en-US" altLang="en-US" sz="1800" dirty="0" err="1"/>
              <a:t>clk</a:t>
            </a:r>
            <a:r>
              <a:rPr lang="ru-RU" altLang="en-US" sz="1800" dirty="0"/>
              <a:t>)</a:t>
            </a:r>
            <a:br>
              <a:rPr lang="ru-RU" altLang="en-US" sz="1800" dirty="0"/>
            </a:br>
            <a:r>
              <a:rPr lang="en-US" altLang="en-US" sz="1800" b="1" dirty="0"/>
              <a:t>begin</a:t>
            </a:r>
            <a:br>
              <a:rPr lang="ru-RU" altLang="en-US" sz="1800" b="1" dirty="0"/>
            </a:br>
            <a:r>
              <a:rPr lang="en-US" altLang="en-US" sz="1800" dirty="0"/>
              <a:t>    b</a:t>
            </a:r>
            <a:r>
              <a:rPr lang="ru-RU" altLang="en-US" sz="1800" dirty="0"/>
              <a:t>&lt;=</a:t>
            </a:r>
            <a:r>
              <a:rPr lang="en-US" altLang="en-US" sz="1800" dirty="0"/>
              <a:t>meta</a:t>
            </a:r>
            <a:r>
              <a:rPr lang="ru-RU" altLang="en-US" sz="1800" dirty="0"/>
              <a:t>;</a:t>
            </a:r>
            <a:br>
              <a:rPr lang="ru-RU" altLang="en-US" sz="1800" dirty="0"/>
            </a:br>
            <a:r>
              <a:rPr lang="en-US" altLang="en-US" sz="1800" dirty="0"/>
              <a:t>   meta</a:t>
            </a:r>
            <a:r>
              <a:rPr lang="ru-RU" altLang="en-US" sz="1800" dirty="0"/>
              <a:t>&lt;=</a:t>
            </a:r>
            <a:r>
              <a:rPr lang="en-US" altLang="en-US" sz="1800" dirty="0" err="1"/>
              <a:t>asyncin</a:t>
            </a:r>
            <a:r>
              <a:rPr lang="ru-RU" altLang="en-US" sz="1800" dirty="0"/>
              <a:t>;</a:t>
            </a:r>
            <a:br>
              <a:rPr lang="ru-RU" altLang="en-US" sz="1800" dirty="0"/>
            </a:br>
            <a:r>
              <a:rPr lang="en-US" altLang="en-US" sz="1800" b="1" dirty="0"/>
              <a:t>end</a:t>
            </a:r>
          </a:p>
          <a:p>
            <a:pPr marL="0" indent="0" eaLnBrk="1" hangingPunct="1">
              <a:buNone/>
            </a:pPr>
            <a:r>
              <a:rPr lang="en-US" altLang="en-US" sz="1800" b="1" dirty="0"/>
              <a:t>assign </a:t>
            </a:r>
            <a:r>
              <a:rPr lang="en-US" altLang="en-US" sz="1800" dirty="0" err="1"/>
              <a:t>syncin</a:t>
            </a:r>
            <a:r>
              <a:rPr lang="en-US" altLang="en-US" sz="1800" dirty="0"/>
              <a:t>=b;</a:t>
            </a:r>
          </a:p>
          <a:p>
            <a:pPr marL="0" indent="0" eaLnBrk="1" hangingPunct="1">
              <a:buNone/>
            </a:pPr>
            <a:r>
              <a:rPr lang="en-US" altLang="en-US" sz="1800" b="1" dirty="0" err="1"/>
              <a:t>endmodule</a:t>
            </a:r>
            <a:br>
              <a:rPr lang="ru-RU" altLang="en-US" sz="1800" b="1" dirty="0"/>
            </a:br>
            <a:endParaRPr lang="en-GB" altLang="en-US" sz="1800" dirty="0"/>
          </a:p>
          <a:p>
            <a:pPr marL="0" indent="0">
              <a:buNone/>
            </a:pP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a:extLst>
              <a:ext uri="{FF2B5EF4-FFF2-40B4-BE49-F238E27FC236}">
                <a16:creationId xmlns:a16="http://schemas.microsoft.com/office/drawing/2014/main" id="{17B55280-1C09-6E8F-FBF6-F20846F48C35}"/>
              </a:ext>
            </a:extLst>
          </p:cNvPr>
          <p:cNvSpPr>
            <a:spLocks noGrp="1" noChangeArrowheads="1"/>
          </p:cNvSpPr>
          <p:nvPr>
            <p:ph type="title"/>
          </p:nvPr>
        </p:nvSpPr>
        <p:spPr>
          <a:xfrm>
            <a:off x="0" y="183401"/>
            <a:ext cx="11612880" cy="704088"/>
          </a:xfrm>
        </p:spPr>
        <p:txBody>
          <a:bodyPr/>
          <a:lstStyle/>
          <a:p>
            <a:r>
              <a:rPr lang="en-US" altLang="en-US"/>
              <a:t>Multiple-Cycle Synchronizer  with Deskewing</a:t>
            </a:r>
            <a:endParaRPr lang="ru-RU" altLang="en-US"/>
          </a:p>
        </p:txBody>
      </p:sp>
      <p:grpSp>
        <p:nvGrpSpPr>
          <p:cNvPr id="41987" name="Group 38">
            <a:extLst>
              <a:ext uri="{FF2B5EF4-FFF2-40B4-BE49-F238E27FC236}">
                <a16:creationId xmlns:a16="http://schemas.microsoft.com/office/drawing/2014/main" id="{77B5D079-5DDD-A96A-DFBC-862CFAD3A54D}"/>
              </a:ext>
            </a:extLst>
          </p:cNvPr>
          <p:cNvGrpSpPr>
            <a:grpSpLocks/>
          </p:cNvGrpSpPr>
          <p:nvPr/>
        </p:nvGrpSpPr>
        <p:grpSpPr bwMode="auto">
          <a:xfrm>
            <a:off x="2057401" y="1828800"/>
            <a:ext cx="8162925" cy="3886200"/>
            <a:chOff x="595313" y="1524001"/>
            <a:chExt cx="7862887" cy="3733800"/>
          </a:xfrm>
        </p:grpSpPr>
        <p:grpSp>
          <p:nvGrpSpPr>
            <p:cNvPr id="41988" name="Group 39">
              <a:extLst>
                <a:ext uri="{FF2B5EF4-FFF2-40B4-BE49-F238E27FC236}">
                  <a16:creationId xmlns:a16="http://schemas.microsoft.com/office/drawing/2014/main" id="{D4C1B97F-540E-060E-8CBA-D3B9B3371DE1}"/>
                </a:ext>
              </a:extLst>
            </p:cNvPr>
            <p:cNvGrpSpPr>
              <a:grpSpLocks/>
            </p:cNvGrpSpPr>
            <p:nvPr/>
          </p:nvGrpSpPr>
          <p:grpSpPr bwMode="auto">
            <a:xfrm>
              <a:off x="595313" y="1524001"/>
              <a:ext cx="7862887" cy="3733800"/>
              <a:chOff x="360" y="1182"/>
              <a:chExt cx="4945" cy="2322"/>
            </a:xfrm>
          </p:grpSpPr>
          <p:sp>
            <p:nvSpPr>
              <p:cNvPr id="4" name="Line 23">
                <a:extLst>
                  <a:ext uri="{FF2B5EF4-FFF2-40B4-BE49-F238E27FC236}">
                    <a16:creationId xmlns:a16="http://schemas.microsoft.com/office/drawing/2014/main" id="{4D463636-3378-4E47-86E0-6E0A47E9C0E2}"/>
                  </a:ext>
                </a:extLst>
              </p:cNvPr>
              <p:cNvSpPr>
                <a:spLocks noChangeShapeType="1"/>
              </p:cNvSpPr>
              <p:nvPr/>
            </p:nvSpPr>
            <p:spPr bwMode="auto">
              <a:xfrm>
                <a:off x="894" y="2094"/>
                <a:ext cx="265" cy="0"/>
              </a:xfrm>
              <a:prstGeom prst="line">
                <a:avLst/>
              </a:prstGeom>
              <a:noFill/>
              <a:ln w="25400">
                <a:solidFill>
                  <a:schemeClr val="tx1"/>
                </a:solidFill>
                <a:round/>
                <a:headEnd/>
                <a:tailEnd/>
              </a:ln>
            </p:spPr>
            <p:txBody>
              <a:bodyPr/>
              <a:lstStyle/>
              <a:p>
                <a:pPr eaLnBrk="1" hangingPunct="1">
                  <a:defRPr/>
                </a:pPr>
                <a:endParaRPr lang="en-US" dirty="0"/>
              </a:p>
            </p:txBody>
          </p:sp>
          <p:sp>
            <p:nvSpPr>
              <p:cNvPr id="27656" name="Line 10">
                <a:extLst>
                  <a:ext uri="{FF2B5EF4-FFF2-40B4-BE49-F238E27FC236}">
                    <a16:creationId xmlns:a16="http://schemas.microsoft.com/office/drawing/2014/main" id="{5B8EE76F-9013-4059-A97E-FDB1FF76C162}"/>
                  </a:ext>
                </a:extLst>
              </p:cNvPr>
              <p:cNvSpPr>
                <a:spLocks noChangeShapeType="1"/>
              </p:cNvSpPr>
              <p:nvPr/>
            </p:nvSpPr>
            <p:spPr bwMode="auto">
              <a:xfrm flipV="1">
                <a:off x="1630" y="1727"/>
                <a:ext cx="657" cy="0"/>
              </a:xfrm>
              <a:prstGeom prst="line">
                <a:avLst/>
              </a:prstGeom>
              <a:noFill/>
              <a:ln w="25400">
                <a:solidFill>
                  <a:schemeClr val="tx1"/>
                </a:solidFill>
                <a:round/>
                <a:headEnd/>
                <a:tailEnd/>
              </a:ln>
            </p:spPr>
            <p:txBody>
              <a:bodyPr/>
              <a:lstStyle/>
              <a:p>
                <a:pPr eaLnBrk="1" hangingPunct="1">
                  <a:defRPr/>
                </a:pPr>
                <a:endParaRPr lang="en-US" dirty="0"/>
              </a:p>
            </p:txBody>
          </p:sp>
          <p:sp>
            <p:nvSpPr>
              <p:cNvPr id="27674" name="Line 28">
                <a:extLst>
                  <a:ext uri="{FF2B5EF4-FFF2-40B4-BE49-F238E27FC236}">
                    <a16:creationId xmlns:a16="http://schemas.microsoft.com/office/drawing/2014/main" id="{DC4928CA-D458-42D7-8582-A112FF107EE1}"/>
                  </a:ext>
                </a:extLst>
              </p:cNvPr>
              <p:cNvSpPr>
                <a:spLocks noChangeShapeType="1"/>
              </p:cNvSpPr>
              <p:nvPr/>
            </p:nvSpPr>
            <p:spPr bwMode="auto">
              <a:xfrm>
                <a:off x="2769" y="1727"/>
                <a:ext cx="524" cy="0"/>
              </a:xfrm>
              <a:prstGeom prst="line">
                <a:avLst/>
              </a:prstGeom>
              <a:noFill/>
              <a:ln w="25400">
                <a:solidFill>
                  <a:schemeClr val="tx1"/>
                </a:solidFill>
                <a:round/>
                <a:headEnd/>
                <a:tailEnd/>
              </a:ln>
            </p:spPr>
            <p:txBody>
              <a:bodyPr/>
              <a:lstStyle/>
              <a:p>
                <a:pPr eaLnBrk="1" hangingPunct="1">
                  <a:defRPr/>
                </a:pPr>
                <a:endParaRPr lang="en-US" dirty="0"/>
              </a:p>
            </p:txBody>
          </p:sp>
          <p:sp>
            <p:nvSpPr>
              <p:cNvPr id="27673" name="Line 27">
                <a:extLst>
                  <a:ext uri="{FF2B5EF4-FFF2-40B4-BE49-F238E27FC236}">
                    <a16:creationId xmlns:a16="http://schemas.microsoft.com/office/drawing/2014/main" id="{92EFBCD0-E7BE-4195-8B80-59EBB60B81BC}"/>
                  </a:ext>
                </a:extLst>
              </p:cNvPr>
              <p:cNvSpPr>
                <a:spLocks noChangeShapeType="1"/>
              </p:cNvSpPr>
              <p:nvPr/>
            </p:nvSpPr>
            <p:spPr bwMode="auto">
              <a:xfrm>
                <a:off x="3783" y="1727"/>
                <a:ext cx="439" cy="0"/>
              </a:xfrm>
              <a:prstGeom prst="line">
                <a:avLst/>
              </a:prstGeom>
              <a:noFill/>
              <a:ln w="25400">
                <a:solidFill>
                  <a:schemeClr val="tx1"/>
                </a:solidFill>
                <a:round/>
                <a:headEnd/>
                <a:tailEnd/>
              </a:ln>
            </p:spPr>
            <p:txBody>
              <a:bodyPr/>
              <a:lstStyle/>
              <a:p>
                <a:pPr eaLnBrk="1" hangingPunct="1">
                  <a:defRPr/>
                </a:pPr>
                <a:endParaRPr lang="en-US" dirty="0"/>
              </a:p>
            </p:txBody>
          </p:sp>
          <p:sp>
            <p:nvSpPr>
              <p:cNvPr id="20488" name="Text Box 6">
                <a:extLst>
                  <a:ext uri="{FF2B5EF4-FFF2-40B4-BE49-F238E27FC236}">
                    <a16:creationId xmlns:a16="http://schemas.microsoft.com/office/drawing/2014/main" id="{A9F62932-1F4B-4F6C-AC1B-516AFCEEC95C}"/>
                  </a:ext>
                </a:extLst>
              </p:cNvPr>
              <p:cNvSpPr txBox="1">
                <a:spLocks noChangeArrowheads="1"/>
              </p:cNvSpPr>
              <p:nvPr/>
            </p:nvSpPr>
            <p:spPr bwMode="auto">
              <a:xfrm>
                <a:off x="1148" y="1583"/>
                <a:ext cx="493" cy="783"/>
              </a:xfrm>
              <a:prstGeom prst="rect">
                <a:avLst/>
              </a:prstGeom>
              <a:solidFill>
                <a:schemeClr val="accent1">
                  <a:lumMod val="40000"/>
                  <a:lumOff val="60000"/>
                </a:schemeClr>
              </a:solidFill>
              <a:ln w="25400">
                <a:solidFill>
                  <a:srgbClr val="000000"/>
                </a:solidFill>
                <a:miter lim="800000"/>
                <a:headEnd/>
                <a:tailEnd/>
              </a:ln>
            </p:spPr>
            <p:txBody>
              <a:bodyPr/>
              <a:lstStyle/>
              <a:p>
                <a:pPr>
                  <a:defRPr/>
                </a:pPr>
                <a:r>
                  <a:rPr lang="en-US" sz="2000"/>
                  <a:t>D</a:t>
                </a:r>
              </a:p>
              <a:p>
                <a:pPr>
                  <a:defRPr/>
                </a:pPr>
                <a:endParaRPr lang="en-US" sz="2000"/>
              </a:p>
              <a:p>
                <a:pPr>
                  <a:defRPr/>
                </a:pPr>
                <a:r>
                  <a:rPr lang="en-US" sz="2000"/>
                  <a:t>  C</a:t>
                </a:r>
              </a:p>
            </p:txBody>
          </p:sp>
          <p:sp>
            <p:nvSpPr>
              <p:cNvPr id="20489" name="Text Box 7">
                <a:extLst>
                  <a:ext uri="{FF2B5EF4-FFF2-40B4-BE49-F238E27FC236}">
                    <a16:creationId xmlns:a16="http://schemas.microsoft.com/office/drawing/2014/main" id="{CD95FFA9-F281-4D26-B3DA-E9AD464212A6}"/>
                  </a:ext>
                </a:extLst>
              </p:cNvPr>
              <p:cNvSpPr txBox="1">
                <a:spLocks noChangeArrowheads="1"/>
              </p:cNvSpPr>
              <p:nvPr/>
            </p:nvSpPr>
            <p:spPr bwMode="auto">
              <a:xfrm>
                <a:off x="2287" y="1567"/>
                <a:ext cx="491" cy="783"/>
              </a:xfrm>
              <a:prstGeom prst="rect">
                <a:avLst/>
              </a:prstGeom>
              <a:solidFill>
                <a:schemeClr val="accent1">
                  <a:lumMod val="40000"/>
                  <a:lumOff val="60000"/>
                </a:schemeClr>
              </a:solidFill>
              <a:ln w="25400">
                <a:solidFill>
                  <a:srgbClr val="000000"/>
                </a:solidFill>
                <a:miter lim="800000"/>
                <a:headEnd/>
                <a:tailEnd/>
              </a:ln>
            </p:spPr>
            <p:txBody>
              <a:bodyPr/>
              <a:lstStyle/>
              <a:p>
                <a:pPr>
                  <a:defRPr/>
                </a:pPr>
                <a:r>
                  <a:rPr lang="en-US" sz="2000"/>
                  <a:t>D</a:t>
                </a:r>
              </a:p>
              <a:p>
                <a:pPr>
                  <a:defRPr/>
                </a:pPr>
                <a:endParaRPr lang="en-US" sz="2000"/>
              </a:p>
              <a:p>
                <a:pPr>
                  <a:defRPr/>
                </a:pPr>
                <a:r>
                  <a:rPr lang="en-US" sz="2000"/>
                  <a:t>  C</a:t>
                </a:r>
              </a:p>
            </p:txBody>
          </p:sp>
          <p:sp>
            <p:nvSpPr>
              <p:cNvPr id="27654" name="Rectangle 8">
                <a:extLst>
                  <a:ext uri="{FF2B5EF4-FFF2-40B4-BE49-F238E27FC236}">
                    <a16:creationId xmlns:a16="http://schemas.microsoft.com/office/drawing/2014/main" id="{AF87C2B0-67A6-416A-B2F0-F3E243E0A359}"/>
                  </a:ext>
                </a:extLst>
              </p:cNvPr>
              <p:cNvSpPr>
                <a:spLocks noChangeArrowheads="1"/>
              </p:cNvSpPr>
              <p:nvPr/>
            </p:nvSpPr>
            <p:spPr bwMode="auto">
              <a:xfrm>
                <a:off x="1104" y="2783"/>
                <a:ext cx="917" cy="528"/>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algn="ctr" eaLnBrk="1" hangingPunct="1">
                  <a:defRPr/>
                </a:pPr>
                <a:r>
                  <a:rPr lang="en-US" sz="2000" dirty="0"/>
                  <a:t>Divide-by-N</a:t>
                </a:r>
              </a:p>
              <a:p>
                <a:pPr algn="ctr" eaLnBrk="1" hangingPunct="1">
                  <a:defRPr/>
                </a:pPr>
                <a:r>
                  <a:rPr lang="en-US" sz="2000" dirty="0"/>
                  <a:t>counter</a:t>
                </a:r>
                <a:endParaRPr lang="ru-RU" sz="2000" dirty="0"/>
              </a:p>
            </p:txBody>
          </p:sp>
          <p:sp>
            <p:nvSpPr>
              <p:cNvPr id="27655" name="Line 9">
                <a:extLst>
                  <a:ext uri="{FF2B5EF4-FFF2-40B4-BE49-F238E27FC236}">
                    <a16:creationId xmlns:a16="http://schemas.microsoft.com/office/drawing/2014/main" id="{6FCCD7D2-DBB3-49B4-8EE5-7707DDE8C522}"/>
                  </a:ext>
                </a:extLst>
              </p:cNvPr>
              <p:cNvSpPr>
                <a:spLocks noChangeShapeType="1"/>
              </p:cNvSpPr>
              <p:nvPr/>
            </p:nvSpPr>
            <p:spPr bwMode="auto">
              <a:xfrm>
                <a:off x="608" y="1727"/>
                <a:ext cx="529" cy="0"/>
              </a:xfrm>
              <a:prstGeom prst="line">
                <a:avLst/>
              </a:prstGeom>
              <a:noFill/>
              <a:ln w="25400">
                <a:solidFill>
                  <a:schemeClr val="tx1"/>
                </a:solidFill>
                <a:round/>
                <a:headEnd/>
                <a:tailEnd/>
              </a:ln>
            </p:spPr>
            <p:txBody>
              <a:bodyPr/>
              <a:lstStyle/>
              <a:p>
                <a:pPr eaLnBrk="1" hangingPunct="1">
                  <a:defRPr/>
                </a:pPr>
                <a:endParaRPr lang="en-US" dirty="0"/>
              </a:p>
            </p:txBody>
          </p:sp>
          <p:sp>
            <p:nvSpPr>
              <p:cNvPr id="20492" name="Text Box 11">
                <a:extLst>
                  <a:ext uri="{FF2B5EF4-FFF2-40B4-BE49-F238E27FC236}">
                    <a16:creationId xmlns:a16="http://schemas.microsoft.com/office/drawing/2014/main" id="{F454C4B8-7C06-46F8-8089-A3BCFD982142}"/>
                  </a:ext>
                </a:extLst>
              </p:cNvPr>
              <p:cNvSpPr txBox="1">
                <a:spLocks noChangeArrowheads="1"/>
              </p:cNvSpPr>
              <p:nvPr/>
            </p:nvSpPr>
            <p:spPr bwMode="auto">
              <a:xfrm>
                <a:off x="3301" y="1567"/>
                <a:ext cx="493" cy="783"/>
              </a:xfrm>
              <a:prstGeom prst="rect">
                <a:avLst/>
              </a:prstGeom>
              <a:solidFill>
                <a:schemeClr val="accent1">
                  <a:lumMod val="40000"/>
                  <a:lumOff val="60000"/>
                </a:schemeClr>
              </a:solidFill>
              <a:ln w="25400">
                <a:solidFill>
                  <a:srgbClr val="000000"/>
                </a:solidFill>
                <a:miter lim="800000"/>
                <a:headEnd/>
                <a:tailEnd/>
              </a:ln>
            </p:spPr>
            <p:txBody>
              <a:bodyPr/>
              <a:lstStyle/>
              <a:p>
                <a:pPr>
                  <a:defRPr/>
                </a:pPr>
                <a:r>
                  <a:rPr lang="en-US" sz="2000"/>
                  <a:t>D</a:t>
                </a:r>
              </a:p>
              <a:p>
                <a:pPr>
                  <a:defRPr/>
                </a:pPr>
                <a:endParaRPr lang="en-US" sz="2000"/>
              </a:p>
              <a:p>
                <a:pPr>
                  <a:defRPr/>
                </a:pPr>
                <a:r>
                  <a:rPr lang="en-US" sz="2000"/>
                  <a:t>  C</a:t>
                </a:r>
              </a:p>
            </p:txBody>
          </p:sp>
          <p:sp>
            <p:nvSpPr>
              <p:cNvPr id="27658" name="Text Box 12">
                <a:extLst>
                  <a:ext uri="{FF2B5EF4-FFF2-40B4-BE49-F238E27FC236}">
                    <a16:creationId xmlns:a16="http://schemas.microsoft.com/office/drawing/2014/main" id="{C40B3AFF-C7CF-404E-922D-16589D2F7918}"/>
                  </a:ext>
                </a:extLst>
              </p:cNvPr>
              <p:cNvSpPr txBox="1">
                <a:spLocks noChangeArrowheads="1"/>
              </p:cNvSpPr>
              <p:nvPr/>
            </p:nvSpPr>
            <p:spPr bwMode="auto">
              <a:xfrm>
                <a:off x="4214" y="1559"/>
                <a:ext cx="1091" cy="784"/>
              </a:xfrm>
              <a:prstGeom prst="rect">
                <a:avLst/>
              </a:prstGeom>
              <a:solidFill>
                <a:schemeClr val="accent1">
                  <a:lumMod val="40000"/>
                  <a:lumOff val="60000"/>
                </a:schemeClr>
              </a:solidFill>
              <a:ln w="25400">
                <a:solidFill>
                  <a:srgbClr val="000000"/>
                </a:solidFill>
                <a:miter lim="800000"/>
                <a:headEnd/>
                <a:tailEnd/>
              </a:ln>
            </p:spPr>
            <p:txBody>
              <a:bodyPr anchor="ctr"/>
              <a:lstStyle/>
              <a:p>
                <a:pPr algn="ctr">
                  <a:defRPr/>
                </a:pPr>
                <a:r>
                  <a:rPr lang="en-US" sz="2000" dirty="0"/>
                  <a:t> Synchronous System</a:t>
                </a:r>
              </a:p>
            </p:txBody>
          </p:sp>
          <p:sp>
            <p:nvSpPr>
              <p:cNvPr id="27659" name="Line 13">
                <a:extLst>
                  <a:ext uri="{FF2B5EF4-FFF2-40B4-BE49-F238E27FC236}">
                    <a16:creationId xmlns:a16="http://schemas.microsoft.com/office/drawing/2014/main" id="{7F48E032-041A-4E53-8908-5C2CE85575BA}"/>
                  </a:ext>
                </a:extLst>
              </p:cNvPr>
              <p:cNvSpPr>
                <a:spLocks noChangeShapeType="1"/>
              </p:cNvSpPr>
              <p:nvPr/>
            </p:nvSpPr>
            <p:spPr bwMode="auto">
              <a:xfrm>
                <a:off x="659" y="3023"/>
                <a:ext cx="447" cy="0"/>
              </a:xfrm>
              <a:prstGeom prst="line">
                <a:avLst/>
              </a:prstGeom>
              <a:noFill/>
              <a:ln w="25400">
                <a:solidFill>
                  <a:schemeClr val="tx1"/>
                </a:solidFill>
                <a:round/>
                <a:headEnd/>
                <a:tailEnd/>
              </a:ln>
            </p:spPr>
            <p:txBody>
              <a:bodyPr/>
              <a:lstStyle/>
              <a:p>
                <a:pPr eaLnBrk="1" hangingPunct="1">
                  <a:defRPr/>
                </a:pPr>
                <a:endParaRPr lang="en-US" dirty="0"/>
              </a:p>
            </p:txBody>
          </p:sp>
          <p:sp>
            <p:nvSpPr>
              <p:cNvPr id="27660" name="Line 14">
                <a:extLst>
                  <a:ext uri="{FF2B5EF4-FFF2-40B4-BE49-F238E27FC236}">
                    <a16:creationId xmlns:a16="http://schemas.microsoft.com/office/drawing/2014/main" id="{C565318B-92BA-4569-9B12-1308A69BA30B}"/>
                  </a:ext>
                </a:extLst>
              </p:cNvPr>
              <p:cNvSpPr>
                <a:spLocks noChangeShapeType="1"/>
              </p:cNvSpPr>
              <p:nvPr/>
            </p:nvSpPr>
            <p:spPr bwMode="auto">
              <a:xfrm>
                <a:off x="2024" y="3023"/>
                <a:ext cx="134" cy="0"/>
              </a:xfrm>
              <a:prstGeom prst="line">
                <a:avLst/>
              </a:prstGeom>
              <a:noFill/>
              <a:ln w="25400">
                <a:solidFill>
                  <a:schemeClr val="tx1"/>
                </a:solidFill>
                <a:round/>
                <a:headEnd/>
                <a:tailEnd/>
              </a:ln>
            </p:spPr>
            <p:txBody>
              <a:bodyPr/>
              <a:lstStyle/>
              <a:p>
                <a:pPr eaLnBrk="1" hangingPunct="1">
                  <a:defRPr/>
                </a:pPr>
                <a:endParaRPr lang="en-US" dirty="0"/>
              </a:p>
            </p:txBody>
          </p:sp>
          <p:sp>
            <p:nvSpPr>
              <p:cNvPr id="27661" name="Line 15">
                <a:extLst>
                  <a:ext uri="{FF2B5EF4-FFF2-40B4-BE49-F238E27FC236}">
                    <a16:creationId xmlns:a16="http://schemas.microsoft.com/office/drawing/2014/main" id="{6256F79B-6D5C-444A-BC9F-948CF72B6730}"/>
                  </a:ext>
                </a:extLst>
              </p:cNvPr>
              <p:cNvSpPr>
                <a:spLocks noChangeShapeType="1"/>
              </p:cNvSpPr>
              <p:nvPr/>
            </p:nvSpPr>
            <p:spPr bwMode="auto">
              <a:xfrm flipV="1">
                <a:off x="2156" y="2103"/>
                <a:ext cx="0" cy="914"/>
              </a:xfrm>
              <a:prstGeom prst="line">
                <a:avLst/>
              </a:prstGeom>
              <a:noFill/>
              <a:ln w="25400">
                <a:solidFill>
                  <a:schemeClr val="tx1"/>
                </a:solidFill>
                <a:round/>
                <a:headEnd/>
                <a:tailEnd/>
              </a:ln>
            </p:spPr>
            <p:txBody>
              <a:bodyPr/>
              <a:lstStyle/>
              <a:p>
                <a:pPr eaLnBrk="1" hangingPunct="1">
                  <a:defRPr/>
                </a:pPr>
                <a:endParaRPr lang="en-US" dirty="0"/>
              </a:p>
            </p:txBody>
          </p:sp>
          <p:sp>
            <p:nvSpPr>
              <p:cNvPr id="27662" name="Line 16">
                <a:extLst>
                  <a:ext uri="{FF2B5EF4-FFF2-40B4-BE49-F238E27FC236}">
                    <a16:creationId xmlns:a16="http://schemas.microsoft.com/office/drawing/2014/main" id="{288E575E-FB71-49B0-8AF9-267FA56C135B}"/>
                  </a:ext>
                </a:extLst>
              </p:cNvPr>
              <p:cNvSpPr>
                <a:spLocks noChangeShapeType="1"/>
              </p:cNvSpPr>
              <p:nvPr/>
            </p:nvSpPr>
            <p:spPr bwMode="auto">
              <a:xfrm>
                <a:off x="2156" y="2103"/>
                <a:ext cx="132" cy="0"/>
              </a:xfrm>
              <a:prstGeom prst="line">
                <a:avLst/>
              </a:prstGeom>
              <a:noFill/>
              <a:ln w="25400">
                <a:solidFill>
                  <a:schemeClr val="tx1"/>
                </a:solidFill>
                <a:round/>
                <a:headEnd/>
                <a:tailEnd/>
              </a:ln>
            </p:spPr>
            <p:txBody>
              <a:bodyPr/>
              <a:lstStyle/>
              <a:p>
                <a:pPr eaLnBrk="1" hangingPunct="1">
                  <a:defRPr/>
                </a:pPr>
                <a:endParaRPr lang="en-US" dirty="0"/>
              </a:p>
            </p:txBody>
          </p:sp>
          <p:sp>
            <p:nvSpPr>
              <p:cNvPr id="27666" name="Line 20">
                <a:extLst>
                  <a:ext uri="{FF2B5EF4-FFF2-40B4-BE49-F238E27FC236}">
                    <a16:creationId xmlns:a16="http://schemas.microsoft.com/office/drawing/2014/main" id="{3DDF78AD-1363-46C4-8C8E-DDAEECEA7B42}"/>
                  </a:ext>
                </a:extLst>
              </p:cNvPr>
              <p:cNvSpPr>
                <a:spLocks noChangeShapeType="1"/>
              </p:cNvSpPr>
              <p:nvPr/>
            </p:nvSpPr>
            <p:spPr bwMode="auto">
              <a:xfrm>
                <a:off x="886" y="3023"/>
                <a:ext cx="0" cy="480"/>
              </a:xfrm>
              <a:prstGeom prst="line">
                <a:avLst/>
              </a:prstGeom>
              <a:noFill/>
              <a:ln w="25400">
                <a:solidFill>
                  <a:schemeClr val="tx1"/>
                </a:solidFill>
                <a:round/>
                <a:headEnd type="oval" w="med" len="med"/>
                <a:tailEnd/>
              </a:ln>
            </p:spPr>
            <p:txBody>
              <a:bodyPr/>
              <a:lstStyle/>
              <a:p>
                <a:pPr eaLnBrk="1" hangingPunct="1">
                  <a:defRPr/>
                </a:pPr>
                <a:endParaRPr lang="en-US" dirty="0"/>
              </a:p>
            </p:txBody>
          </p:sp>
          <p:sp>
            <p:nvSpPr>
              <p:cNvPr id="27667" name="Line 21">
                <a:extLst>
                  <a:ext uri="{FF2B5EF4-FFF2-40B4-BE49-F238E27FC236}">
                    <a16:creationId xmlns:a16="http://schemas.microsoft.com/office/drawing/2014/main" id="{24E09EFF-34BC-44C7-8AF8-E4F0F3144204}"/>
                  </a:ext>
                </a:extLst>
              </p:cNvPr>
              <p:cNvSpPr>
                <a:spLocks noChangeShapeType="1"/>
              </p:cNvSpPr>
              <p:nvPr/>
            </p:nvSpPr>
            <p:spPr bwMode="auto">
              <a:xfrm>
                <a:off x="886" y="3503"/>
                <a:ext cx="2233" cy="0"/>
              </a:xfrm>
              <a:prstGeom prst="line">
                <a:avLst/>
              </a:prstGeom>
              <a:noFill/>
              <a:ln w="25400">
                <a:solidFill>
                  <a:schemeClr val="tx1"/>
                </a:solidFill>
                <a:round/>
                <a:headEnd/>
                <a:tailEnd/>
              </a:ln>
            </p:spPr>
            <p:txBody>
              <a:bodyPr/>
              <a:lstStyle/>
              <a:p>
                <a:pPr eaLnBrk="1" hangingPunct="1">
                  <a:defRPr/>
                </a:pPr>
                <a:endParaRPr lang="en-US" dirty="0"/>
              </a:p>
            </p:txBody>
          </p:sp>
          <p:sp>
            <p:nvSpPr>
              <p:cNvPr id="27668" name="Line 22">
                <a:extLst>
                  <a:ext uri="{FF2B5EF4-FFF2-40B4-BE49-F238E27FC236}">
                    <a16:creationId xmlns:a16="http://schemas.microsoft.com/office/drawing/2014/main" id="{14647E44-D977-4352-9E55-5CE17298BA6C}"/>
                  </a:ext>
                </a:extLst>
              </p:cNvPr>
              <p:cNvSpPr>
                <a:spLocks noChangeShapeType="1"/>
              </p:cNvSpPr>
              <p:nvPr/>
            </p:nvSpPr>
            <p:spPr bwMode="auto">
              <a:xfrm flipV="1">
                <a:off x="3119" y="2119"/>
                <a:ext cx="0" cy="1385"/>
              </a:xfrm>
              <a:prstGeom prst="line">
                <a:avLst/>
              </a:prstGeom>
              <a:noFill/>
              <a:ln w="25400">
                <a:solidFill>
                  <a:schemeClr val="tx1"/>
                </a:solidFill>
                <a:round/>
                <a:headEnd/>
                <a:tailEnd/>
              </a:ln>
            </p:spPr>
            <p:txBody>
              <a:bodyPr/>
              <a:lstStyle/>
              <a:p>
                <a:pPr eaLnBrk="1" hangingPunct="1">
                  <a:defRPr/>
                </a:pPr>
                <a:endParaRPr lang="en-US" dirty="0"/>
              </a:p>
            </p:txBody>
          </p:sp>
          <p:sp>
            <p:nvSpPr>
              <p:cNvPr id="27669" name="Line 23">
                <a:extLst>
                  <a:ext uri="{FF2B5EF4-FFF2-40B4-BE49-F238E27FC236}">
                    <a16:creationId xmlns:a16="http://schemas.microsoft.com/office/drawing/2014/main" id="{DFA65979-1033-4F03-9C9E-72964C0F10FC}"/>
                  </a:ext>
                </a:extLst>
              </p:cNvPr>
              <p:cNvSpPr>
                <a:spLocks noChangeShapeType="1"/>
              </p:cNvSpPr>
              <p:nvPr/>
            </p:nvSpPr>
            <p:spPr bwMode="auto">
              <a:xfrm>
                <a:off x="3119" y="2111"/>
                <a:ext cx="175" cy="0"/>
              </a:xfrm>
              <a:prstGeom prst="line">
                <a:avLst/>
              </a:prstGeom>
              <a:noFill/>
              <a:ln w="25400">
                <a:solidFill>
                  <a:schemeClr val="tx1"/>
                </a:solidFill>
                <a:round/>
                <a:headEnd/>
                <a:tailEnd/>
              </a:ln>
            </p:spPr>
            <p:txBody>
              <a:bodyPr/>
              <a:lstStyle/>
              <a:p>
                <a:pPr eaLnBrk="1" hangingPunct="1">
                  <a:defRPr/>
                </a:pPr>
                <a:endParaRPr lang="en-US" dirty="0"/>
              </a:p>
            </p:txBody>
          </p:sp>
          <p:sp>
            <p:nvSpPr>
              <p:cNvPr id="27670" name="Line 24">
                <a:extLst>
                  <a:ext uri="{FF2B5EF4-FFF2-40B4-BE49-F238E27FC236}">
                    <a16:creationId xmlns:a16="http://schemas.microsoft.com/office/drawing/2014/main" id="{6CE3DEA8-1864-49DF-B068-10963E5A8073}"/>
                  </a:ext>
                </a:extLst>
              </p:cNvPr>
              <p:cNvSpPr>
                <a:spLocks noChangeShapeType="1"/>
              </p:cNvSpPr>
              <p:nvPr/>
            </p:nvSpPr>
            <p:spPr bwMode="auto">
              <a:xfrm>
                <a:off x="3119" y="2591"/>
                <a:ext cx="963" cy="0"/>
              </a:xfrm>
              <a:prstGeom prst="line">
                <a:avLst/>
              </a:prstGeom>
              <a:noFill/>
              <a:ln w="25400">
                <a:solidFill>
                  <a:schemeClr val="tx1"/>
                </a:solidFill>
                <a:round/>
                <a:headEnd type="oval" w="med" len="med"/>
                <a:tailEnd/>
              </a:ln>
            </p:spPr>
            <p:txBody>
              <a:bodyPr/>
              <a:lstStyle/>
              <a:p>
                <a:pPr eaLnBrk="1" hangingPunct="1">
                  <a:defRPr/>
                </a:pPr>
                <a:endParaRPr lang="en-US" dirty="0"/>
              </a:p>
            </p:txBody>
          </p:sp>
          <p:sp>
            <p:nvSpPr>
              <p:cNvPr id="27671" name="Line 25">
                <a:extLst>
                  <a:ext uri="{FF2B5EF4-FFF2-40B4-BE49-F238E27FC236}">
                    <a16:creationId xmlns:a16="http://schemas.microsoft.com/office/drawing/2014/main" id="{B86A3D16-AD5F-4314-99E0-2CA33888F1A2}"/>
                  </a:ext>
                </a:extLst>
              </p:cNvPr>
              <p:cNvSpPr>
                <a:spLocks noChangeShapeType="1"/>
              </p:cNvSpPr>
              <p:nvPr/>
            </p:nvSpPr>
            <p:spPr bwMode="auto">
              <a:xfrm flipV="1">
                <a:off x="4082" y="2111"/>
                <a:ext cx="0" cy="480"/>
              </a:xfrm>
              <a:prstGeom prst="line">
                <a:avLst/>
              </a:prstGeom>
              <a:noFill/>
              <a:ln w="25400">
                <a:solidFill>
                  <a:schemeClr val="tx1"/>
                </a:solidFill>
                <a:round/>
                <a:headEnd/>
                <a:tailEnd/>
              </a:ln>
            </p:spPr>
            <p:txBody>
              <a:bodyPr/>
              <a:lstStyle/>
              <a:p>
                <a:pPr eaLnBrk="1" hangingPunct="1">
                  <a:defRPr/>
                </a:pPr>
                <a:endParaRPr lang="en-US" dirty="0"/>
              </a:p>
            </p:txBody>
          </p:sp>
          <p:sp>
            <p:nvSpPr>
              <p:cNvPr id="27672" name="Line 26">
                <a:extLst>
                  <a:ext uri="{FF2B5EF4-FFF2-40B4-BE49-F238E27FC236}">
                    <a16:creationId xmlns:a16="http://schemas.microsoft.com/office/drawing/2014/main" id="{AF51A125-9808-473C-B855-13B63D7E64C8}"/>
                  </a:ext>
                </a:extLst>
              </p:cNvPr>
              <p:cNvSpPr>
                <a:spLocks noChangeShapeType="1"/>
              </p:cNvSpPr>
              <p:nvPr/>
            </p:nvSpPr>
            <p:spPr bwMode="auto">
              <a:xfrm>
                <a:off x="4082" y="2111"/>
                <a:ext cx="135" cy="0"/>
              </a:xfrm>
              <a:prstGeom prst="line">
                <a:avLst/>
              </a:prstGeom>
              <a:noFill/>
              <a:ln w="25400">
                <a:solidFill>
                  <a:schemeClr val="tx1"/>
                </a:solidFill>
                <a:round/>
                <a:headEnd/>
                <a:tailEnd/>
              </a:ln>
            </p:spPr>
            <p:txBody>
              <a:bodyPr/>
              <a:lstStyle/>
              <a:p>
                <a:pPr eaLnBrk="1" hangingPunct="1">
                  <a:defRPr/>
                </a:pPr>
                <a:endParaRPr lang="en-US" dirty="0"/>
              </a:p>
            </p:txBody>
          </p:sp>
          <p:sp>
            <p:nvSpPr>
              <p:cNvPr id="42013" name="Text Box 29">
                <a:extLst>
                  <a:ext uri="{FF2B5EF4-FFF2-40B4-BE49-F238E27FC236}">
                    <a16:creationId xmlns:a16="http://schemas.microsoft.com/office/drawing/2014/main" id="{A772B8C9-50BE-4C21-3FDE-53DB35E26D0B}"/>
                  </a:ext>
                </a:extLst>
              </p:cNvPr>
              <p:cNvSpPr txBox="1">
                <a:spLocks noChangeArrowheads="1"/>
              </p:cNvSpPr>
              <p:nvPr/>
            </p:nvSpPr>
            <p:spPr bwMode="auto">
              <a:xfrm>
                <a:off x="360" y="1505"/>
                <a:ext cx="93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AsyncIN</a:t>
                </a:r>
                <a:endParaRPr lang="ru-RU" altLang="en-US"/>
              </a:p>
            </p:txBody>
          </p:sp>
          <p:sp>
            <p:nvSpPr>
              <p:cNvPr id="42014" name="Text Box 30">
                <a:extLst>
                  <a:ext uri="{FF2B5EF4-FFF2-40B4-BE49-F238E27FC236}">
                    <a16:creationId xmlns:a16="http://schemas.microsoft.com/office/drawing/2014/main" id="{AEADE931-68D1-3398-3375-69958157F037}"/>
                  </a:ext>
                </a:extLst>
              </p:cNvPr>
              <p:cNvSpPr txBox="1">
                <a:spLocks noChangeArrowheads="1"/>
              </p:cNvSpPr>
              <p:nvPr/>
            </p:nvSpPr>
            <p:spPr bwMode="auto">
              <a:xfrm>
                <a:off x="1703" y="1487"/>
                <a:ext cx="48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Meta</a:t>
                </a:r>
                <a:endParaRPr lang="ru-RU" altLang="en-US"/>
              </a:p>
            </p:txBody>
          </p:sp>
          <p:sp>
            <p:nvSpPr>
              <p:cNvPr id="42015" name="Text Box 31">
                <a:extLst>
                  <a:ext uri="{FF2B5EF4-FFF2-40B4-BE49-F238E27FC236}">
                    <a16:creationId xmlns:a16="http://schemas.microsoft.com/office/drawing/2014/main" id="{BB03D7EA-DD42-94FF-3535-E98D219E3D37}"/>
                  </a:ext>
                </a:extLst>
              </p:cNvPr>
              <p:cNvSpPr txBox="1">
                <a:spLocks noChangeArrowheads="1"/>
              </p:cNvSpPr>
              <p:nvPr/>
            </p:nvSpPr>
            <p:spPr bwMode="auto">
              <a:xfrm>
                <a:off x="2733" y="1482"/>
                <a:ext cx="69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SyncIN</a:t>
                </a:r>
                <a:endParaRPr lang="ru-RU" altLang="en-US"/>
              </a:p>
            </p:txBody>
          </p:sp>
          <p:sp>
            <p:nvSpPr>
              <p:cNvPr id="42016" name="Text Box 32">
                <a:extLst>
                  <a:ext uri="{FF2B5EF4-FFF2-40B4-BE49-F238E27FC236}">
                    <a16:creationId xmlns:a16="http://schemas.microsoft.com/office/drawing/2014/main" id="{886EF18E-0B8B-A5F4-1842-AD62966CCB87}"/>
                  </a:ext>
                </a:extLst>
              </p:cNvPr>
              <p:cNvSpPr txBox="1">
                <a:spLocks noChangeArrowheads="1"/>
              </p:cNvSpPr>
              <p:nvPr/>
            </p:nvSpPr>
            <p:spPr bwMode="auto">
              <a:xfrm>
                <a:off x="3585" y="1182"/>
                <a:ext cx="903"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t>Deskewed SyncIN</a:t>
                </a:r>
                <a:endParaRPr lang="ru-RU" altLang="en-US"/>
              </a:p>
            </p:txBody>
          </p:sp>
          <p:sp>
            <p:nvSpPr>
              <p:cNvPr id="42017" name="Text Box 33">
                <a:extLst>
                  <a:ext uri="{FF2B5EF4-FFF2-40B4-BE49-F238E27FC236}">
                    <a16:creationId xmlns:a16="http://schemas.microsoft.com/office/drawing/2014/main" id="{0999D789-C230-8DC6-C6E6-4A2112625569}"/>
                  </a:ext>
                </a:extLst>
              </p:cNvPr>
              <p:cNvSpPr txBox="1">
                <a:spLocks noChangeArrowheads="1"/>
              </p:cNvSpPr>
              <p:nvPr/>
            </p:nvSpPr>
            <p:spPr bwMode="auto">
              <a:xfrm>
                <a:off x="448" y="2831"/>
                <a:ext cx="52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Clock</a:t>
                </a:r>
                <a:endParaRPr lang="ru-RU" altLang="en-US"/>
              </a:p>
            </p:txBody>
          </p:sp>
          <p:sp>
            <p:nvSpPr>
              <p:cNvPr id="22550" name="Freeform 28">
                <a:extLst>
                  <a:ext uri="{FF2B5EF4-FFF2-40B4-BE49-F238E27FC236}">
                    <a16:creationId xmlns:a16="http://schemas.microsoft.com/office/drawing/2014/main" id="{B8ABA6C2-387F-4496-AAC3-390FDD8504CC}"/>
                  </a:ext>
                </a:extLst>
              </p:cNvPr>
              <p:cNvSpPr>
                <a:spLocks/>
              </p:cNvSpPr>
              <p:nvPr/>
            </p:nvSpPr>
            <p:spPr bwMode="auto">
              <a:xfrm>
                <a:off x="2286" y="2046"/>
                <a:ext cx="96" cy="90"/>
              </a:xfrm>
              <a:custGeom>
                <a:avLst/>
                <a:gdLst>
                  <a:gd name="T0" fmla="*/ 0 w 129"/>
                  <a:gd name="T1" fmla="*/ 45 h 133"/>
                  <a:gd name="T2" fmla="*/ 42 w 129"/>
                  <a:gd name="T3" fmla="*/ 2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19050">
                <a:solidFill>
                  <a:schemeClr val="tx1"/>
                </a:solidFill>
                <a:miter lim="800000"/>
                <a:headEnd/>
                <a:tailEnd/>
              </a:ln>
            </p:spPr>
            <p:txBody>
              <a:bodyPr/>
              <a:lstStyle/>
              <a:p>
                <a:pPr eaLnBrk="1" hangingPunct="1">
                  <a:defRPr/>
                </a:pPr>
                <a:endParaRPr lang="en-US" dirty="0"/>
              </a:p>
            </p:txBody>
          </p:sp>
          <p:sp>
            <p:nvSpPr>
              <p:cNvPr id="20511" name="Freeform 28">
                <a:extLst>
                  <a:ext uri="{FF2B5EF4-FFF2-40B4-BE49-F238E27FC236}">
                    <a16:creationId xmlns:a16="http://schemas.microsoft.com/office/drawing/2014/main" id="{AF77C9E0-5F1B-4F8A-A992-0F28F38F054C}"/>
                  </a:ext>
                </a:extLst>
              </p:cNvPr>
              <p:cNvSpPr>
                <a:spLocks/>
              </p:cNvSpPr>
              <p:nvPr/>
            </p:nvSpPr>
            <p:spPr bwMode="auto">
              <a:xfrm>
                <a:off x="3306" y="2064"/>
                <a:ext cx="96" cy="90"/>
              </a:xfrm>
              <a:custGeom>
                <a:avLst/>
                <a:gdLst>
                  <a:gd name="T0" fmla="*/ 0 w 129"/>
                  <a:gd name="T1" fmla="*/ 6 h 133"/>
                  <a:gd name="T2" fmla="*/ 1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19050">
                <a:solidFill>
                  <a:schemeClr val="tx1"/>
                </a:solidFill>
                <a:miter lim="800000"/>
                <a:headEnd/>
                <a:tailEnd/>
              </a:ln>
            </p:spPr>
            <p:txBody>
              <a:bodyPr/>
              <a:lstStyle/>
              <a:p>
                <a:pPr eaLnBrk="1" hangingPunct="1">
                  <a:defRPr/>
                </a:pPr>
                <a:r>
                  <a:rPr lang="en-US"/>
                  <a:t> </a:t>
                </a:r>
                <a:endParaRPr lang="ru-RU"/>
              </a:p>
            </p:txBody>
          </p:sp>
          <p:sp>
            <p:nvSpPr>
              <p:cNvPr id="3" name="Freeform 28">
                <a:extLst>
                  <a:ext uri="{FF2B5EF4-FFF2-40B4-BE49-F238E27FC236}">
                    <a16:creationId xmlns:a16="http://schemas.microsoft.com/office/drawing/2014/main" id="{21D67098-4007-4F8A-8446-90B4DD4853D2}"/>
                  </a:ext>
                </a:extLst>
              </p:cNvPr>
              <p:cNvSpPr>
                <a:spLocks/>
              </p:cNvSpPr>
              <p:nvPr/>
            </p:nvSpPr>
            <p:spPr bwMode="auto">
              <a:xfrm>
                <a:off x="1155" y="2052"/>
                <a:ext cx="94" cy="90"/>
              </a:xfrm>
              <a:custGeom>
                <a:avLst/>
                <a:gdLst>
                  <a:gd name="T0" fmla="*/ 0 w 129"/>
                  <a:gd name="T1" fmla="*/ 45 h 133"/>
                  <a:gd name="T2" fmla="*/ 42 w 129"/>
                  <a:gd name="T3" fmla="*/ 2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19050">
                <a:solidFill>
                  <a:schemeClr val="tx1"/>
                </a:solidFill>
                <a:miter lim="800000"/>
                <a:headEnd/>
                <a:tailEnd/>
              </a:ln>
            </p:spPr>
            <p:txBody>
              <a:bodyPr/>
              <a:lstStyle/>
              <a:p>
                <a:pPr eaLnBrk="1" hangingPunct="1">
                  <a:defRPr/>
                </a:pPr>
                <a:endParaRPr lang="en-US" dirty="0"/>
              </a:p>
            </p:txBody>
          </p:sp>
          <p:sp>
            <p:nvSpPr>
              <p:cNvPr id="34" name="Line 15">
                <a:extLst>
                  <a:ext uri="{FF2B5EF4-FFF2-40B4-BE49-F238E27FC236}">
                    <a16:creationId xmlns:a16="http://schemas.microsoft.com/office/drawing/2014/main" id="{E43C41DC-3471-49BF-AF78-92E7BE2C5F0A}"/>
                  </a:ext>
                </a:extLst>
              </p:cNvPr>
              <p:cNvSpPr>
                <a:spLocks noChangeShapeType="1"/>
              </p:cNvSpPr>
              <p:nvPr/>
            </p:nvSpPr>
            <p:spPr bwMode="auto">
              <a:xfrm flipH="1" flipV="1">
                <a:off x="892" y="2091"/>
                <a:ext cx="0" cy="498"/>
              </a:xfrm>
              <a:prstGeom prst="line">
                <a:avLst/>
              </a:prstGeom>
              <a:noFill/>
              <a:ln w="25400">
                <a:solidFill>
                  <a:schemeClr val="tx1"/>
                </a:solidFill>
                <a:round/>
                <a:headEnd/>
                <a:tailEnd/>
              </a:ln>
            </p:spPr>
            <p:txBody>
              <a:bodyPr/>
              <a:lstStyle/>
              <a:p>
                <a:pPr eaLnBrk="1" hangingPunct="1">
                  <a:defRPr/>
                </a:pPr>
                <a:endParaRPr lang="en-US" dirty="0"/>
              </a:p>
            </p:txBody>
          </p:sp>
        </p:grpSp>
        <p:cxnSp>
          <p:nvCxnSpPr>
            <p:cNvPr id="41989" name="Straight Connector 35">
              <a:extLst>
                <a:ext uri="{FF2B5EF4-FFF2-40B4-BE49-F238E27FC236}">
                  <a16:creationId xmlns:a16="http://schemas.microsoft.com/office/drawing/2014/main" id="{1189A118-98C5-E97E-3E99-3EFD84C88E47}"/>
                </a:ext>
              </a:extLst>
            </p:cNvPr>
            <p:cNvCxnSpPr>
              <a:cxnSpLocks noChangeShapeType="1"/>
            </p:cNvCxnSpPr>
            <p:nvPr/>
          </p:nvCxnSpPr>
          <p:spPr bwMode="auto">
            <a:xfrm flipV="1">
              <a:off x="1433945" y="3796124"/>
              <a:ext cx="2014934" cy="21"/>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sp>
          <p:nvSpPr>
            <p:cNvPr id="41990" name="TextBox 34">
              <a:extLst>
                <a:ext uri="{FF2B5EF4-FFF2-40B4-BE49-F238E27FC236}">
                  <a16:creationId xmlns:a16="http://schemas.microsoft.com/office/drawing/2014/main" id="{7517EF15-1997-2589-CFBF-7853DA596FB7}"/>
                </a:ext>
              </a:extLst>
            </p:cNvPr>
            <p:cNvSpPr txBox="1">
              <a:spLocks noChangeArrowheads="1"/>
            </p:cNvSpPr>
            <p:nvPr/>
          </p:nvSpPr>
          <p:spPr bwMode="auto">
            <a:xfrm>
              <a:off x="1752599" y="3424228"/>
              <a:ext cx="1602789" cy="354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  CLOCK</a:t>
              </a:r>
              <a:r>
                <a:rPr lang="en-US" altLang="en-US" baseline="-25000"/>
                <a:t>N</a:t>
              </a:r>
              <a:endParaRPr lang="en-GB" altLang="en-US" baseline="-25000"/>
            </a:p>
          </p:txBody>
        </p:sp>
        <p:sp>
          <p:nvSpPr>
            <p:cNvPr id="41991" name="TextBox 36">
              <a:extLst>
                <a:ext uri="{FF2B5EF4-FFF2-40B4-BE49-F238E27FC236}">
                  <a16:creationId xmlns:a16="http://schemas.microsoft.com/office/drawing/2014/main" id="{515B2BBE-6E87-6D59-5131-42E4C0B6E9B0}"/>
                </a:ext>
              </a:extLst>
            </p:cNvPr>
            <p:cNvSpPr txBox="1">
              <a:spLocks noChangeArrowheads="1"/>
            </p:cNvSpPr>
            <p:nvPr/>
          </p:nvSpPr>
          <p:spPr bwMode="auto">
            <a:xfrm>
              <a:off x="5410199" y="3877850"/>
              <a:ext cx="2832724" cy="62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Tres=(n·T</a:t>
              </a:r>
              <a:r>
                <a:rPr lang="en-US" altLang="en-US" baseline="-25000"/>
                <a:t>CLK</a:t>
              </a:r>
              <a:r>
                <a:rPr lang="en-US" altLang="en-US"/>
                <a:t>) –T</a:t>
              </a:r>
              <a:r>
                <a:rPr lang="en-US" altLang="en-US" baseline="-25000"/>
                <a:t>SETUP</a:t>
              </a:r>
            </a:p>
            <a:p>
              <a:pPr eaLnBrk="1" hangingPunct="1"/>
              <a:r>
                <a:rPr lang="en-US" altLang="en-US"/>
                <a:t>n=2 , n=3 - reliable</a:t>
              </a:r>
              <a:endParaRPr lang="en-GB" alt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B5A6964-B842-4343-98F0-22A6DEF09411}">
  <ds:schemaRefs>
    <ds:schemaRef ds:uri="http://schemas.microsoft.com/sharepoint/v3/contenttype/forms"/>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552</TotalTime>
  <Words>1634</Words>
  <Application>Microsoft Office PowerPoint</Application>
  <PresentationFormat>Widescreen</PresentationFormat>
  <Paragraphs>483</Paragraphs>
  <Slides>33</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33</vt:i4>
      </vt:variant>
    </vt:vector>
  </HeadingPairs>
  <TitlesOfParts>
    <vt:vector size="44" baseType="lpstr">
      <vt:lpstr>.Lucida Grande UI Regular</vt:lpstr>
      <vt:lpstr>Arial</vt:lpstr>
      <vt:lpstr>Calibri</vt:lpstr>
      <vt:lpstr>Calibri Light</vt:lpstr>
      <vt:lpstr>Myriad Roman</vt:lpstr>
      <vt:lpstr>System Font Regular</vt:lpstr>
      <vt:lpstr>Times New Roman</vt:lpstr>
      <vt:lpstr>Times NR Cyr MT</vt:lpstr>
      <vt:lpstr>Wingdings</vt:lpstr>
      <vt:lpstr>2_Synopsys_2019</vt:lpstr>
      <vt:lpstr>Custom Design</vt:lpstr>
      <vt:lpstr>Logic Design</vt:lpstr>
      <vt:lpstr>Course Overview</vt:lpstr>
      <vt:lpstr>Problems of Synchronous Design</vt:lpstr>
      <vt:lpstr>Timing Diagram of D Flip-Flop</vt:lpstr>
      <vt:lpstr>Synchronous  System </vt:lpstr>
      <vt:lpstr>Maximum  Delay for Setup Time Constraint</vt:lpstr>
      <vt:lpstr>Minimum Delay  for Hold Time  Constraint</vt:lpstr>
      <vt:lpstr>Timing Diagram</vt:lpstr>
      <vt:lpstr>Example:  Setup  and Hold Time Constraints</vt:lpstr>
      <vt:lpstr>Maximum Delay for Setup Time Constraint</vt:lpstr>
      <vt:lpstr>Minimum Delay  for Hold Time  Constraint</vt:lpstr>
      <vt:lpstr>Setup  and  Hold Time for Ideal Clock</vt:lpstr>
      <vt:lpstr>Example</vt:lpstr>
      <vt:lpstr>Timing Analysis</vt:lpstr>
      <vt:lpstr>Timing  Analysis</vt:lpstr>
      <vt:lpstr>Fixing Hold Time Violations</vt:lpstr>
      <vt:lpstr>Clock Skew</vt:lpstr>
      <vt:lpstr>Clock Skew</vt:lpstr>
      <vt:lpstr>Timing Diagram with Clock Skew </vt:lpstr>
      <vt:lpstr>Timing Diagram with Clock Skew </vt:lpstr>
      <vt:lpstr>Setup and Hold Violations</vt:lpstr>
      <vt:lpstr>Cycle Time – Critical Path Delay</vt:lpstr>
      <vt:lpstr>A Clock-signal Path Leading to Skew</vt:lpstr>
      <vt:lpstr>Clock Signal Routing to Minimize Skew (Clock Tree)</vt:lpstr>
      <vt:lpstr>Asynchronous Inputs</vt:lpstr>
      <vt:lpstr>A Single Simple Synchronizer</vt:lpstr>
      <vt:lpstr>Timing Parameters for Metastability Analysis</vt:lpstr>
      <vt:lpstr>Two Synchronizers  for the Same Asynchronous Input</vt:lpstr>
      <vt:lpstr>Synchronizer Failure and Metastability</vt:lpstr>
      <vt:lpstr>Reliable Synchronizer Design</vt:lpstr>
      <vt:lpstr>Description of Synchronizer</vt:lpstr>
      <vt:lpstr>Multiple-Cycle Synchronizer  with Deskewing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2023-12-27T10:03:57Z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
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28" r:id="rId4"/>
    <p:sldMasterId id="2147483757" r:id="rId5"/>
  </p:sldMasterIdLst>
  <p:notesMasterIdLst>
    <p:notesMasterId r:id="rId45"/>
  </p:notesMasterIdLst>
  <p:handoutMasterIdLst>
    <p:handoutMasterId r:id="rId46"/>
  </p:handoutMasterIdLst>
  <p:sldIdLst>
    <p:sldId id="4743" r:id="rId6"/>
    <p:sldId id="537" r:id="rId7"/>
    <p:sldId id="536" r:id="rId8"/>
    <p:sldId id="546" r:id="rId9"/>
    <p:sldId id="544" r:id="rId10"/>
    <p:sldId id="545" r:id="rId11"/>
    <p:sldId id="538" r:id="rId12"/>
    <p:sldId id="496" r:id="rId13"/>
    <p:sldId id="497" r:id="rId14"/>
    <p:sldId id="498" r:id="rId15"/>
    <p:sldId id="539" r:id="rId16"/>
    <p:sldId id="500" r:id="rId17"/>
    <p:sldId id="501" r:id="rId18"/>
    <p:sldId id="502" r:id="rId19"/>
    <p:sldId id="534" r:id="rId20"/>
    <p:sldId id="504" r:id="rId21"/>
    <p:sldId id="505" r:id="rId22"/>
    <p:sldId id="506" r:id="rId23"/>
    <p:sldId id="507" r:id="rId24"/>
    <p:sldId id="540" r:id="rId25"/>
    <p:sldId id="509" r:id="rId26"/>
    <p:sldId id="510" r:id="rId27"/>
    <p:sldId id="517" r:id="rId28"/>
    <p:sldId id="543" r:id="rId29"/>
    <p:sldId id="518" r:id="rId30"/>
    <p:sldId id="519" r:id="rId31"/>
    <p:sldId id="542" r:id="rId32"/>
    <p:sldId id="541" r:id="rId33"/>
    <p:sldId id="522" r:id="rId34"/>
    <p:sldId id="523" r:id="rId35"/>
    <p:sldId id="524" r:id="rId36"/>
    <p:sldId id="525" r:id="rId37"/>
    <p:sldId id="4744" r:id="rId38"/>
    <p:sldId id="527" r:id="rId39"/>
    <p:sldId id="528" r:id="rId40"/>
    <p:sldId id="529" r:id="rId41"/>
    <p:sldId id="532" r:id="rId42"/>
    <p:sldId id="533" r:id="rId43"/>
    <p:sldId id="4790" r:id="rId44"/>
  </p:sldIdLst>
  <p:sldSz cx="12192000" cy="6858000"/>
  <p:notesSz cx="7315200" cy="9601200"/>
  <p:custDataLst>
    <p:tags r:id="rId47"/>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Section" id="{2E91AE04-B0BF-477E-B1F9-6648BD2BA2BC}">
          <p14:sldIdLst>
            <p14:sldId id="4743"/>
            <p14:sldId id="537"/>
            <p14:sldId id="536"/>
            <p14:sldId id="546"/>
            <p14:sldId id="544"/>
            <p14:sldId id="545"/>
            <p14:sldId id="538"/>
            <p14:sldId id="496"/>
            <p14:sldId id="497"/>
            <p14:sldId id="498"/>
            <p14:sldId id="539"/>
            <p14:sldId id="500"/>
            <p14:sldId id="501"/>
            <p14:sldId id="502"/>
            <p14:sldId id="534"/>
            <p14:sldId id="504"/>
            <p14:sldId id="505"/>
            <p14:sldId id="506"/>
            <p14:sldId id="507"/>
            <p14:sldId id="540"/>
            <p14:sldId id="509"/>
            <p14:sldId id="510"/>
            <p14:sldId id="517"/>
            <p14:sldId id="543"/>
            <p14:sldId id="518"/>
            <p14:sldId id="519"/>
            <p14:sldId id="542"/>
            <p14:sldId id="541"/>
            <p14:sldId id="522"/>
            <p14:sldId id="523"/>
            <p14:sldId id="524"/>
            <p14:sldId id="525"/>
            <p14:sldId id="4744"/>
            <p14:sldId id="527"/>
            <p14:sldId id="528"/>
            <p14:sldId id="529"/>
            <p14:sldId id="532"/>
            <p14:sldId id="533"/>
            <p14:sldId id="4790"/>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MOU" lastIdx="4" clrIdx="0">
    <p:extLst>
      <p:ext uri="{19B8F6BF-5375-455C-9EA6-DF929625EA0E}">
        <p15:presenceInfo xmlns:p15="http://schemas.microsoft.com/office/powerpoint/2012/main" userId="Microsoft Office User" providerId="None"/>
      </p:ext>
    </p:extLst>
  </p:cmAuthor>
  <p:cmAuthor id="2" name="Amin Shehata" initials="AS" lastIdx="38" clrIdx="1">
    <p:extLst>
      <p:ext uri="{19B8F6BF-5375-455C-9EA6-DF929625EA0E}">
        <p15:presenceInfo xmlns:p15="http://schemas.microsoft.com/office/powerpoint/2012/main" userId="Amin Shehata" providerId="None"/>
      </p:ext>
    </p:extLst>
  </p:cmAuthor>
  <p:cmAuthor id="3" name="Dave Wilder" initials="DW" lastIdx="35" clrIdx="2">
    <p:extLst>
      <p:ext uri="{19B8F6BF-5375-455C-9EA6-DF929625EA0E}">
        <p15:presenceInfo xmlns:p15="http://schemas.microsoft.com/office/powerpoint/2012/main" userId="S-1-5-21-32445488-941241147-642672607-2681" providerId="AD"/>
      </p:ext>
    </p:extLst>
  </p:cmAuthor>
  <p:cmAuthor id="4" name="Ambili Krishnan" initials="AK" lastIdx="22" clrIdx="3">
    <p:extLst>
      <p:ext uri="{19B8F6BF-5375-455C-9EA6-DF929625EA0E}">
        <p15:presenceInfo xmlns:p15="http://schemas.microsoft.com/office/powerpoint/2012/main" userId="S::ambili@synopsys.com::bb3c5c2a-ef38-48cf-9ea5-c63fe9735d6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5D5DB9"/>
    <a:srgbClr val="3366FF"/>
    <a:srgbClr val="D723BD"/>
    <a:srgbClr val="C1C6CC"/>
    <a:srgbClr val="5A84FF"/>
    <a:srgbClr val="BDBDBD"/>
    <a:srgbClr val="5858FF"/>
    <a:srgbClr val="BBCDEC"/>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7F996FC-2D71-4C1A-809F-5E16ACCC890E}" v="1" dt="2023-12-27T09:09:05.00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guide orient="horz" pos="2160"/>
        <p:guide pos="384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tags" Target="tags/tag1.xml"/><Relationship Id="rId50"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slide" Target="slides/slide36.xml"/><Relationship Id="rId54"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notesMaster" Target="notesMasters/notesMaster1.xml"/><Relationship Id="rId53"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commentAuthors" Target="commentAuthors.xml"/><Relationship Id="rId8" Type="http://schemas.openxmlformats.org/officeDocument/2006/relationships/slide" Target="slides/slide3.xml"/><Relationship Id="rId5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a Parsyan" userId="259f886a-d941-4b9d-8169-5202b97ede51" providerId="ADAL" clId="{89CDDB97-4E0D-49EF-87B1-157F56A76108}"/>
    <pc:docChg chg="undo redo custSel addSld delSld modSld modSection">
      <pc:chgData name="Ara Parsyan" userId="259f886a-d941-4b9d-8169-5202b97ede51" providerId="ADAL" clId="{89CDDB97-4E0D-49EF-87B1-157F56A76108}" dt="2023-12-18T06:38:39.149" v="402" actId="6264"/>
      <pc:docMkLst>
        <pc:docMk/>
      </pc:docMkLst>
      <pc:sldChg chg="addSp delSp modSp mod chgLayout">
        <pc:chgData name="Ara Parsyan" userId="259f886a-d941-4b9d-8169-5202b97ede51" providerId="ADAL" clId="{89CDDB97-4E0D-49EF-87B1-157F56A76108}" dt="2023-12-18T06:12:11.838" v="51" actId="1076"/>
        <pc:sldMkLst>
          <pc:docMk/>
          <pc:sldMk cId="0" sldId="496"/>
        </pc:sldMkLst>
        <pc:spChg chg="add del mod">
          <ac:chgData name="Ara Parsyan" userId="259f886a-d941-4b9d-8169-5202b97ede51" providerId="ADAL" clId="{89CDDB97-4E0D-49EF-87B1-157F56A76108}" dt="2023-12-18T06:08:59.226" v="4" actId="6264"/>
          <ac:spMkLst>
            <pc:docMk/>
            <pc:sldMk cId="0" sldId="496"/>
            <ac:spMk id="2" creationId="{BFC191B1-09AF-4E7E-F1B3-547487941775}"/>
          </ac:spMkLst>
        </pc:spChg>
        <pc:spChg chg="add del mod">
          <ac:chgData name="Ara Parsyan" userId="259f886a-d941-4b9d-8169-5202b97ede51" providerId="ADAL" clId="{89CDDB97-4E0D-49EF-87B1-157F56A76108}" dt="2023-12-18T06:08:59.226" v="4" actId="6264"/>
          <ac:spMkLst>
            <pc:docMk/>
            <pc:sldMk cId="0" sldId="496"/>
            <ac:spMk id="3" creationId="{4DC6902B-848E-EE92-2F0B-C52BF82A4B22}"/>
          </ac:spMkLst>
        </pc:spChg>
        <pc:spChg chg="add del mod">
          <ac:chgData name="Ara Parsyan" userId="259f886a-d941-4b9d-8169-5202b97ede51" providerId="ADAL" clId="{89CDDB97-4E0D-49EF-87B1-157F56A76108}" dt="2023-12-18T06:08:58.989" v="3" actId="6264"/>
          <ac:spMkLst>
            <pc:docMk/>
            <pc:sldMk cId="0" sldId="496"/>
            <ac:spMk id="4" creationId="{0A5E7972-040F-9CFA-2D91-D1EB7E5E2869}"/>
          </ac:spMkLst>
        </pc:spChg>
        <pc:spChg chg="add del mod">
          <ac:chgData name="Ara Parsyan" userId="259f886a-d941-4b9d-8169-5202b97ede51" providerId="ADAL" clId="{89CDDB97-4E0D-49EF-87B1-157F56A76108}" dt="2023-12-18T06:08:58.989" v="3" actId="6264"/>
          <ac:spMkLst>
            <pc:docMk/>
            <pc:sldMk cId="0" sldId="496"/>
            <ac:spMk id="5" creationId="{1725B6C7-E5D4-597E-84AF-666E2EAD7444}"/>
          </ac:spMkLst>
        </pc:spChg>
        <pc:spChg chg="add del mod">
          <ac:chgData name="Ara Parsyan" userId="259f886a-d941-4b9d-8169-5202b97ede51" providerId="ADAL" clId="{89CDDB97-4E0D-49EF-87B1-157F56A76108}" dt="2023-12-18T06:09:28.382" v="6" actId="6264"/>
          <ac:spMkLst>
            <pc:docMk/>
            <pc:sldMk cId="0" sldId="496"/>
            <ac:spMk id="6" creationId="{7C3FBC68-F098-9656-A550-1F1D014E77B9}"/>
          </ac:spMkLst>
        </pc:spChg>
        <pc:spChg chg="add del mod">
          <ac:chgData name="Ara Parsyan" userId="259f886a-d941-4b9d-8169-5202b97ede51" providerId="ADAL" clId="{89CDDB97-4E0D-49EF-87B1-157F56A76108}" dt="2023-12-18T06:09:28.382" v="6" actId="6264"/>
          <ac:spMkLst>
            <pc:docMk/>
            <pc:sldMk cId="0" sldId="496"/>
            <ac:spMk id="7" creationId="{988332CD-7502-D57E-B2C9-8CAFE3DF8D9D}"/>
          </ac:spMkLst>
        </pc:spChg>
        <pc:spChg chg="mod ord">
          <ac:chgData name="Ara Parsyan" userId="259f886a-d941-4b9d-8169-5202b97ede51" providerId="ADAL" clId="{89CDDB97-4E0D-49EF-87B1-157F56A76108}" dt="2023-12-18T06:11:28.393" v="41" actId="20577"/>
          <ac:spMkLst>
            <pc:docMk/>
            <pc:sldMk cId="0" sldId="496"/>
            <ac:spMk id="7191" creationId="{A294311B-9325-432B-A4B1-2CAF437EEE5D}"/>
          </ac:spMkLst>
        </pc:spChg>
        <pc:spChg chg="mod ord">
          <ac:chgData name="Ara Parsyan" userId="259f886a-d941-4b9d-8169-5202b97ede51" providerId="ADAL" clId="{89CDDB97-4E0D-49EF-87B1-157F56A76108}" dt="2023-12-18T06:09:28.382" v="6" actId="6264"/>
          <ac:spMkLst>
            <pc:docMk/>
            <pc:sldMk cId="0" sldId="496"/>
            <ac:spMk id="16386" creationId="{BE0142D6-0E51-EB23-E1C1-9C416292A25B}"/>
          </ac:spMkLst>
        </pc:spChg>
        <pc:graphicFrameChg chg="mod modGraphic">
          <ac:chgData name="Ara Parsyan" userId="259f886a-d941-4b9d-8169-5202b97ede51" providerId="ADAL" clId="{89CDDB97-4E0D-49EF-87B1-157F56A76108}" dt="2023-12-18T06:12:11.838" v="51" actId="1076"/>
          <ac:graphicFrameMkLst>
            <pc:docMk/>
            <pc:sldMk cId="0" sldId="496"/>
            <ac:graphicFrameMk id="10" creationId="{AC1AB2CB-8568-4E79-AB61-F7BBB7E1F71C}"/>
          </ac:graphicFrameMkLst>
        </pc:graphicFrameChg>
      </pc:sldChg>
      <pc:sldChg chg="addSp delSp modSp mod chgLayout">
        <pc:chgData name="Ara Parsyan" userId="259f886a-d941-4b9d-8169-5202b97ede51" providerId="ADAL" clId="{89CDDB97-4E0D-49EF-87B1-157F56A76108}" dt="2023-12-18T06:08:59.226" v="4" actId="6264"/>
        <pc:sldMkLst>
          <pc:docMk/>
          <pc:sldMk cId="0" sldId="497"/>
        </pc:sldMkLst>
        <pc:spChg chg="add del mod">
          <ac:chgData name="Ara Parsyan" userId="259f886a-d941-4b9d-8169-5202b97ede51" providerId="ADAL" clId="{89CDDB97-4E0D-49EF-87B1-157F56A76108}" dt="2023-12-18T06:08:59.226" v="4" actId="6264"/>
          <ac:spMkLst>
            <pc:docMk/>
            <pc:sldMk cId="0" sldId="497"/>
            <ac:spMk id="2" creationId="{A3F79255-547E-B0D6-537A-3322E06572EE}"/>
          </ac:spMkLst>
        </pc:spChg>
        <pc:spChg chg="add del mod">
          <ac:chgData name="Ara Parsyan" userId="259f886a-d941-4b9d-8169-5202b97ede51" providerId="ADAL" clId="{89CDDB97-4E0D-49EF-87B1-157F56A76108}" dt="2023-12-18T06:08:59.226" v="4" actId="6264"/>
          <ac:spMkLst>
            <pc:docMk/>
            <pc:sldMk cId="0" sldId="497"/>
            <ac:spMk id="3" creationId="{4A75529F-E9DC-C6D7-610A-4E8B46659179}"/>
          </ac:spMkLst>
        </pc:spChg>
        <pc:spChg chg="add del mod">
          <ac:chgData name="Ara Parsyan" userId="259f886a-d941-4b9d-8169-5202b97ede51" providerId="ADAL" clId="{89CDDB97-4E0D-49EF-87B1-157F56A76108}" dt="2023-12-18T06:08:58.989" v="3" actId="6264"/>
          <ac:spMkLst>
            <pc:docMk/>
            <pc:sldMk cId="0" sldId="497"/>
            <ac:spMk id="4" creationId="{5ECC36D9-19FD-4100-1FB8-48A5B81CEE53}"/>
          </ac:spMkLst>
        </pc:spChg>
        <pc:spChg chg="add del mod">
          <ac:chgData name="Ara Parsyan" userId="259f886a-d941-4b9d-8169-5202b97ede51" providerId="ADAL" clId="{89CDDB97-4E0D-49EF-87B1-157F56A76108}" dt="2023-12-18T06:08:58.989" v="3" actId="6264"/>
          <ac:spMkLst>
            <pc:docMk/>
            <pc:sldMk cId="0" sldId="497"/>
            <ac:spMk id="5" creationId="{F505179D-78FA-3C37-B3CC-FFCA91F09A50}"/>
          </ac:spMkLst>
        </pc:spChg>
        <pc:spChg chg="mod ord">
          <ac:chgData name="Ara Parsyan" userId="259f886a-d941-4b9d-8169-5202b97ede51" providerId="ADAL" clId="{89CDDB97-4E0D-49EF-87B1-157F56A76108}" dt="2023-12-18T06:08:59.226" v="4" actId="6264"/>
          <ac:spMkLst>
            <pc:docMk/>
            <pc:sldMk cId="0" sldId="497"/>
            <ac:spMk id="18434" creationId="{DC7CD00E-D369-9BCB-AEAE-5463FAB21C9B}"/>
          </ac:spMkLst>
        </pc:spChg>
        <pc:spChg chg="mod ord">
          <ac:chgData name="Ara Parsyan" userId="259f886a-d941-4b9d-8169-5202b97ede51" providerId="ADAL" clId="{89CDDB97-4E0D-49EF-87B1-157F56A76108}" dt="2023-12-18T06:08:59.226" v="4" actId="6264"/>
          <ac:spMkLst>
            <pc:docMk/>
            <pc:sldMk cId="0" sldId="497"/>
            <ac:spMk id="18468" creationId="{FE508F38-5666-24E7-D838-7F03F40351D3}"/>
          </ac:spMkLst>
        </pc:spChg>
      </pc:sldChg>
      <pc:sldChg chg="addSp delSp modSp mod chgLayout">
        <pc:chgData name="Ara Parsyan" userId="259f886a-d941-4b9d-8169-5202b97ede51" providerId="ADAL" clId="{89CDDB97-4E0D-49EF-87B1-157F56A76108}" dt="2023-12-18T06:12:58.251" v="71" actId="20577"/>
        <pc:sldMkLst>
          <pc:docMk/>
          <pc:sldMk cId="0" sldId="498"/>
        </pc:sldMkLst>
        <pc:spChg chg="add del mod">
          <ac:chgData name="Ara Parsyan" userId="259f886a-d941-4b9d-8169-5202b97ede51" providerId="ADAL" clId="{89CDDB97-4E0D-49EF-87B1-157F56A76108}" dt="2023-12-18T06:08:59.226" v="4" actId="6264"/>
          <ac:spMkLst>
            <pc:docMk/>
            <pc:sldMk cId="0" sldId="498"/>
            <ac:spMk id="2" creationId="{C4C3E884-E57C-647E-6B84-63E314FC9F38}"/>
          </ac:spMkLst>
        </pc:spChg>
        <pc:spChg chg="add del mod">
          <ac:chgData name="Ara Parsyan" userId="259f886a-d941-4b9d-8169-5202b97ede51" providerId="ADAL" clId="{89CDDB97-4E0D-49EF-87B1-157F56A76108}" dt="2023-12-18T06:08:59.226" v="4" actId="6264"/>
          <ac:spMkLst>
            <pc:docMk/>
            <pc:sldMk cId="0" sldId="498"/>
            <ac:spMk id="3" creationId="{5886C70E-B280-B7C1-7EE3-100586962325}"/>
          </ac:spMkLst>
        </pc:spChg>
        <pc:spChg chg="add del mod">
          <ac:chgData name="Ara Parsyan" userId="259f886a-d941-4b9d-8169-5202b97ede51" providerId="ADAL" clId="{89CDDB97-4E0D-49EF-87B1-157F56A76108}" dt="2023-12-18T06:08:58.989" v="3" actId="6264"/>
          <ac:spMkLst>
            <pc:docMk/>
            <pc:sldMk cId="0" sldId="498"/>
            <ac:spMk id="4" creationId="{01907E5F-6523-EF6F-E80E-FDE78A695D8A}"/>
          </ac:spMkLst>
        </pc:spChg>
        <pc:spChg chg="add del mod">
          <ac:chgData name="Ara Parsyan" userId="259f886a-d941-4b9d-8169-5202b97ede51" providerId="ADAL" clId="{89CDDB97-4E0D-49EF-87B1-157F56A76108}" dt="2023-12-18T06:08:58.989" v="3" actId="6264"/>
          <ac:spMkLst>
            <pc:docMk/>
            <pc:sldMk cId="0" sldId="498"/>
            <ac:spMk id="5" creationId="{FD6CDF9B-A38A-141F-ECC5-4D68CB0E84FD}"/>
          </ac:spMkLst>
        </pc:spChg>
        <pc:spChg chg="mod ord">
          <ac:chgData name="Ara Parsyan" userId="259f886a-d941-4b9d-8169-5202b97ede51" providerId="ADAL" clId="{89CDDB97-4E0D-49EF-87B1-157F56A76108}" dt="2023-12-18T06:12:58.251" v="71" actId="20577"/>
          <ac:spMkLst>
            <pc:docMk/>
            <pc:sldMk cId="0" sldId="498"/>
            <ac:spMk id="6" creationId="{1C357F43-3CAF-4522-948A-4A4ECADB0D29}"/>
          </ac:spMkLst>
        </pc:spChg>
        <pc:spChg chg="add del mod">
          <ac:chgData name="Ara Parsyan" userId="259f886a-d941-4b9d-8169-5202b97ede51" providerId="ADAL" clId="{89CDDB97-4E0D-49EF-87B1-157F56A76108}" dt="2023-12-18T06:12:20.620" v="52" actId="6264"/>
          <ac:spMkLst>
            <pc:docMk/>
            <pc:sldMk cId="0" sldId="498"/>
            <ac:spMk id="7" creationId="{5B1F34B9-D15A-F95F-B092-73F8B1AB0779}"/>
          </ac:spMkLst>
        </pc:spChg>
        <pc:spChg chg="add del mod">
          <ac:chgData name="Ara Parsyan" userId="259f886a-d941-4b9d-8169-5202b97ede51" providerId="ADAL" clId="{89CDDB97-4E0D-49EF-87B1-157F56A76108}" dt="2023-12-18T06:12:20.620" v="52" actId="6264"/>
          <ac:spMkLst>
            <pc:docMk/>
            <pc:sldMk cId="0" sldId="498"/>
            <ac:spMk id="8" creationId="{8C87D8C2-BB7F-E527-DFDB-17CD69C1856E}"/>
          </ac:spMkLst>
        </pc:spChg>
        <pc:spChg chg="mod ord">
          <ac:chgData name="Ara Parsyan" userId="259f886a-d941-4b9d-8169-5202b97ede51" providerId="ADAL" clId="{89CDDB97-4E0D-49EF-87B1-157F56A76108}" dt="2023-12-18T06:12:20.620" v="52" actId="6264"/>
          <ac:spMkLst>
            <pc:docMk/>
            <pc:sldMk cId="0" sldId="498"/>
            <ac:spMk id="20482" creationId="{4D1DFF72-BF5B-7402-EC0E-181C925B3E35}"/>
          </ac:spMkLst>
        </pc:spChg>
      </pc:sldChg>
      <pc:sldChg chg="addSp delSp modSp mod chgLayout">
        <pc:chgData name="Ara Parsyan" userId="259f886a-d941-4b9d-8169-5202b97ede51" providerId="ADAL" clId="{89CDDB97-4E0D-49EF-87B1-157F56A76108}" dt="2023-12-18T06:18:14.401" v="136" actId="20577"/>
        <pc:sldMkLst>
          <pc:docMk/>
          <pc:sldMk cId="0" sldId="500"/>
        </pc:sldMkLst>
        <pc:spChg chg="add del mod">
          <ac:chgData name="Ara Parsyan" userId="259f886a-d941-4b9d-8169-5202b97ede51" providerId="ADAL" clId="{89CDDB97-4E0D-49EF-87B1-157F56A76108}" dt="2023-12-18T06:08:59.226" v="4" actId="6264"/>
          <ac:spMkLst>
            <pc:docMk/>
            <pc:sldMk cId="0" sldId="500"/>
            <ac:spMk id="2" creationId="{AE1650D7-DCE2-B792-1CE9-342769AF958D}"/>
          </ac:spMkLst>
        </pc:spChg>
        <pc:spChg chg="add del mod">
          <ac:chgData name="Ara Parsyan" userId="259f886a-d941-4b9d-8169-5202b97ede51" providerId="ADAL" clId="{89CDDB97-4E0D-49EF-87B1-157F56A76108}" dt="2023-12-18T06:08:59.226" v="4" actId="6264"/>
          <ac:spMkLst>
            <pc:docMk/>
            <pc:sldMk cId="0" sldId="500"/>
            <ac:spMk id="3" creationId="{B81E31A4-C0B7-5A22-FE86-512D3897FD71}"/>
          </ac:spMkLst>
        </pc:spChg>
        <pc:spChg chg="add del mod">
          <ac:chgData name="Ara Parsyan" userId="259f886a-d941-4b9d-8169-5202b97ede51" providerId="ADAL" clId="{89CDDB97-4E0D-49EF-87B1-157F56A76108}" dt="2023-12-18T06:08:58.989" v="3" actId="6264"/>
          <ac:spMkLst>
            <pc:docMk/>
            <pc:sldMk cId="0" sldId="500"/>
            <ac:spMk id="4" creationId="{A29791CD-040A-56D2-A6AD-E58FDD3A75A8}"/>
          </ac:spMkLst>
        </pc:spChg>
        <pc:spChg chg="add del mod">
          <ac:chgData name="Ara Parsyan" userId="259f886a-d941-4b9d-8169-5202b97ede51" providerId="ADAL" clId="{89CDDB97-4E0D-49EF-87B1-157F56A76108}" dt="2023-12-18T06:08:58.989" v="3" actId="6264"/>
          <ac:spMkLst>
            <pc:docMk/>
            <pc:sldMk cId="0" sldId="500"/>
            <ac:spMk id="5" creationId="{7F91F293-559E-A77F-CF28-62B1DC6F2297}"/>
          </ac:spMkLst>
        </pc:spChg>
        <pc:spChg chg="add del mod">
          <ac:chgData name="Ara Parsyan" userId="259f886a-d941-4b9d-8169-5202b97ede51" providerId="ADAL" clId="{89CDDB97-4E0D-49EF-87B1-157F56A76108}" dt="2023-12-18T06:16:01.937" v="122" actId="6264"/>
          <ac:spMkLst>
            <pc:docMk/>
            <pc:sldMk cId="0" sldId="500"/>
            <ac:spMk id="6" creationId="{61688742-12EA-5BE4-5A32-1AD2ABFE008D}"/>
          </ac:spMkLst>
        </pc:spChg>
        <pc:spChg chg="add del mod">
          <ac:chgData name="Ara Parsyan" userId="259f886a-d941-4b9d-8169-5202b97ede51" providerId="ADAL" clId="{89CDDB97-4E0D-49EF-87B1-157F56A76108}" dt="2023-12-18T06:16:01.937" v="122" actId="6264"/>
          <ac:spMkLst>
            <pc:docMk/>
            <pc:sldMk cId="0" sldId="500"/>
            <ac:spMk id="7" creationId="{8BFD3CFC-D077-7976-8BEB-3A2226D10751}"/>
          </ac:spMkLst>
        </pc:spChg>
        <pc:spChg chg="mod">
          <ac:chgData name="Ara Parsyan" userId="259f886a-d941-4b9d-8169-5202b97ede51" providerId="ADAL" clId="{89CDDB97-4E0D-49EF-87B1-157F56A76108}" dt="2023-12-18T06:17:28.813" v="132" actId="1076"/>
          <ac:spMkLst>
            <pc:docMk/>
            <pc:sldMk cId="0" sldId="500"/>
            <ac:spMk id="24578" creationId="{23515684-7DA7-E8DE-9409-12957592DC26}"/>
          </ac:spMkLst>
        </pc:spChg>
        <pc:spChg chg="mod">
          <ac:chgData name="Ara Parsyan" userId="259f886a-d941-4b9d-8169-5202b97ede51" providerId="ADAL" clId="{89CDDB97-4E0D-49EF-87B1-157F56A76108}" dt="2023-12-18T06:17:28.813" v="132" actId="1076"/>
          <ac:spMkLst>
            <pc:docMk/>
            <pc:sldMk cId="0" sldId="500"/>
            <ac:spMk id="24579" creationId="{E1FFB65C-3CF4-064F-4EF2-B6B35D85B3A4}"/>
          </ac:spMkLst>
        </pc:spChg>
        <pc:spChg chg="mod">
          <ac:chgData name="Ara Parsyan" userId="259f886a-d941-4b9d-8169-5202b97ede51" providerId="ADAL" clId="{89CDDB97-4E0D-49EF-87B1-157F56A76108}" dt="2023-12-18T06:17:28.813" v="132" actId="1076"/>
          <ac:spMkLst>
            <pc:docMk/>
            <pc:sldMk cId="0" sldId="500"/>
            <ac:spMk id="24580" creationId="{96EA5718-A073-5F36-BDCE-31F73DD28AC7}"/>
          </ac:spMkLst>
        </pc:spChg>
        <pc:spChg chg="mod ord">
          <ac:chgData name="Ara Parsyan" userId="259f886a-d941-4b9d-8169-5202b97ede51" providerId="ADAL" clId="{89CDDB97-4E0D-49EF-87B1-157F56A76108}" dt="2023-12-18T06:16:01.937" v="122" actId="6264"/>
          <ac:spMkLst>
            <pc:docMk/>
            <pc:sldMk cId="0" sldId="500"/>
            <ac:spMk id="24581" creationId="{7FA4A115-0FC0-2C8B-F346-48F6D9D99000}"/>
          </ac:spMkLst>
        </pc:spChg>
        <pc:spChg chg="mod ord">
          <ac:chgData name="Ara Parsyan" userId="259f886a-d941-4b9d-8169-5202b97ede51" providerId="ADAL" clId="{89CDDB97-4E0D-49EF-87B1-157F56A76108}" dt="2023-12-18T06:18:14.401" v="136" actId="20577"/>
          <ac:spMkLst>
            <pc:docMk/>
            <pc:sldMk cId="0" sldId="500"/>
            <ac:spMk id="24582" creationId="{F8F3827B-1DFB-2CF6-DB62-8E149BF8A76A}"/>
          </ac:spMkLst>
        </pc:spChg>
      </pc:sldChg>
      <pc:sldChg chg="addSp delSp modSp mod chgLayout">
        <pc:chgData name="Ara Parsyan" userId="259f886a-d941-4b9d-8169-5202b97ede51" providerId="ADAL" clId="{89CDDB97-4E0D-49EF-87B1-157F56A76108}" dt="2023-12-18T06:08:59.226" v="4" actId="6264"/>
        <pc:sldMkLst>
          <pc:docMk/>
          <pc:sldMk cId="0" sldId="501"/>
        </pc:sldMkLst>
        <pc:spChg chg="add del mod">
          <ac:chgData name="Ara Parsyan" userId="259f886a-d941-4b9d-8169-5202b97ede51" providerId="ADAL" clId="{89CDDB97-4E0D-49EF-87B1-157F56A76108}" dt="2023-12-18T06:08:59.226" v="4" actId="6264"/>
          <ac:spMkLst>
            <pc:docMk/>
            <pc:sldMk cId="0" sldId="501"/>
            <ac:spMk id="2" creationId="{0CEB8D1D-0156-107C-2078-62E1B2D942E7}"/>
          </ac:spMkLst>
        </pc:spChg>
        <pc:spChg chg="add del mod ord">
          <ac:chgData name="Ara Parsyan" userId="259f886a-d941-4b9d-8169-5202b97ede51" providerId="ADAL" clId="{89CDDB97-4E0D-49EF-87B1-157F56A76108}" dt="2023-12-18T06:08:59.226" v="4" actId="6264"/>
          <ac:spMkLst>
            <pc:docMk/>
            <pc:sldMk cId="0" sldId="501"/>
            <ac:spMk id="3" creationId="{82858995-81F9-E937-9529-0A032169FF46}"/>
          </ac:spMkLst>
        </pc:spChg>
        <pc:spChg chg="add del mod">
          <ac:chgData name="Ara Parsyan" userId="259f886a-d941-4b9d-8169-5202b97ede51" providerId="ADAL" clId="{89CDDB97-4E0D-49EF-87B1-157F56A76108}" dt="2023-12-18T06:08:58.989" v="3" actId="6264"/>
          <ac:spMkLst>
            <pc:docMk/>
            <pc:sldMk cId="0" sldId="501"/>
            <ac:spMk id="4" creationId="{A8A9200E-FD31-66CC-04BF-C8D8C605E378}"/>
          </ac:spMkLst>
        </pc:spChg>
        <pc:spChg chg="add del mod ord">
          <ac:chgData name="Ara Parsyan" userId="259f886a-d941-4b9d-8169-5202b97ede51" providerId="ADAL" clId="{89CDDB97-4E0D-49EF-87B1-157F56A76108}" dt="2023-12-18T06:08:58.989" v="3" actId="6264"/>
          <ac:spMkLst>
            <pc:docMk/>
            <pc:sldMk cId="0" sldId="501"/>
            <ac:spMk id="5" creationId="{6E686B84-FCC4-6FDE-C1C5-718B6F5B776A}"/>
          </ac:spMkLst>
        </pc:spChg>
        <pc:spChg chg="mod ord">
          <ac:chgData name="Ara Parsyan" userId="259f886a-d941-4b9d-8169-5202b97ede51" providerId="ADAL" clId="{89CDDB97-4E0D-49EF-87B1-157F56A76108}" dt="2023-12-18T06:08:59.226" v="4" actId="6264"/>
          <ac:spMkLst>
            <pc:docMk/>
            <pc:sldMk cId="0" sldId="501"/>
            <ac:spMk id="26627" creationId="{F6B03C68-DF99-FD1A-E576-04243F182818}"/>
          </ac:spMkLst>
        </pc:spChg>
      </pc:sldChg>
      <pc:sldChg chg="addSp delSp modSp mod chgLayout">
        <pc:chgData name="Ara Parsyan" userId="259f886a-d941-4b9d-8169-5202b97ede51" providerId="ADAL" clId="{89CDDB97-4E0D-49EF-87B1-157F56A76108}" dt="2023-12-18T06:08:59.226" v="4" actId="6264"/>
        <pc:sldMkLst>
          <pc:docMk/>
          <pc:sldMk cId="0" sldId="502"/>
        </pc:sldMkLst>
        <pc:spChg chg="add del mod">
          <ac:chgData name="Ara Parsyan" userId="259f886a-d941-4b9d-8169-5202b97ede51" providerId="ADAL" clId="{89CDDB97-4E0D-49EF-87B1-157F56A76108}" dt="2023-12-18T06:08:59.226" v="4" actId="6264"/>
          <ac:spMkLst>
            <pc:docMk/>
            <pc:sldMk cId="0" sldId="502"/>
            <ac:spMk id="2" creationId="{0DA8DE41-39F4-2C14-3F7D-344A70E2A1C4}"/>
          </ac:spMkLst>
        </pc:spChg>
        <pc:spChg chg="add del mod">
          <ac:chgData name="Ara Parsyan" userId="259f886a-d941-4b9d-8169-5202b97ede51" providerId="ADAL" clId="{89CDDB97-4E0D-49EF-87B1-157F56A76108}" dt="2023-12-18T06:08:59.226" v="4" actId="6264"/>
          <ac:spMkLst>
            <pc:docMk/>
            <pc:sldMk cId="0" sldId="502"/>
            <ac:spMk id="3" creationId="{F662C74B-C287-A474-1D7E-86D67444922B}"/>
          </ac:spMkLst>
        </pc:spChg>
        <pc:spChg chg="add del mod">
          <ac:chgData name="Ara Parsyan" userId="259f886a-d941-4b9d-8169-5202b97ede51" providerId="ADAL" clId="{89CDDB97-4E0D-49EF-87B1-157F56A76108}" dt="2023-12-18T06:08:58.989" v="3" actId="6264"/>
          <ac:spMkLst>
            <pc:docMk/>
            <pc:sldMk cId="0" sldId="502"/>
            <ac:spMk id="4" creationId="{56039E3F-4477-B077-DD0D-37B9E7B79499}"/>
          </ac:spMkLst>
        </pc:spChg>
        <pc:spChg chg="add del mod">
          <ac:chgData name="Ara Parsyan" userId="259f886a-d941-4b9d-8169-5202b97ede51" providerId="ADAL" clId="{89CDDB97-4E0D-49EF-87B1-157F56A76108}" dt="2023-12-18T06:08:58.989" v="3" actId="6264"/>
          <ac:spMkLst>
            <pc:docMk/>
            <pc:sldMk cId="0" sldId="502"/>
            <ac:spMk id="5" creationId="{9E4087C4-189A-5217-1133-A2D8BE625886}"/>
          </ac:spMkLst>
        </pc:spChg>
        <pc:spChg chg="mod ord">
          <ac:chgData name="Ara Parsyan" userId="259f886a-d941-4b9d-8169-5202b97ede51" providerId="ADAL" clId="{89CDDB97-4E0D-49EF-87B1-157F56A76108}" dt="2023-12-18T06:08:59.226" v="4" actId="6264"/>
          <ac:spMkLst>
            <pc:docMk/>
            <pc:sldMk cId="0" sldId="502"/>
            <ac:spMk id="28674" creationId="{3057FB1C-D38B-F437-55FC-8555B1D34DC8}"/>
          </ac:spMkLst>
        </pc:spChg>
        <pc:spChg chg="mod ord">
          <ac:chgData name="Ara Parsyan" userId="259f886a-d941-4b9d-8169-5202b97ede51" providerId="ADAL" clId="{89CDDB97-4E0D-49EF-87B1-157F56A76108}" dt="2023-12-18T06:08:59.226" v="4" actId="6264"/>
          <ac:spMkLst>
            <pc:docMk/>
            <pc:sldMk cId="0" sldId="502"/>
            <ac:spMk id="28732" creationId="{C14024C2-53EA-047D-43A9-3EB6EDFD7848}"/>
          </ac:spMkLst>
        </pc:spChg>
      </pc:sldChg>
      <pc:sldChg chg="addSp delSp modSp mod chgLayout">
        <pc:chgData name="Ara Parsyan" userId="259f886a-d941-4b9d-8169-5202b97ede51" providerId="ADAL" clId="{89CDDB97-4E0D-49EF-87B1-157F56A76108}" dt="2023-12-18T06:08:59.226" v="4" actId="6264"/>
        <pc:sldMkLst>
          <pc:docMk/>
          <pc:sldMk cId="0" sldId="504"/>
        </pc:sldMkLst>
        <pc:spChg chg="add del mod">
          <ac:chgData name="Ara Parsyan" userId="259f886a-d941-4b9d-8169-5202b97ede51" providerId="ADAL" clId="{89CDDB97-4E0D-49EF-87B1-157F56A76108}" dt="2023-12-18T06:08:59.226" v="4" actId="6264"/>
          <ac:spMkLst>
            <pc:docMk/>
            <pc:sldMk cId="0" sldId="504"/>
            <ac:spMk id="2" creationId="{4CC06505-6A41-F489-07F6-0175B615DB45}"/>
          </ac:spMkLst>
        </pc:spChg>
        <pc:spChg chg="add del mod">
          <ac:chgData name="Ara Parsyan" userId="259f886a-d941-4b9d-8169-5202b97ede51" providerId="ADAL" clId="{89CDDB97-4E0D-49EF-87B1-157F56A76108}" dt="2023-12-18T06:08:59.226" v="4" actId="6264"/>
          <ac:spMkLst>
            <pc:docMk/>
            <pc:sldMk cId="0" sldId="504"/>
            <ac:spMk id="3" creationId="{6C2DF2EF-F936-2058-11F3-E13636EA5342}"/>
          </ac:spMkLst>
        </pc:spChg>
        <pc:spChg chg="add del mod ord">
          <ac:chgData name="Ara Parsyan" userId="259f886a-d941-4b9d-8169-5202b97ede51" providerId="ADAL" clId="{89CDDB97-4E0D-49EF-87B1-157F56A76108}" dt="2023-12-18T06:08:59.226" v="4" actId="6264"/>
          <ac:spMkLst>
            <pc:docMk/>
            <pc:sldMk cId="0" sldId="504"/>
            <ac:spMk id="4" creationId="{A382B1B4-F2F9-C75E-DE2B-5EF477492318}"/>
          </ac:spMkLst>
        </pc:spChg>
        <pc:spChg chg="add del mod">
          <ac:chgData name="Ara Parsyan" userId="259f886a-d941-4b9d-8169-5202b97ede51" providerId="ADAL" clId="{89CDDB97-4E0D-49EF-87B1-157F56A76108}" dt="2023-12-18T06:08:58.989" v="3" actId="6264"/>
          <ac:spMkLst>
            <pc:docMk/>
            <pc:sldMk cId="0" sldId="504"/>
            <ac:spMk id="5" creationId="{92B7BA04-CDB1-4710-4821-BCBC88D95654}"/>
          </ac:spMkLst>
        </pc:spChg>
        <pc:spChg chg="add del mod">
          <ac:chgData name="Ara Parsyan" userId="259f886a-d941-4b9d-8169-5202b97ede51" providerId="ADAL" clId="{89CDDB97-4E0D-49EF-87B1-157F56A76108}" dt="2023-12-18T06:08:58.989" v="3" actId="6264"/>
          <ac:spMkLst>
            <pc:docMk/>
            <pc:sldMk cId="0" sldId="504"/>
            <ac:spMk id="7" creationId="{1A0DE718-14D7-F3E0-B430-F188CA7643B5}"/>
          </ac:spMkLst>
        </pc:spChg>
        <pc:spChg chg="add del mod ord">
          <ac:chgData name="Ara Parsyan" userId="259f886a-d941-4b9d-8169-5202b97ede51" providerId="ADAL" clId="{89CDDB97-4E0D-49EF-87B1-157F56A76108}" dt="2023-12-18T06:08:58.989" v="3" actId="6264"/>
          <ac:spMkLst>
            <pc:docMk/>
            <pc:sldMk cId="0" sldId="504"/>
            <ac:spMk id="8" creationId="{9CFD27F8-4354-22C5-923C-2049823A8059}"/>
          </ac:spMkLst>
        </pc:spChg>
        <pc:spChg chg="mod ord">
          <ac:chgData name="Ara Parsyan" userId="259f886a-d941-4b9d-8169-5202b97ede51" providerId="ADAL" clId="{89CDDB97-4E0D-49EF-87B1-157F56A76108}" dt="2023-12-18T06:08:59.226" v="4" actId="6264"/>
          <ac:spMkLst>
            <pc:docMk/>
            <pc:sldMk cId="0" sldId="504"/>
            <ac:spMk id="31778" creationId="{D73E9EB8-85D3-70EC-27B3-665B703A6227}"/>
          </ac:spMkLst>
        </pc:spChg>
        <pc:spChg chg="mod ord">
          <ac:chgData name="Ara Parsyan" userId="259f886a-d941-4b9d-8169-5202b97ede51" providerId="ADAL" clId="{89CDDB97-4E0D-49EF-87B1-157F56A76108}" dt="2023-12-18T06:08:59.226" v="4" actId="6264"/>
          <ac:spMkLst>
            <pc:docMk/>
            <pc:sldMk cId="0" sldId="504"/>
            <ac:spMk id="31779" creationId="{EB0CAAFB-98A8-1E27-C53F-9CD3281D233E}"/>
          </ac:spMkLst>
        </pc:spChg>
      </pc:sldChg>
      <pc:sldChg chg="addSp delSp modSp mod chgLayout">
        <pc:chgData name="Ara Parsyan" userId="259f886a-d941-4b9d-8169-5202b97ede51" providerId="ADAL" clId="{89CDDB97-4E0D-49EF-87B1-157F56A76108}" dt="2023-12-18T06:26:05.635" v="215" actId="20577"/>
        <pc:sldMkLst>
          <pc:docMk/>
          <pc:sldMk cId="0" sldId="505"/>
        </pc:sldMkLst>
        <pc:spChg chg="add del mod">
          <ac:chgData name="Ara Parsyan" userId="259f886a-d941-4b9d-8169-5202b97ede51" providerId="ADAL" clId="{89CDDB97-4E0D-49EF-87B1-157F56A76108}" dt="2023-12-18T06:08:59.226" v="4" actId="6264"/>
          <ac:spMkLst>
            <pc:docMk/>
            <pc:sldMk cId="0" sldId="505"/>
            <ac:spMk id="2" creationId="{64762370-7A64-573C-9FF3-F7B4FCDE21B0}"/>
          </ac:spMkLst>
        </pc:spChg>
        <pc:spChg chg="add del mod">
          <ac:chgData name="Ara Parsyan" userId="259f886a-d941-4b9d-8169-5202b97ede51" providerId="ADAL" clId="{89CDDB97-4E0D-49EF-87B1-157F56A76108}" dt="2023-12-18T06:08:59.226" v="4" actId="6264"/>
          <ac:spMkLst>
            <pc:docMk/>
            <pc:sldMk cId="0" sldId="505"/>
            <ac:spMk id="3" creationId="{EA65A1ED-D28D-DD21-1F6D-5CD2BECF1186}"/>
          </ac:spMkLst>
        </pc:spChg>
        <pc:spChg chg="add del mod">
          <ac:chgData name="Ara Parsyan" userId="259f886a-d941-4b9d-8169-5202b97ede51" providerId="ADAL" clId="{89CDDB97-4E0D-49EF-87B1-157F56A76108}" dt="2023-12-18T06:08:58.989" v="3" actId="6264"/>
          <ac:spMkLst>
            <pc:docMk/>
            <pc:sldMk cId="0" sldId="505"/>
            <ac:spMk id="4" creationId="{2EF513B0-9FD4-1E02-5055-E31E4354C4E9}"/>
          </ac:spMkLst>
        </pc:spChg>
        <pc:spChg chg="add del mod">
          <ac:chgData name="Ara Parsyan" userId="259f886a-d941-4b9d-8169-5202b97ede51" providerId="ADAL" clId="{89CDDB97-4E0D-49EF-87B1-157F56A76108}" dt="2023-12-18T06:08:58.989" v="3" actId="6264"/>
          <ac:spMkLst>
            <pc:docMk/>
            <pc:sldMk cId="0" sldId="505"/>
            <ac:spMk id="5" creationId="{ADD2BF1D-8E32-FC9F-6F95-F29424BB5B19}"/>
          </ac:spMkLst>
        </pc:spChg>
        <pc:spChg chg="add del mod">
          <ac:chgData name="Ara Parsyan" userId="259f886a-d941-4b9d-8169-5202b97ede51" providerId="ADAL" clId="{89CDDB97-4E0D-49EF-87B1-157F56A76108}" dt="2023-12-18T06:18:55.527" v="137" actId="6264"/>
          <ac:spMkLst>
            <pc:docMk/>
            <pc:sldMk cId="0" sldId="505"/>
            <ac:spMk id="6" creationId="{4B24EDE4-54C1-0938-7B49-CC826E40A58B}"/>
          </ac:spMkLst>
        </pc:spChg>
        <pc:spChg chg="add del mod">
          <ac:chgData name="Ara Parsyan" userId="259f886a-d941-4b9d-8169-5202b97ede51" providerId="ADAL" clId="{89CDDB97-4E0D-49EF-87B1-157F56A76108}" dt="2023-12-18T06:18:55.527" v="137" actId="6264"/>
          <ac:spMkLst>
            <pc:docMk/>
            <pc:sldMk cId="0" sldId="505"/>
            <ac:spMk id="7" creationId="{CD31A0D4-6DE3-8EC0-D52F-AA181FE86F5A}"/>
          </ac:spMkLst>
        </pc:spChg>
        <pc:spChg chg="mod ord">
          <ac:chgData name="Ara Parsyan" userId="259f886a-d941-4b9d-8169-5202b97ede51" providerId="ADAL" clId="{89CDDB97-4E0D-49EF-87B1-157F56A76108}" dt="2023-12-18T06:26:05.635" v="215" actId="20577"/>
          <ac:spMkLst>
            <pc:docMk/>
            <pc:sldMk cId="0" sldId="505"/>
            <ac:spMk id="15" creationId="{44286A0B-8982-41C7-B32F-8EDE315266CE}"/>
          </ac:spMkLst>
        </pc:spChg>
        <pc:spChg chg="mod ord">
          <ac:chgData name="Ara Parsyan" userId="259f886a-d941-4b9d-8169-5202b97ede51" providerId="ADAL" clId="{89CDDB97-4E0D-49EF-87B1-157F56A76108}" dt="2023-12-18T06:18:55.527" v="137" actId="6264"/>
          <ac:spMkLst>
            <pc:docMk/>
            <pc:sldMk cId="0" sldId="505"/>
            <ac:spMk id="33794" creationId="{DFBB3D3F-8448-2034-0A86-B0E053AD5391}"/>
          </ac:spMkLst>
        </pc:spChg>
      </pc:sldChg>
      <pc:sldChg chg="addSp delSp modSp mod chgLayout">
        <pc:chgData name="Ara Parsyan" userId="259f886a-d941-4b9d-8169-5202b97ede51" providerId="ADAL" clId="{89CDDB97-4E0D-49EF-87B1-157F56A76108}" dt="2023-12-18T06:23:37.927" v="175" actId="14100"/>
        <pc:sldMkLst>
          <pc:docMk/>
          <pc:sldMk cId="0" sldId="506"/>
        </pc:sldMkLst>
        <pc:spChg chg="add del mod">
          <ac:chgData name="Ara Parsyan" userId="259f886a-d941-4b9d-8169-5202b97ede51" providerId="ADAL" clId="{89CDDB97-4E0D-49EF-87B1-157F56A76108}" dt="2023-12-18T06:08:59.226" v="4" actId="6264"/>
          <ac:spMkLst>
            <pc:docMk/>
            <pc:sldMk cId="0" sldId="506"/>
            <ac:spMk id="2" creationId="{7A3EB79B-ED3B-1727-D0CC-2D914F2AB5CB}"/>
          </ac:spMkLst>
        </pc:spChg>
        <pc:spChg chg="add del mod">
          <ac:chgData name="Ara Parsyan" userId="259f886a-d941-4b9d-8169-5202b97ede51" providerId="ADAL" clId="{89CDDB97-4E0D-49EF-87B1-157F56A76108}" dt="2023-12-18T06:08:59.226" v="4" actId="6264"/>
          <ac:spMkLst>
            <pc:docMk/>
            <pc:sldMk cId="0" sldId="506"/>
            <ac:spMk id="3" creationId="{93F37495-7BE2-F5E5-E47F-033B1EEB8994}"/>
          </ac:spMkLst>
        </pc:spChg>
        <pc:spChg chg="add del mod">
          <ac:chgData name="Ara Parsyan" userId="259f886a-d941-4b9d-8169-5202b97ede51" providerId="ADAL" clId="{89CDDB97-4E0D-49EF-87B1-157F56A76108}" dt="2023-12-18T06:08:58.989" v="3" actId="6264"/>
          <ac:spMkLst>
            <pc:docMk/>
            <pc:sldMk cId="0" sldId="506"/>
            <ac:spMk id="4" creationId="{E74693FC-C6B6-0B5A-3B44-20241B892373}"/>
          </ac:spMkLst>
        </pc:spChg>
        <pc:spChg chg="add del mod">
          <ac:chgData name="Ara Parsyan" userId="259f886a-d941-4b9d-8169-5202b97ede51" providerId="ADAL" clId="{89CDDB97-4E0D-49EF-87B1-157F56A76108}" dt="2023-12-18T06:08:58.989" v="3" actId="6264"/>
          <ac:spMkLst>
            <pc:docMk/>
            <pc:sldMk cId="0" sldId="506"/>
            <ac:spMk id="5" creationId="{DDB19515-4F37-E1FA-1D49-E5335DF8E6AE}"/>
          </ac:spMkLst>
        </pc:spChg>
        <pc:spChg chg="add del mod">
          <ac:chgData name="Ara Parsyan" userId="259f886a-d941-4b9d-8169-5202b97ede51" providerId="ADAL" clId="{89CDDB97-4E0D-49EF-87B1-157F56A76108}" dt="2023-12-18T06:20:47.393" v="152" actId="6264"/>
          <ac:spMkLst>
            <pc:docMk/>
            <pc:sldMk cId="0" sldId="506"/>
            <ac:spMk id="6" creationId="{6B6A1606-4665-AB54-CCB7-53F429C193FD}"/>
          </ac:spMkLst>
        </pc:spChg>
        <pc:spChg chg="add del mod">
          <ac:chgData name="Ara Parsyan" userId="259f886a-d941-4b9d-8169-5202b97ede51" providerId="ADAL" clId="{89CDDB97-4E0D-49EF-87B1-157F56A76108}" dt="2023-12-18T06:20:47.393" v="152" actId="6264"/>
          <ac:spMkLst>
            <pc:docMk/>
            <pc:sldMk cId="0" sldId="506"/>
            <ac:spMk id="7" creationId="{A435B6CA-8E21-C3EC-B145-7D28221137C6}"/>
          </ac:spMkLst>
        </pc:spChg>
        <pc:spChg chg="mod">
          <ac:chgData name="Ara Parsyan" userId="259f886a-d941-4b9d-8169-5202b97ede51" providerId="ADAL" clId="{89CDDB97-4E0D-49EF-87B1-157F56A76108}" dt="2023-12-18T06:23:37.671" v="174" actId="1076"/>
          <ac:spMkLst>
            <pc:docMk/>
            <pc:sldMk cId="0" sldId="506"/>
            <ac:spMk id="35842" creationId="{783210E6-75EA-F112-0EB8-CBD9D805AE5A}"/>
          </ac:spMkLst>
        </pc:spChg>
        <pc:spChg chg="mod ord">
          <ac:chgData name="Ara Parsyan" userId="259f886a-d941-4b9d-8169-5202b97ede51" providerId="ADAL" clId="{89CDDB97-4E0D-49EF-87B1-157F56A76108}" dt="2023-12-18T06:23:37.927" v="175" actId="14100"/>
          <ac:spMkLst>
            <pc:docMk/>
            <pc:sldMk cId="0" sldId="506"/>
            <ac:spMk id="35843" creationId="{56BE3EB1-C39E-9B61-52A2-DC29F0E6E5B2}"/>
          </ac:spMkLst>
        </pc:spChg>
        <pc:spChg chg="mod ord">
          <ac:chgData name="Ara Parsyan" userId="259f886a-d941-4b9d-8169-5202b97ede51" providerId="ADAL" clId="{89CDDB97-4E0D-49EF-87B1-157F56A76108}" dt="2023-12-18T06:20:47.393" v="152" actId="6264"/>
          <ac:spMkLst>
            <pc:docMk/>
            <pc:sldMk cId="0" sldId="506"/>
            <ac:spMk id="35844" creationId="{92AD06CA-E947-F22A-5BD5-CA1B0CF12EE5}"/>
          </ac:spMkLst>
        </pc:spChg>
      </pc:sldChg>
      <pc:sldChg chg="addSp delSp modSp mod chgLayout">
        <pc:chgData name="Ara Parsyan" userId="259f886a-d941-4b9d-8169-5202b97ede51" providerId="ADAL" clId="{89CDDB97-4E0D-49EF-87B1-157F56A76108}" dt="2023-12-18T06:32:04.436" v="288" actId="255"/>
        <pc:sldMkLst>
          <pc:docMk/>
          <pc:sldMk cId="0" sldId="507"/>
        </pc:sldMkLst>
        <pc:spChg chg="add del mod">
          <ac:chgData name="Ara Parsyan" userId="259f886a-d941-4b9d-8169-5202b97ede51" providerId="ADAL" clId="{89CDDB97-4E0D-49EF-87B1-157F56A76108}" dt="2023-12-18T06:08:59.226" v="4" actId="6264"/>
          <ac:spMkLst>
            <pc:docMk/>
            <pc:sldMk cId="0" sldId="507"/>
            <ac:spMk id="2" creationId="{0DE5BF54-E090-A6F6-371C-D531F3AA4279}"/>
          </ac:spMkLst>
        </pc:spChg>
        <pc:spChg chg="add del mod">
          <ac:chgData name="Ara Parsyan" userId="259f886a-d941-4b9d-8169-5202b97ede51" providerId="ADAL" clId="{89CDDB97-4E0D-49EF-87B1-157F56A76108}" dt="2023-12-18T06:08:59.226" v="4" actId="6264"/>
          <ac:spMkLst>
            <pc:docMk/>
            <pc:sldMk cId="0" sldId="507"/>
            <ac:spMk id="3" creationId="{F43CCCAA-B23C-F90E-83A3-4E25E6997FE5}"/>
          </ac:spMkLst>
        </pc:spChg>
        <pc:spChg chg="add del mod">
          <ac:chgData name="Ara Parsyan" userId="259f886a-d941-4b9d-8169-5202b97ede51" providerId="ADAL" clId="{89CDDB97-4E0D-49EF-87B1-157F56A76108}" dt="2023-12-18T06:08:58.989" v="3" actId="6264"/>
          <ac:spMkLst>
            <pc:docMk/>
            <pc:sldMk cId="0" sldId="507"/>
            <ac:spMk id="4" creationId="{F8AAEE4E-AE86-FC97-C36E-D49CEE6E18E4}"/>
          </ac:spMkLst>
        </pc:spChg>
        <pc:spChg chg="add del mod">
          <ac:chgData name="Ara Parsyan" userId="259f886a-d941-4b9d-8169-5202b97ede51" providerId="ADAL" clId="{89CDDB97-4E0D-49EF-87B1-157F56A76108}" dt="2023-12-18T06:08:58.989" v="3" actId="6264"/>
          <ac:spMkLst>
            <pc:docMk/>
            <pc:sldMk cId="0" sldId="507"/>
            <ac:spMk id="5" creationId="{CB2C08EF-43AB-9766-1A78-5D55E67F1065}"/>
          </ac:spMkLst>
        </pc:spChg>
        <pc:spChg chg="add del mod">
          <ac:chgData name="Ara Parsyan" userId="259f886a-d941-4b9d-8169-5202b97ede51" providerId="ADAL" clId="{89CDDB97-4E0D-49EF-87B1-157F56A76108}" dt="2023-12-18T06:23:31.135" v="171" actId="6264"/>
          <ac:spMkLst>
            <pc:docMk/>
            <pc:sldMk cId="0" sldId="507"/>
            <ac:spMk id="6" creationId="{A04FA163-64C3-CDD4-081F-FCE14562B588}"/>
          </ac:spMkLst>
        </pc:spChg>
        <pc:spChg chg="add del mod">
          <ac:chgData name="Ara Parsyan" userId="259f886a-d941-4b9d-8169-5202b97ede51" providerId="ADAL" clId="{89CDDB97-4E0D-49EF-87B1-157F56A76108}" dt="2023-12-18T06:23:31.135" v="171" actId="6264"/>
          <ac:spMkLst>
            <pc:docMk/>
            <pc:sldMk cId="0" sldId="507"/>
            <ac:spMk id="7" creationId="{53F4EA49-89DA-2C74-0625-41F608F44942}"/>
          </ac:spMkLst>
        </pc:spChg>
        <pc:spChg chg="add del mod">
          <ac:chgData name="Ara Parsyan" userId="259f886a-d941-4b9d-8169-5202b97ede51" providerId="ADAL" clId="{89CDDB97-4E0D-49EF-87B1-157F56A76108}" dt="2023-12-18T06:26:26.842" v="216" actId="6264"/>
          <ac:spMkLst>
            <pc:docMk/>
            <pc:sldMk cId="0" sldId="507"/>
            <ac:spMk id="8" creationId="{5A2F02AD-BF99-DD36-71B5-6BE1C43888B7}"/>
          </ac:spMkLst>
        </pc:spChg>
        <pc:spChg chg="add del mod">
          <ac:chgData name="Ara Parsyan" userId="259f886a-d941-4b9d-8169-5202b97ede51" providerId="ADAL" clId="{89CDDB97-4E0D-49EF-87B1-157F56A76108}" dt="2023-12-18T06:26:26.842" v="216" actId="6264"/>
          <ac:spMkLst>
            <pc:docMk/>
            <pc:sldMk cId="0" sldId="507"/>
            <ac:spMk id="9" creationId="{5A729CF5-B57E-6CBA-C61C-48E4FBF31C27}"/>
          </ac:spMkLst>
        </pc:spChg>
        <pc:spChg chg="mod ord">
          <ac:chgData name="Ara Parsyan" userId="259f886a-d941-4b9d-8169-5202b97ede51" providerId="ADAL" clId="{89CDDB97-4E0D-49EF-87B1-157F56A76108}" dt="2023-12-18T06:26:26.842" v="216" actId="6264"/>
          <ac:spMkLst>
            <pc:docMk/>
            <pc:sldMk cId="0" sldId="507"/>
            <ac:spMk id="37890" creationId="{CEFDC768-F500-1A44-170C-D64C088D20D7}"/>
          </ac:spMkLst>
        </pc:spChg>
        <pc:spChg chg="mod ord">
          <ac:chgData name="Ara Parsyan" userId="259f886a-d941-4b9d-8169-5202b97ede51" providerId="ADAL" clId="{89CDDB97-4E0D-49EF-87B1-157F56A76108}" dt="2023-12-18T06:32:04.436" v="288" actId="255"/>
          <ac:spMkLst>
            <pc:docMk/>
            <pc:sldMk cId="0" sldId="507"/>
            <ac:spMk id="37891" creationId="{D0431D85-1C49-551D-5839-6504ACC10357}"/>
          </ac:spMkLst>
        </pc:spChg>
      </pc:sldChg>
      <pc:sldChg chg="addSp delSp modSp mod chgLayout">
        <pc:chgData name="Ara Parsyan" userId="259f886a-d941-4b9d-8169-5202b97ede51" providerId="ADAL" clId="{89CDDB97-4E0D-49EF-87B1-157F56A76108}" dt="2023-12-18T06:32:27.786" v="294" actId="20577"/>
        <pc:sldMkLst>
          <pc:docMk/>
          <pc:sldMk cId="0" sldId="509"/>
        </pc:sldMkLst>
        <pc:spChg chg="add del mod">
          <ac:chgData name="Ara Parsyan" userId="259f886a-d941-4b9d-8169-5202b97ede51" providerId="ADAL" clId="{89CDDB97-4E0D-49EF-87B1-157F56A76108}" dt="2023-12-18T06:08:59.226" v="4" actId="6264"/>
          <ac:spMkLst>
            <pc:docMk/>
            <pc:sldMk cId="0" sldId="509"/>
            <ac:spMk id="2" creationId="{E85D80F2-639B-F950-D8F6-F3E5DF040BEC}"/>
          </ac:spMkLst>
        </pc:spChg>
        <pc:spChg chg="add del mod">
          <ac:chgData name="Ara Parsyan" userId="259f886a-d941-4b9d-8169-5202b97ede51" providerId="ADAL" clId="{89CDDB97-4E0D-49EF-87B1-157F56A76108}" dt="2023-12-18T06:08:59.226" v="4" actId="6264"/>
          <ac:spMkLst>
            <pc:docMk/>
            <pc:sldMk cId="0" sldId="509"/>
            <ac:spMk id="3" creationId="{0DAC6D73-29A0-018C-707B-89CE9ED06C52}"/>
          </ac:spMkLst>
        </pc:spChg>
        <pc:spChg chg="add del mod">
          <ac:chgData name="Ara Parsyan" userId="259f886a-d941-4b9d-8169-5202b97ede51" providerId="ADAL" clId="{89CDDB97-4E0D-49EF-87B1-157F56A76108}" dt="2023-12-18T06:08:58.989" v="3" actId="6264"/>
          <ac:spMkLst>
            <pc:docMk/>
            <pc:sldMk cId="0" sldId="509"/>
            <ac:spMk id="4" creationId="{6C633EB0-7307-21F3-86E8-4DC863978DF0}"/>
          </ac:spMkLst>
        </pc:spChg>
        <pc:spChg chg="add del mod">
          <ac:chgData name="Ara Parsyan" userId="259f886a-d941-4b9d-8169-5202b97ede51" providerId="ADAL" clId="{89CDDB97-4E0D-49EF-87B1-157F56A76108}" dt="2023-12-18T06:08:58.989" v="3" actId="6264"/>
          <ac:spMkLst>
            <pc:docMk/>
            <pc:sldMk cId="0" sldId="509"/>
            <ac:spMk id="5" creationId="{B922012D-3386-7A53-E0EC-3C58924234CF}"/>
          </ac:spMkLst>
        </pc:spChg>
        <pc:spChg chg="add del mod">
          <ac:chgData name="Ara Parsyan" userId="259f886a-d941-4b9d-8169-5202b97ede51" providerId="ADAL" clId="{89CDDB97-4E0D-49EF-87B1-157F56A76108}" dt="2023-12-18T06:32:11.466" v="289" actId="6264"/>
          <ac:spMkLst>
            <pc:docMk/>
            <pc:sldMk cId="0" sldId="509"/>
            <ac:spMk id="6" creationId="{5596EAEA-7F09-A14C-96A6-1033B9B1FA58}"/>
          </ac:spMkLst>
        </pc:spChg>
        <pc:spChg chg="add del mod">
          <ac:chgData name="Ara Parsyan" userId="259f886a-d941-4b9d-8169-5202b97ede51" providerId="ADAL" clId="{89CDDB97-4E0D-49EF-87B1-157F56A76108}" dt="2023-12-18T06:32:11.466" v="289" actId="6264"/>
          <ac:spMkLst>
            <pc:docMk/>
            <pc:sldMk cId="0" sldId="509"/>
            <ac:spMk id="7" creationId="{E6FB36A2-F2BA-9D95-9401-FDBCDFA6B1F5}"/>
          </ac:spMkLst>
        </pc:spChg>
        <pc:spChg chg="mod ord">
          <ac:chgData name="Ara Parsyan" userId="259f886a-d941-4b9d-8169-5202b97ede51" providerId="ADAL" clId="{89CDDB97-4E0D-49EF-87B1-157F56A76108}" dt="2023-12-18T06:32:11.466" v="289" actId="6264"/>
          <ac:spMkLst>
            <pc:docMk/>
            <pc:sldMk cId="0" sldId="509"/>
            <ac:spMk id="40962" creationId="{F31B0ABA-0229-83E0-629C-50584F7E6A83}"/>
          </ac:spMkLst>
        </pc:spChg>
        <pc:spChg chg="mod ord">
          <ac:chgData name="Ara Parsyan" userId="259f886a-d941-4b9d-8169-5202b97ede51" providerId="ADAL" clId="{89CDDB97-4E0D-49EF-87B1-157F56A76108}" dt="2023-12-18T06:32:27.786" v="294" actId="20577"/>
          <ac:spMkLst>
            <pc:docMk/>
            <pc:sldMk cId="0" sldId="509"/>
            <ac:spMk id="40963" creationId="{F66C3EBB-26A6-9A96-ABC4-81695E5BF0DA}"/>
          </ac:spMkLst>
        </pc:spChg>
      </pc:sldChg>
      <pc:sldChg chg="addSp delSp modSp mod chgLayout">
        <pc:chgData name="Ara Parsyan" userId="259f886a-d941-4b9d-8169-5202b97ede51" providerId="ADAL" clId="{89CDDB97-4E0D-49EF-87B1-157F56A76108}" dt="2023-12-18T06:33:29.241" v="316" actId="20577"/>
        <pc:sldMkLst>
          <pc:docMk/>
          <pc:sldMk cId="0" sldId="510"/>
        </pc:sldMkLst>
        <pc:spChg chg="add del mod">
          <ac:chgData name="Ara Parsyan" userId="259f886a-d941-4b9d-8169-5202b97ede51" providerId="ADAL" clId="{89CDDB97-4E0D-49EF-87B1-157F56A76108}" dt="2023-12-18T06:08:59.226" v="4" actId="6264"/>
          <ac:spMkLst>
            <pc:docMk/>
            <pc:sldMk cId="0" sldId="510"/>
            <ac:spMk id="2" creationId="{CE685833-3066-C06B-1393-8EEF1C759ECF}"/>
          </ac:spMkLst>
        </pc:spChg>
        <pc:spChg chg="add del mod">
          <ac:chgData name="Ara Parsyan" userId="259f886a-d941-4b9d-8169-5202b97ede51" providerId="ADAL" clId="{89CDDB97-4E0D-49EF-87B1-157F56A76108}" dt="2023-12-18T06:08:59.226" v="4" actId="6264"/>
          <ac:spMkLst>
            <pc:docMk/>
            <pc:sldMk cId="0" sldId="510"/>
            <ac:spMk id="3" creationId="{658B5DDC-A022-F81D-094B-0DA815B17C97}"/>
          </ac:spMkLst>
        </pc:spChg>
        <pc:spChg chg="add del mod">
          <ac:chgData name="Ara Parsyan" userId="259f886a-d941-4b9d-8169-5202b97ede51" providerId="ADAL" clId="{89CDDB97-4E0D-49EF-87B1-157F56A76108}" dt="2023-12-18T06:08:58.989" v="3" actId="6264"/>
          <ac:spMkLst>
            <pc:docMk/>
            <pc:sldMk cId="0" sldId="510"/>
            <ac:spMk id="4" creationId="{62EAB81B-D22E-F458-05A8-3EA1CC34FB51}"/>
          </ac:spMkLst>
        </pc:spChg>
        <pc:spChg chg="add del mod">
          <ac:chgData name="Ara Parsyan" userId="259f886a-d941-4b9d-8169-5202b97ede51" providerId="ADAL" clId="{89CDDB97-4E0D-49EF-87B1-157F56A76108}" dt="2023-12-18T06:08:58.989" v="3" actId="6264"/>
          <ac:spMkLst>
            <pc:docMk/>
            <pc:sldMk cId="0" sldId="510"/>
            <ac:spMk id="5" creationId="{E730CEA8-3328-B68F-89B9-0D4564905DC4}"/>
          </ac:spMkLst>
        </pc:spChg>
        <pc:spChg chg="add del mod">
          <ac:chgData name="Ara Parsyan" userId="259f886a-d941-4b9d-8169-5202b97ede51" providerId="ADAL" clId="{89CDDB97-4E0D-49EF-87B1-157F56A76108}" dt="2023-12-18T06:32:37.894" v="295" actId="6264"/>
          <ac:spMkLst>
            <pc:docMk/>
            <pc:sldMk cId="0" sldId="510"/>
            <ac:spMk id="6" creationId="{89266198-0FBF-AFB4-F29F-AC4772CE775C}"/>
          </ac:spMkLst>
        </pc:spChg>
        <pc:spChg chg="add del mod">
          <ac:chgData name="Ara Parsyan" userId="259f886a-d941-4b9d-8169-5202b97ede51" providerId="ADAL" clId="{89CDDB97-4E0D-49EF-87B1-157F56A76108}" dt="2023-12-18T06:32:37.894" v="295" actId="6264"/>
          <ac:spMkLst>
            <pc:docMk/>
            <pc:sldMk cId="0" sldId="510"/>
            <ac:spMk id="7" creationId="{63165F7B-1006-2C22-4F2B-48789A9446B5}"/>
          </ac:spMkLst>
        </pc:spChg>
        <pc:spChg chg="mod ord">
          <ac:chgData name="Ara Parsyan" userId="259f886a-d941-4b9d-8169-5202b97ede51" providerId="ADAL" clId="{89CDDB97-4E0D-49EF-87B1-157F56A76108}" dt="2023-12-18T06:33:29.241" v="316" actId="20577"/>
          <ac:spMkLst>
            <pc:docMk/>
            <pc:sldMk cId="0" sldId="510"/>
            <ac:spMk id="21507" creationId="{0636C46B-B033-4422-BDBE-B7F19A426079}"/>
          </ac:spMkLst>
        </pc:spChg>
        <pc:spChg chg="mod ord">
          <ac:chgData name="Ara Parsyan" userId="259f886a-d941-4b9d-8169-5202b97ede51" providerId="ADAL" clId="{89CDDB97-4E0D-49EF-87B1-157F56A76108}" dt="2023-12-18T06:32:37.894" v="295" actId="6264"/>
          <ac:spMkLst>
            <pc:docMk/>
            <pc:sldMk cId="0" sldId="510"/>
            <ac:spMk id="43010" creationId="{99CF868F-2E5F-CA47-9CAD-E3BD44D26909}"/>
          </ac:spMkLst>
        </pc:spChg>
      </pc:sldChg>
      <pc:sldChg chg="addSp delSp modSp mod chgLayout">
        <pc:chgData name="Ara Parsyan" userId="259f886a-d941-4b9d-8169-5202b97ede51" providerId="ADAL" clId="{89CDDB97-4E0D-49EF-87B1-157F56A76108}" dt="2023-12-18T06:33:34.102" v="317" actId="6264"/>
        <pc:sldMkLst>
          <pc:docMk/>
          <pc:sldMk cId="0" sldId="517"/>
        </pc:sldMkLst>
        <pc:spChg chg="add del mod">
          <ac:chgData name="Ara Parsyan" userId="259f886a-d941-4b9d-8169-5202b97ede51" providerId="ADAL" clId="{89CDDB97-4E0D-49EF-87B1-157F56A76108}" dt="2023-12-18T06:08:59.226" v="4" actId="6264"/>
          <ac:spMkLst>
            <pc:docMk/>
            <pc:sldMk cId="0" sldId="517"/>
            <ac:spMk id="2" creationId="{50925E0C-D934-0C99-C58A-2502187194F4}"/>
          </ac:spMkLst>
        </pc:spChg>
        <pc:spChg chg="add del mod">
          <ac:chgData name="Ara Parsyan" userId="259f886a-d941-4b9d-8169-5202b97ede51" providerId="ADAL" clId="{89CDDB97-4E0D-49EF-87B1-157F56A76108}" dt="2023-12-18T06:08:59.226" v="4" actId="6264"/>
          <ac:spMkLst>
            <pc:docMk/>
            <pc:sldMk cId="0" sldId="517"/>
            <ac:spMk id="3" creationId="{3E17DB74-51F5-5DE3-2FC9-77AFC1C1D70A}"/>
          </ac:spMkLst>
        </pc:spChg>
        <pc:spChg chg="add del mod">
          <ac:chgData name="Ara Parsyan" userId="259f886a-d941-4b9d-8169-5202b97ede51" providerId="ADAL" clId="{89CDDB97-4E0D-49EF-87B1-157F56A76108}" dt="2023-12-18T06:08:58.989" v="3" actId="6264"/>
          <ac:spMkLst>
            <pc:docMk/>
            <pc:sldMk cId="0" sldId="517"/>
            <ac:spMk id="4" creationId="{DE1EB389-7F01-A09C-9FB5-43CD91C270A7}"/>
          </ac:spMkLst>
        </pc:spChg>
        <pc:spChg chg="add del mod">
          <ac:chgData name="Ara Parsyan" userId="259f886a-d941-4b9d-8169-5202b97ede51" providerId="ADAL" clId="{89CDDB97-4E0D-49EF-87B1-157F56A76108}" dt="2023-12-18T06:08:58.989" v="3" actId="6264"/>
          <ac:spMkLst>
            <pc:docMk/>
            <pc:sldMk cId="0" sldId="517"/>
            <ac:spMk id="5" creationId="{1A89DD47-823B-B088-CFBD-6B3EEB963794}"/>
          </ac:spMkLst>
        </pc:spChg>
        <pc:spChg chg="mod ord">
          <ac:chgData name="Ara Parsyan" userId="259f886a-d941-4b9d-8169-5202b97ede51" providerId="ADAL" clId="{89CDDB97-4E0D-49EF-87B1-157F56A76108}" dt="2023-12-18T06:33:34.102" v="317" actId="6264"/>
          <ac:spMkLst>
            <pc:docMk/>
            <pc:sldMk cId="0" sldId="517"/>
            <ac:spMk id="6" creationId="{C41B7D6F-1353-4AA2-A1A5-A71EBD966E7C}"/>
          </ac:spMkLst>
        </pc:spChg>
        <pc:spChg chg="add del mod">
          <ac:chgData name="Ara Parsyan" userId="259f886a-d941-4b9d-8169-5202b97ede51" providerId="ADAL" clId="{89CDDB97-4E0D-49EF-87B1-157F56A76108}" dt="2023-12-18T06:33:34.102" v="317" actId="6264"/>
          <ac:spMkLst>
            <pc:docMk/>
            <pc:sldMk cId="0" sldId="517"/>
            <ac:spMk id="7" creationId="{7D4C840B-F063-1A07-540A-81608C942DD9}"/>
          </ac:spMkLst>
        </pc:spChg>
        <pc:spChg chg="add del mod">
          <ac:chgData name="Ara Parsyan" userId="259f886a-d941-4b9d-8169-5202b97ede51" providerId="ADAL" clId="{89CDDB97-4E0D-49EF-87B1-157F56A76108}" dt="2023-12-18T06:33:34.102" v="317" actId="6264"/>
          <ac:spMkLst>
            <pc:docMk/>
            <pc:sldMk cId="0" sldId="517"/>
            <ac:spMk id="8" creationId="{D5FFCBDA-739A-DE52-5BE9-2B3A5FFE5A8B}"/>
          </ac:spMkLst>
        </pc:spChg>
        <pc:spChg chg="mod ord">
          <ac:chgData name="Ara Parsyan" userId="259f886a-d941-4b9d-8169-5202b97ede51" providerId="ADAL" clId="{89CDDB97-4E0D-49EF-87B1-157F56A76108}" dt="2023-12-18T06:33:34.102" v="317" actId="6264"/>
          <ac:spMkLst>
            <pc:docMk/>
            <pc:sldMk cId="0" sldId="517"/>
            <ac:spMk id="45058" creationId="{FDE5DC2C-CC58-299E-1B68-623D0ACD6BFC}"/>
          </ac:spMkLst>
        </pc:spChg>
      </pc:sldChg>
      <pc:sldChg chg="addSp delSp modSp mod chgLayout">
        <pc:chgData name="Ara Parsyan" userId="259f886a-d941-4b9d-8169-5202b97ede51" providerId="ADAL" clId="{89CDDB97-4E0D-49EF-87B1-157F56A76108}" dt="2023-12-18T06:35:23.700" v="366"/>
        <pc:sldMkLst>
          <pc:docMk/>
          <pc:sldMk cId="0" sldId="518"/>
        </pc:sldMkLst>
        <pc:spChg chg="add del mod">
          <ac:chgData name="Ara Parsyan" userId="259f886a-d941-4b9d-8169-5202b97ede51" providerId="ADAL" clId="{89CDDB97-4E0D-49EF-87B1-157F56A76108}" dt="2023-12-18T06:08:59.226" v="4" actId="6264"/>
          <ac:spMkLst>
            <pc:docMk/>
            <pc:sldMk cId="0" sldId="518"/>
            <ac:spMk id="2" creationId="{8EDB350E-0DB8-C9A4-1CD7-2ECF52A2A4EC}"/>
          </ac:spMkLst>
        </pc:spChg>
        <pc:spChg chg="add del mod">
          <ac:chgData name="Ara Parsyan" userId="259f886a-d941-4b9d-8169-5202b97ede51" providerId="ADAL" clId="{89CDDB97-4E0D-49EF-87B1-157F56A76108}" dt="2023-12-18T06:08:59.226" v="4" actId="6264"/>
          <ac:spMkLst>
            <pc:docMk/>
            <pc:sldMk cId="0" sldId="518"/>
            <ac:spMk id="3" creationId="{DBE50E78-B5E3-6623-7814-FE98207354E6}"/>
          </ac:spMkLst>
        </pc:spChg>
        <pc:spChg chg="add del mod">
          <ac:chgData name="Ara Parsyan" userId="259f886a-d941-4b9d-8169-5202b97ede51" providerId="ADAL" clId="{89CDDB97-4E0D-49EF-87B1-157F56A76108}" dt="2023-12-18T06:08:58.989" v="3" actId="6264"/>
          <ac:spMkLst>
            <pc:docMk/>
            <pc:sldMk cId="0" sldId="518"/>
            <ac:spMk id="4" creationId="{BF5A71D0-743D-2BB9-CBE7-9D783D659AA6}"/>
          </ac:spMkLst>
        </pc:spChg>
        <pc:spChg chg="add del mod">
          <ac:chgData name="Ara Parsyan" userId="259f886a-d941-4b9d-8169-5202b97ede51" providerId="ADAL" clId="{89CDDB97-4E0D-49EF-87B1-157F56A76108}" dt="2023-12-18T06:08:58.989" v="3" actId="6264"/>
          <ac:spMkLst>
            <pc:docMk/>
            <pc:sldMk cId="0" sldId="518"/>
            <ac:spMk id="5" creationId="{E10A4772-AF48-8957-C884-DB3FDBF9A3B4}"/>
          </ac:spMkLst>
        </pc:spChg>
        <pc:spChg chg="add del mod">
          <ac:chgData name="Ara Parsyan" userId="259f886a-d941-4b9d-8169-5202b97ede51" providerId="ADAL" clId="{89CDDB97-4E0D-49EF-87B1-157F56A76108}" dt="2023-12-18T06:33:50.597" v="319" actId="6264"/>
          <ac:spMkLst>
            <pc:docMk/>
            <pc:sldMk cId="0" sldId="518"/>
            <ac:spMk id="6" creationId="{44F7B69B-DF33-C498-593C-F7CF4E7C05C6}"/>
          </ac:spMkLst>
        </pc:spChg>
        <pc:spChg chg="mod ord">
          <ac:chgData name="Ara Parsyan" userId="259f886a-d941-4b9d-8169-5202b97ede51" providerId="ADAL" clId="{89CDDB97-4E0D-49EF-87B1-157F56A76108}" dt="2023-12-18T06:35:23.700" v="366"/>
          <ac:spMkLst>
            <pc:docMk/>
            <pc:sldMk cId="0" sldId="518"/>
            <ac:spMk id="7" creationId="{D3B13D23-E4DC-407A-9734-8A1DF485D7A0}"/>
          </ac:spMkLst>
        </pc:spChg>
        <pc:spChg chg="add del mod">
          <ac:chgData name="Ara Parsyan" userId="259f886a-d941-4b9d-8169-5202b97ede51" providerId="ADAL" clId="{89CDDB97-4E0D-49EF-87B1-157F56A76108}" dt="2023-12-18T06:33:50.597" v="319" actId="6264"/>
          <ac:spMkLst>
            <pc:docMk/>
            <pc:sldMk cId="0" sldId="518"/>
            <ac:spMk id="8" creationId="{AA41C760-CADA-63BB-9E1C-158E71FE5555}"/>
          </ac:spMkLst>
        </pc:spChg>
        <pc:spChg chg="mod ord">
          <ac:chgData name="Ara Parsyan" userId="259f886a-d941-4b9d-8169-5202b97ede51" providerId="ADAL" clId="{89CDDB97-4E0D-49EF-87B1-157F56A76108}" dt="2023-12-18T06:33:50.597" v="319" actId="6264"/>
          <ac:spMkLst>
            <pc:docMk/>
            <pc:sldMk cId="0" sldId="518"/>
            <ac:spMk id="49154" creationId="{51F04C1A-CCA4-5B26-F69A-6B4005EDFCE4}"/>
          </ac:spMkLst>
        </pc:spChg>
      </pc:sldChg>
      <pc:sldChg chg="addSp delSp modSp mod chgLayout">
        <pc:chgData name="Ara Parsyan" userId="259f886a-d941-4b9d-8169-5202b97ede51" providerId="ADAL" clId="{89CDDB97-4E0D-49EF-87B1-157F56A76108}" dt="2023-12-18T06:36:43.139" v="378" actId="12"/>
        <pc:sldMkLst>
          <pc:docMk/>
          <pc:sldMk cId="0" sldId="519"/>
        </pc:sldMkLst>
        <pc:spChg chg="add del mod">
          <ac:chgData name="Ara Parsyan" userId="259f886a-d941-4b9d-8169-5202b97ede51" providerId="ADAL" clId="{89CDDB97-4E0D-49EF-87B1-157F56A76108}" dt="2023-12-18T06:08:59.226" v="4" actId="6264"/>
          <ac:spMkLst>
            <pc:docMk/>
            <pc:sldMk cId="0" sldId="519"/>
            <ac:spMk id="2" creationId="{C92BFFF6-50C5-DAB7-CF46-7C9C1E449E92}"/>
          </ac:spMkLst>
        </pc:spChg>
        <pc:spChg chg="add del mod">
          <ac:chgData name="Ara Parsyan" userId="259f886a-d941-4b9d-8169-5202b97ede51" providerId="ADAL" clId="{89CDDB97-4E0D-49EF-87B1-157F56A76108}" dt="2023-12-18T06:08:59.226" v="4" actId="6264"/>
          <ac:spMkLst>
            <pc:docMk/>
            <pc:sldMk cId="0" sldId="519"/>
            <ac:spMk id="3" creationId="{F774DBD4-395C-4162-6971-5974D967A99E}"/>
          </ac:spMkLst>
        </pc:spChg>
        <pc:spChg chg="add del mod">
          <ac:chgData name="Ara Parsyan" userId="259f886a-d941-4b9d-8169-5202b97ede51" providerId="ADAL" clId="{89CDDB97-4E0D-49EF-87B1-157F56A76108}" dt="2023-12-18T06:08:58.989" v="3" actId="6264"/>
          <ac:spMkLst>
            <pc:docMk/>
            <pc:sldMk cId="0" sldId="519"/>
            <ac:spMk id="4" creationId="{12A489BA-D092-8810-B7C2-DBF27EFC67F4}"/>
          </ac:spMkLst>
        </pc:spChg>
        <pc:spChg chg="add del mod">
          <ac:chgData name="Ara Parsyan" userId="259f886a-d941-4b9d-8169-5202b97ede51" providerId="ADAL" clId="{89CDDB97-4E0D-49EF-87B1-157F56A76108}" dt="2023-12-18T06:08:58.989" v="3" actId="6264"/>
          <ac:spMkLst>
            <pc:docMk/>
            <pc:sldMk cId="0" sldId="519"/>
            <ac:spMk id="5" creationId="{2611501A-E958-BD06-32EA-DC52DD2C53DB}"/>
          </ac:spMkLst>
        </pc:spChg>
        <pc:spChg chg="add del mod">
          <ac:chgData name="Ara Parsyan" userId="259f886a-d941-4b9d-8169-5202b97ede51" providerId="ADAL" clId="{89CDDB97-4E0D-49EF-87B1-157F56A76108}" dt="2023-12-18T06:35:34.223" v="367" actId="6264"/>
          <ac:spMkLst>
            <pc:docMk/>
            <pc:sldMk cId="0" sldId="519"/>
            <ac:spMk id="6" creationId="{0BB01100-0BFE-5369-F3A5-2AB7D059251B}"/>
          </ac:spMkLst>
        </pc:spChg>
        <pc:spChg chg="add del mod">
          <ac:chgData name="Ara Parsyan" userId="259f886a-d941-4b9d-8169-5202b97ede51" providerId="ADAL" clId="{89CDDB97-4E0D-49EF-87B1-157F56A76108}" dt="2023-12-18T06:35:34.223" v="367" actId="6264"/>
          <ac:spMkLst>
            <pc:docMk/>
            <pc:sldMk cId="0" sldId="519"/>
            <ac:spMk id="7" creationId="{FEC48D76-69DF-D463-674C-02E80228AABB}"/>
          </ac:spMkLst>
        </pc:spChg>
        <pc:spChg chg="mod ord">
          <ac:chgData name="Ara Parsyan" userId="259f886a-d941-4b9d-8169-5202b97ede51" providerId="ADAL" clId="{89CDDB97-4E0D-49EF-87B1-157F56A76108}" dt="2023-12-18T06:36:43.139" v="378" actId="12"/>
          <ac:spMkLst>
            <pc:docMk/>
            <pc:sldMk cId="0" sldId="519"/>
            <ac:spMk id="51202" creationId="{EED4F769-FC29-5EBF-C05F-9AEA14FAFFB5}"/>
          </ac:spMkLst>
        </pc:spChg>
        <pc:spChg chg="mod ord">
          <ac:chgData name="Ara Parsyan" userId="259f886a-d941-4b9d-8169-5202b97ede51" providerId="ADAL" clId="{89CDDB97-4E0D-49EF-87B1-157F56A76108}" dt="2023-12-18T06:35:34.223" v="367" actId="6264"/>
          <ac:spMkLst>
            <pc:docMk/>
            <pc:sldMk cId="0" sldId="519"/>
            <ac:spMk id="51284" creationId="{94B12AEE-E562-0A97-8FD4-1155413909BC}"/>
          </ac:spMkLst>
        </pc:spChg>
      </pc:sldChg>
      <pc:sldChg chg="addSp delSp modSp mod chgLayout">
        <pc:chgData name="Ara Parsyan" userId="259f886a-d941-4b9d-8169-5202b97ede51" providerId="ADAL" clId="{89CDDB97-4E0D-49EF-87B1-157F56A76108}" dt="2023-12-18T06:08:59.226" v="4" actId="6264"/>
        <pc:sldMkLst>
          <pc:docMk/>
          <pc:sldMk cId="0" sldId="522"/>
        </pc:sldMkLst>
        <pc:spChg chg="add del mod">
          <ac:chgData name="Ara Parsyan" userId="259f886a-d941-4b9d-8169-5202b97ede51" providerId="ADAL" clId="{89CDDB97-4E0D-49EF-87B1-157F56A76108}" dt="2023-12-18T06:08:59.226" v="4" actId="6264"/>
          <ac:spMkLst>
            <pc:docMk/>
            <pc:sldMk cId="0" sldId="522"/>
            <ac:spMk id="12" creationId="{58676AAD-DE14-3E0D-6933-29F3AE968F14}"/>
          </ac:spMkLst>
        </pc:spChg>
        <pc:spChg chg="add del mod">
          <ac:chgData name="Ara Parsyan" userId="259f886a-d941-4b9d-8169-5202b97ede51" providerId="ADAL" clId="{89CDDB97-4E0D-49EF-87B1-157F56A76108}" dt="2023-12-18T06:08:59.226" v="4" actId="6264"/>
          <ac:spMkLst>
            <pc:docMk/>
            <pc:sldMk cId="0" sldId="522"/>
            <ac:spMk id="13" creationId="{557D81F6-5AAD-7E9F-1848-985318E8A9C0}"/>
          </ac:spMkLst>
        </pc:spChg>
        <pc:spChg chg="add del mod">
          <ac:chgData name="Ara Parsyan" userId="259f886a-d941-4b9d-8169-5202b97ede51" providerId="ADAL" clId="{89CDDB97-4E0D-49EF-87B1-157F56A76108}" dt="2023-12-18T06:08:58.989" v="3" actId="6264"/>
          <ac:spMkLst>
            <pc:docMk/>
            <pc:sldMk cId="0" sldId="522"/>
            <ac:spMk id="14" creationId="{9BD7CDFC-E009-15A6-3B69-7B04C46B128C}"/>
          </ac:spMkLst>
        </pc:spChg>
        <pc:spChg chg="add del mod">
          <ac:chgData name="Ara Parsyan" userId="259f886a-d941-4b9d-8169-5202b97ede51" providerId="ADAL" clId="{89CDDB97-4E0D-49EF-87B1-157F56A76108}" dt="2023-12-18T06:08:58.989" v="3" actId="6264"/>
          <ac:spMkLst>
            <pc:docMk/>
            <pc:sldMk cId="0" sldId="522"/>
            <ac:spMk id="15" creationId="{DD921D87-4CAC-1251-570C-0AD3C2174BF3}"/>
          </ac:spMkLst>
        </pc:spChg>
        <pc:spChg chg="mod ord">
          <ac:chgData name="Ara Parsyan" userId="259f886a-d941-4b9d-8169-5202b97ede51" providerId="ADAL" clId="{89CDDB97-4E0D-49EF-87B1-157F56A76108}" dt="2023-12-18T06:08:59.226" v="4" actId="6264"/>
          <ac:spMkLst>
            <pc:docMk/>
            <pc:sldMk cId="0" sldId="522"/>
            <ac:spMk id="57346" creationId="{5B1E5A36-9CC5-8F0B-EFF9-574661F512F1}"/>
          </ac:spMkLst>
        </pc:spChg>
        <pc:spChg chg="mod ord">
          <ac:chgData name="Ara Parsyan" userId="259f886a-d941-4b9d-8169-5202b97ede51" providerId="ADAL" clId="{89CDDB97-4E0D-49EF-87B1-157F56A76108}" dt="2023-12-18T06:08:59.226" v="4" actId="6264"/>
          <ac:spMkLst>
            <pc:docMk/>
            <pc:sldMk cId="0" sldId="522"/>
            <ac:spMk id="57380" creationId="{DED388A5-08F8-3A36-F81A-0DFCFB25B091}"/>
          </ac:spMkLst>
        </pc:spChg>
      </pc:sldChg>
      <pc:sldChg chg="addSp delSp modSp mod chgLayout">
        <pc:chgData name="Ara Parsyan" userId="259f886a-d941-4b9d-8169-5202b97ede51" providerId="ADAL" clId="{89CDDB97-4E0D-49EF-87B1-157F56A76108}" dt="2023-12-18T06:08:59.226" v="4" actId="6264"/>
        <pc:sldMkLst>
          <pc:docMk/>
          <pc:sldMk cId="0" sldId="523"/>
        </pc:sldMkLst>
        <pc:spChg chg="add del mod">
          <ac:chgData name="Ara Parsyan" userId="259f886a-d941-4b9d-8169-5202b97ede51" providerId="ADAL" clId="{89CDDB97-4E0D-49EF-87B1-157F56A76108}" dt="2023-12-18T06:08:59.226" v="4" actId="6264"/>
          <ac:spMkLst>
            <pc:docMk/>
            <pc:sldMk cId="0" sldId="523"/>
            <ac:spMk id="8" creationId="{12AD3D63-7A56-A43A-8B2A-500C8EA191E5}"/>
          </ac:spMkLst>
        </pc:spChg>
        <pc:spChg chg="add del mod">
          <ac:chgData name="Ara Parsyan" userId="259f886a-d941-4b9d-8169-5202b97ede51" providerId="ADAL" clId="{89CDDB97-4E0D-49EF-87B1-157F56A76108}" dt="2023-12-18T06:08:59.226" v="4" actId="6264"/>
          <ac:spMkLst>
            <pc:docMk/>
            <pc:sldMk cId="0" sldId="523"/>
            <ac:spMk id="9" creationId="{5FCC02E2-245D-F28B-186D-75D7409672B1}"/>
          </ac:spMkLst>
        </pc:spChg>
        <pc:spChg chg="add del mod">
          <ac:chgData name="Ara Parsyan" userId="259f886a-d941-4b9d-8169-5202b97ede51" providerId="ADAL" clId="{89CDDB97-4E0D-49EF-87B1-157F56A76108}" dt="2023-12-18T06:08:58.989" v="3" actId="6264"/>
          <ac:spMkLst>
            <pc:docMk/>
            <pc:sldMk cId="0" sldId="523"/>
            <ac:spMk id="10" creationId="{3BF40996-4229-6C89-4EC6-783E07D50E3A}"/>
          </ac:spMkLst>
        </pc:spChg>
        <pc:spChg chg="add del mod">
          <ac:chgData name="Ara Parsyan" userId="259f886a-d941-4b9d-8169-5202b97ede51" providerId="ADAL" clId="{89CDDB97-4E0D-49EF-87B1-157F56A76108}" dt="2023-12-18T06:08:58.989" v="3" actId="6264"/>
          <ac:spMkLst>
            <pc:docMk/>
            <pc:sldMk cId="0" sldId="523"/>
            <ac:spMk id="11" creationId="{CF2722A0-6B8B-E301-E753-56FE094A0845}"/>
          </ac:spMkLst>
        </pc:spChg>
        <pc:spChg chg="mod ord">
          <ac:chgData name="Ara Parsyan" userId="259f886a-d941-4b9d-8169-5202b97ede51" providerId="ADAL" clId="{89CDDB97-4E0D-49EF-87B1-157F56A76108}" dt="2023-12-18T06:08:59.226" v="4" actId="6264"/>
          <ac:spMkLst>
            <pc:docMk/>
            <pc:sldMk cId="0" sldId="523"/>
            <ac:spMk id="59437" creationId="{41C88F12-C8C8-A189-F498-9018498810A4}"/>
          </ac:spMkLst>
        </pc:spChg>
        <pc:spChg chg="mod ord">
          <ac:chgData name="Ara Parsyan" userId="259f886a-d941-4b9d-8169-5202b97ede51" providerId="ADAL" clId="{89CDDB97-4E0D-49EF-87B1-157F56A76108}" dt="2023-12-18T06:08:59.226" v="4" actId="6264"/>
          <ac:spMkLst>
            <pc:docMk/>
            <pc:sldMk cId="0" sldId="523"/>
            <ac:spMk id="59438" creationId="{D3D0AD15-20AF-257E-7F9C-8D77A61D50BC}"/>
          </ac:spMkLst>
        </pc:spChg>
      </pc:sldChg>
      <pc:sldChg chg="addSp delSp modSp mod chgLayout">
        <pc:chgData name="Ara Parsyan" userId="259f886a-d941-4b9d-8169-5202b97ede51" providerId="ADAL" clId="{89CDDB97-4E0D-49EF-87B1-157F56A76108}" dt="2023-12-18T06:08:59.226" v="4" actId="6264"/>
        <pc:sldMkLst>
          <pc:docMk/>
          <pc:sldMk cId="0" sldId="524"/>
        </pc:sldMkLst>
        <pc:spChg chg="add del mod">
          <ac:chgData name="Ara Parsyan" userId="259f886a-d941-4b9d-8169-5202b97ede51" providerId="ADAL" clId="{89CDDB97-4E0D-49EF-87B1-157F56A76108}" dt="2023-12-18T06:08:59.226" v="4" actId="6264"/>
          <ac:spMkLst>
            <pc:docMk/>
            <pc:sldMk cId="0" sldId="524"/>
            <ac:spMk id="3" creationId="{D85182C1-72C4-A1A5-9359-899CA20CFBE5}"/>
          </ac:spMkLst>
        </pc:spChg>
        <pc:spChg chg="add del mod">
          <ac:chgData name="Ara Parsyan" userId="259f886a-d941-4b9d-8169-5202b97ede51" providerId="ADAL" clId="{89CDDB97-4E0D-49EF-87B1-157F56A76108}" dt="2023-12-18T06:08:59.226" v="4" actId="6264"/>
          <ac:spMkLst>
            <pc:docMk/>
            <pc:sldMk cId="0" sldId="524"/>
            <ac:spMk id="4" creationId="{2431ED2F-8647-F488-1236-9608744CE1BF}"/>
          </ac:spMkLst>
        </pc:spChg>
        <pc:spChg chg="add del mod">
          <ac:chgData name="Ara Parsyan" userId="259f886a-d941-4b9d-8169-5202b97ede51" providerId="ADAL" clId="{89CDDB97-4E0D-49EF-87B1-157F56A76108}" dt="2023-12-18T06:08:58.989" v="3" actId="6264"/>
          <ac:spMkLst>
            <pc:docMk/>
            <pc:sldMk cId="0" sldId="524"/>
            <ac:spMk id="5" creationId="{713509C6-2F16-897F-E23C-D8688F5D6EB7}"/>
          </ac:spMkLst>
        </pc:spChg>
        <pc:spChg chg="add del mod">
          <ac:chgData name="Ara Parsyan" userId="259f886a-d941-4b9d-8169-5202b97ede51" providerId="ADAL" clId="{89CDDB97-4E0D-49EF-87B1-157F56A76108}" dt="2023-12-18T06:08:58.989" v="3" actId="6264"/>
          <ac:spMkLst>
            <pc:docMk/>
            <pc:sldMk cId="0" sldId="524"/>
            <ac:spMk id="6" creationId="{EDF9B597-2AED-8E3E-8483-5DF3529D48E6}"/>
          </ac:spMkLst>
        </pc:spChg>
        <pc:spChg chg="mod ord">
          <ac:chgData name="Ara Parsyan" userId="259f886a-d941-4b9d-8169-5202b97ede51" providerId="ADAL" clId="{89CDDB97-4E0D-49EF-87B1-157F56A76108}" dt="2023-12-18T06:08:59.226" v="4" actId="6264"/>
          <ac:spMkLst>
            <pc:docMk/>
            <pc:sldMk cId="0" sldId="524"/>
            <ac:spMk id="61443" creationId="{F0BF9713-59B3-A9A6-6022-0868A059C540}"/>
          </ac:spMkLst>
        </pc:spChg>
        <pc:spChg chg="mod ord">
          <ac:chgData name="Ara Parsyan" userId="259f886a-d941-4b9d-8169-5202b97ede51" providerId="ADAL" clId="{89CDDB97-4E0D-49EF-87B1-157F56A76108}" dt="2023-12-18T06:08:59.226" v="4" actId="6264"/>
          <ac:spMkLst>
            <pc:docMk/>
            <pc:sldMk cId="0" sldId="524"/>
            <ac:spMk id="61444" creationId="{CC7DCA4C-805C-C55B-1408-1FE5C3AF61DA}"/>
          </ac:spMkLst>
        </pc:spChg>
      </pc:sldChg>
      <pc:sldChg chg="addSp delSp modSp mod chgLayout">
        <pc:chgData name="Ara Parsyan" userId="259f886a-d941-4b9d-8169-5202b97ede51" providerId="ADAL" clId="{89CDDB97-4E0D-49EF-87B1-157F56A76108}" dt="2023-12-18T06:37:28.274" v="393" actId="1076"/>
        <pc:sldMkLst>
          <pc:docMk/>
          <pc:sldMk cId="0" sldId="525"/>
        </pc:sldMkLst>
        <pc:spChg chg="add del mod">
          <ac:chgData name="Ara Parsyan" userId="259f886a-d941-4b9d-8169-5202b97ede51" providerId="ADAL" clId="{89CDDB97-4E0D-49EF-87B1-157F56A76108}" dt="2023-12-18T06:08:59.226" v="4" actId="6264"/>
          <ac:spMkLst>
            <pc:docMk/>
            <pc:sldMk cId="0" sldId="525"/>
            <ac:spMk id="2" creationId="{C1850349-843B-DA26-8108-9ED9CDCA979E}"/>
          </ac:spMkLst>
        </pc:spChg>
        <pc:spChg chg="add del mod">
          <ac:chgData name="Ara Parsyan" userId="259f886a-d941-4b9d-8169-5202b97ede51" providerId="ADAL" clId="{89CDDB97-4E0D-49EF-87B1-157F56A76108}" dt="2023-12-18T06:08:59.226" v="4" actId="6264"/>
          <ac:spMkLst>
            <pc:docMk/>
            <pc:sldMk cId="0" sldId="525"/>
            <ac:spMk id="3" creationId="{AC672A2D-BCE7-AB77-EB9F-04131E715905}"/>
          </ac:spMkLst>
        </pc:spChg>
        <pc:spChg chg="add del mod">
          <ac:chgData name="Ara Parsyan" userId="259f886a-d941-4b9d-8169-5202b97ede51" providerId="ADAL" clId="{89CDDB97-4E0D-49EF-87B1-157F56A76108}" dt="2023-12-18T06:08:58.989" v="3" actId="6264"/>
          <ac:spMkLst>
            <pc:docMk/>
            <pc:sldMk cId="0" sldId="525"/>
            <ac:spMk id="4" creationId="{50569E3C-957D-7FA4-4286-66C454776B29}"/>
          </ac:spMkLst>
        </pc:spChg>
        <pc:spChg chg="add del mod">
          <ac:chgData name="Ara Parsyan" userId="259f886a-d941-4b9d-8169-5202b97ede51" providerId="ADAL" clId="{89CDDB97-4E0D-49EF-87B1-157F56A76108}" dt="2023-12-18T06:08:58.989" v="3" actId="6264"/>
          <ac:spMkLst>
            <pc:docMk/>
            <pc:sldMk cId="0" sldId="525"/>
            <ac:spMk id="5" creationId="{8CC84CEC-FE95-7D6D-ED18-A68CB8D54146}"/>
          </ac:spMkLst>
        </pc:spChg>
        <pc:spChg chg="add del mod">
          <ac:chgData name="Ara Parsyan" userId="259f886a-d941-4b9d-8169-5202b97ede51" providerId="ADAL" clId="{89CDDB97-4E0D-49EF-87B1-157F56A76108}" dt="2023-12-18T06:36:56.114" v="379" actId="6264"/>
          <ac:spMkLst>
            <pc:docMk/>
            <pc:sldMk cId="0" sldId="525"/>
            <ac:spMk id="6" creationId="{70EE2379-43F2-F05E-4D49-5FDC4D780DEC}"/>
          </ac:spMkLst>
        </pc:spChg>
        <pc:spChg chg="add del mod">
          <ac:chgData name="Ara Parsyan" userId="259f886a-d941-4b9d-8169-5202b97ede51" providerId="ADAL" clId="{89CDDB97-4E0D-49EF-87B1-157F56A76108}" dt="2023-12-18T06:36:56.114" v="379" actId="6264"/>
          <ac:spMkLst>
            <pc:docMk/>
            <pc:sldMk cId="0" sldId="525"/>
            <ac:spMk id="7" creationId="{31B63FE1-045B-0DEF-D29C-9AE8E3395604}"/>
          </ac:spMkLst>
        </pc:spChg>
        <pc:spChg chg="mod ord">
          <ac:chgData name="Ara Parsyan" userId="259f886a-d941-4b9d-8169-5202b97ede51" providerId="ADAL" clId="{89CDDB97-4E0D-49EF-87B1-157F56A76108}" dt="2023-12-18T06:37:24.008" v="392" actId="12"/>
          <ac:spMkLst>
            <pc:docMk/>
            <pc:sldMk cId="0" sldId="525"/>
            <ac:spMk id="33" creationId="{709E5BEC-C6DA-41E9-9816-E45784F26FBF}"/>
          </ac:spMkLst>
        </pc:spChg>
        <pc:spChg chg="mod ord">
          <ac:chgData name="Ara Parsyan" userId="259f886a-d941-4b9d-8169-5202b97ede51" providerId="ADAL" clId="{89CDDB97-4E0D-49EF-87B1-157F56A76108}" dt="2023-12-18T06:36:56.114" v="379" actId="6264"/>
          <ac:spMkLst>
            <pc:docMk/>
            <pc:sldMk cId="0" sldId="525"/>
            <ac:spMk id="63493" creationId="{FF7EFD03-C5FC-1FF5-A50B-9D874B53B83A}"/>
          </ac:spMkLst>
        </pc:spChg>
        <pc:grpChg chg="mod">
          <ac:chgData name="Ara Parsyan" userId="259f886a-d941-4b9d-8169-5202b97ede51" providerId="ADAL" clId="{89CDDB97-4E0D-49EF-87B1-157F56A76108}" dt="2023-12-18T06:37:28.274" v="393" actId="1076"/>
          <ac:grpSpMkLst>
            <pc:docMk/>
            <pc:sldMk cId="0" sldId="525"/>
            <ac:grpSpMk id="63492" creationId="{1974297C-F2B2-2DFD-088B-76DBB70CC68F}"/>
          </ac:grpSpMkLst>
        </pc:grpChg>
      </pc:sldChg>
      <pc:sldChg chg="addSp delSp modSp del mod chgLayout">
        <pc:chgData name="Ara Parsyan" userId="259f886a-d941-4b9d-8169-5202b97ede51" providerId="ADAL" clId="{89CDDB97-4E0D-49EF-87B1-157F56A76108}" dt="2023-12-18T06:38:25.977" v="400" actId="47"/>
        <pc:sldMkLst>
          <pc:docMk/>
          <pc:sldMk cId="0" sldId="526"/>
        </pc:sldMkLst>
        <pc:spChg chg="add del mod">
          <ac:chgData name="Ara Parsyan" userId="259f886a-d941-4b9d-8169-5202b97ede51" providerId="ADAL" clId="{89CDDB97-4E0D-49EF-87B1-157F56A76108}" dt="2023-12-18T06:08:59.226" v="4" actId="6264"/>
          <ac:spMkLst>
            <pc:docMk/>
            <pc:sldMk cId="0" sldId="526"/>
            <ac:spMk id="2" creationId="{4AD976C5-5649-694F-3220-44844B2215EA}"/>
          </ac:spMkLst>
        </pc:spChg>
        <pc:spChg chg="add del mod">
          <ac:chgData name="Ara Parsyan" userId="259f886a-d941-4b9d-8169-5202b97ede51" providerId="ADAL" clId="{89CDDB97-4E0D-49EF-87B1-157F56A76108}" dt="2023-12-18T06:08:59.226" v="4" actId="6264"/>
          <ac:spMkLst>
            <pc:docMk/>
            <pc:sldMk cId="0" sldId="526"/>
            <ac:spMk id="3" creationId="{5E3F3CB6-DA84-2C1D-39E9-195C80949638}"/>
          </ac:spMkLst>
        </pc:spChg>
        <pc:spChg chg="add del mod">
          <ac:chgData name="Ara Parsyan" userId="259f886a-d941-4b9d-8169-5202b97ede51" providerId="ADAL" clId="{89CDDB97-4E0D-49EF-87B1-157F56A76108}" dt="2023-12-18T06:08:58.989" v="3" actId="6264"/>
          <ac:spMkLst>
            <pc:docMk/>
            <pc:sldMk cId="0" sldId="526"/>
            <ac:spMk id="4" creationId="{1FAF1596-43FC-647A-9E32-8525DA0EDBDB}"/>
          </ac:spMkLst>
        </pc:spChg>
        <pc:spChg chg="add del mod">
          <ac:chgData name="Ara Parsyan" userId="259f886a-d941-4b9d-8169-5202b97ede51" providerId="ADAL" clId="{89CDDB97-4E0D-49EF-87B1-157F56A76108}" dt="2023-12-18T06:08:58.989" v="3" actId="6264"/>
          <ac:spMkLst>
            <pc:docMk/>
            <pc:sldMk cId="0" sldId="526"/>
            <ac:spMk id="5" creationId="{88BD4EFC-238E-C21B-532F-52E7D15D6751}"/>
          </ac:spMkLst>
        </pc:spChg>
        <pc:spChg chg="add del mod">
          <ac:chgData name="Ara Parsyan" userId="259f886a-d941-4b9d-8169-5202b97ede51" providerId="ADAL" clId="{89CDDB97-4E0D-49EF-87B1-157F56A76108}" dt="2023-12-18T06:37:33.204" v="394" actId="6264"/>
          <ac:spMkLst>
            <pc:docMk/>
            <pc:sldMk cId="0" sldId="526"/>
            <ac:spMk id="6" creationId="{2A26C12E-6B30-DF7B-0D8A-288245A5D2E9}"/>
          </ac:spMkLst>
        </pc:spChg>
        <pc:spChg chg="add del mod">
          <ac:chgData name="Ara Parsyan" userId="259f886a-d941-4b9d-8169-5202b97ede51" providerId="ADAL" clId="{89CDDB97-4E0D-49EF-87B1-157F56A76108}" dt="2023-12-18T06:37:33.204" v="394" actId="6264"/>
          <ac:spMkLst>
            <pc:docMk/>
            <pc:sldMk cId="0" sldId="526"/>
            <ac:spMk id="7" creationId="{DCE5A798-6F81-80C6-8B94-B970FE75E182}"/>
          </ac:spMkLst>
        </pc:spChg>
        <pc:spChg chg="mod ord">
          <ac:chgData name="Ara Parsyan" userId="259f886a-d941-4b9d-8169-5202b97ede51" providerId="ADAL" clId="{89CDDB97-4E0D-49EF-87B1-157F56A76108}" dt="2023-12-18T06:37:33.204" v="394" actId="6264"/>
          <ac:spMkLst>
            <pc:docMk/>
            <pc:sldMk cId="0" sldId="526"/>
            <ac:spMk id="65538" creationId="{029866B0-7CC5-0BC8-1896-A13AA0B764E3}"/>
          </ac:spMkLst>
        </pc:spChg>
        <pc:spChg chg="mod ord">
          <ac:chgData name="Ara Parsyan" userId="259f886a-d941-4b9d-8169-5202b97ede51" providerId="ADAL" clId="{89CDDB97-4E0D-49EF-87B1-157F56A76108}" dt="2023-12-18T06:37:33.204" v="394" actId="6264"/>
          <ac:spMkLst>
            <pc:docMk/>
            <pc:sldMk cId="0" sldId="526"/>
            <ac:spMk id="65539" creationId="{A4CBDC9E-8883-A019-6616-1B29E3C49FFC}"/>
          </ac:spMkLst>
        </pc:spChg>
      </pc:sldChg>
      <pc:sldChg chg="addSp delSp modSp mod chgLayout">
        <pc:chgData name="Ara Parsyan" userId="259f886a-d941-4b9d-8169-5202b97ede51" providerId="ADAL" clId="{89CDDB97-4E0D-49EF-87B1-157F56A76108}" dt="2023-12-18T06:08:59.226" v="4" actId="6264"/>
        <pc:sldMkLst>
          <pc:docMk/>
          <pc:sldMk cId="0" sldId="527"/>
        </pc:sldMkLst>
        <pc:spChg chg="add del mod">
          <ac:chgData name="Ara Parsyan" userId="259f886a-d941-4b9d-8169-5202b97ede51" providerId="ADAL" clId="{89CDDB97-4E0D-49EF-87B1-157F56A76108}" dt="2023-12-18T06:08:59.226" v="4" actId="6264"/>
          <ac:spMkLst>
            <pc:docMk/>
            <pc:sldMk cId="0" sldId="527"/>
            <ac:spMk id="2" creationId="{B67B7FF5-EB89-9815-C23F-CDC5DE9E2852}"/>
          </ac:spMkLst>
        </pc:spChg>
        <pc:spChg chg="add del mod ord">
          <ac:chgData name="Ara Parsyan" userId="259f886a-d941-4b9d-8169-5202b97ede51" providerId="ADAL" clId="{89CDDB97-4E0D-49EF-87B1-157F56A76108}" dt="2023-12-18T06:08:59.226" v="4" actId="6264"/>
          <ac:spMkLst>
            <pc:docMk/>
            <pc:sldMk cId="0" sldId="527"/>
            <ac:spMk id="3" creationId="{28F29E5C-A0EA-2C91-30AB-D04E5466BCF1}"/>
          </ac:spMkLst>
        </pc:spChg>
        <pc:spChg chg="add del mod">
          <ac:chgData name="Ara Parsyan" userId="259f886a-d941-4b9d-8169-5202b97ede51" providerId="ADAL" clId="{89CDDB97-4E0D-49EF-87B1-157F56A76108}" dt="2023-12-18T06:08:58.989" v="3" actId="6264"/>
          <ac:spMkLst>
            <pc:docMk/>
            <pc:sldMk cId="0" sldId="527"/>
            <ac:spMk id="4" creationId="{26928C16-0C33-900D-8ED4-E820C3DD966E}"/>
          </ac:spMkLst>
        </pc:spChg>
        <pc:spChg chg="add del mod ord">
          <ac:chgData name="Ara Parsyan" userId="259f886a-d941-4b9d-8169-5202b97ede51" providerId="ADAL" clId="{89CDDB97-4E0D-49EF-87B1-157F56A76108}" dt="2023-12-18T06:08:58.989" v="3" actId="6264"/>
          <ac:spMkLst>
            <pc:docMk/>
            <pc:sldMk cId="0" sldId="527"/>
            <ac:spMk id="5" creationId="{7368E2A6-D439-D420-D1B3-607994022871}"/>
          </ac:spMkLst>
        </pc:spChg>
        <pc:spChg chg="mod ord">
          <ac:chgData name="Ara Parsyan" userId="259f886a-d941-4b9d-8169-5202b97ede51" providerId="ADAL" clId="{89CDDB97-4E0D-49EF-87B1-157F56A76108}" dt="2023-12-18T06:08:59.226" v="4" actId="6264"/>
          <ac:spMkLst>
            <pc:docMk/>
            <pc:sldMk cId="0" sldId="527"/>
            <ac:spMk id="67586" creationId="{7147C762-5CAB-D0EF-E4DB-DA5AC569DF26}"/>
          </ac:spMkLst>
        </pc:spChg>
      </pc:sldChg>
      <pc:sldChg chg="addSp delSp modSp mod chgLayout">
        <pc:chgData name="Ara Parsyan" userId="259f886a-d941-4b9d-8169-5202b97ede51" providerId="ADAL" clId="{89CDDB97-4E0D-49EF-87B1-157F56A76108}" dt="2023-12-18T06:08:59.226" v="4" actId="6264"/>
        <pc:sldMkLst>
          <pc:docMk/>
          <pc:sldMk cId="0" sldId="528"/>
        </pc:sldMkLst>
        <pc:spChg chg="add del mod">
          <ac:chgData name="Ara Parsyan" userId="259f886a-d941-4b9d-8169-5202b97ede51" providerId="ADAL" clId="{89CDDB97-4E0D-49EF-87B1-157F56A76108}" dt="2023-12-18T06:08:59.226" v="4" actId="6264"/>
          <ac:spMkLst>
            <pc:docMk/>
            <pc:sldMk cId="0" sldId="528"/>
            <ac:spMk id="2" creationId="{16048A0A-E59D-C3E6-0EF7-07C48D59D2E7}"/>
          </ac:spMkLst>
        </pc:spChg>
        <pc:spChg chg="add del mod">
          <ac:chgData name="Ara Parsyan" userId="259f886a-d941-4b9d-8169-5202b97ede51" providerId="ADAL" clId="{89CDDB97-4E0D-49EF-87B1-157F56A76108}" dt="2023-12-18T06:08:59.226" v="4" actId="6264"/>
          <ac:spMkLst>
            <pc:docMk/>
            <pc:sldMk cId="0" sldId="528"/>
            <ac:spMk id="3" creationId="{BD55CD00-0D44-6341-CCD3-CD471972ACF4}"/>
          </ac:spMkLst>
        </pc:spChg>
        <pc:spChg chg="add del mod">
          <ac:chgData name="Ara Parsyan" userId="259f886a-d941-4b9d-8169-5202b97ede51" providerId="ADAL" clId="{89CDDB97-4E0D-49EF-87B1-157F56A76108}" dt="2023-12-18T06:08:58.989" v="3" actId="6264"/>
          <ac:spMkLst>
            <pc:docMk/>
            <pc:sldMk cId="0" sldId="528"/>
            <ac:spMk id="4" creationId="{F62E6BF2-F4B4-60E3-C03D-C75C0D59AA60}"/>
          </ac:spMkLst>
        </pc:spChg>
        <pc:spChg chg="add del mod">
          <ac:chgData name="Ara Parsyan" userId="259f886a-d941-4b9d-8169-5202b97ede51" providerId="ADAL" clId="{89CDDB97-4E0D-49EF-87B1-157F56A76108}" dt="2023-12-18T06:08:58.989" v="3" actId="6264"/>
          <ac:spMkLst>
            <pc:docMk/>
            <pc:sldMk cId="0" sldId="528"/>
            <ac:spMk id="5" creationId="{03298463-133E-D862-266E-52CEF1CCFCCF}"/>
          </ac:spMkLst>
        </pc:spChg>
        <pc:spChg chg="mod ord">
          <ac:chgData name="Ara Parsyan" userId="259f886a-d941-4b9d-8169-5202b97ede51" providerId="ADAL" clId="{89CDDB97-4E0D-49EF-87B1-157F56A76108}" dt="2023-12-18T06:08:59.226" v="4" actId="6264"/>
          <ac:spMkLst>
            <pc:docMk/>
            <pc:sldMk cId="0" sldId="528"/>
            <ac:spMk id="69698" creationId="{B4E4E495-D466-D2FE-0447-3A98532AC75E}"/>
          </ac:spMkLst>
        </pc:spChg>
        <pc:spChg chg="mod ord">
          <ac:chgData name="Ara Parsyan" userId="259f886a-d941-4b9d-8169-5202b97ede51" providerId="ADAL" clId="{89CDDB97-4E0D-49EF-87B1-157F56A76108}" dt="2023-12-18T06:08:59.226" v="4" actId="6264"/>
          <ac:spMkLst>
            <pc:docMk/>
            <pc:sldMk cId="0" sldId="528"/>
            <ac:spMk id="69699" creationId="{98D4E695-7D38-185A-EFD4-0D2F489A2A0C}"/>
          </ac:spMkLst>
        </pc:spChg>
      </pc:sldChg>
      <pc:sldChg chg="addSp delSp modSp mod chgLayout">
        <pc:chgData name="Ara Parsyan" userId="259f886a-d941-4b9d-8169-5202b97ede51" providerId="ADAL" clId="{89CDDB97-4E0D-49EF-87B1-157F56A76108}" dt="2023-12-18T06:08:59.226" v="4" actId="6264"/>
        <pc:sldMkLst>
          <pc:docMk/>
          <pc:sldMk cId="0" sldId="529"/>
        </pc:sldMkLst>
        <pc:spChg chg="add del mod">
          <ac:chgData name="Ara Parsyan" userId="259f886a-d941-4b9d-8169-5202b97ede51" providerId="ADAL" clId="{89CDDB97-4E0D-49EF-87B1-157F56A76108}" dt="2023-12-18T06:08:59.226" v="4" actId="6264"/>
          <ac:spMkLst>
            <pc:docMk/>
            <pc:sldMk cId="0" sldId="529"/>
            <ac:spMk id="3" creationId="{C819DA68-5F7A-071C-0743-20781BD1B305}"/>
          </ac:spMkLst>
        </pc:spChg>
        <pc:spChg chg="add del mod">
          <ac:chgData name="Ara Parsyan" userId="259f886a-d941-4b9d-8169-5202b97ede51" providerId="ADAL" clId="{89CDDB97-4E0D-49EF-87B1-157F56A76108}" dt="2023-12-18T06:08:59.226" v="4" actId="6264"/>
          <ac:spMkLst>
            <pc:docMk/>
            <pc:sldMk cId="0" sldId="529"/>
            <ac:spMk id="4" creationId="{DB82947C-E16B-ACA0-D9F3-850DF0350879}"/>
          </ac:spMkLst>
        </pc:spChg>
        <pc:spChg chg="add del mod">
          <ac:chgData name="Ara Parsyan" userId="259f886a-d941-4b9d-8169-5202b97ede51" providerId="ADAL" clId="{89CDDB97-4E0D-49EF-87B1-157F56A76108}" dt="2023-12-18T06:08:58.989" v="3" actId="6264"/>
          <ac:spMkLst>
            <pc:docMk/>
            <pc:sldMk cId="0" sldId="529"/>
            <ac:spMk id="5" creationId="{A07174E6-D47C-C4B0-91B5-DF4D4BBA02DB}"/>
          </ac:spMkLst>
        </pc:spChg>
        <pc:spChg chg="add del mod">
          <ac:chgData name="Ara Parsyan" userId="259f886a-d941-4b9d-8169-5202b97ede51" providerId="ADAL" clId="{89CDDB97-4E0D-49EF-87B1-157F56A76108}" dt="2023-12-18T06:08:58.989" v="3" actId="6264"/>
          <ac:spMkLst>
            <pc:docMk/>
            <pc:sldMk cId="0" sldId="529"/>
            <ac:spMk id="6" creationId="{4550D134-C18D-5178-2FD7-9814A2C62445}"/>
          </ac:spMkLst>
        </pc:spChg>
        <pc:spChg chg="mod ord">
          <ac:chgData name="Ara Parsyan" userId="259f886a-d941-4b9d-8169-5202b97ede51" providerId="ADAL" clId="{89CDDB97-4E0D-49EF-87B1-157F56A76108}" dt="2023-12-18T06:08:59.226" v="4" actId="6264"/>
          <ac:spMkLst>
            <pc:docMk/>
            <pc:sldMk cId="0" sldId="529"/>
            <ac:spMk id="71683" creationId="{A5557765-BEB8-5955-C727-AD53F5FCE6B0}"/>
          </ac:spMkLst>
        </pc:spChg>
        <pc:spChg chg="mod ord">
          <ac:chgData name="Ara Parsyan" userId="259f886a-d941-4b9d-8169-5202b97ede51" providerId="ADAL" clId="{89CDDB97-4E0D-49EF-87B1-157F56A76108}" dt="2023-12-18T06:08:59.226" v="4" actId="6264"/>
          <ac:spMkLst>
            <pc:docMk/>
            <pc:sldMk cId="0" sldId="529"/>
            <ac:spMk id="71684" creationId="{395B6371-3358-0F90-367C-DE306AC069B4}"/>
          </ac:spMkLst>
        </pc:spChg>
      </pc:sldChg>
      <pc:sldChg chg="addSp delSp modSp mod chgLayout">
        <pc:chgData name="Ara Parsyan" userId="259f886a-d941-4b9d-8169-5202b97ede51" providerId="ADAL" clId="{89CDDB97-4E0D-49EF-87B1-157F56A76108}" dt="2023-12-18T06:38:34.099" v="401" actId="6264"/>
        <pc:sldMkLst>
          <pc:docMk/>
          <pc:sldMk cId="0" sldId="532"/>
        </pc:sldMkLst>
        <pc:spChg chg="add del mod">
          <ac:chgData name="Ara Parsyan" userId="259f886a-d941-4b9d-8169-5202b97ede51" providerId="ADAL" clId="{89CDDB97-4E0D-49EF-87B1-157F56A76108}" dt="2023-12-18T06:08:59.226" v="4" actId="6264"/>
          <ac:spMkLst>
            <pc:docMk/>
            <pc:sldMk cId="0" sldId="532"/>
            <ac:spMk id="2" creationId="{DFABAAD0-1BB5-16E0-6BD7-F151FC0EF6D7}"/>
          </ac:spMkLst>
        </pc:spChg>
        <pc:spChg chg="add del mod">
          <ac:chgData name="Ara Parsyan" userId="259f886a-d941-4b9d-8169-5202b97ede51" providerId="ADAL" clId="{89CDDB97-4E0D-49EF-87B1-157F56A76108}" dt="2023-12-18T06:08:59.226" v="4" actId="6264"/>
          <ac:spMkLst>
            <pc:docMk/>
            <pc:sldMk cId="0" sldId="532"/>
            <ac:spMk id="3" creationId="{FA552EAC-ADF7-EF44-B948-AEFE72D14A0B}"/>
          </ac:spMkLst>
        </pc:spChg>
        <pc:spChg chg="add del mod">
          <ac:chgData name="Ara Parsyan" userId="259f886a-d941-4b9d-8169-5202b97ede51" providerId="ADAL" clId="{89CDDB97-4E0D-49EF-87B1-157F56A76108}" dt="2023-12-18T06:08:58.989" v="3" actId="6264"/>
          <ac:spMkLst>
            <pc:docMk/>
            <pc:sldMk cId="0" sldId="532"/>
            <ac:spMk id="4" creationId="{A168E1D8-03CF-B252-318C-B9126F2BFAC3}"/>
          </ac:spMkLst>
        </pc:spChg>
        <pc:spChg chg="add del mod">
          <ac:chgData name="Ara Parsyan" userId="259f886a-d941-4b9d-8169-5202b97ede51" providerId="ADAL" clId="{89CDDB97-4E0D-49EF-87B1-157F56A76108}" dt="2023-12-18T06:08:58.989" v="3" actId="6264"/>
          <ac:spMkLst>
            <pc:docMk/>
            <pc:sldMk cId="0" sldId="532"/>
            <ac:spMk id="5" creationId="{32DD7942-70B6-633D-F09D-7CD2815CF6A9}"/>
          </ac:spMkLst>
        </pc:spChg>
        <pc:spChg chg="mod ord">
          <ac:chgData name="Ara Parsyan" userId="259f886a-d941-4b9d-8169-5202b97ede51" providerId="ADAL" clId="{89CDDB97-4E0D-49EF-87B1-157F56A76108}" dt="2023-12-18T06:38:34.099" v="401" actId="6264"/>
          <ac:spMkLst>
            <pc:docMk/>
            <pc:sldMk cId="0" sldId="532"/>
            <ac:spMk id="6" creationId="{AEEC22FE-7721-44AA-A24E-785A139B8A53}"/>
          </ac:spMkLst>
        </pc:spChg>
        <pc:spChg chg="add del mod">
          <ac:chgData name="Ara Parsyan" userId="259f886a-d941-4b9d-8169-5202b97ede51" providerId="ADAL" clId="{89CDDB97-4E0D-49EF-87B1-157F56A76108}" dt="2023-12-18T06:38:34.099" v="401" actId="6264"/>
          <ac:spMkLst>
            <pc:docMk/>
            <pc:sldMk cId="0" sldId="532"/>
            <ac:spMk id="7" creationId="{D60FAC57-DB6D-AD66-2C93-7032C0422BFA}"/>
          </ac:spMkLst>
        </pc:spChg>
        <pc:spChg chg="add del mod">
          <ac:chgData name="Ara Parsyan" userId="259f886a-d941-4b9d-8169-5202b97ede51" providerId="ADAL" clId="{89CDDB97-4E0D-49EF-87B1-157F56A76108}" dt="2023-12-18T06:38:34.099" v="401" actId="6264"/>
          <ac:spMkLst>
            <pc:docMk/>
            <pc:sldMk cId="0" sldId="532"/>
            <ac:spMk id="8" creationId="{833F16E0-9A72-3996-1A8C-B68A1199E685}"/>
          </ac:spMkLst>
        </pc:spChg>
        <pc:spChg chg="mod ord">
          <ac:chgData name="Ara Parsyan" userId="259f886a-d941-4b9d-8169-5202b97ede51" providerId="ADAL" clId="{89CDDB97-4E0D-49EF-87B1-157F56A76108}" dt="2023-12-18T06:38:34.099" v="401" actId="6264"/>
          <ac:spMkLst>
            <pc:docMk/>
            <pc:sldMk cId="0" sldId="532"/>
            <ac:spMk id="73730" creationId="{ACBDEFF5-53A2-DC26-30CC-C47CA8809A47}"/>
          </ac:spMkLst>
        </pc:spChg>
      </pc:sldChg>
      <pc:sldChg chg="addSp delSp modSp mod chgLayout">
        <pc:chgData name="Ara Parsyan" userId="259f886a-d941-4b9d-8169-5202b97ede51" providerId="ADAL" clId="{89CDDB97-4E0D-49EF-87B1-157F56A76108}" dt="2023-12-18T06:38:39.149" v="402" actId="6264"/>
        <pc:sldMkLst>
          <pc:docMk/>
          <pc:sldMk cId="0" sldId="533"/>
        </pc:sldMkLst>
        <pc:spChg chg="add del mod">
          <ac:chgData name="Ara Parsyan" userId="259f886a-d941-4b9d-8169-5202b97ede51" providerId="ADAL" clId="{89CDDB97-4E0D-49EF-87B1-157F56A76108}" dt="2023-12-18T06:08:59.226" v="4" actId="6264"/>
          <ac:spMkLst>
            <pc:docMk/>
            <pc:sldMk cId="0" sldId="533"/>
            <ac:spMk id="2" creationId="{E10EB59D-B5CF-95F4-2204-E6D9C807089B}"/>
          </ac:spMkLst>
        </pc:spChg>
        <pc:spChg chg="add del mod">
          <ac:chgData name="Ara Parsyan" userId="259f886a-d941-4b9d-8169-5202b97ede51" providerId="ADAL" clId="{89CDDB97-4E0D-49EF-87B1-157F56A76108}" dt="2023-12-18T06:08:59.226" v="4" actId="6264"/>
          <ac:spMkLst>
            <pc:docMk/>
            <pc:sldMk cId="0" sldId="533"/>
            <ac:spMk id="3" creationId="{FB062CF7-9819-0D9E-FAD0-3BC76C0D73AB}"/>
          </ac:spMkLst>
        </pc:spChg>
        <pc:spChg chg="add del mod">
          <ac:chgData name="Ara Parsyan" userId="259f886a-d941-4b9d-8169-5202b97ede51" providerId="ADAL" clId="{89CDDB97-4E0D-49EF-87B1-157F56A76108}" dt="2023-12-18T06:08:58.989" v="3" actId="6264"/>
          <ac:spMkLst>
            <pc:docMk/>
            <pc:sldMk cId="0" sldId="533"/>
            <ac:spMk id="4" creationId="{86010C58-4133-C656-288C-DF060B48C68A}"/>
          </ac:spMkLst>
        </pc:spChg>
        <pc:spChg chg="add del mod">
          <ac:chgData name="Ara Parsyan" userId="259f886a-d941-4b9d-8169-5202b97ede51" providerId="ADAL" clId="{89CDDB97-4E0D-49EF-87B1-157F56A76108}" dt="2023-12-18T06:08:58.989" v="3" actId="6264"/>
          <ac:spMkLst>
            <pc:docMk/>
            <pc:sldMk cId="0" sldId="533"/>
            <ac:spMk id="5" creationId="{17137F03-8566-906A-33AA-339E1E012421}"/>
          </ac:spMkLst>
        </pc:spChg>
        <pc:spChg chg="mod ord">
          <ac:chgData name="Ara Parsyan" userId="259f886a-d941-4b9d-8169-5202b97ede51" providerId="ADAL" clId="{89CDDB97-4E0D-49EF-87B1-157F56A76108}" dt="2023-12-18T06:38:39.149" v="402" actId="6264"/>
          <ac:spMkLst>
            <pc:docMk/>
            <pc:sldMk cId="0" sldId="533"/>
            <ac:spMk id="6" creationId="{D1ECE166-B99D-47C4-B9E1-846E3F5AEF7C}"/>
          </ac:spMkLst>
        </pc:spChg>
        <pc:spChg chg="add del mod">
          <ac:chgData name="Ara Parsyan" userId="259f886a-d941-4b9d-8169-5202b97ede51" providerId="ADAL" clId="{89CDDB97-4E0D-49EF-87B1-157F56A76108}" dt="2023-12-18T06:38:39.149" v="402" actId="6264"/>
          <ac:spMkLst>
            <pc:docMk/>
            <pc:sldMk cId="0" sldId="533"/>
            <ac:spMk id="7" creationId="{EB51D647-0FA0-FB42-B982-D5C283BD70B1}"/>
          </ac:spMkLst>
        </pc:spChg>
        <pc:spChg chg="add del mod">
          <ac:chgData name="Ara Parsyan" userId="259f886a-d941-4b9d-8169-5202b97ede51" providerId="ADAL" clId="{89CDDB97-4E0D-49EF-87B1-157F56A76108}" dt="2023-12-18T06:38:39.149" v="402" actId="6264"/>
          <ac:spMkLst>
            <pc:docMk/>
            <pc:sldMk cId="0" sldId="533"/>
            <ac:spMk id="8" creationId="{819AAA5B-176B-513D-F3ED-0708A3E5237E}"/>
          </ac:spMkLst>
        </pc:spChg>
        <pc:spChg chg="mod ord">
          <ac:chgData name="Ara Parsyan" userId="259f886a-d941-4b9d-8169-5202b97ede51" providerId="ADAL" clId="{89CDDB97-4E0D-49EF-87B1-157F56A76108}" dt="2023-12-18T06:38:39.149" v="402" actId="6264"/>
          <ac:spMkLst>
            <pc:docMk/>
            <pc:sldMk cId="0" sldId="533"/>
            <ac:spMk id="75778" creationId="{D9373B95-6113-210D-49C7-CEB3C6FE7AAE}"/>
          </ac:spMkLst>
        </pc:spChg>
      </pc:sldChg>
      <pc:sldChg chg="addSp delSp modSp mod chgLayout">
        <pc:chgData name="Ara Parsyan" userId="259f886a-d941-4b9d-8169-5202b97ede51" providerId="ADAL" clId="{89CDDB97-4E0D-49EF-87B1-157F56A76108}" dt="2023-12-18T06:08:59.226" v="4" actId="6264"/>
        <pc:sldMkLst>
          <pc:docMk/>
          <pc:sldMk cId="0" sldId="534"/>
        </pc:sldMkLst>
        <pc:spChg chg="add del mod">
          <ac:chgData name="Ara Parsyan" userId="259f886a-d941-4b9d-8169-5202b97ede51" providerId="ADAL" clId="{89CDDB97-4E0D-49EF-87B1-157F56A76108}" dt="2023-12-18T06:08:59.226" v="4" actId="6264"/>
          <ac:spMkLst>
            <pc:docMk/>
            <pc:sldMk cId="0" sldId="534"/>
            <ac:spMk id="2" creationId="{FCF327A8-8CCF-161B-17C0-4BA5E7244A90}"/>
          </ac:spMkLst>
        </pc:spChg>
        <pc:spChg chg="add del mod">
          <ac:chgData name="Ara Parsyan" userId="259f886a-d941-4b9d-8169-5202b97ede51" providerId="ADAL" clId="{89CDDB97-4E0D-49EF-87B1-157F56A76108}" dt="2023-12-18T06:08:59.226" v="4" actId="6264"/>
          <ac:spMkLst>
            <pc:docMk/>
            <pc:sldMk cId="0" sldId="534"/>
            <ac:spMk id="3" creationId="{E76E4772-D8CA-489C-7DBE-A5E37FA1837E}"/>
          </ac:spMkLst>
        </pc:spChg>
        <pc:spChg chg="add del mod">
          <ac:chgData name="Ara Parsyan" userId="259f886a-d941-4b9d-8169-5202b97ede51" providerId="ADAL" clId="{89CDDB97-4E0D-49EF-87B1-157F56A76108}" dt="2023-12-18T06:08:58.989" v="3" actId="6264"/>
          <ac:spMkLst>
            <pc:docMk/>
            <pc:sldMk cId="0" sldId="534"/>
            <ac:spMk id="4" creationId="{097F5799-763F-9289-669E-403F712D220B}"/>
          </ac:spMkLst>
        </pc:spChg>
        <pc:spChg chg="add del mod">
          <ac:chgData name="Ara Parsyan" userId="259f886a-d941-4b9d-8169-5202b97ede51" providerId="ADAL" clId="{89CDDB97-4E0D-49EF-87B1-157F56A76108}" dt="2023-12-18T06:08:58.989" v="3" actId="6264"/>
          <ac:spMkLst>
            <pc:docMk/>
            <pc:sldMk cId="0" sldId="534"/>
            <ac:spMk id="5" creationId="{FBBB54CA-15D0-CDC5-438B-5FEE1D5605B6}"/>
          </ac:spMkLst>
        </pc:spChg>
        <pc:spChg chg="mod ord">
          <ac:chgData name="Ara Parsyan" userId="259f886a-d941-4b9d-8169-5202b97ede51" providerId="ADAL" clId="{89CDDB97-4E0D-49EF-87B1-157F56A76108}" dt="2023-12-18T06:08:59.226" v="4" actId="6264"/>
          <ac:spMkLst>
            <pc:docMk/>
            <pc:sldMk cId="0" sldId="534"/>
            <ac:spMk id="30722" creationId="{8F82D4AA-2AA6-0504-3E1A-D2D098030C5D}"/>
          </ac:spMkLst>
        </pc:spChg>
        <pc:spChg chg="mod ord">
          <ac:chgData name="Ara Parsyan" userId="259f886a-d941-4b9d-8169-5202b97ede51" providerId="ADAL" clId="{89CDDB97-4E0D-49EF-87B1-157F56A76108}" dt="2023-12-18T06:08:59.226" v="4" actId="6264"/>
          <ac:spMkLst>
            <pc:docMk/>
            <pc:sldMk cId="0" sldId="534"/>
            <ac:spMk id="30723" creationId="{68A32181-BD99-8B9F-DF7F-3CF3F9987C4A}"/>
          </ac:spMkLst>
        </pc:spChg>
      </pc:sldChg>
      <pc:sldChg chg="modSp mod">
        <pc:chgData name="Ara Parsyan" userId="259f886a-d941-4b9d-8169-5202b97ede51" providerId="ADAL" clId="{89CDDB97-4E0D-49EF-87B1-157F56A76108}" dt="2023-12-18T06:07:05.291" v="0" actId="207"/>
        <pc:sldMkLst>
          <pc:docMk/>
          <pc:sldMk cId="0" sldId="537"/>
        </pc:sldMkLst>
        <pc:spChg chg="mod">
          <ac:chgData name="Ara Parsyan" userId="259f886a-d941-4b9d-8169-5202b97ede51" providerId="ADAL" clId="{89CDDB97-4E0D-49EF-87B1-157F56A76108}" dt="2023-12-18T06:07:05.291" v="0" actId="207"/>
          <ac:spMkLst>
            <pc:docMk/>
            <pc:sldMk cId="0" sldId="537"/>
            <ac:spMk id="7" creationId="{C7FE07B7-6903-19C5-FF63-BD2012C32DEC}"/>
          </ac:spMkLst>
        </pc:spChg>
      </pc:sldChg>
      <pc:sldChg chg="addSp delSp modSp mod chgLayout">
        <pc:chgData name="Ara Parsyan" userId="259f886a-d941-4b9d-8169-5202b97ede51" providerId="ADAL" clId="{89CDDB97-4E0D-49EF-87B1-157F56A76108}" dt="2023-12-18T06:09:22.547" v="5" actId="6264"/>
        <pc:sldMkLst>
          <pc:docMk/>
          <pc:sldMk cId="0" sldId="538"/>
        </pc:sldMkLst>
        <pc:spChg chg="add del mod">
          <ac:chgData name="Ara Parsyan" userId="259f886a-d941-4b9d-8169-5202b97ede51" providerId="ADAL" clId="{89CDDB97-4E0D-49EF-87B1-157F56A76108}" dt="2023-12-18T06:08:59.226" v="4" actId="6264"/>
          <ac:spMkLst>
            <pc:docMk/>
            <pc:sldMk cId="0" sldId="538"/>
            <ac:spMk id="2" creationId="{7B307085-C36A-6C21-D663-E9FE86F4A005}"/>
          </ac:spMkLst>
        </pc:spChg>
        <pc:spChg chg="add del mod">
          <ac:chgData name="Ara Parsyan" userId="259f886a-d941-4b9d-8169-5202b97ede51" providerId="ADAL" clId="{89CDDB97-4E0D-49EF-87B1-157F56A76108}" dt="2023-12-18T06:08:58.989" v="3" actId="6264"/>
          <ac:spMkLst>
            <pc:docMk/>
            <pc:sldMk cId="0" sldId="538"/>
            <ac:spMk id="3" creationId="{CB3F148C-D4BA-D474-FCB9-DB459E5EFCD9}"/>
          </ac:spMkLst>
        </pc:spChg>
        <pc:spChg chg="mod ord">
          <ac:chgData name="Ara Parsyan" userId="259f886a-d941-4b9d-8169-5202b97ede51" providerId="ADAL" clId="{89CDDB97-4E0D-49EF-87B1-157F56A76108}" dt="2023-12-18T06:09:22.547" v="5" actId="6264"/>
          <ac:spMkLst>
            <pc:docMk/>
            <pc:sldMk cId="0" sldId="538"/>
            <ac:spMk id="4" creationId="{9941D14B-05E3-3A7C-8806-848DC394E598}"/>
          </ac:spMkLst>
        </pc:spChg>
        <pc:spChg chg="add del mod">
          <ac:chgData name="Ara Parsyan" userId="259f886a-d941-4b9d-8169-5202b97ede51" providerId="ADAL" clId="{89CDDB97-4E0D-49EF-87B1-157F56A76108}" dt="2023-12-18T06:09:22.547" v="5" actId="6264"/>
          <ac:spMkLst>
            <pc:docMk/>
            <pc:sldMk cId="0" sldId="538"/>
            <ac:spMk id="5" creationId="{6803AE79-1A5F-AB55-9B6B-E77DC1963167}"/>
          </ac:spMkLst>
        </pc:spChg>
      </pc:sldChg>
      <pc:sldChg chg="addSp delSp modSp mod modClrScheme chgLayout">
        <pc:chgData name="Ara Parsyan" userId="259f886a-d941-4b9d-8169-5202b97ede51" providerId="ADAL" clId="{89CDDB97-4E0D-49EF-87B1-157F56A76108}" dt="2023-12-18T06:15:55.672" v="121" actId="20577"/>
        <pc:sldMkLst>
          <pc:docMk/>
          <pc:sldMk cId="0" sldId="539"/>
        </pc:sldMkLst>
        <pc:spChg chg="add del mod">
          <ac:chgData name="Ara Parsyan" userId="259f886a-d941-4b9d-8169-5202b97ede51" providerId="ADAL" clId="{89CDDB97-4E0D-49EF-87B1-157F56A76108}" dt="2023-12-18T06:08:59.226" v="4" actId="6264"/>
          <ac:spMkLst>
            <pc:docMk/>
            <pc:sldMk cId="0" sldId="539"/>
            <ac:spMk id="2" creationId="{2145BE3F-68D1-9228-E75B-9748465B1F70}"/>
          </ac:spMkLst>
        </pc:spChg>
        <pc:spChg chg="add del mod">
          <ac:chgData name="Ara Parsyan" userId="259f886a-d941-4b9d-8169-5202b97ede51" providerId="ADAL" clId="{89CDDB97-4E0D-49EF-87B1-157F56A76108}" dt="2023-12-18T06:08:58.989" v="3" actId="6264"/>
          <ac:spMkLst>
            <pc:docMk/>
            <pc:sldMk cId="0" sldId="539"/>
            <ac:spMk id="3" creationId="{EC273DC0-3F49-EBEC-EB57-1C35B4EF965D}"/>
          </ac:spMkLst>
        </pc:spChg>
        <pc:spChg chg="add del mod">
          <ac:chgData name="Ara Parsyan" userId="259f886a-d941-4b9d-8169-5202b97ede51" providerId="ADAL" clId="{89CDDB97-4E0D-49EF-87B1-157F56A76108}" dt="2023-12-18T06:13:06.484" v="72" actId="6264"/>
          <ac:spMkLst>
            <pc:docMk/>
            <pc:sldMk cId="0" sldId="539"/>
            <ac:spMk id="4" creationId="{502CEDA6-2C49-CA2B-8BF5-7B24C2E88AF8}"/>
          </ac:spMkLst>
        </pc:spChg>
        <pc:spChg chg="mod ord">
          <ac:chgData name="Ara Parsyan" userId="259f886a-d941-4b9d-8169-5202b97ede51" providerId="ADAL" clId="{89CDDB97-4E0D-49EF-87B1-157F56A76108}" dt="2023-12-18T06:13:22.227" v="75" actId="6264"/>
          <ac:spMkLst>
            <pc:docMk/>
            <pc:sldMk cId="0" sldId="539"/>
            <ac:spMk id="5" creationId="{26A38A4B-14F7-BD2F-D985-9140023751D2}"/>
          </ac:spMkLst>
        </pc:spChg>
        <pc:spChg chg="add del mod ord">
          <ac:chgData name="Ara Parsyan" userId="259f886a-d941-4b9d-8169-5202b97ede51" providerId="ADAL" clId="{89CDDB97-4E0D-49EF-87B1-157F56A76108}" dt="2023-12-18T06:13:22.227" v="75" actId="6264"/>
          <ac:spMkLst>
            <pc:docMk/>
            <pc:sldMk cId="0" sldId="539"/>
            <ac:spMk id="6" creationId="{DB8D18FC-3A0C-B47A-C3C5-D49EC65DF703}"/>
          </ac:spMkLst>
        </pc:spChg>
        <pc:spChg chg="add del mod">
          <ac:chgData name="Ara Parsyan" userId="259f886a-d941-4b9d-8169-5202b97ede51" providerId="ADAL" clId="{89CDDB97-4E0D-49EF-87B1-157F56A76108}" dt="2023-12-18T06:13:22.227" v="75" actId="6264"/>
          <ac:spMkLst>
            <pc:docMk/>
            <pc:sldMk cId="0" sldId="539"/>
            <ac:spMk id="7" creationId="{6E2FEB81-57C4-EABF-A19E-1FF879A37C8B}"/>
          </ac:spMkLst>
        </pc:spChg>
        <pc:spChg chg="add mod ord">
          <ac:chgData name="Ara Parsyan" userId="259f886a-d941-4b9d-8169-5202b97ede51" providerId="ADAL" clId="{89CDDB97-4E0D-49EF-87B1-157F56A76108}" dt="2023-12-18T06:15:55.672" v="121" actId="20577"/>
          <ac:spMkLst>
            <pc:docMk/>
            <pc:sldMk cId="0" sldId="539"/>
            <ac:spMk id="8" creationId="{357B2738-FDB6-9111-675E-3E3ADD8631A3}"/>
          </ac:spMkLst>
        </pc:spChg>
        <pc:spChg chg="del mod">
          <ac:chgData name="Ara Parsyan" userId="259f886a-d941-4b9d-8169-5202b97ede51" providerId="ADAL" clId="{89CDDB97-4E0D-49EF-87B1-157F56A76108}" dt="2023-12-18T06:14:19.165" v="81" actId="478"/>
          <ac:spMkLst>
            <pc:docMk/>
            <pc:sldMk cId="0" sldId="539"/>
            <ac:spMk id="10243" creationId="{8143A2F6-D1D7-4461-8A6D-F0D3799F22C1}"/>
          </ac:spMkLst>
        </pc:spChg>
      </pc:sldChg>
      <pc:sldChg chg="addSp delSp modSp mod chgLayout">
        <pc:chgData name="Ara Parsyan" userId="259f886a-d941-4b9d-8169-5202b97ede51" providerId="ADAL" clId="{89CDDB97-4E0D-49EF-87B1-157F56A76108}" dt="2023-12-18T06:08:59.226" v="4" actId="6264"/>
        <pc:sldMkLst>
          <pc:docMk/>
          <pc:sldMk cId="0" sldId="540"/>
        </pc:sldMkLst>
        <pc:spChg chg="mod ord">
          <ac:chgData name="Ara Parsyan" userId="259f886a-d941-4b9d-8169-5202b97ede51" providerId="ADAL" clId="{89CDDB97-4E0D-49EF-87B1-157F56A76108}" dt="2023-12-18T06:08:59.226" v="4" actId="6264"/>
          <ac:spMkLst>
            <pc:docMk/>
            <pc:sldMk cId="0" sldId="540"/>
            <ac:spMk id="2" creationId="{16D796E8-6154-02C9-E716-6D6FC09DFBF3}"/>
          </ac:spMkLst>
        </pc:spChg>
        <pc:spChg chg="add del mod">
          <ac:chgData name="Ara Parsyan" userId="259f886a-d941-4b9d-8169-5202b97ede51" providerId="ADAL" clId="{89CDDB97-4E0D-49EF-87B1-157F56A76108}" dt="2023-12-18T06:08:59.226" v="4" actId="6264"/>
          <ac:spMkLst>
            <pc:docMk/>
            <pc:sldMk cId="0" sldId="540"/>
            <ac:spMk id="4" creationId="{E602ADAC-56BA-1D0A-25CA-A7B374964BB4}"/>
          </ac:spMkLst>
        </pc:spChg>
        <pc:spChg chg="add del mod">
          <ac:chgData name="Ara Parsyan" userId="259f886a-d941-4b9d-8169-5202b97ede51" providerId="ADAL" clId="{89CDDB97-4E0D-49EF-87B1-157F56A76108}" dt="2023-12-18T06:08:59.226" v="4" actId="6264"/>
          <ac:spMkLst>
            <pc:docMk/>
            <pc:sldMk cId="0" sldId="540"/>
            <ac:spMk id="5" creationId="{A4AEE109-7B47-4EB2-043C-B5D44A164C88}"/>
          </ac:spMkLst>
        </pc:spChg>
        <pc:spChg chg="add del mod">
          <ac:chgData name="Ara Parsyan" userId="259f886a-d941-4b9d-8169-5202b97ede51" providerId="ADAL" clId="{89CDDB97-4E0D-49EF-87B1-157F56A76108}" dt="2023-12-18T06:08:58.989" v="3" actId="6264"/>
          <ac:spMkLst>
            <pc:docMk/>
            <pc:sldMk cId="0" sldId="540"/>
            <ac:spMk id="6" creationId="{C9536755-344F-2570-E0B1-0CBB1960DA3E}"/>
          </ac:spMkLst>
        </pc:spChg>
        <pc:spChg chg="add del mod">
          <ac:chgData name="Ara Parsyan" userId="259f886a-d941-4b9d-8169-5202b97ede51" providerId="ADAL" clId="{89CDDB97-4E0D-49EF-87B1-157F56A76108}" dt="2023-12-18T06:08:58.989" v="3" actId="6264"/>
          <ac:spMkLst>
            <pc:docMk/>
            <pc:sldMk cId="0" sldId="540"/>
            <ac:spMk id="7" creationId="{B1AD99DE-6A87-F93E-E59B-DD7145E63F56}"/>
          </ac:spMkLst>
        </pc:spChg>
        <pc:spChg chg="mod ord">
          <ac:chgData name="Ara Parsyan" userId="259f886a-d941-4b9d-8169-5202b97ede51" providerId="ADAL" clId="{89CDDB97-4E0D-49EF-87B1-157F56A76108}" dt="2023-12-18T06:08:59.226" v="4" actId="6264"/>
          <ac:spMkLst>
            <pc:docMk/>
            <pc:sldMk cId="0" sldId="540"/>
            <ac:spMk id="39971" creationId="{770D9925-4F54-120C-D7AA-E7F6D36C2E08}"/>
          </ac:spMkLst>
        </pc:spChg>
      </pc:sldChg>
      <pc:sldChg chg="addSp delSp modSp mod chgLayout">
        <pc:chgData name="Ara Parsyan" userId="259f886a-d941-4b9d-8169-5202b97ede51" providerId="ADAL" clId="{89CDDB97-4E0D-49EF-87B1-157F56A76108}" dt="2023-12-18T06:36:28.955" v="377" actId="12"/>
        <pc:sldMkLst>
          <pc:docMk/>
          <pc:sldMk cId="0" sldId="541"/>
        </pc:sldMkLst>
        <pc:spChg chg="add del mod">
          <ac:chgData name="Ara Parsyan" userId="259f886a-d941-4b9d-8169-5202b97ede51" providerId="ADAL" clId="{89CDDB97-4E0D-49EF-87B1-157F56A76108}" dt="2023-12-18T06:08:59.226" v="4" actId="6264"/>
          <ac:spMkLst>
            <pc:docMk/>
            <pc:sldMk cId="0" sldId="541"/>
            <ac:spMk id="9" creationId="{6BF601FE-6DB8-9B0A-87E9-631073559914}"/>
          </ac:spMkLst>
        </pc:spChg>
        <pc:spChg chg="add del mod">
          <ac:chgData name="Ara Parsyan" userId="259f886a-d941-4b9d-8169-5202b97ede51" providerId="ADAL" clId="{89CDDB97-4E0D-49EF-87B1-157F56A76108}" dt="2023-12-18T06:08:59.226" v="4" actId="6264"/>
          <ac:spMkLst>
            <pc:docMk/>
            <pc:sldMk cId="0" sldId="541"/>
            <ac:spMk id="11" creationId="{14C4110F-77CA-8EED-28FE-C97B83BD3D25}"/>
          </ac:spMkLst>
        </pc:spChg>
        <pc:spChg chg="add del mod">
          <ac:chgData name="Ara Parsyan" userId="259f886a-d941-4b9d-8169-5202b97ede51" providerId="ADAL" clId="{89CDDB97-4E0D-49EF-87B1-157F56A76108}" dt="2023-12-18T06:08:58.989" v="3" actId="6264"/>
          <ac:spMkLst>
            <pc:docMk/>
            <pc:sldMk cId="0" sldId="541"/>
            <ac:spMk id="12" creationId="{A65790BB-296C-B4C0-C86A-4FC90D7B9B4F}"/>
          </ac:spMkLst>
        </pc:spChg>
        <pc:spChg chg="add del mod">
          <ac:chgData name="Ara Parsyan" userId="259f886a-d941-4b9d-8169-5202b97ede51" providerId="ADAL" clId="{89CDDB97-4E0D-49EF-87B1-157F56A76108}" dt="2023-12-18T06:08:58.989" v="3" actId="6264"/>
          <ac:spMkLst>
            <pc:docMk/>
            <pc:sldMk cId="0" sldId="541"/>
            <ac:spMk id="13" creationId="{90138F3E-6ED8-32CC-5DCD-22C59E6DF924}"/>
          </ac:spMkLst>
        </pc:spChg>
        <pc:spChg chg="add del mod">
          <ac:chgData name="Ara Parsyan" userId="259f886a-d941-4b9d-8169-5202b97ede51" providerId="ADAL" clId="{89CDDB97-4E0D-49EF-87B1-157F56A76108}" dt="2023-12-18T06:36:05.370" v="374" actId="6264"/>
          <ac:spMkLst>
            <pc:docMk/>
            <pc:sldMk cId="0" sldId="541"/>
            <ac:spMk id="14" creationId="{E3FA9BD5-3177-7B5C-78E1-0B12EBD8DDF3}"/>
          </ac:spMkLst>
        </pc:spChg>
        <pc:spChg chg="add del mod">
          <ac:chgData name="Ara Parsyan" userId="259f886a-d941-4b9d-8169-5202b97ede51" providerId="ADAL" clId="{89CDDB97-4E0D-49EF-87B1-157F56A76108}" dt="2023-12-18T06:36:05.370" v="374" actId="6264"/>
          <ac:spMkLst>
            <pc:docMk/>
            <pc:sldMk cId="0" sldId="541"/>
            <ac:spMk id="15" creationId="{2E6867CF-F7D3-DCBA-DA81-3C14F839A2A2}"/>
          </ac:spMkLst>
        </pc:spChg>
        <pc:spChg chg="mod ord">
          <ac:chgData name="Ara Parsyan" userId="259f886a-d941-4b9d-8169-5202b97ede51" providerId="ADAL" clId="{89CDDB97-4E0D-49EF-87B1-157F56A76108}" dt="2023-12-18T06:36:05.370" v="374" actId="6264"/>
          <ac:spMkLst>
            <pc:docMk/>
            <pc:sldMk cId="0" sldId="541"/>
            <ac:spMk id="55345" creationId="{3429F0ED-ABCB-5317-30DE-0888D64806B2}"/>
          </ac:spMkLst>
        </pc:spChg>
        <pc:spChg chg="mod ord">
          <ac:chgData name="Ara Parsyan" userId="259f886a-d941-4b9d-8169-5202b97ede51" providerId="ADAL" clId="{89CDDB97-4E0D-49EF-87B1-157F56A76108}" dt="2023-12-18T06:36:28.955" v="377" actId="12"/>
          <ac:spMkLst>
            <pc:docMk/>
            <pc:sldMk cId="0" sldId="541"/>
            <ac:spMk id="55346" creationId="{10980D11-E989-C292-74CE-3F5755FC14E8}"/>
          </ac:spMkLst>
        </pc:spChg>
      </pc:sldChg>
      <pc:sldChg chg="addSp delSp modSp mod chgLayout">
        <pc:chgData name="Ara Parsyan" userId="259f886a-d941-4b9d-8169-5202b97ede51" providerId="ADAL" clId="{89CDDB97-4E0D-49EF-87B1-157F56A76108}" dt="2023-12-18T06:35:59.949" v="373" actId="20577"/>
        <pc:sldMkLst>
          <pc:docMk/>
          <pc:sldMk cId="0" sldId="542"/>
        </pc:sldMkLst>
        <pc:spChg chg="add del mod">
          <ac:chgData name="Ara Parsyan" userId="259f886a-d941-4b9d-8169-5202b97ede51" providerId="ADAL" clId="{89CDDB97-4E0D-49EF-87B1-157F56A76108}" dt="2023-12-18T06:08:59.226" v="4" actId="6264"/>
          <ac:spMkLst>
            <pc:docMk/>
            <pc:sldMk cId="0" sldId="542"/>
            <ac:spMk id="2" creationId="{E86CD635-F9D7-CAA8-2EC9-B7C763949CD7}"/>
          </ac:spMkLst>
        </pc:spChg>
        <pc:spChg chg="add del mod">
          <ac:chgData name="Ara Parsyan" userId="259f886a-d941-4b9d-8169-5202b97ede51" providerId="ADAL" clId="{89CDDB97-4E0D-49EF-87B1-157F56A76108}" dt="2023-12-18T06:08:59.226" v="4" actId="6264"/>
          <ac:spMkLst>
            <pc:docMk/>
            <pc:sldMk cId="0" sldId="542"/>
            <ac:spMk id="3" creationId="{F4426C91-F195-4089-649A-E33739DE753F}"/>
          </ac:spMkLst>
        </pc:spChg>
        <pc:spChg chg="add del mod">
          <ac:chgData name="Ara Parsyan" userId="259f886a-d941-4b9d-8169-5202b97ede51" providerId="ADAL" clId="{89CDDB97-4E0D-49EF-87B1-157F56A76108}" dt="2023-12-18T06:08:58.989" v="3" actId="6264"/>
          <ac:spMkLst>
            <pc:docMk/>
            <pc:sldMk cId="0" sldId="542"/>
            <ac:spMk id="4" creationId="{2389A3F4-1546-53F2-EFE8-0A6696A9B2FE}"/>
          </ac:spMkLst>
        </pc:spChg>
        <pc:spChg chg="add del mod">
          <ac:chgData name="Ara Parsyan" userId="259f886a-d941-4b9d-8169-5202b97ede51" providerId="ADAL" clId="{89CDDB97-4E0D-49EF-87B1-157F56A76108}" dt="2023-12-18T06:08:58.989" v="3" actId="6264"/>
          <ac:spMkLst>
            <pc:docMk/>
            <pc:sldMk cId="0" sldId="542"/>
            <ac:spMk id="5" creationId="{0BDCF538-D98E-18E3-128A-61DF9C8104D6}"/>
          </ac:spMkLst>
        </pc:spChg>
        <pc:spChg chg="mod ord">
          <ac:chgData name="Ara Parsyan" userId="259f886a-d941-4b9d-8169-5202b97ede51" providerId="ADAL" clId="{89CDDB97-4E0D-49EF-87B1-157F56A76108}" dt="2023-12-18T06:35:59.949" v="373" actId="20577"/>
          <ac:spMkLst>
            <pc:docMk/>
            <pc:sldMk cId="0" sldId="542"/>
            <ac:spMk id="6" creationId="{768E4880-774E-4051-9FF6-02DEE0F99C7B}"/>
          </ac:spMkLst>
        </pc:spChg>
        <pc:spChg chg="add del mod">
          <ac:chgData name="Ara Parsyan" userId="259f886a-d941-4b9d-8169-5202b97ede51" providerId="ADAL" clId="{89CDDB97-4E0D-49EF-87B1-157F56A76108}" dt="2023-12-18T06:35:43.703" v="370" actId="6264"/>
          <ac:spMkLst>
            <pc:docMk/>
            <pc:sldMk cId="0" sldId="542"/>
            <ac:spMk id="7" creationId="{38B90C42-37FA-1CA7-4329-BD572F5E51F0}"/>
          </ac:spMkLst>
        </pc:spChg>
        <pc:spChg chg="add del mod">
          <ac:chgData name="Ara Parsyan" userId="259f886a-d941-4b9d-8169-5202b97ede51" providerId="ADAL" clId="{89CDDB97-4E0D-49EF-87B1-157F56A76108}" dt="2023-12-18T06:35:43.703" v="370" actId="6264"/>
          <ac:spMkLst>
            <pc:docMk/>
            <pc:sldMk cId="0" sldId="542"/>
            <ac:spMk id="8" creationId="{BA036359-BFC9-FB3A-966D-6FECBA83AAB0}"/>
          </ac:spMkLst>
        </pc:spChg>
        <pc:spChg chg="mod ord">
          <ac:chgData name="Ara Parsyan" userId="259f886a-d941-4b9d-8169-5202b97ede51" providerId="ADAL" clId="{89CDDB97-4E0D-49EF-87B1-157F56A76108}" dt="2023-12-18T06:35:43.703" v="370" actId="6264"/>
          <ac:spMkLst>
            <pc:docMk/>
            <pc:sldMk cId="0" sldId="542"/>
            <ac:spMk id="53250" creationId="{8AE31755-49D9-C21C-245F-FD956B2D65DB}"/>
          </ac:spMkLst>
        </pc:spChg>
      </pc:sldChg>
      <pc:sldChg chg="addSp delSp modSp mod chgLayout">
        <pc:chgData name="Ara Parsyan" userId="259f886a-d941-4b9d-8169-5202b97ede51" providerId="ADAL" clId="{89CDDB97-4E0D-49EF-87B1-157F56A76108}" dt="2023-12-18T06:33:45.647" v="318" actId="207"/>
        <pc:sldMkLst>
          <pc:docMk/>
          <pc:sldMk cId="0" sldId="543"/>
        </pc:sldMkLst>
        <pc:spChg chg="add del mod">
          <ac:chgData name="Ara Parsyan" userId="259f886a-d941-4b9d-8169-5202b97ede51" providerId="ADAL" clId="{89CDDB97-4E0D-49EF-87B1-157F56A76108}" dt="2023-12-18T06:08:59.226" v="4" actId="6264"/>
          <ac:spMkLst>
            <pc:docMk/>
            <pc:sldMk cId="0" sldId="543"/>
            <ac:spMk id="2" creationId="{3E07B1BC-E558-3AD1-25B0-9791C71012E2}"/>
          </ac:spMkLst>
        </pc:spChg>
        <pc:spChg chg="add del mod ord">
          <ac:chgData name="Ara Parsyan" userId="259f886a-d941-4b9d-8169-5202b97ede51" providerId="ADAL" clId="{89CDDB97-4E0D-49EF-87B1-157F56A76108}" dt="2023-12-18T06:08:59.226" v="4" actId="6264"/>
          <ac:spMkLst>
            <pc:docMk/>
            <pc:sldMk cId="0" sldId="543"/>
            <ac:spMk id="3" creationId="{4B651FBF-DBB4-4FBC-8CF2-900F3A2EF6D6}"/>
          </ac:spMkLst>
        </pc:spChg>
        <pc:spChg chg="add del mod">
          <ac:chgData name="Ara Parsyan" userId="259f886a-d941-4b9d-8169-5202b97ede51" providerId="ADAL" clId="{89CDDB97-4E0D-49EF-87B1-157F56A76108}" dt="2023-12-18T06:08:58.989" v="3" actId="6264"/>
          <ac:spMkLst>
            <pc:docMk/>
            <pc:sldMk cId="0" sldId="543"/>
            <ac:spMk id="4" creationId="{40B95DD6-C968-11BE-535F-AAFF8523DF88}"/>
          </ac:spMkLst>
        </pc:spChg>
        <pc:spChg chg="add del mod ord">
          <ac:chgData name="Ara Parsyan" userId="259f886a-d941-4b9d-8169-5202b97ede51" providerId="ADAL" clId="{89CDDB97-4E0D-49EF-87B1-157F56A76108}" dt="2023-12-18T06:08:58.989" v="3" actId="6264"/>
          <ac:spMkLst>
            <pc:docMk/>
            <pc:sldMk cId="0" sldId="543"/>
            <ac:spMk id="7" creationId="{D8D318BB-8DD3-95A4-6A4B-D08FE1781313}"/>
          </ac:spMkLst>
        </pc:spChg>
        <pc:spChg chg="mod ord">
          <ac:chgData name="Ara Parsyan" userId="259f886a-d941-4b9d-8169-5202b97ede51" providerId="ADAL" clId="{89CDDB97-4E0D-49EF-87B1-157F56A76108}" dt="2023-12-18T06:08:59.226" v="4" actId="6264"/>
          <ac:spMkLst>
            <pc:docMk/>
            <pc:sldMk cId="0" sldId="543"/>
            <ac:spMk id="27868" creationId="{C2838DE0-B49E-480F-9FA6-3C11E8FE7046}"/>
          </ac:spMkLst>
        </pc:spChg>
        <pc:graphicFrameChg chg="modGraphic">
          <ac:chgData name="Ara Parsyan" userId="259f886a-d941-4b9d-8169-5202b97ede51" providerId="ADAL" clId="{89CDDB97-4E0D-49EF-87B1-157F56A76108}" dt="2023-12-18T06:33:45.647" v="318" actId="207"/>
          <ac:graphicFrameMkLst>
            <pc:docMk/>
            <pc:sldMk cId="0" sldId="543"/>
            <ac:graphicFrameMk id="27870" creationId="{AFBB7D3C-38FB-47CB-BF69-9353700D9E0B}"/>
          </ac:graphicFrameMkLst>
        </pc:graphicFrameChg>
      </pc:sldChg>
      <pc:sldChg chg="modSp new mod">
        <pc:chgData name="Ara Parsyan" userId="259f886a-d941-4b9d-8169-5202b97ede51" providerId="ADAL" clId="{89CDDB97-4E0D-49EF-87B1-157F56A76108}" dt="2023-12-18T06:38:19.206" v="399"/>
        <pc:sldMkLst>
          <pc:docMk/>
          <pc:sldMk cId="536445401" sldId="4744"/>
        </pc:sldMkLst>
        <pc:spChg chg="mod">
          <ac:chgData name="Ara Parsyan" userId="259f886a-d941-4b9d-8169-5202b97ede51" providerId="ADAL" clId="{89CDDB97-4E0D-49EF-87B1-157F56A76108}" dt="2023-12-18T06:37:53.526" v="396"/>
          <ac:spMkLst>
            <pc:docMk/>
            <pc:sldMk cId="536445401" sldId="4744"/>
            <ac:spMk id="2" creationId="{FE1D226C-F2C8-30AD-16C4-0D7C0B38AE1F}"/>
          </ac:spMkLst>
        </pc:spChg>
        <pc:spChg chg="mod">
          <ac:chgData name="Ara Parsyan" userId="259f886a-d941-4b9d-8169-5202b97ede51" providerId="ADAL" clId="{89CDDB97-4E0D-49EF-87B1-157F56A76108}" dt="2023-12-18T06:38:19.206" v="399"/>
          <ac:spMkLst>
            <pc:docMk/>
            <pc:sldMk cId="536445401" sldId="4744"/>
            <ac:spMk id="3" creationId="{184DEA31-1A61-68ED-6CD1-35DD77F70B76}"/>
          </ac:spMkLst>
        </pc:spChg>
      </pc:sldChg>
    </pc:docChg>
  </pc:docChgLst>
  <pc:docChgLst>
    <pc:chgData name="Margarit Meroyan" userId="630a6349-7c61-463e-804c-816773a1019c" providerId="ADAL" clId="{77F996FC-2D71-4C1A-809F-5E16ACCC890E}"/>
    <pc:docChg chg="undo custSel addSld delSld modSld modSection">
      <pc:chgData name="Margarit Meroyan" userId="630a6349-7c61-463e-804c-816773a1019c" providerId="ADAL" clId="{77F996FC-2D71-4C1A-809F-5E16ACCC890E}" dt="2023-12-27T09:09:04.984" v="15"/>
      <pc:docMkLst>
        <pc:docMk/>
      </pc:docMkLst>
      <pc:sldChg chg="delSp mod">
        <pc:chgData name="Margarit Meroyan" userId="630a6349-7c61-463e-804c-816773a1019c" providerId="ADAL" clId="{77F996FC-2D71-4C1A-809F-5E16ACCC890E}" dt="2023-12-27T09:03:33.796" v="0" actId="478"/>
        <pc:sldMkLst>
          <pc:docMk/>
          <pc:sldMk cId="0" sldId="536"/>
        </pc:sldMkLst>
        <pc:spChg chg="del">
          <ac:chgData name="Margarit Meroyan" userId="630a6349-7c61-463e-804c-816773a1019c" providerId="ADAL" clId="{77F996FC-2D71-4C1A-809F-5E16ACCC890E}" dt="2023-12-27T09:03:33.796" v="0" actId="478"/>
          <ac:spMkLst>
            <pc:docMk/>
            <pc:sldMk cId="0" sldId="536"/>
            <ac:spMk id="2" creationId="{C308CF19-6630-C492-B724-302243C015A0}"/>
          </ac:spMkLst>
        </pc:spChg>
      </pc:sldChg>
      <pc:sldChg chg="modSp mod">
        <pc:chgData name="Margarit Meroyan" userId="630a6349-7c61-463e-804c-816773a1019c" providerId="ADAL" clId="{77F996FC-2D71-4C1A-809F-5E16ACCC890E}" dt="2023-12-27T09:07:02.650" v="13" actId="1076"/>
        <pc:sldMkLst>
          <pc:docMk/>
          <pc:sldMk cId="0" sldId="543"/>
        </pc:sldMkLst>
        <pc:cxnChg chg="mod">
          <ac:chgData name="Margarit Meroyan" userId="630a6349-7c61-463e-804c-816773a1019c" providerId="ADAL" clId="{77F996FC-2D71-4C1A-809F-5E16ACCC890E}" dt="2023-12-27T09:06:48.263" v="11" actId="1076"/>
          <ac:cxnSpMkLst>
            <pc:docMk/>
            <pc:sldMk cId="0" sldId="543"/>
            <ac:cxnSpMk id="5" creationId="{9932E379-1F23-4AFC-862D-456A581590B9}"/>
          </ac:cxnSpMkLst>
        </pc:cxnChg>
        <pc:cxnChg chg="mod">
          <ac:chgData name="Margarit Meroyan" userId="630a6349-7c61-463e-804c-816773a1019c" providerId="ADAL" clId="{77F996FC-2D71-4C1A-809F-5E16ACCC890E}" dt="2023-12-27T09:07:02.650" v="13" actId="1076"/>
          <ac:cxnSpMkLst>
            <pc:docMk/>
            <pc:sldMk cId="0" sldId="543"/>
            <ac:cxnSpMk id="6" creationId="{FA19120E-A5DD-41FC-BA68-C617EA14B6D6}"/>
          </ac:cxnSpMkLst>
        </pc:cxnChg>
      </pc:sldChg>
      <pc:sldChg chg="modSp mod">
        <pc:chgData name="Margarit Meroyan" userId="630a6349-7c61-463e-804c-816773a1019c" providerId="ADAL" clId="{77F996FC-2D71-4C1A-809F-5E16ACCC890E}" dt="2023-12-27T09:05:41.417" v="9" actId="1076"/>
        <pc:sldMkLst>
          <pc:docMk/>
          <pc:sldMk cId="0" sldId="545"/>
        </pc:sldMkLst>
        <pc:graphicFrameChg chg="mod modGraphic">
          <ac:chgData name="Margarit Meroyan" userId="630a6349-7c61-463e-804c-816773a1019c" providerId="ADAL" clId="{77F996FC-2D71-4C1A-809F-5E16ACCC890E}" dt="2023-12-27T09:05:33.769" v="7" actId="14100"/>
          <ac:graphicFrameMkLst>
            <pc:docMk/>
            <pc:sldMk cId="0" sldId="545"/>
            <ac:graphicFrameMk id="5" creationId="{BD8A72C3-16AA-4941-916F-B2B76FD2D1EB}"/>
          </ac:graphicFrameMkLst>
        </pc:graphicFrameChg>
        <pc:cxnChg chg="mod">
          <ac:chgData name="Margarit Meroyan" userId="630a6349-7c61-463e-804c-816773a1019c" providerId="ADAL" clId="{77F996FC-2D71-4C1A-809F-5E16ACCC890E}" dt="2023-12-27T09:05:37.736" v="8" actId="1076"/>
          <ac:cxnSpMkLst>
            <pc:docMk/>
            <pc:sldMk cId="0" sldId="545"/>
            <ac:cxnSpMk id="13338" creationId="{0E64B1C8-F208-E04B-CDB5-09C7B8CBC7B5}"/>
          </ac:cxnSpMkLst>
        </pc:cxnChg>
        <pc:cxnChg chg="mod">
          <ac:chgData name="Margarit Meroyan" userId="630a6349-7c61-463e-804c-816773a1019c" providerId="ADAL" clId="{77F996FC-2D71-4C1A-809F-5E16ACCC890E}" dt="2023-12-27T09:05:41.417" v="9" actId="1076"/>
          <ac:cxnSpMkLst>
            <pc:docMk/>
            <pc:sldMk cId="0" sldId="545"/>
            <ac:cxnSpMk id="13339" creationId="{D5F150AB-62B9-43AA-76A9-E23ACC493029}"/>
          </ac:cxnSpMkLst>
        </pc:cxnChg>
      </pc:sldChg>
      <pc:sldChg chg="del">
        <pc:chgData name="Margarit Meroyan" userId="630a6349-7c61-463e-804c-816773a1019c" providerId="ADAL" clId="{77F996FC-2D71-4C1A-809F-5E16ACCC890E}" dt="2023-12-27T09:07:29.316" v="14" actId="47"/>
        <pc:sldMkLst>
          <pc:docMk/>
          <pc:sldMk cId="0" sldId="611"/>
        </pc:sldMkLst>
      </pc:sldChg>
      <pc:sldChg chg="add">
        <pc:chgData name="Margarit Meroyan" userId="630a6349-7c61-463e-804c-816773a1019c" providerId="ADAL" clId="{77F996FC-2D71-4C1A-809F-5E16ACCC890E}" dt="2023-12-27T09:09:04.984" v="15"/>
        <pc:sldMkLst>
          <pc:docMk/>
          <pc:sldMk cId="132580393" sldId="4790"/>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99EBCFA-0CE2-4A89-8946-0F5E3E710EF2}"/>
              </a:ext>
            </a:extLst>
          </p:cNvPr>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a:p>
        </p:txBody>
      </p:sp>
      <p:sp>
        <p:nvSpPr>
          <p:cNvPr id="3" name="Date Placeholder 2">
            <a:extLst>
              <a:ext uri="{FF2B5EF4-FFF2-40B4-BE49-F238E27FC236}">
                <a16:creationId xmlns:a16="http://schemas.microsoft.com/office/drawing/2014/main" id="{502777A9-7004-4E6A-A966-7A45A8D16AA2}"/>
              </a:ext>
            </a:extLst>
          </p:cNvPr>
          <p:cNvSpPr>
            <a:spLocks noGrp="1"/>
          </p:cNvSpPr>
          <p:nvPr>
            <p:ph type="dt" sz="quarter" idx="1"/>
          </p:nvPr>
        </p:nvSpPr>
        <p:spPr>
          <a:xfrm>
            <a:off x="4143587" y="0"/>
            <a:ext cx="3169920" cy="481727"/>
          </a:xfrm>
          <a:prstGeom prst="rect">
            <a:avLst/>
          </a:prstGeom>
        </p:spPr>
        <p:txBody>
          <a:bodyPr vert="horz" lIns="96661" tIns="48331" rIns="96661" bIns="48331" rtlCol="0"/>
          <a:lstStyle>
            <a:lvl1pPr algn="r">
              <a:defRPr sz="1300"/>
            </a:lvl1pPr>
          </a:lstStyle>
          <a:p>
            <a:fld id="{131B2B96-935C-4E33-8AB6-12B49957FB30}" type="datetimeFigureOut">
              <a:rPr lang="en-US"/>
              <a:t>12/27/2023</a:t>
            </a:fld>
            <a:endParaRPr/>
          </a:p>
        </p:txBody>
      </p:sp>
      <p:sp>
        <p:nvSpPr>
          <p:cNvPr id="4" name="Footer Placeholder 3">
            <a:extLst>
              <a:ext uri="{FF2B5EF4-FFF2-40B4-BE49-F238E27FC236}">
                <a16:creationId xmlns:a16="http://schemas.microsoft.com/office/drawing/2014/main" id="{B4243AFB-A93F-41E6-B3FD-EE51F24745B5}"/>
              </a:ext>
            </a:extLst>
          </p:cNvPr>
          <p:cNvSpPr>
            <a:spLocks noGrp="1"/>
          </p:cNvSpPr>
          <p:nvPr>
            <p:ph type="ftr" sz="quarter" idx="2"/>
          </p:nvPr>
        </p:nvSpPr>
        <p:spPr>
          <a:xfrm>
            <a:off x="0" y="9119474"/>
            <a:ext cx="3169920" cy="481726"/>
          </a:xfrm>
          <a:prstGeom prst="rect">
            <a:avLst/>
          </a:prstGeom>
        </p:spPr>
        <p:txBody>
          <a:bodyPr vert="horz" lIns="96661" tIns="48331" rIns="96661" bIns="48331" rtlCol="0" anchor="b"/>
          <a:lstStyle>
            <a:lvl1pPr algn="l">
              <a:defRPr sz="1300"/>
            </a:lvl1pPr>
          </a:lstStyle>
          <a:p>
            <a:endParaRPr/>
          </a:p>
        </p:txBody>
      </p:sp>
      <p:sp>
        <p:nvSpPr>
          <p:cNvPr id="5" name="Slide Number Placeholder 4">
            <a:extLst>
              <a:ext uri="{FF2B5EF4-FFF2-40B4-BE49-F238E27FC236}">
                <a16:creationId xmlns:a16="http://schemas.microsoft.com/office/drawing/2014/main" id="{5244E995-49EF-4046-B58E-C57E1A05DC7C}"/>
              </a:ext>
            </a:extLst>
          </p:cNvPr>
          <p:cNvSpPr>
            <a:spLocks noGrp="1"/>
          </p:cNvSpPr>
          <p:nvPr>
            <p:ph type="sldNum" sz="quarter" idx="3"/>
          </p:nvPr>
        </p:nvSpPr>
        <p:spPr>
          <a:xfrm>
            <a:off x="4143587" y="9119474"/>
            <a:ext cx="3169920" cy="481726"/>
          </a:xfrm>
          <a:prstGeom prst="rect">
            <a:avLst/>
          </a:prstGeom>
        </p:spPr>
        <p:txBody>
          <a:bodyPr vert="horz" lIns="96661" tIns="48331" rIns="96661" bIns="48331" rtlCol="0" anchor="b"/>
          <a:lstStyle>
            <a:lvl1pPr algn="r">
              <a:defRPr sz="1300"/>
            </a:lvl1pPr>
          </a:lstStyle>
          <a:p>
            <a:fld id="{28D03C2E-0CD0-4868-B096-48302A79D453}" type="slidenum">
              <a:rPr/>
              <a:t>‹#›</a:t>
            </a:fld>
            <a:endParaRPr/>
          </a:p>
        </p:txBody>
      </p:sp>
    </p:spTree>
    <p:extLst>
      <p:ext uri="{BB962C8B-B14F-4D97-AF65-F5344CB8AC3E}">
        <p14:creationId xmlns:p14="http://schemas.microsoft.com/office/powerpoint/2010/main" val="31328702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279400" y="327025"/>
            <a:ext cx="6742113" cy="3792538"/>
          </a:xfrm>
          <a:prstGeom prst="rect">
            <a:avLst/>
          </a:prstGeom>
          <a:noFill/>
          <a:ln w="12700">
            <a:solidFill>
              <a:prstClr val="black"/>
            </a:solidFill>
          </a:ln>
        </p:spPr>
        <p:txBody>
          <a:bodyPr vert="horz" lIns="96661" tIns="48331" rIns="96661" bIns="48331" rtlCol="0" anchor="ctr"/>
          <a:lstStyle/>
          <a:p>
            <a:endParaRPr/>
          </a:p>
        </p:txBody>
      </p:sp>
      <p:sp>
        <p:nvSpPr>
          <p:cNvPr id="5" name="Notes Placeholder 4"/>
          <p:cNvSpPr>
            <a:spLocks noGrp="1"/>
          </p:cNvSpPr>
          <p:nvPr>
            <p:ph type="body" sz="quarter" idx="3"/>
          </p:nvPr>
        </p:nvSpPr>
        <p:spPr>
          <a:xfrm>
            <a:off x="225715" y="4315177"/>
            <a:ext cx="6846999" cy="466618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0"/>
            <a:endParaRPr lang="en-US"/>
          </a:p>
          <a:p>
            <a:pPr lvl="0"/>
            <a:endParaRPr lang="en-US"/>
          </a:p>
          <a:p>
            <a:pPr lvl="0"/>
            <a:endParaRPr lang="en-US"/>
          </a:p>
        </p:txBody>
      </p:sp>
      <p:sp>
        <p:nvSpPr>
          <p:cNvPr id="8" name="notes_unit_title">
            <a:extLst>
              <a:ext uri="{FF2B5EF4-FFF2-40B4-BE49-F238E27FC236}">
                <a16:creationId xmlns:a16="http://schemas.microsoft.com/office/drawing/2014/main" id="{BF1565B2-EFDA-4D78-9A32-3760AD7AF946}"/>
              </a:ext>
            </a:extLst>
          </p:cNvPr>
          <p:cNvSpPr>
            <a:spLocks noChangeArrowheads="1"/>
          </p:cNvSpPr>
          <p:nvPr/>
        </p:nvSpPr>
        <p:spPr bwMode="gray">
          <a:xfrm>
            <a:off x="293285" y="9140343"/>
            <a:ext cx="2721978" cy="123111"/>
          </a:xfrm>
          <a:prstGeom prst="rect">
            <a:avLst/>
          </a:prstGeom>
          <a:noFill/>
          <a:ln w="9525">
            <a:noFill/>
            <a:miter lim="800000"/>
            <a:headEnd/>
            <a:tailEnd/>
          </a:ln>
          <a:effectLst/>
        </p:spPr>
        <p:txBody>
          <a:bodyPr lIns="0" tIns="0" rIns="0" bIns="0">
            <a:spAutoFit/>
          </a:bodyPr>
          <a:lstStyle/>
          <a:p>
            <a:pPr defTabSz="1080254" eaLnBrk="0" hangingPunct="0">
              <a:defRPr/>
            </a:pPr>
            <a:r>
              <a:rPr lang="en-US" sz="800">
                <a:latin typeface="Arial" charset="0"/>
              </a:rPr>
              <a:t>Unit title</a:t>
            </a:r>
          </a:p>
        </p:txBody>
      </p:sp>
      <p:sp>
        <p:nvSpPr>
          <p:cNvPr id="9" name="notes_workshop_title">
            <a:extLst>
              <a:ext uri="{FF2B5EF4-FFF2-40B4-BE49-F238E27FC236}">
                <a16:creationId xmlns:a16="http://schemas.microsoft.com/office/drawing/2014/main" id="{2A452E3B-38D4-40AE-A9FD-30C3D81F3CDC}"/>
              </a:ext>
            </a:extLst>
          </p:cNvPr>
          <p:cNvSpPr>
            <a:spLocks noChangeArrowheads="1"/>
          </p:cNvSpPr>
          <p:nvPr/>
        </p:nvSpPr>
        <p:spPr bwMode="gray">
          <a:xfrm>
            <a:off x="293285" y="9265158"/>
            <a:ext cx="2721978" cy="123111"/>
          </a:xfrm>
          <a:prstGeom prst="rect">
            <a:avLst/>
          </a:prstGeom>
          <a:noFill/>
          <a:ln w="9525">
            <a:noFill/>
            <a:miter lim="800000"/>
            <a:headEnd/>
            <a:tailEnd/>
          </a:ln>
          <a:effectLst/>
        </p:spPr>
        <p:txBody>
          <a:bodyPr lIns="0" tIns="0" rIns="0" bIns="0">
            <a:spAutoFit/>
          </a:bodyPr>
          <a:lstStyle/>
          <a:p>
            <a:pPr defTabSz="1080254" eaLnBrk="0" hangingPunct="0">
              <a:defRPr/>
            </a:pPr>
            <a:r>
              <a:rPr lang="en-US" sz="800">
                <a:latin typeface="Arial" charset="0"/>
              </a:rPr>
              <a:t>Workshop title</a:t>
            </a:r>
          </a:p>
        </p:txBody>
      </p:sp>
      <p:sp>
        <p:nvSpPr>
          <p:cNvPr id="10" name="notes_unit_page_number">
            <a:extLst>
              <a:ext uri="{FF2B5EF4-FFF2-40B4-BE49-F238E27FC236}">
                <a16:creationId xmlns:a16="http://schemas.microsoft.com/office/drawing/2014/main" id="{036567A9-5248-4D6A-8C65-ED5DE88488E4}"/>
              </a:ext>
            </a:extLst>
          </p:cNvPr>
          <p:cNvSpPr>
            <a:spLocks noChangeArrowheads="1"/>
          </p:cNvSpPr>
          <p:nvPr/>
        </p:nvSpPr>
        <p:spPr bwMode="gray">
          <a:xfrm>
            <a:off x="6480274" y="9140342"/>
            <a:ext cx="592441" cy="138499"/>
          </a:xfrm>
          <a:prstGeom prst="rect">
            <a:avLst/>
          </a:prstGeom>
          <a:noFill/>
          <a:ln w="9525">
            <a:noFill/>
            <a:miter lim="800000"/>
            <a:headEnd/>
            <a:tailEnd/>
          </a:ln>
          <a:effectLst/>
        </p:spPr>
        <p:txBody>
          <a:bodyPr lIns="0" tIns="0" rIns="0" bIns="0">
            <a:spAutoFit/>
          </a:bodyPr>
          <a:lstStyle/>
          <a:p>
            <a:pPr algn="r" defTabSz="1060742" eaLnBrk="0" hangingPunct="0">
              <a:lnSpc>
                <a:spcPct val="90000"/>
              </a:lnSpc>
              <a:defRPr/>
            </a:pPr>
            <a:r>
              <a:rPr lang="en-US" sz="1000" b="1">
                <a:latin typeface="Arial" charset="0"/>
              </a:rPr>
              <a:t>1-</a:t>
            </a:r>
            <a:fld id="{13D6D896-D121-42C7-B389-8F9FEF1461E0}" type="slidenum">
              <a:rPr lang="en-US" sz="1000" b="1" smtClean="0">
                <a:latin typeface="Arial" charset="0"/>
              </a:rPr>
              <a:t>‹#›</a:t>
            </a:fld>
            <a:endParaRPr lang="en-US" sz="1000" b="1">
              <a:latin typeface="Arial" charset="0"/>
            </a:endParaRPr>
          </a:p>
        </p:txBody>
      </p:sp>
      <p:sp>
        <p:nvSpPr>
          <p:cNvPr id="11" name="Line 11">
            <a:extLst>
              <a:ext uri="{FF2B5EF4-FFF2-40B4-BE49-F238E27FC236}">
                <a16:creationId xmlns:a16="http://schemas.microsoft.com/office/drawing/2014/main" id="{77C40210-7C96-4CF9-9F94-A59F3234DF97}"/>
              </a:ext>
            </a:extLst>
          </p:cNvPr>
          <p:cNvSpPr>
            <a:spLocks noChangeShapeType="1"/>
          </p:cNvSpPr>
          <p:nvPr/>
        </p:nvSpPr>
        <p:spPr bwMode="gray">
          <a:xfrm>
            <a:off x="246097" y="9101938"/>
            <a:ext cx="6826618" cy="0"/>
          </a:xfrm>
          <a:prstGeom prst="line">
            <a:avLst/>
          </a:prstGeom>
          <a:noFill/>
          <a:ln w="19050">
            <a:solidFill>
              <a:schemeClr val="bg1">
                <a:lumMod val="75000"/>
              </a:schemeClr>
            </a:solidFill>
            <a:round/>
            <a:headEnd/>
            <a:tailEnd/>
          </a:ln>
          <a:effectLst/>
        </p:spPr>
        <p:txBody>
          <a:bodyPr lIns="102172" tIns="51086" rIns="102172" bIns="51086"/>
          <a:lstStyle/>
          <a:p>
            <a:pPr>
              <a:defRPr/>
            </a:pPr>
            <a:endParaRPr lang="en-US"/>
          </a:p>
        </p:txBody>
      </p:sp>
      <p:sp>
        <p:nvSpPr>
          <p:cNvPr id="12" name="copyright">
            <a:extLst>
              <a:ext uri="{FF2B5EF4-FFF2-40B4-BE49-F238E27FC236}">
                <a16:creationId xmlns:a16="http://schemas.microsoft.com/office/drawing/2014/main" id="{000BB72C-3C16-4EE4-8D76-4BE725F6A697}"/>
              </a:ext>
            </a:extLst>
          </p:cNvPr>
          <p:cNvSpPr txBox="1">
            <a:spLocks noChangeArrowheads="1"/>
          </p:cNvSpPr>
          <p:nvPr/>
        </p:nvSpPr>
        <p:spPr bwMode="auto">
          <a:xfrm>
            <a:off x="2729576" y="9140343"/>
            <a:ext cx="2232097" cy="123111"/>
          </a:xfrm>
          <a:prstGeom prst="rect">
            <a:avLst/>
          </a:prstGeom>
          <a:noFill/>
          <a:ln w="28575">
            <a:noFill/>
            <a:miter lim="800000"/>
            <a:headEnd/>
            <a:tailEnd/>
          </a:ln>
          <a:effectLst/>
        </p:spPr>
        <p:txBody>
          <a:bodyPr wrap="square" lIns="0" tIns="0" rIns="0" bIns="0">
            <a:spAutoFit/>
          </a:bodyPr>
          <a:lstStyle/>
          <a:p>
            <a:pPr algn="ctr" eaLnBrk="0" hangingPunct="0">
              <a:spcBef>
                <a:spcPct val="50000"/>
              </a:spcBef>
              <a:defRPr/>
            </a:pPr>
            <a:r>
              <a:rPr lang="en-US" sz="800" kern="1200">
                <a:solidFill>
                  <a:schemeClr val="tx1"/>
                </a:solidFill>
                <a:effectLst/>
                <a:latin typeface="Arial" pitchFamily="34" charset="0"/>
                <a:ea typeface="+mn-ea"/>
                <a:cs typeface="Arial" pitchFamily="34" charset="0"/>
              </a:rPr>
              <a:t>©2023 Synopsys, Inc. All Rights Reserved.</a:t>
            </a:r>
            <a:endParaRPr lang="en-US" sz="800" b="1">
              <a:latin typeface="Arial" pitchFamily="34" charset="0"/>
              <a:cs typeface="Arial" pitchFamily="34" charset="0"/>
            </a:endParaRPr>
          </a:p>
        </p:txBody>
      </p:sp>
    </p:spTree>
    <p:extLst>
      <p:ext uri="{BB962C8B-B14F-4D97-AF65-F5344CB8AC3E}">
        <p14:creationId xmlns:p14="http://schemas.microsoft.com/office/powerpoint/2010/main" val="2406359760"/>
      </p:ext>
    </p:extLst>
  </p:cSld>
  <p:clrMap bg1="lt1" tx1="dk1" bg2="lt2" tx2="dk2" accent1="accent1" accent2="accent2" accent3="accent3" accent4="accent4" accent5="accent5" accent6="accent6" hlink="hlink" folHlink="folHlink"/>
  <p:notesStyle>
    <a:lvl1pPr marL="0" algn="l" defTabSz="914400" rtl="0" eaLnBrk="1" latinLnBrk="0" hangingPunct="1">
      <a:defRPr sz="1000" kern="1200">
        <a:solidFill>
          <a:schemeClr val="tx1"/>
        </a:solidFill>
        <a:latin typeface="+mn-lt"/>
        <a:ea typeface="+mn-ea"/>
        <a:cs typeface="+mn-cs"/>
      </a:defRPr>
    </a:lvl1pPr>
    <a:lvl2pPr marL="182880" algn="l" defTabSz="914400" rtl="0" eaLnBrk="1" latinLnBrk="0" hangingPunct="1">
      <a:defRPr sz="1000" kern="1200">
        <a:solidFill>
          <a:schemeClr val="tx1"/>
        </a:solidFill>
        <a:latin typeface="+mn-lt"/>
        <a:ea typeface="+mn-ea"/>
        <a:cs typeface="+mn-cs"/>
      </a:defRPr>
    </a:lvl2pPr>
    <a:lvl3pPr marL="365760" algn="l" defTabSz="914400" rtl="0" eaLnBrk="1" latinLnBrk="0" hangingPunct="1">
      <a:defRPr sz="1000" kern="1200">
        <a:solidFill>
          <a:schemeClr val="tx1"/>
        </a:solidFill>
        <a:latin typeface="+mn-lt"/>
        <a:ea typeface="+mn-ea"/>
        <a:cs typeface="+mn-cs"/>
      </a:defRPr>
    </a:lvl3pPr>
    <a:lvl4pPr marL="548640" algn="l" defTabSz="914400" rtl="0" eaLnBrk="1" latinLnBrk="0" hangingPunct="1">
      <a:defRPr sz="1000" kern="1200">
        <a:solidFill>
          <a:schemeClr val="tx1"/>
        </a:solidFill>
        <a:latin typeface="+mn-lt"/>
        <a:ea typeface="+mn-ea"/>
        <a:cs typeface="+mn-cs"/>
      </a:defRPr>
    </a:lvl4pPr>
    <a:lvl5pPr marL="731520" algn="l" defTabSz="914400" rtl="0" eaLnBrk="1" latinLnBrk="0" hangingPunct="1">
      <a:defRPr sz="10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9400" y="327025"/>
            <a:ext cx="6742113" cy="3792538"/>
          </a:xfrm>
        </p:spPr>
      </p:sp>
      <p:sp>
        <p:nvSpPr>
          <p:cNvPr id="3" name="Notes Placeholder 2"/>
          <p:cNvSpPr>
            <a:spLocks noGrp="1"/>
          </p:cNvSpPr>
          <p:nvPr>
            <p:ph type="body" idx="1"/>
          </p:nvPr>
        </p:nvSpPr>
        <p:spPr>
          <a:xfrm>
            <a:off x="225715" y="4315177"/>
            <a:ext cx="6846999" cy="4666183"/>
          </a:xfrm>
        </p:spPr>
        <p:txBody>
          <a:bodyPr/>
          <a:lstStyle/>
          <a:p>
            <a:endParaRPr lang="en-US"/>
          </a:p>
        </p:txBody>
      </p:sp>
    </p:spTree>
    <p:extLst>
      <p:ext uri="{BB962C8B-B14F-4D97-AF65-F5344CB8AC3E}">
        <p14:creationId xmlns:p14="http://schemas.microsoft.com/office/powerpoint/2010/main" val="21951901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a:extLst>
              <a:ext uri="{FF2B5EF4-FFF2-40B4-BE49-F238E27FC236}">
                <a16:creationId xmlns:a16="http://schemas.microsoft.com/office/drawing/2014/main" id="{9DAA041E-1D52-BF5C-FDB6-18220C64C952}"/>
              </a:ext>
            </a:extLst>
          </p:cNvPr>
          <p:cNvSpPr>
            <a:spLocks noGrp="1" noRot="1" noChangeAspect="1" noChangeArrowheads="1" noTextEdit="1"/>
          </p:cNvSpPr>
          <p:nvPr>
            <p:ph type="sldImg"/>
          </p:nvPr>
        </p:nvSpPr>
        <p:spPr>
          <a:ln/>
        </p:spPr>
      </p:sp>
      <p:sp>
        <p:nvSpPr>
          <p:cNvPr id="9219" name="Notes Placeholder 2">
            <a:extLst>
              <a:ext uri="{FF2B5EF4-FFF2-40B4-BE49-F238E27FC236}">
                <a16:creationId xmlns:a16="http://schemas.microsoft.com/office/drawing/2014/main" id="{8B83D5CD-630C-1654-5E08-40F0613B3466}"/>
              </a:ext>
            </a:extLst>
          </p:cNvPr>
          <p:cNvSpPr>
            <a:spLocks noGrp="1" noChangeArrowheads="1"/>
          </p:cNvSpPr>
          <p:nvPr>
            <p:ph type="body" idx="1"/>
          </p:nvPr>
        </p:nvSpPr>
        <p:spPr>
          <a:xfrm>
            <a:off x="947738" y="4306888"/>
            <a:ext cx="5106987" cy="41687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
        <p:nvSpPr>
          <p:cNvPr id="9220" name="Slide Number Placeholder 3">
            <a:extLst>
              <a:ext uri="{FF2B5EF4-FFF2-40B4-BE49-F238E27FC236}">
                <a16:creationId xmlns:a16="http://schemas.microsoft.com/office/drawing/2014/main" id="{5288A296-D3E5-C921-2883-126142193E50}"/>
              </a:ext>
            </a:extLst>
          </p:cNvPr>
          <p:cNvSpPr txBox="1">
            <a:spLocks noGrp="1" noChangeArrowheads="1"/>
          </p:cNvSpPr>
          <p:nvPr/>
        </p:nvSpPr>
        <p:spPr bwMode="auto">
          <a:xfrm>
            <a:off x="3948113" y="8801100"/>
            <a:ext cx="3017837"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743" tIns="46371" rIns="92743" bIns="46371" anchor="b"/>
          <a:lstStyle>
            <a:lvl1pPr defTabSz="927100">
              <a:defRPr sz="2400" b="1">
                <a:solidFill>
                  <a:schemeClr val="tx1"/>
                </a:solidFill>
                <a:latin typeface="Arial" panose="020B0604020202020204" pitchFamily="34" charset="0"/>
                <a:cs typeface="Arial" panose="020B0604020202020204" pitchFamily="34" charset="0"/>
              </a:defRPr>
            </a:lvl1pPr>
            <a:lvl2pPr marL="742950" indent="-285750" defTabSz="927100">
              <a:defRPr sz="2400" b="1">
                <a:solidFill>
                  <a:schemeClr val="tx1"/>
                </a:solidFill>
                <a:latin typeface="Arial" panose="020B0604020202020204" pitchFamily="34" charset="0"/>
                <a:cs typeface="Arial" panose="020B0604020202020204" pitchFamily="34" charset="0"/>
              </a:defRPr>
            </a:lvl2pPr>
            <a:lvl3pPr marL="1143000" indent="-228600" defTabSz="927100">
              <a:defRPr sz="2400" b="1">
                <a:solidFill>
                  <a:schemeClr val="tx1"/>
                </a:solidFill>
                <a:latin typeface="Arial" panose="020B0604020202020204" pitchFamily="34" charset="0"/>
                <a:cs typeface="Arial" panose="020B0604020202020204" pitchFamily="34" charset="0"/>
              </a:defRPr>
            </a:lvl3pPr>
            <a:lvl4pPr marL="1600200" indent="-228600" defTabSz="927100">
              <a:defRPr sz="2400" b="1">
                <a:solidFill>
                  <a:schemeClr val="tx1"/>
                </a:solidFill>
                <a:latin typeface="Arial" panose="020B0604020202020204" pitchFamily="34" charset="0"/>
                <a:cs typeface="Arial" panose="020B0604020202020204" pitchFamily="34" charset="0"/>
              </a:defRPr>
            </a:lvl4pPr>
            <a:lvl5pPr marL="2057400" indent="-228600" defTabSz="927100">
              <a:defRPr sz="2400" b="1">
                <a:solidFill>
                  <a:schemeClr val="tx1"/>
                </a:solidFill>
                <a:latin typeface="Arial" panose="020B0604020202020204" pitchFamily="34" charset="0"/>
                <a:cs typeface="Arial" panose="020B0604020202020204" pitchFamily="34" charset="0"/>
              </a:defRPr>
            </a:lvl5pPr>
            <a:lvl6pPr marL="2514600" indent="-228600" defTabSz="9271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defTabSz="9271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defTabSz="9271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defTabSz="9271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r" eaLnBrk="1" hangingPunct="1"/>
            <a:fld id="{86EA1A44-60BD-4A42-A058-CD52E570853A}" type="slidenum">
              <a:rPr lang="en-US" altLang="en-US" sz="1200" b="0"/>
              <a:pPr algn="r" eaLnBrk="1" hangingPunct="1"/>
              <a:t>2</a:t>
            </a:fld>
            <a:endParaRPr lang="en-US" altLang="en-US" sz="1200" b="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80704146-538C-37D8-BBBA-F79FA0951B30}"/>
              </a:ext>
            </a:extLst>
          </p:cNvPr>
          <p:cNvSpPr>
            <a:spLocks noGrp="1" noRot="1" noChangeAspect="1" noChangeArrowheads="1" noTextEdit="1"/>
          </p:cNvSpPr>
          <p:nvPr>
            <p:ph type="sldImg"/>
          </p:nvPr>
        </p:nvSpPr>
        <p:spPr>
          <a:ln/>
        </p:spPr>
      </p:sp>
      <p:sp>
        <p:nvSpPr>
          <p:cNvPr id="15363" name="Rectangle 3">
            <a:extLst>
              <a:ext uri="{FF2B5EF4-FFF2-40B4-BE49-F238E27FC236}">
                <a16:creationId xmlns:a16="http://schemas.microsoft.com/office/drawing/2014/main" id="{64552AC9-6948-F29E-B795-969B70049E4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86A75993-27A6-15C2-8CBB-F692D2DEA6F8}"/>
              </a:ext>
            </a:extLst>
          </p:cNvPr>
          <p:cNvSpPr>
            <a:spLocks noGrp="1" noRot="1" noChangeAspect="1" noChangeArrowheads="1" noTextEdit="1"/>
          </p:cNvSpPr>
          <p:nvPr>
            <p:ph type="sldImg"/>
          </p:nvPr>
        </p:nvSpPr>
        <p:spPr>
          <a:ln/>
        </p:spPr>
      </p:sp>
      <p:sp>
        <p:nvSpPr>
          <p:cNvPr id="17411" name="Rectangle 3">
            <a:extLst>
              <a:ext uri="{FF2B5EF4-FFF2-40B4-BE49-F238E27FC236}">
                <a16:creationId xmlns:a16="http://schemas.microsoft.com/office/drawing/2014/main" id="{A7DA1923-3CD6-2CAE-6591-10FD40E3142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B039EF40-FF46-543D-532E-A507A944071E}"/>
              </a:ext>
            </a:extLst>
          </p:cNvPr>
          <p:cNvSpPr>
            <a:spLocks noGrp="1" noRot="1" noChangeAspect="1" noChangeArrowheads="1" noTextEdit="1"/>
          </p:cNvSpPr>
          <p:nvPr>
            <p:ph type="sldImg"/>
          </p:nvPr>
        </p:nvSpPr>
        <p:spPr>
          <a:ln/>
        </p:spPr>
      </p:sp>
      <p:sp>
        <p:nvSpPr>
          <p:cNvPr id="19459" name="Rectangle 3">
            <a:extLst>
              <a:ext uri="{FF2B5EF4-FFF2-40B4-BE49-F238E27FC236}">
                <a16:creationId xmlns:a16="http://schemas.microsoft.com/office/drawing/2014/main" id="{F63301A3-BA1C-8CB8-BCCF-D18F3F510F5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CC7BE869-0E70-DD33-DFEE-BAD822C39FBB}"/>
              </a:ext>
            </a:extLst>
          </p:cNvPr>
          <p:cNvSpPr>
            <a:spLocks noGrp="1" noRot="1" noChangeAspect="1" noChangeArrowheads="1" noTextEdit="1"/>
          </p:cNvSpPr>
          <p:nvPr>
            <p:ph type="sldImg"/>
          </p:nvPr>
        </p:nvSpPr>
        <p:spPr>
          <a:ln/>
        </p:spPr>
      </p:sp>
      <p:sp>
        <p:nvSpPr>
          <p:cNvPr id="21507" name="Rectangle 3">
            <a:extLst>
              <a:ext uri="{FF2B5EF4-FFF2-40B4-BE49-F238E27FC236}">
                <a16:creationId xmlns:a16="http://schemas.microsoft.com/office/drawing/2014/main" id="{10EE6C2C-9548-3520-A695-72CAE0F7436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957F64E2-ACC1-BB8E-C5C8-C9EA99CF6292}"/>
              </a:ext>
            </a:extLst>
          </p:cNvPr>
          <p:cNvSpPr>
            <a:spLocks noGrp="1" noRot="1" noChangeAspect="1" noChangeArrowheads="1" noTextEdit="1"/>
          </p:cNvSpPr>
          <p:nvPr>
            <p:ph type="sldImg"/>
          </p:nvPr>
        </p:nvSpPr>
        <p:spPr>
          <a:ln/>
        </p:spPr>
      </p:sp>
      <p:sp>
        <p:nvSpPr>
          <p:cNvPr id="23555" name="Rectangle 3">
            <a:extLst>
              <a:ext uri="{FF2B5EF4-FFF2-40B4-BE49-F238E27FC236}">
                <a16:creationId xmlns:a16="http://schemas.microsoft.com/office/drawing/2014/main" id="{C1F4EBCF-1F14-0A61-89F7-4C2FEBC7D6B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9BBCCE9A-63B7-5961-893E-74411062823F}"/>
              </a:ext>
            </a:extLst>
          </p:cNvPr>
          <p:cNvSpPr>
            <a:spLocks noGrp="1" noRot="1" noChangeAspect="1" noChangeArrowheads="1" noTextEdit="1"/>
          </p:cNvSpPr>
          <p:nvPr>
            <p:ph type="sldImg"/>
          </p:nvPr>
        </p:nvSpPr>
        <p:spPr>
          <a:ln/>
        </p:spPr>
      </p:sp>
      <p:sp>
        <p:nvSpPr>
          <p:cNvPr id="25603" name="Rectangle 3">
            <a:extLst>
              <a:ext uri="{FF2B5EF4-FFF2-40B4-BE49-F238E27FC236}">
                <a16:creationId xmlns:a16="http://schemas.microsoft.com/office/drawing/2014/main" id="{6C79DC3C-DBE3-3083-3C4F-B57D3EC2413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3710981F-0DFE-53E9-82D3-A1B9DE3CE17B}"/>
              </a:ext>
            </a:extLst>
          </p:cNvPr>
          <p:cNvSpPr>
            <a:spLocks noGrp="1" noRot="1" noChangeAspect="1" noChangeArrowheads="1" noTextEdit="1"/>
          </p:cNvSpPr>
          <p:nvPr>
            <p:ph type="sldImg"/>
          </p:nvPr>
        </p:nvSpPr>
        <p:spPr>
          <a:ln/>
        </p:spPr>
      </p:sp>
      <p:sp>
        <p:nvSpPr>
          <p:cNvPr id="27651" name="Rectangle 3">
            <a:extLst>
              <a:ext uri="{FF2B5EF4-FFF2-40B4-BE49-F238E27FC236}">
                <a16:creationId xmlns:a16="http://schemas.microsoft.com/office/drawing/2014/main" id="{78739E39-F51C-92CD-C459-A3EDC1DD0F1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B0392C71-C337-29F5-319B-EA594844CC6F}"/>
              </a:ext>
            </a:extLst>
          </p:cNvPr>
          <p:cNvSpPr>
            <a:spLocks noGrp="1" noRot="1" noChangeAspect="1" noChangeArrowheads="1" noTextEdit="1"/>
          </p:cNvSpPr>
          <p:nvPr>
            <p:ph type="sldImg"/>
          </p:nvPr>
        </p:nvSpPr>
        <p:spPr>
          <a:ln/>
        </p:spPr>
      </p:sp>
      <p:sp>
        <p:nvSpPr>
          <p:cNvPr id="29699" name="Rectangle 3">
            <a:extLst>
              <a:ext uri="{FF2B5EF4-FFF2-40B4-BE49-F238E27FC236}">
                <a16:creationId xmlns:a16="http://schemas.microsoft.com/office/drawing/2014/main" id="{40459488-D553-7E68-5E5E-5F9A54DFF1E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07A02BDA-9474-3B47-201D-7C7781BE04F1}"/>
              </a:ext>
            </a:extLst>
          </p:cNvPr>
          <p:cNvSpPr>
            <a:spLocks noGrp="1" noRot="1" noChangeAspect="1" noChangeArrowheads="1" noTextEdit="1"/>
          </p:cNvSpPr>
          <p:nvPr>
            <p:ph type="sldImg"/>
          </p:nvPr>
        </p:nvSpPr>
        <p:spPr>
          <a:ln/>
        </p:spPr>
      </p:sp>
      <p:sp>
        <p:nvSpPr>
          <p:cNvPr id="32771" name="Rectangle 3">
            <a:extLst>
              <a:ext uri="{FF2B5EF4-FFF2-40B4-BE49-F238E27FC236}">
                <a16:creationId xmlns:a16="http://schemas.microsoft.com/office/drawing/2014/main" id="{4054285F-7EDE-30EF-22C3-7341B2D7D7F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2D7B165E-9A80-6BB5-882E-89A318FAB8E3}"/>
              </a:ext>
            </a:extLst>
          </p:cNvPr>
          <p:cNvSpPr>
            <a:spLocks noGrp="1" noRot="1" noChangeAspect="1" noChangeArrowheads="1" noTextEdit="1"/>
          </p:cNvSpPr>
          <p:nvPr>
            <p:ph type="sldImg"/>
          </p:nvPr>
        </p:nvSpPr>
        <p:spPr>
          <a:ln/>
        </p:spPr>
      </p:sp>
      <p:sp>
        <p:nvSpPr>
          <p:cNvPr id="34819" name="Rectangle 3">
            <a:extLst>
              <a:ext uri="{FF2B5EF4-FFF2-40B4-BE49-F238E27FC236}">
                <a16:creationId xmlns:a16="http://schemas.microsoft.com/office/drawing/2014/main" id="{545D04C6-6F2A-EA03-5EBB-741DEBFE582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36F34178-417B-E1B1-6DAD-328F292A8969}"/>
              </a:ext>
            </a:extLst>
          </p:cNvPr>
          <p:cNvSpPr>
            <a:spLocks noGrp="1" noRot="1" noChangeAspect="1" noChangeArrowheads="1" noTextEdit="1"/>
          </p:cNvSpPr>
          <p:nvPr>
            <p:ph type="sldImg"/>
          </p:nvPr>
        </p:nvSpPr>
        <p:spPr>
          <a:ln/>
        </p:spPr>
      </p:sp>
      <p:sp>
        <p:nvSpPr>
          <p:cNvPr id="36867" name="Rectangle 3">
            <a:extLst>
              <a:ext uri="{FF2B5EF4-FFF2-40B4-BE49-F238E27FC236}">
                <a16:creationId xmlns:a16="http://schemas.microsoft.com/office/drawing/2014/main" id="{441B761D-230E-73EB-346E-3DDF04FF8A7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4B00C79B-1530-8433-D4C7-1728129BD0EF}"/>
              </a:ext>
            </a:extLst>
          </p:cNvPr>
          <p:cNvSpPr>
            <a:spLocks noGrp="1" noRot="1" noChangeAspect="1" noChangeArrowheads="1" noTextEdit="1"/>
          </p:cNvSpPr>
          <p:nvPr>
            <p:ph type="sldImg"/>
          </p:nvPr>
        </p:nvSpPr>
        <p:spPr>
          <a:ln/>
        </p:spPr>
      </p:sp>
      <p:sp>
        <p:nvSpPr>
          <p:cNvPr id="38915" name="Rectangle 3">
            <a:extLst>
              <a:ext uri="{FF2B5EF4-FFF2-40B4-BE49-F238E27FC236}">
                <a16:creationId xmlns:a16="http://schemas.microsoft.com/office/drawing/2014/main" id="{6A339D4B-373F-02F0-6ACA-CC3ECB666BD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257885B3-B786-1725-1D77-E6470A9B44F0}"/>
              </a:ext>
            </a:extLst>
          </p:cNvPr>
          <p:cNvSpPr>
            <a:spLocks noGrp="1" noRot="1" noChangeAspect="1" noChangeArrowheads="1" noTextEdit="1"/>
          </p:cNvSpPr>
          <p:nvPr>
            <p:ph type="sldImg"/>
          </p:nvPr>
        </p:nvSpPr>
        <p:spPr>
          <a:ln/>
        </p:spPr>
      </p:sp>
      <p:sp>
        <p:nvSpPr>
          <p:cNvPr id="41987" name="Rectangle 3">
            <a:extLst>
              <a:ext uri="{FF2B5EF4-FFF2-40B4-BE49-F238E27FC236}">
                <a16:creationId xmlns:a16="http://schemas.microsoft.com/office/drawing/2014/main" id="{117CFCF4-8FB9-2E38-FC0A-A3510FC945A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A4E77A99-9EBF-B963-EE99-D32DDCFCFE79}"/>
              </a:ext>
            </a:extLst>
          </p:cNvPr>
          <p:cNvSpPr>
            <a:spLocks noGrp="1" noRot="1" noChangeAspect="1" noChangeArrowheads="1" noTextEdit="1"/>
          </p:cNvSpPr>
          <p:nvPr>
            <p:ph type="sldImg"/>
          </p:nvPr>
        </p:nvSpPr>
        <p:spPr>
          <a:ln/>
        </p:spPr>
      </p:sp>
      <p:sp>
        <p:nvSpPr>
          <p:cNvPr id="44035" name="Rectangle 3">
            <a:extLst>
              <a:ext uri="{FF2B5EF4-FFF2-40B4-BE49-F238E27FC236}">
                <a16:creationId xmlns:a16="http://schemas.microsoft.com/office/drawing/2014/main" id="{1277FDEF-9367-7294-3830-E7D6B513377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01AA5D31-E918-FE7E-5A4D-A043CE44B78D}"/>
              </a:ext>
            </a:extLst>
          </p:cNvPr>
          <p:cNvSpPr>
            <a:spLocks noGrp="1" noRot="1" noChangeAspect="1" noChangeArrowheads="1" noTextEdit="1"/>
          </p:cNvSpPr>
          <p:nvPr>
            <p:ph type="sldImg"/>
          </p:nvPr>
        </p:nvSpPr>
        <p:spPr>
          <a:ln/>
        </p:spPr>
      </p:sp>
      <p:sp>
        <p:nvSpPr>
          <p:cNvPr id="46083" name="Rectangle 3">
            <a:extLst>
              <a:ext uri="{FF2B5EF4-FFF2-40B4-BE49-F238E27FC236}">
                <a16:creationId xmlns:a16="http://schemas.microsoft.com/office/drawing/2014/main" id="{3FB4B3E7-2C33-AD15-2AC7-0E537BBEC22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EEFCA379-4AC7-F95E-7010-5FF006BDD39C}"/>
              </a:ext>
            </a:extLst>
          </p:cNvPr>
          <p:cNvSpPr>
            <a:spLocks noGrp="1" noRot="1" noChangeAspect="1" noChangeArrowheads="1" noTextEdit="1"/>
          </p:cNvSpPr>
          <p:nvPr>
            <p:ph type="sldImg"/>
          </p:nvPr>
        </p:nvSpPr>
        <p:spPr>
          <a:ln/>
        </p:spPr>
      </p:sp>
      <p:sp>
        <p:nvSpPr>
          <p:cNvPr id="48131" name="Rectangle 3">
            <a:extLst>
              <a:ext uri="{FF2B5EF4-FFF2-40B4-BE49-F238E27FC236}">
                <a16:creationId xmlns:a16="http://schemas.microsoft.com/office/drawing/2014/main" id="{27726C3E-1BEB-156C-F0FB-2F88FFA7FAA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2BEB5AA7-41B2-B670-3F6D-2352C43FF8A3}"/>
              </a:ext>
            </a:extLst>
          </p:cNvPr>
          <p:cNvSpPr>
            <a:spLocks noGrp="1" noRot="1" noChangeAspect="1" noChangeArrowheads="1" noTextEdit="1"/>
          </p:cNvSpPr>
          <p:nvPr>
            <p:ph type="sldImg"/>
          </p:nvPr>
        </p:nvSpPr>
        <p:spPr>
          <a:ln/>
        </p:spPr>
      </p:sp>
      <p:sp>
        <p:nvSpPr>
          <p:cNvPr id="50179" name="Rectangle 3">
            <a:extLst>
              <a:ext uri="{FF2B5EF4-FFF2-40B4-BE49-F238E27FC236}">
                <a16:creationId xmlns:a16="http://schemas.microsoft.com/office/drawing/2014/main" id="{F292E022-515A-6369-988D-0F351C46C98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A5DB4671-885E-9AF6-1389-33DEE9A50A8A}"/>
              </a:ext>
            </a:extLst>
          </p:cNvPr>
          <p:cNvSpPr>
            <a:spLocks noGrp="1" noRot="1" noChangeAspect="1" noChangeArrowheads="1" noTextEdit="1"/>
          </p:cNvSpPr>
          <p:nvPr>
            <p:ph type="sldImg"/>
          </p:nvPr>
        </p:nvSpPr>
        <p:spPr>
          <a:ln/>
        </p:spPr>
      </p:sp>
      <p:sp>
        <p:nvSpPr>
          <p:cNvPr id="52227" name="Rectangle 3">
            <a:extLst>
              <a:ext uri="{FF2B5EF4-FFF2-40B4-BE49-F238E27FC236}">
                <a16:creationId xmlns:a16="http://schemas.microsoft.com/office/drawing/2014/main" id="{6544DF87-AA25-5519-FAF9-B205B83375D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D5C57AA5-A7FA-59EE-5D32-96108FF49A03}"/>
              </a:ext>
            </a:extLst>
          </p:cNvPr>
          <p:cNvSpPr>
            <a:spLocks noGrp="1" noRot="1" noChangeAspect="1" noChangeArrowheads="1" noTextEdit="1"/>
          </p:cNvSpPr>
          <p:nvPr>
            <p:ph type="sldImg"/>
          </p:nvPr>
        </p:nvSpPr>
        <p:spPr>
          <a:ln/>
        </p:spPr>
      </p:sp>
      <p:sp>
        <p:nvSpPr>
          <p:cNvPr id="54275" name="Rectangle 3">
            <a:extLst>
              <a:ext uri="{FF2B5EF4-FFF2-40B4-BE49-F238E27FC236}">
                <a16:creationId xmlns:a16="http://schemas.microsoft.com/office/drawing/2014/main" id="{1B4FD1A6-4682-25D2-5C4D-A34524ABA6F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13C286A0-11F0-1775-9D45-5122D514A6A4}"/>
              </a:ext>
            </a:extLst>
          </p:cNvPr>
          <p:cNvSpPr>
            <a:spLocks noGrp="1" noRot="1" noChangeAspect="1" noChangeArrowheads="1" noTextEdit="1"/>
          </p:cNvSpPr>
          <p:nvPr>
            <p:ph type="sldImg"/>
          </p:nvPr>
        </p:nvSpPr>
        <p:spPr>
          <a:ln/>
        </p:spPr>
      </p:sp>
      <p:sp>
        <p:nvSpPr>
          <p:cNvPr id="56323" name="Rectangle 3">
            <a:extLst>
              <a:ext uri="{FF2B5EF4-FFF2-40B4-BE49-F238E27FC236}">
                <a16:creationId xmlns:a16="http://schemas.microsoft.com/office/drawing/2014/main" id="{DB53D975-AB47-8B2E-06B7-723153871C6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C782B9B3-318C-74BD-EE76-CA6898F47A4F}"/>
              </a:ext>
            </a:extLst>
          </p:cNvPr>
          <p:cNvSpPr>
            <a:spLocks noGrp="1" noRot="1" noChangeAspect="1" noChangeArrowheads="1" noTextEdit="1"/>
          </p:cNvSpPr>
          <p:nvPr>
            <p:ph type="sldImg"/>
          </p:nvPr>
        </p:nvSpPr>
        <p:spPr>
          <a:ln/>
        </p:spPr>
      </p:sp>
      <p:sp>
        <p:nvSpPr>
          <p:cNvPr id="58371" name="Rectangle 3">
            <a:extLst>
              <a:ext uri="{FF2B5EF4-FFF2-40B4-BE49-F238E27FC236}">
                <a16:creationId xmlns:a16="http://schemas.microsoft.com/office/drawing/2014/main" id="{6C7C1271-623C-4517-DCAC-AA02AF946AE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D054887A-BD6D-390F-BB61-256C62B748CA}"/>
              </a:ext>
            </a:extLst>
          </p:cNvPr>
          <p:cNvSpPr>
            <a:spLocks noGrp="1" noRot="1" noChangeAspect="1" noChangeArrowheads="1" noTextEdit="1"/>
          </p:cNvSpPr>
          <p:nvPr>
            <p:ph type="sldImg"/>
          </p:nvPr>
        </p:nvSpPr>
        <p:spPr>
          <a:ln/>
        </p:spPr>
      </p:sp>
      <p:sp>
        <p:nvSpPr>
          <p:cNvPr id="60419" name="Rectangle 3">
            <a:extLst>
              <a:ext uri="{FF2B5EF4-FFF2-40B4-BE49-F238E27FC236}">
                <a16:creationId xmlns:a16="http://schemas.microsoft.com/office/drawing/2014/main" id="{1ACB96A9-F3CC-6922-E289-956DA13A13A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08DB5A38-5436-F827-4C9D-28EA0947F264}"/>
              </a:ext>
            </a:extLst>
          </p:cNvPr>
          <p:cNvSpPr>
            <a:spLocks noGrp="1" noRot="1" noChangeAspect="1" noChangeArrowheads="1" noTextEdit="1"/>
          </p:cNvSpPr>
          <p:nvPr>
            <p:ph type="sldImg"/>
          </p:nvPr>
        </p:nvSpPr>
        <p:spPr>
          <a:ln/>
        </p:spPr>
      </p:sp>
      <p:sp>
        <p:nvSpPr>
          <p:cNvPr id="62467" name="Rectangle 3">
            <a:extLst>
              <a:ext uri="{FF2B5EF4-FFF2-40B4-BE49-F238E27FC236}">
                <a16:creationId xmlns:a16="http://schemas.microsoft.com/office/drawing/2014/main" id="{82B3A14C-0D1C-E5FE-E18A-44F82A157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744038A9-2703-5412-DABB-CD46346C850C}"/>
              </a:ext>
            </a:extLst>
          </p:cNvPr>
          <p:cNvSpPr>
            <a:spLocks noGrp="1" noRot="1" noChangeAspect="1" noChangeArrowheads="1" noTextEdit="1"/>
          </p:cNvSpPr>
          <p:nvPr>
            <p:ph type="sldImg"/>
          </p:nvPr>
        </p:nvSpPr>
        <p:spPr>
          <a:ln/>
        </p:spPr>
      </p:sp>
      <p:sp>
        <p:nvSpPr>
          <p:cNvPr id="64515" name="Rectangle 3">
            <a:extLst>
              <a:ext uri="{FF2B5EF4-FFF2-40B4-BE49-F238E27FC236}">
                <a16:creationId xmlns:a16="http://schemas.microsoft.com/office/drawing/2014/main" id="{E37BA286-D036-A2BA-F8C7-CC11EB7DE01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C9012936-0558-0C59-0CB3-664A6219D2A6}"/>
              </a:ext>
            </a:extLst>
          </p:cNvPr>
          <p:cNvSpPr>
            <a:spLocks noGrp="1" noRot="1" noChangeAspect="1" noChangeArrowheads="1" noTextEdit="1"/>
          </p:cNvSpPr>
          <p:nvPr>
            <p:ph type="sldImg"/>
          </p:nvPr>
        </p:nvSpPr>
        <p:spPr>
          <a:ln/>
        </p:spPr>
      </p:sp>
      <p:sp>
        <p:nvSpPr>
          <p:cNvPr id="68611" name="Rectangle 3">
            <a:extLst>
              <a:ext uri="{FF2B5EF4-FFF2-40B4-BE49-F238E27FC236}">
                <a16:creationId xmlns:a16="http://schemas.microsoft.com/office/drawing/2014/main" id="{1DDCE06F-E18D-BDF7-9A7D-07F4925C682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672DB873-4D92-1565-8ABA-9DCA2E42E24F}"/>
              </a:ext>
            </a:extLst>
          </p:cNvPr>
          <p:cNvSpPr>
            <a:spLocks noGrp="1" noRot="1" noChangeAspect="1" noChangeArrowheads="1" noTextEdit="1"/>
          </p:cNvSpPr>
          <p:nvPr>
            <p:ph type="sldImg"/>
          </p:nvPr>
        </p:nvSpPr>
        <p:spPr>
          <a:ln/>
        </p:spPr>
      </p:sp>
      <p:sp>
        <p:nvSpPr>
          <p:cNvPr id="70659" name="Rectangle 3">
            <a:extLst>
              <a:ext uri="{FF2B5EF4-FFF2-40B4-BE49-F238E27FC236}">
                <a16:creationId xmlns:a16="http://schemas.microsoft.com/office/drawing/2014/main" id="{6E58D561-82D6-FB19-5CF4-8761716CE66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400B693D-959D-3830-352B-011FD3077F08}"/>
              </a:ext>
            </a:extLst>
          </p:cNvPr>
          <p:cNvSpPr>
            <a:spLocks noGrp="1" noRot="1" noChangeAspect="1" noChangeArrowheads="1" noTextEdit="1"/>
          </p:cNvSpPr>
          <p:nvPr>
            <p:ph type="sldImg"/>
          </p:nvPr>
        </p:nvSpPr>
        <p:spPr>
          <a:ln/>
        </p:spPr>
      </p:sp>
      <p:sp>
        <p:nvSpPr>
          <p:cNvPr id="72707" name="Rectangle 3">
            <a:extLst>
              <a:ext uri="{FF2B5EF4-FFF2-40B4-BE49-F238E27FC236}">
                <a16:creationId xmlns:a16="http://schemas.microsoft.com/office/drawing/2014/main" id="{EE70EDE5-BCF6-3F0F-E39E-27AE02BFF2C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9D182866-3B9A-EFBE-3326-1E02894FE139}"/>
              </a:ext>
            </a:extLst>
          </p:cNvPr>
          <p:cNvSpPr>
            <a:spLocks noGrp="1" noRot="1" noChangeAspect="1" noChangeArrowheads="1" noTextEdit="1"/>
          </p:cNvSpPr>
          <p:nvPr>
            <p:ph type="sldImg"/>
          </p:nvPr>
        </p:nvSpPr>
        <p:spPr>
          <a:ln/>
        </p:spPr>
      </p:sp>
      <p:sp>
        <p:nvSpPr>
          <p:cNvPr id="74755" name="Rectangle 3">
            <a:extLst>
              <a:ext uri="{FF2B5EF4-FFF2-40B4-BE49-F238E27FC236}">
                <a16:creationId xmlns:a16="http://schemas.microsoft.com/office/drawing/2014/main" id="{37567A09-5552-90A1-5ECB-27BBFFA516D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33EF1DEB-20C5-D9E1-36B3-ADBC1980B99B}"/>
              </a:ext>
            </a:extLst>
          </p:cNvPr>
          <p:cNvSpPr>
            <a:spLocks noGrp="1" noRot="1" noChangeAspect="1" noChangeArrowheads="1" noTextEdit="1"/>
          </p:cNvSpPr>
          <p:nvPr>
            <p:ph type="sldImg"/>
          </p:nvPr>
        </p:nvSpPr>
        <p:spPr>
          <a:ln/>
        </p:spPr>
      </p:sp>
      <p:sp>
        <p:nvSpPr>
          <p:cNvPr id="76803" name="Rectangle 3">
            <a:extLst>
              <a:ext uri="{FF2B5EF4-FFF2-40B4-BE49-F238E27FC236}">
                <a16:creationId xmlns:a16="http://schemas.microsoft.com/office/drawing/2014/main" id="{918CF60C-882A-CF08-F55C-3110526979C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tags" Target="../tags/tag10.xml"/><Relationship Id="rId7" Type="http://schemas.openxmlformats.org/officeDocument/2006/relationships/image" Target="../media/image4.png"/><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image" Target="../media/image3.png"/><Relationship Id="rId5" Type="http://schemas.openxmlformats.org/officeDocument/2006/relationships/slideMaster" Target="../slideMasters/slideMaster1.xml"/><Relationship Id="rId4" Type="http://schemas.openxmlformats.org/officeDocument/2006/relationships/tags" Target="../tags/tag1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7.jpe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7.xml"/><Relationship Id="rId1" Type="http://schemas.openxmlformats.org/officeDocument/2006/relationships/tags" Target="../tags/tag16.xml"/><Relationship Id="rId5" Type="http://schemas.openxmlformats.org/officeDocument/2006/relationships/image" Target="../media/image10.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image" Target="../media/image12.png"/><Relationship Id="rId5" Type="http://schemas.openxmlformats.org/officeDocument/2006/relationships/slideMaster" Target="../slideMasters/slideMaster1.xml"/><Relationship Id="rId4" Type="http://schemas.openxmlformats.org/officeDocument/2006/relationships/tags" Target="../tags/tag24.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image" Target="../media/image13.png"/><Relationship Id="rId5" Type="http://schemas.openxmlformats.org/officeDocument/2006/relationships/slideMaster" Target="../slideMasters/slideMaster1.xml"/><Relationship Id="rId4" Type="http://schemas.openxmlformats.org/officeDocument/2006/relationships/tags" Target="../tags/tag28.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32.xml"/><Relationship Id="rId4" Type="http://schemas.openxmlformats.org/officeDocument/2006/relationships/image" Target="../media/image16.svg"/></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35.xml"/><Relationship Id="rId7" Type="http://schemas.openxmlformats.org/officeDocument/2006/relationships/slideMaster" Target="../slideMasters/slideMaster1.xml"/><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tags" Target="../tags/tag41.xml"/><Relationship Id="rId7" Type="http://schemas.openxmlformats.org/officeDocument/2006/relationships/slideMaster" Target="../slideMasters/slideMaster1.xml"/><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tags" Target="../tags/tag44.xml"/><Relationship Id="rId5" Type="http://schemas.openxmlformats.org/officeDocument/2006/relationships/tags" Target="../tags/tag43.xml"/><Relationship Id="rId10" Type="http://schemas.openxmlformats.org/officeDocument/2006/relationships/image" Target="../media/image16.svg"/><Relationship Id="rId4" Type="http://schemas.openxmlformats.org/officeDocument/2006/relationships/tags" Target="../tags/tag42.xml"/><Relationship Id="rId9"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tags" Target="../tags/tag47.xml"/><Relationship Id="rId7" Type="http://schemas.openxmlformats.org/officeDocument/2006/relationships/image" Target="../media/image4.png"/><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image" Target="../media/image3.png"/><Relationship Id="rId5" Type="http://schemas.openxmlformats.org/officeDocument/2006/relationships/slideMaster" Target="../slideMasters/slideMaster1.xml"/><Relationship Id="rId4" Type="http://schemas.openxmlformats.org/officeDocument/2006/relationships/tags" Target="../tags/tag48.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49.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0.xml"/><Relationship Id="rId4" Type="http://schemas.openxmlformats.org/officeDocument/2006/relationships/image" Target="../media/image7.jpe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51.xml"/><Relationship Id="rId4" Type="http://schemas.openxmlformats.org/officeDocument/2006/relationships/image" Target="../media/image9.png"/></Relationships>
</file>

<file path=ppt/slideLayouts/_rels/slideLayout2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3.xml"/><Relationship Id="rId1" Type="http://schemas.openxmlformats.org/officeDocument/2006/relationships/tags" Target="../tags/tag52.xml"/><Relationship Id="rId5" Type="http://schemas.openxmlformats.org/officeDocument/2006/relationships/image" Target="../media/image10.png"/><Relationship Id="rId4" Type="http://schemas.openxmlformats.org/officeDocument/2006/relationships/image" Target="../media/image6.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54.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5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tags" Target="../tags/tag56.xml"/><Relationship Id="rId5" Type="http://schemas.openxmlformats.org/officeDocument/2006/relationships/slideMaster" Target="../slideMasters/slideMaster1.xml"/><Relationship Id="rId4" Type="http://schemas.openxmlformats.org/officeDocument/2006/relationships/tags" Target="../tags/tag59.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5A7D297B-DE10-A84D-B636-3028F48863F8}"/>
              </a:ext>
            </a:extLst>
          </p:cNvPr>
          <p:cNvGrpSpPr/>
          <p:nvPr userDrawn="1"/>
        </p:nvGrpSpPr>
        <p:grpSpPr>
          <a:xfrm>
            <a:off x="1" y="1246636"/>
            <a:ext cx="11735122" cy="4754113"/>
            <a:chOff x="-3182145" y="-5169663"/>
            <a:chExt cx="11799257" cy="4780095"/>
          </a:xfrm>
        </p:grpSpPr>
        <p:sp>
          <p:nvSpPr>
            <p:cNvPr id="2" name="Rectangle 1">
              <a:extLst>
                <a:ext uri="{FF2B5EF4-FFF2-40B4-BE49-F238E27FC236}">
                  <a16:creationId xmlns:a16="http://schemas.microsoft.com/office/drawing/2014/main" id="{5BA3680E-48F9-C94E-8BA7-80D6E42CF04F}"/>
                </a:ext>
              </a:extLst>
            </p:cNvPr>
            <p:cNvSpPr/>
            <p:nvPr userDrawn="1"/>
          </p:nvSpPr>
          <p:spPr>
            <a:xfrm>
              <a:off x="-3182145" y="-5169662"/>
              <a:ext cx="11780199" cy="4780094"/>
            </a:xfrm>
            <a:custGeom>
              <a:avLst/>
              <a:gdLst>
                <a:gd name="connsiteX0" fmla="*/ 0 w 10554495"/>
                <a:gd name="connsiteY0" fmla="*/ 0 h 3897360"/>
                <a:gd name="connsiteX1" fmla="*/ 10554495 w 10554495"/>
                <a:gd name="connsiteY1" fmla="*/ 0 h 3897360"/>
                <a:gd name="connsiteX2" fmla="*/ 10554495 w 10554495"/>
                <a:gd name="connsiteY2" fmla="*/ 3897360 h 3897360"/>
                <a:gd name="connsiteX3" fmla="*/ 0 w 10554495"/>
                <a:gd name="connsiteY3" fmla="*/ 3897360 h 3897360"/>
                <a:gd name="connsiteX4" fmla="*/ 0 w 10554495"/>
                <a:gd name="connsiteY4" fmla="*/ 0 h 3897360"/>
                <a:gd name="connsiteX0" fmla="*/ 0 w 11735595"/>
                <a:gd name="connsiteY0" fmla="*/ 0 h 3897360"/>
                <a:gd name="connsiteX1" fmla="*/ 11735595 w 11735595"/>
                <a:gd name="connsiteY1" fmla="*/ 3810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376075 w 11735595"/>
                <a:gd name="connsiteY2" fmla="*/ 3860992 h 3897360"/>
                <a:gd name="connsiteX3" fmla="*/ 0 w 11735595"/>
                <a:gd name="connsiteY3" fmla="*/ 3897360 h 3897360"/>
                <a:gd name="connsiteX4" fmla="*/ 0 w 11735595"/>
                <a:gd name="connsiteY4" fmla="*/ 0 h 3897360"/>
                <a:gd name="connsiteX0" fmla="*/ 0 w 11735595"/>
                <a:gd name="connsiteY0" fmla="*/ 0 h 3924636"/>
                <a:gd name="connsiteX1" fmla="*/ 11735595 w 11735595"/>
                <a:gd name="connsiteY1" fmla="*/ 19050 h 3924636"/>
                <a:gd name="connsiteX2" fmla="*/ 10208807 w 11735595"/>
                <a:gd name="connsiteY2" fmla="*/ 3924636 h 3924636"/>
                <a:gd name="connsiteX3" fmla="*/ 0 w 11735595"/>
                <a:gd name="connsiteY3" fmla="*/ 3897360 h 3924636"/>
                <a:gd name="connsiteX4" fmla="*/ 0 w 11735595"/>
                <a:gd name="connsiteY4" fmla="*/ 0 h 3924636"/>
                <a:gd name="connsiteX0" fmla="*/ 0 w 11735595"/>
                <a:gd name="connsiteY0" fmla="*/ 0 h 3897360"/>
                <a:gd name="connsiteX1" fmla="*/ 11735595 w 11735595"/>
                <a:gd name="connsiteY1" fmla="*/ 19050 h 3897360"/>
                <a:gd name="connsiteX2" fmla="*/ 10041539 w 11735595"/>
                <a:gd name="connsiteY2" fmla="*/ 3697338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264563 w 11735595"/>
                <a:gd name="connsiteY2" fmla="*/ 3888268 h 3897360"/>
                <a:gd name="connsiteX3" fmla="*/ 0 w 11735595"/>
                <a:gd name="connsiteY3" fmla="*/ 3897360 h 3897360"/>
                <a:gd name="connsiteX4" fmla="*/ 0 w 11735595"/>
                <a:gd name="connsiteY4" fmla="*/ 0 h 3897360"/>
                <a:gd name="connsiteX0" fmla="*/ 0 w 11200336"/>
                <a:gd name="connsiteY0" fmla="*/ 0 h 3897360"/>
                <a:gd name="connsiteX1" fmla="*/ 11200336 w 11200336"/>
                <a:gd name="connsiteY1" fmla="*/ 82694 h 3897360"/>
                <a:gd name="connsiteX2" fmla="*/ 10264563 w 11200336"/>
                <a:gd name="connsiteY2" fmla="*/ 3888268 h 3897360"/>
                <a:gd name="connsiteX3" fmla="*/ 0 w 11200336"/>
                <a:gd name="connsiteY3" fmla="*/ 3897360 h 3897360"/>
                <a:gd name="connsiteX4" fmla="*/ 0 w 11200336"/>
                <a:gd name="connsiteY4" fmla="*/ 0 h 3897360"/>
                <a:gd name="connsiteX0" fmla="*/ 0 w 11780199"/>
                <a:gd name="connsiteY0" fmla="*/ 0 h 3897360"/>
                <a:gd name="connsiteX1" fmla="*/ 11780199 w 11780199"/>
                <a:gd name="connsiteY1" fmla="*/ 867 h 3897360"/>
                <a:gd name="connsiteX2" fmla="*/ 10264563 w 11780199"/>
                <a:gd name="connsiteY2" fmla="*/ 3888268 h 3897360"/>
                <a:gd name="connsiteX3" fmla="*/ 0 w 11780199"/>
                <a:gd name="connsiteY3" fmla="*/ 3897360 h 3897360"/>
                <a:gd name="connsiteX4" fmla="*/ 0 w 11780199"/>
                <a:gd name="connsiteY4" fmla="*/ 0 h 3897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80199" h="3897360">
                  <a:moveTo>
                    <a:pt x="0" y="0"/>
                  </a:moveTo>
                  <a:lnTo>
                    <a:pt x="11780199" y="867"/>
                  </a:lnTo>
                  <a:lnTo>
                    <a:pt x="10264563" y="3888268"/>
                  </a:lnTo>
                  <a:lnTo>
                    <a:pt x="0" y="3897360"/>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800"/>
            </a:p>
          </p:txBody>
        </p:sp>
        <p:pic>
          <p:nvPicPr>
            <p:cNvPr id="29" name="Picture 28">
              <a:extLst>
                <a:ext uri="{FF2B5EF4-FFF2-40B4-BE49-F238E27FC236}">
                  <a16:creationId xmlns:a16="http://schemas.microsoft.com/office/drawing/2014/main" id="{AC59BDFE-3580-F349-8D96-F5979F88E547}"/>
                </a:ext>
              </a:extLst>
            </p:cNvPr>
            <p:cNvPicPr>
              <a:picLocks noChangeAspect="1"/>
            </p:cNvPicPr>
            <p:nvPr userDrawn="1"/>
          </p:nvPicPr>
          <p:blipFill rotWithShape="1">
            <a:blip r:embed="rId6" cstate="hqprint">
              <a:extLst>
                <a:ext uri="{28A0092B-C50C-407E-A947-70E740481C1C}">
                  <a14:useLocalDpi xmlns:a14="http://schemas.microsoft.com/office/drawing/2010/main"/>
                </a:ext>
              </a:extLst>
            </a:blip>
            <a:srcRect/>
            <a:stretch/>
          </p:blipFill>
          <p:spPr>
            <a:xfrm>
              <a:off x="-3182145" y="-5169663"/>
              <a:ext cx="11799257" cy="4780095"/>
            </a:xfrm>
            <a:prstGeom prst="rect">
              <a:avLst/>
            </a:prstGeom>
          </p:spPr>
        </p:pic>
      </p:grpSp>
      <p:sp>
        <p:nvSpPr>
          <p:cNvPr id="8" name="Text Placeholder 15"/>
          <p:cNvSpPr>
            <a:spLocks noGrp="1"/>
          </p:cNvSpPr>
          <p:nvPr>
            <p:ph type="body" sz="quarter" idx="10" hasCustomPrompt="1"/>
            <p:custDataLst>
              <p:tags r:id="rId1"/>
            </p:custDataLst>
          </p:nvPr>
        </p:nvSpPr>
        <p:spPr>
          <a:xfrm>
            <a:off x="456698" y="4526198"/>
            <a:ext cx="8141202" cy="731520"/>
          </a:xfrm>
        </p:spPr>
        <p:txBody>
          <a:bodyPr anchor="b">
            <a:normAutofit/>
          </a:bodyPr>
          <a:lstStyle>
            <a:lvl1pPr marL="0" indent="0" algn="l">
              <a:buNone/>
              <a:defRPr sz="2400" baseline="0">
                <a:solidFill>
                  <a:schemeClr val="bg1"/>
                </a:solidFill>
                <a:effectLst/>
              </a:defRPr>
            </a:lvl1pPr>
            <a:lvl2pPr marL="0" indent="0" algn="ctr">
              <a:buNone/>
              <a:defRPr>
                <a:solidFill>
                  <a:schemeClr val="tx1">
                    <a:lumMod val="65000"/>
                    <a:lumOff val="35000"/>
                  </a:schemeClr>
                </a:solidFill>
              </a:defRPr>
            </a:lvl2pPr>
            <a:lvl3pPr algn="ctr">
              <a:defRPr>
                <a:solidFill>
                  <a:schemeClr val="tx1">
                    <a:lumMod val="65000"/>
                    <a:lumOff val="35000"/>
                  </a:schemeClr>
                </a:solidFill>
              </a:defRPr>
            </a:lvl3pPr>
            <a:lvl4pPr algn="ctr">
              <a:defRPr>
                <a:solidFill>
                  <a:schemeClr val="tx1">
                    <a:lumMod val="65000"/>
                    <a:lumOff val="35000"/>
                  </a:schemeClr>
                </a:solidFill>
              </a:defRPr>
            </a:lvl4pPr>
            <a:lvl5pPr algn="ctr">
              <a:defRPr>
                <a:solidFill>
                  <a:schemeClr val="tx1">
                    <a:lumMod val="65000"/>
                    <a:lumOff val="35000"/>
                  </a:schemeClr>
                </a:solidFill>
              </a:defRPr>
            </a:lvl5pPr>
          </a:lstStyle>
          <a:p>
            <a:pPr lvl="0"/>
            <a:r>
              <a:rPr lang="en-US"/>
              <a:t>Synopsys Customer Education Services</a:t>
            </a:r>
            <a:endParaRPr/>
          </a:p>
        </p:txBody>
      </p:sp>
      <p:sp>
        <p:nvSpPr>
          <p:cNvPr id="21" name="Subtitle 2"/>
          <p:cNvSpPr>
            <a:spLocks noGrp="1"/>
          </p:cNvSpPr>
          <p:nvPr>
            <p:ph type="subTitle" idx="1" hasCustomPrompt="1"/>
            <p:custDataLst>
              <p:tags r:id="rId2"/>
            </p:custDataLst>
          </p:nvPr>
        </p:nvSpPr>
        <p:spPr>
          <a:xfrm>
            <a:off x="456557" y="3522681"/>
            <a:ext cx="10417770" cy="990600"/>
          </a:xfrm>
        </p:spPr>
        <p:txBody>
          <a:bodyPr>
            <a:normAutofit/>
          </a:bodyPr>
          <a:lstStyle>
            <a:lvl1pPr marL="0" indent="0" algn="l">
              <a:buNone/>
              <a:defRPr sz="3200" b="0">
                <a:solidFill>
                  <a:schemeClr val="bg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Add </a:t>
            </a:r>
            <a:r>
              <a:rPr lang="en-US"/>
              <a:t>Course Version</a:t>
            </a:r>
            <a:endParaRPr/>
          </a:p>
        </p:txBody>
      </p:sp>
      <p:sp>
        <p:nvSpPr>
          <p:cNvPr id="22" name="Title 1"/>
          <p:cNvSpPr>
            <a:spLocks noGrp="1"/>
          </p:cNvSpPr>
          <p:nvPr>
            <p:ph type="ctrTitle" hasCustomPrompt="1"/>
            <p:custDataLst>
              <p:tags r:id="rId3"/>
            </p:custDataLst>
          </p:nvPr>
        </p:nvSpPr>
        <p:spPr>
          <a:xfrm>
            <a:off x="456555" y="1687591"/>
            <a:ext cx="10763895" cy="1828800"/>
          </a:xfrm>
        </p:spPr>
        <p:txBody>
          <a:bodyPr anchor="b">
            <a:noAutofit/>
          </a:bodyPr>
          <a:lstStyle>
            <a:lvl1pPr algn="l">
              <a:defRPr sz="5000">
                <a:solidFill>
                  <a:schemeClr val="bg1"/>
                </a:solidFill>
                <a:effectLst/>
              </a:defRPr>
            </a:lvl1pPr>
          </a:lstStyle>
          <a:p>
            <a:r>
              <a:t>Click to Add </a:t>
            </a:r>
            <a:r>
              <a:rPr lang="en-US"/>
              <a:t>Course Name</a:t>
            </a:r>
            <a:endParaRPr/>
          </a:p>
        </p:txBody>
      </p:sp>
      <p:pic>
        <p:nvPicPr>
          <p:cNvPr id="10" name="Graphic 9">
            <a:extLst>
              <a:ext uri="{FF2B5EF4-FFF2-40B4-BE49-F238E27FC236}">
                <a16:creationId xmlns:a16="http://schemas.microsoft.com/office/drawing/2014/main" id="{9889C713-0D9F-4617-8B3E-E5631E10483A}"/>
              </a:ext>
            </a:extLst>
          </p:cNvPr>
          <p:cNvPicPr>
            <a:picLocks noChangeAspect="1"/>
          </p:cNvPicPr>
          <p:nvPr>
            <p:custDataLst>
              <p:tags r:id="rId4"/>
            </p:custDataLst>
          </p:nvPr>
        </p:nvPicPr>
        <p:blipFill>
          <a:blip r:embed="rId7">
            <a:extLst>
              <a:ext uri="{96DAC541-7B7A-43D3-8B79-37D633B846F1}">
                <asvg:svgBlip xmlns:asvg="http://schemas.microsoft.com/office/drawing/2016/SVG/main" r:embed="rId8"/>
              </a:ext>
            </a:extLst>
          </a:blip>
          <a:stretch>
            <a:fillRect/>
          </a:stretch>
        </p:blipFill>
        <p:spPr>
          <a:xfrm>
            <a:off x="9905927" y="453166"/>
            <a:ext cx="1829195" cy="584326"/>
          </a:xfrm>
          <a:prstGeom prst="rect">
            <a:avLst/>
          </a:prstGeom>
        </p:spPr>
      </p:pic>
    </p:spTree>
    <p:extLst>
      <p:ext uri="{BB962C8B-B14F-4D97-AF65-F5344CB8AC3E}">
        <p14:creationId xmlns:p14="http://schemas.microsoft.com/office/powerpoint/2010/main" val="318227751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gal Disclosure NDA">
    <p:spTree>
      <p:nvGrpSpPr>
        <p:cNvPr id="1" name=""/>
        <p:cNvGrpSpPr/>
        <p:nvPr/>
      </p:nvGrpSpPr>
      <p:grpSpPr>
        <a:xfrm>
          <a:off x="0" y="0"/>
          <a:ext cx="0" cy="0"/>
          <a:chOff x="0" y="0"/>
          <a:chExt cx="0" cy="0"/>
        </a:xfrm>
      </p:grpSpPr>
      <p:sp>
        <p:nvSpPr>
          <p:cNvPr id="2" name="Content Placeholder 2"/>
          <p:cNvSpPr>
            <a:spLocks noGrp="1"/>
          </p:cNvSpPr>
          <p:nvPr>
            <p:custDataLst>
              <p:tags r:id="rId1"/>
            </p:custDataLst>
          </p:nvPr>
        </p:nvSpPr>
        <p:spPr>
          <a:xfrm>
            <a:off x="438150" y="463062"/>
            <a:ext cx="11315700" cy="5340349"/>
          </a:xfrm>
          <a:prstGeom prst="rect">
            <a:avLst/>
          </a:prstGeom>
        </p:spPr>
        <p:txBody>
          <a:bodyPr vert="horz" lIns="121920" tIns="60960" rIns="121920" bIns="60960" rtlCol="0">
            <a:noAutofit/>
          </a:bodyPr>
          <a:lstStyle>
            <a:lvl1pPr marL="342900" indent="-3429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2pPr>
            <a:lvl3pPr marL="1027113"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a:buNone/>
            </a:pPr>
            <a:r>
              <a:rPr sz="3200" b="1">
                <a:solidFill>
                  <a:schemeClr val="tx1"/>
                </a:solidFill>
              </a:rPr>
              <a:t>CONFIDENTIAL INFORMATION</a:t>
            </a:r>
          </a:p>
          <a:p>
            <a:pPr marL="0" indent="0">
              <a:buNone/>
            </a:pPr>
            <a:r>
              <a:rPr sz="2200">
                <a:solidFill>
                  <a:schemeClr val="tx1"/>
                </a:solidFill>
              </a:rPr>
              <a:t>The information contained in this presentation is the confidential and proprietary information of Synopsys. You are not permitted to disseminate or use any of </a:t>
            </a:r>
            <a:br>
              <a:rPr sz="2200">
                <a:solidFill>
                  <a:schemeClr val="tx1"/>
                </a:solidFill>
              </a:rPr>
            </a:br>
            <a:r>
              <a:rPr sz="2200">
                <a:solidFill>
                  <a:schemeClr val="tx1"/>
                </a:solidFill>
              </a:rPr>
              <a:t>the information provided to you in this presentation outside of Synopsys </a:t>
            </a:r>
            <a:br>
              <a:rPr sz="2200">
                <a:solidFill>
                  <a:schemeClr val="tx1"/>
                </a:solidFill>
              </a:rPr>
            </a:br>
            <a:r>
              <a:rPr sz="2200">
                <a:solidFill>
                  <a:schemeClr val="tx1"/>
                </a:solidFill>
              </a:rPr>
              <a:t>without prior written authorization. </a:t>
            </a:r>
          </a:p>
          <a:p>
            <a:pPr>
              <a:buNone/>
            </a:pPr>
            <a:r>
              <a:rPr>
                <a:solidFill>
                  <a:schemeClr val="tx1"/>
                </a:solidFill>
              </a:rPr>
              <a:t> </a:t>
            </a:r>
          </a:p>
          <a:p>
            <a:pPr>
              <a:buNone/>
            </a:pPr>
            <a:r>
              <a:rPr sz="3200" b="1">
                <a:solidFill>
                  <a:schemeClr val="tx1"/>
                </a:solidFill>
              </a:rPr>
              <a:t>IMPORTANT NOTICE</a:t>
            </a:r>
          </a:p>
          <a:p>
            <a:pPr marL="0" indent="0">
              <a:buNone/>
            </a:pPr>
            <a:r>
              <a:rPr sz="2200">
                <a:solidFill>
                  <a:schemeClr val="tx1"/>
                </a:solidFill>
              </a:rPr>
              <a:t>In the event information in this presentation reflects Synopsys’ future plans, such plans are as of the date of this presentation and are subject to change. Synopsys is not obligated to update this presentation or develop the products with the features and functionality discussed in this presentation. Additionally, Synopsys’ services and products may only be offered and purchased pursuant to an authorized quote and purchase order or a mutually agreed upon written contract with Synopsys.</a:t>
            </a:r>
          </a:p>
        </p:txBody>
      </p:sp>
    </p:spTree>
    <p:extLst>
      <p:ext uri="{BB962C8B-B14F-4D97-AF65-F5344CB8AC3E}">
        <p14:creationId xmlns:p14="http://schemas.microsoft.com/office/powerpoint/2010/main" val="4028982806"/>
      </p:ext>
    </p:extLst>
  </p:cSld>
  <p:clrMapOvr>
    <a:masterClrMapping/>
  </p:clrMapOvr>
  <p:extLst>
    <p:ext uri="{DCECCB84-F9BA-43D5-87BE-67443E8EF086}">
      <p15:sldGuideLst xmlns:p15="http://schemas.microsoft.com/office/powerpoint/2012/main">
        <p15:guide id="2" pos="7392">
          <p15:clr>
            <a:srgbClr val="5ACBF0"/>
          </p15:clr>
        </p15:guide>
        <p15:guide id="3" orient="horz" pos="3888">
          <p15:clr>
            <a:srgbClr val="5ACBF0"/>
          </p15:clr>
        </p15:guide>
        <p15:guide id="4" orient="horz" pos="372">
          <p15:clr>
            <a:srgbClr val="5ACBF0"/>
          </p15:clr>
        </p15:guide>
        <p15:guide id="5" pos="288">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cop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10" name="Picture 9">
            <a:extLst>
              <a:ext uri="{FF2B5EF4-FFF2-40B4-BE49-F238E27FC236}">
                <a16:creationId xmlns:a16="http://schemas.microsoft.com/office/drawing/2014/main" id="{377B05DB-A977-4DFB-8026-0C01E80D3A1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sp>
        <p:nvSpPr>
          <p:cNvPr id="11" name="Title 4">
            <a:extLst>
              <a:ext uri="{FF2B5EF4-FFF2-40B4-BE49-F238E27FC236}">
                <a16:creationId xmlns:a16="http://schemas.microsoft.com/office/drawing/2014/main" id="{AA3CB389-48A5-49BB-A30B-013A5B53EFCD}"/>
              </a:ext>
            </a:extLst>
          </p:cNvPr>
          <p:cNvSpPr>
            <a:spLocks noGrp="1"/>
          </p:cNvSpPr>
          <p:nvPr>
            <p:ph type="title" hasCustomPrompt="1"/>
            <p:custDataLst>
              <p:tags r:id="rId1"/>
            </p:custDataLst>
          </p:nvPr>
        </p:nvSpPr>
        <p:spPr bwMode="gray">
          <a:xfrm>
            <a:off x="1498175" y="172006"/>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2577505583"/>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cope with backgroun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1E873832-813A-459B-8A37-2E752C411F0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pic>
        <p:nvPicPr>
          <p:cNvPr id="18" name="Picture 17">
            <a:extLst>
              <a:ext uri="{FF2B5EF4-FFF2-40B4-BE49-F238E27FC236}">
                <a16:creationId xmlns:a16="http://schemas.microsoft.com/office/drawing/2014/main" id="{F5F87E6C-9108-4445-AF14-EE92CFEB3452}"/>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0" y="1310092"/>
            <a:ext cx="12192000" cy="5217460"/>
          </a:xfrm>
          <a:prstGeom prst="rect">
            <a:avLst/>
          </a:prstGeom>
        </p:spPr>
      </p:pic>
      <p:sp>
        <p:nvSpPr>
          <p:cNvPr id="19" name="Text Placeholder 3">
            <a:extLst>
              <a:ext uri="{FF2B5EF4-FFF2-40B4-BE49-F238E27FC236}">
                <a16:creationId xmlns:a16="http://schemas.microsoft.com/office/drawing/2014/main" id="{F2E28495-B0B3-4070-BB83-3FB14AB729F0}"/>
              </a:ext>
            </a:extLst>
          </p:cNvPr>
          <p:cNvSpPr>
            <a:spLocks noGrp="1"/>
          </p:cNvSpPr>
          <p:nvPr>
            <p:ph type="body" sz="quarter" idx="10"/>
          </p:nvPr>
        </p:nvSpPr>
        <p:spPr>
          <a:xfrm>
            <a:off x="457200" y="1737755"/>
            <a:ext cx="11277922" cy="4430232"/>
          </a:xfrm>
          <a:solidFill>
            <a:schemeClr val="bg1">
              <a:alpha val="70000"/>
            </a:schemeClr>
          </a:solidFill>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20" name="Title 4">
            <a:extLst>
              <a:ext uri="{FF2B5EF4-FFF2-40B4-BE49-F238E27FC236}">
                <a16:creationId xmlns:a16="http://schemas.microsoft.com/office/drawing/2014/main" id="{BE7312B4-ABE7-4B7B-A96F-2CD31471F816}"/>
              </a:ext>
            </a:extLst>
          </p:cNvPr>
          <p:cNvSpPr>
            <a:spLocks noGrp="1"/>
          </p:cNvSpPr>
          <p:nvPr>
            <p:ph type="title" hasCustomPrompt="1"/>
            <p:custDataLst>
              <p:tags r:id="rId1"/>
            </p:custDataLst>
          </p:nvPr>
        </p:nvSpPr>
        <p:spPr bwMode="gray">
          <a:xfrm>
            <a:off x="1498175" y="178356"/>
            <a:ext cx="3279102" cy="1078992"/>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788968314"/>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iz">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9ACD3E-DBDC-4D0E-A88F-26A04005602E}"/>
              </a:ext>
            </a:extLst>
          </p:cNvPr>
          <p:cNvPicPr>
            <a:picLocks noChangeAspect="1"/>
          </p:cNvPicPr>
          <p:nvPr userDrawn="1"/>
        </p:nvPicPr>
        <p:blipFill>
          <a:blip r:embed="rId3"/>
          <a:stretch>
            <a:fillRect/>
          </a:stretch>
        </p:blipFill>
        <p:spPr>
          <a:xfrm>
            <a:off x="0" y="182880"/>
            <a:ext cx="3748443" cy="1097280"/>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41" name="Title 4">
            <a:extLst>
              <a:ext uri="{FF2B5EF4-FFF2-40B4-BE49-F238E27FC236}">
                <a16:creationId xmlns:a16="http://schemas.microsoft.com/office/drawing/2014/main" id="{D1F73CD5-AFE0-49A0-80CB-BDF8A7D1A0DC}"/>
              </a:ext>
            </a:extLst>
          </p:cNvPr>
          <p:cNvSpPr txBox="1">
            <a:spLocks/>
          </p:cNvSpPr>
          <p:nvPr userDrawn="1">
            <p:custDataLst>
              <p:tags r:id="rId1"/>
            </p:custDataLst>
          </p:nvPr>
        </p:nvSpPr>
        <p:spPr>
          <a:xfrm>
            <a:off x="1655492" y="226637"/>
            <a:ext cx="1422825" cy="1005840"/>
          </a:xfrm>
          <a:prstGeom prst="rect">
            <a:avLst/>
          </a:prstGeom>
          <a:no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182880" tIns="45720" rIns="91440" bIns="45720" rtlCol="0" anchor="ctr">
            <a:normAutofit/>
          </a:bodyPr>
          <a:lstStyle>
            <a:lvl1pPr algn="l" defTabSz="914400" rtl="0" eaLnBrk="1" latinLnBrk="0" hangingPunct="1">
              <a:lnSpc>
                <a:spcPct val="100000"/>
              </a:lnSpc>
              <a:spcBef>
                <a:spcPct val="0"/>
              </a:spcBef>
              <a:buNone/>
              <a:defRPr sz="3200" b="0" kern="1200" dirty="0">
                <a:solidFill>
                  <a:schemeClr val="lt1"/>
                </a:solidFill>
                <a:latin typeface="+mj-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defTabSz="457200"/>
            <a:r>
              <a:rPr lang="en-US"/>
              <a:t>Quiz</a:t>
            </a:r>
          </a:p>
        </p:txBody>
      </p:sp>
      <p:pic>
        <p:nvPicPr>
          <p:cNvPr id="42" name="Picture 41" descr="Icon&#10;&#10;Description automatically generated">
            <a:extLst>
              <a:ext uri="{FF2B5EF4-FFF2-40B4-BE49-F238E27FC236}">
                <a16:creationId xmlns:a16="http://schemas.microsoft.com/office/drawing/2014/main" id="{DD38C84F-5193-4955-901F-6299B8236D9B}"/>
              </a:ext>
            </a:extLst>
          </p:cNvPr>
          <p:cNvPicPr>
            <a:picLocks noChangeAspect="1"/>
          </p:cNvPicPr>
          <p:nvPr userDrawn="1"/>
        </p:nvPicPr>
        <p:blipFill>
          <a:blip r:embed="rId4"/>
          <a:stretch>
            <a:fillRect/>
          </a:stretch>
        </p:blipFill>
        <p:spPr>
          <a:xfrm>
            <a:off x="553417" y="355597"/>
            <a:ext cx="896190" cy="816935"/>
          </a:xfrm>
          <a:prstGeom prst="rect">
            <a:avLst/>
          </a:prstGeom>
        </p:spPr>
      </p:pic>
    </p:spTree>
    <p:extLst>
      <p:ext uri="{BB962C8B-B14F-4D97-AF65-F5344CB8AC3E}">
        <p14:creationId xmlns:p14="http://schemas.microsoft.com/office/powerpoint/2010/main" val="543790805"/>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bjectives en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144ACF8-D142-4EA6-904C-F3059944D168}"/>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bwMode="ltGray">
          <a:xfrm>
            <a:off x="0" y="178203"/>
            <a:ext cx="5258534" cy="1095528"/>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5638800"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7" name="Picture 6">
            <a:extLst>
              <a:ext uri="{FF2B5EF4-FFF2-40B4-BE49-F238E27FC236}">
                <a16:creationId xmlns:a16="http://schemas.microsoft.com/office/drawing/2014/main" id="{20EB06D5-E8E9-40AF-A2B8-743D9359C9C2}"/>
              </a:ext>
            </a:extLst>
          </p:cNvPr>
          <p:cNvPicPr>
            <a:picLocks noChangeAspect="1"/>
          </p:cNvPicPr>
          <p:nvPr userDrawn="1"/>
        </p:nvPicPr>
        <p:blipFill>
          <a:blip r:embed="rId5"/>
          <a:stretch>
            <a:fillRect/>
          </a:stretch>
        </p:blipFill>
        <p:spPr>
          <a:xfrm>
            <a:off x="362164" y="259001"/>
            <a:ext cx="926672" cy="926672"/>
          </a:xfrm>
          <a:prstGeom prst="rect">
            <a:avLst/>
          </a:prstGeom>
        </p:spPr>
      </p:pic>
      <p:sp>
        <p:nvSpPr>
          <p:cNvPr id="9" name="Title 4">
            <a:extLst>
              <a:ext uri="{FF2B5EF4-FFF2-40B4-BE49-F238E27FC236}">
                <a16:creationId xmlns:a16="http://schemas.microsoft.com/office/drawing/2014/main" id="{7B3316A4-5E32-46E9-B90B-EE77B07D3533}"/>
              </a:ext>
            </a:extLst>
          </p:cNvPr>
          <p:cNvSpPr>
            <a:spLocks noGrp="1"/>
          </p:cNvSpPr>
          <p:nvPr userDrawn="1">
            <p:ph type="title" hasCustomPrompt="1"/>
            <p:custDataLst>
              <p:tags r:id="rId1"/>
            </p:custDataLst>
          </p:nvPr>
        </p:nvSpPr>
        <p:spPr bwMode="gray">
          <a:xfrm>
            <a:off x="1498175" y="182880"/>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8" name="ConStatement">
            <a:extLst>
              <a:ext uri="{FF2B5EF4-FFF2-40B4-BE49-F238E27FC236}">
                <a16:creationId xmlns:a16="http://schemas.microsoft.com/office/drawing/2014/main" id="{DF604FF0-2DB9-449C-BFEA-2BBAB8E5CAFB}"/>
              </a:ext>
            </a:extLst>
          </p:cNvPr>
          <p:cNvSpPr txBox="1"/>
          <p:nvPr userDrawn="1">
            <p:custDataLst>
              <p:tags r:id="rId2"/>
            </p:custDataLst>
          </p:nvPr>
        </p:nvSpPr>
        <p:spPr>
          <a:xfrm>
            <a:off x="4200525" y="6605464"/>
            <a:ext cx="3790950" cy="245794"/>
          </a:xfrm>
          <a:prstGeom prst="rect">
            <a:avLst/>
          </a:prstGeom>
          <a:solidFill>
            <a:schemeClr val="bg1"/>
          </a:solidFill>
        </p:spPr>
        <p:txBody>
          <a:bodyPr vert="horz" wrap="none" lIns="91440" tIns="45720" rIns="91440" bIns="45720" rtlCol="0" anchor="ctr">
            <a:noAutofit/>
          </a:bodyPr>
          <a:lstStyle/>
          <a:p>
            <a:pPr algn="ctr"/>
            <a:endParaRPr sz="800">
              <a:solidFill>
                <a:srgbClr val="7F7F7F"/>
              </a:solidFill>
              <a:latin typeface="Arial"/>
            </a:endParaRPr>
          </a:p>
        </p:txBody>
      </p:sp>
    </p:spTree>
    <p:extLst>
      <p:ext uri="{BB962C8B-B14F-4D97-AF65-F5344CB8AC3E}">
        <p14:creationId xmlns:p14="http://schemas.microsoft.com/office/powerpoint/2010/main" val="371657431"/>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C4FDD83-45EE-4570-BDB4-2BCC3000CD23}"/>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5" name="Title 4">
            <a:extLst>
              <a:ext uri="{FF2B5EF4-FFF2-40B4-BE49-F238E27FC236}">
                <a16:creationId xmlns:a16="http://schemas.microsoft.com/office/drawing/2014/main" id="{13AB35E0-AD47-4AD2-A594-DF7D8B2173E4}"/>
              </a:ext>
            </a:extLst>
          </p:cNvPr>
          <p:cNvSpPr>
            <a:spLocks noGrp="1"/>
          </p:cNvSpPr>
          <p:nvPr userDrawn="1">
            <p:ph type="title" hasCustomPrompt="1"/>
            <p:custDataLst>
              <p:tags r:id="rId1"/>
            </p:custDataLst>
          </p:nvPr>
        </p:nvSpPr>
        <p:spPr>
          <a:xfrm>
            <a:off x="-1" y="183402"/>
            <a:ext cx="11612880"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lIns="45720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188720"/>
            <a:ext cx="11277922" cy="5185186"/>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193586949"/>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C561280-4D33-451D-A498-69BD4915C628}"/>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3" name="Title 2">
            <a:extLst>
              <a:ext uri="{FF2B5EF4-FFF2-40B4-BE49-F238E27FC236}">
                <a16:creationId xmlns:a16="http://schemas.microsoft.com/office/drawing/2014/main" id="{3E70CAF9-E820-418F-A14D-F56F01578AF6}"/>
              </a:ext>
            </a:extLst>
          </p:cNvPr>
          <p:cNvSpPr>
            <a:spLocks noGrp="1"/>
          </p:cNvSpPr>
          <p:nvPr>
            <p:ph type="title" hasCustomPrompt="1"/>
            <p:custDataLst>
              <p:tags r:id="rId1"/>
            </p:custDataLst>
          </p:nvPr>
        </p:nvSpPr>
        <p:spPr>
          <a:xfrm>
            <a:off x="0" y="183401"/>
            <a:ext cx="11612880"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vert="horz" lIns="457200" tIns="45720" rIns="91440" bIns="45720" rtlCol="0" anchor="ctr">
            <a:normAutofit/>
          </a:bodyPr>
          <a:lstStyle>
            <a:lvl1pPr>
              <a:defRPr dirty="0">
                <a:latin typeface="+mj-lt"/>
              </a:defRPr>
            </a:lvl1pPr>
          </a:lstStyle>
          <a:p>
            <a:pPr marL="0" lvl="0" defTabSz="457200"/>
            <a:r>
              <a:t>Click to Add a Title</a:t>
            </a:r>
          </a:p>
        </p:txBody>
      </p:sp>
    </p:spTree>
    <p:extLst>
      <p:ext uri="{BB962C8B-B14F-4D97-AF65-F5344CB8AC3E}">
        <p14:creationId xmlns:p14="http://schemas.microsoft.com/office/powerpoint/2010/main" val="2866077662"/>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3888">
          <p15:clr>
            <a:srgbClr val="5ACBF0"/>
          </p15:clr>
        </p15:guide>
        <p15:guide id="4" orient="horz" pos="720">
          <p15:clr>
            <a:srgbClr val="5ACBF0"/>
          </p15:clr>
        </p15:guide>
        <p15:guide id="5" orient="horz" pos="1152">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F51924-A24A-489C-BBC3-DABEE7760686}"/>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2" name="Title 1"/>
          <p:cNvSpPr>
            <a:spLocks noGrp="1"/>
          </p:cNvSpPr>
          <p:nvPr>
            <p:ph type="title" hasCustomPrompt="1"/>
            <p:custDataLst>
              <p:tags r:id="rId1"/>
            </p:custDataLst>
          </p:nvPr>
        </p:nvSpPr>
        <p:spPr>
          <a:xfrm>
            <a:off x="0" y="183402"/>
            <a:ext cx="11615351"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vert="horz" lIns="457200" tIns="45720" rIns="91440" bIns="45720" rtlCol="0" anchor="ctr">
            <a:normAutofit/>
          </a:bodyPr>
          <a:lstStyle>
            <a:lvl1pPr>
              <a:defRPr dirty="0">
                <a:solidFill>
                  <a:schemeClr val="lt1"/>
                </a:solidFill>
                <a:ea typeface="+mn-ea"/>
                <a:cs typeface="+mn-cs"/>
              </a:defRPr>
            </a:lvl1pPr>
          </a:lstStyle>
          <a:p>
            <a:pPr marL="0" lvl="0" defTabSz="457200"/>
            <a:r>
              <a:t>Click to Add a Title</a:t>
            </a:r>
          </a:p>
        </p:txBody>
      </p:sp>
      <p:sp>
        <p:nvSpPr>
          <p:cNvPr id="9" name="Text Placeholder 8">
            <a:extLst>
              <a:ext uri="{FF2B5EF4-FFF2-40B4-BE49-F238E27FC236}">
                <a16:creationId xmlns:a16="http://schemas.microsoft.com/office/drawing/2014/main" id="{E9214336-643F-45BB-8453-2539A84E7CFF}"/>
              </a:ext>
            </a:extLst>
          </p:cNvPr>
          <p:cNvSpPr>
            <a:spLocks noGrp="1"/>
          </p:cNvSpPr>
          <p:nvPr userDrawn="1">
            <p:ph type="body" sz="quarter" idx="13"/>
          </p:nvPr>
        </p:nvSpPr>
        <p:spPr>
          <a:xfrm>
            <a:off x="457200" y="1188720"/>
            <a:ext cx="5524500" cy="5238974"/>
          </a:xfrm>
        </p:spPr>
        <p:txBody>
          <a:bodyPr/>
          <a:lstStyle>
            <a:lvl1pPr>
              <a:spcBef>
                <a:spcPts val="600"/>
              </a:spcBef>
              <a:spcAft>
                <a:spcPts val="600"/>
              </a:spcAft>
              <a:defRPr/>
            </a:lvl1pPr>
          </a:lstStyle>
          <a:p>
            <a:pPr lvl="0"/>
            <a:r>
              <a:rPr lang="en-US"/>
              <a:t>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88639FF6-ED59-4B79-AD58-17FB714FC4D6}"/>
              </a:ext>
            </a:extLst>
          </p:cNvPr>
          <p:cNvSpPr>
            <a:spLocks noGrp="1"/>
          </p:cNvSpPr>
          <p:nvPr userDrawn="1">
            <p:ph type="body" sz="quarter" idx="14"/>
          </p:nvPr>
        </p:nvSpPr>
        <p:spPr>
          <a:xfrm>
            <a:off x="6210300" y="1188720"/>
            <a:ext cx="5524500" cy="5238974"/>
          </a:xfrm>
        </p:spPr>
        <p:txBody>
          <a:bodyPr/>
          <a:lstStyle>
            <a:lvl1pPr>
              <a:spcBef>
                <a:spcPts val="600"/>
              </a:spcBef>
              <a:spcAft>
                <a:spcPts val="600"/>
              </a:spcAft>
              <a:defRPr lang="en-US" sz="2400" kern="1200" baseline="0" smtClean="0">
                <a:solidFill>
                  <a:schemeClr val="tx1"/>
                </a:solidFill>
                <a:latin typeface="+mn-lt"/>
                <a:ea typeface="+mn-ea"/>
                <a:cs typeface="+mn-cs"/>
              </a:defRPr>
            </a:lvl1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808690010"/>
      </p:ext>
    </p:extLst>
  </p:cSld>
  <p:clrMapOvr>
    <a:masterClrMapping/>
  </p:clrMapOvr>
  <p:extLst>
    <p:ext uri="{DCECCB84-F9BA-43D5-87BE-67443E8EF086}">
      <p15:sldGuideLst xmlns:p15="http://schemas.microsoft.com/office/powerpoint/2012/main">
        <p15:guide id="3" orient="horz" pos="1152">
          <p15:clr>
            <a:srgbClr val="5ACBF0"/>
          </p15:clr>
        </p15:guide>
        <p15:guide id="4" orient="horz" pos="720">
          <p15:clr>
            <a:srgbClr val="5ACBF0"/>
          </p15:clr>
        </p15:guide>
        <p15:guide id="5" orient="horz" pos="3888">
          <p15:clr>
            <a:srgbClr val="5ACBF0"/>
          </p15:clr>
        </p15:guide>
        <p15:guide id="6" pos="7392">
          <p15:clr>
            <a:srgbClr val="5ACBF0"/>
          </p15:clr>
        </p15:guide>
        <p15:guide id="7" pos="288">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4626824"/>
      </p:ext>
    </p:extLst>
  </p:cSld>
  <p:clrMapOvr>
    <a:masterClrMapping/>
  </p:clrMapOvr>
  <p:extLst>
    <p:ext uri="{DCECCB84-F9BA-43D5-87BE-67443E8EF086}">
      <p15:sldGuideLst xmlns:p15="http://schemas.microsoft.com/office/powerpoint/2012/main">
        <p15:guide id="4" orient="horz" pos="372">
          <p15:clr>
            <a:srgbClr val="5ACBF0"/>
          </p15:clr>
        </p15:guide>
        <p15:guide id="5" orient="horz" pos="3888">
          <p15:clr>
            <a:srgbClr val="5ACBF0"/>
          </p15:clr>
        </p15:guide>
        <p15:guide id="6" pos="288">
          <p15:clr>
            <a:srgbClr val="5ACBF0"/>
          </p15:clr>
        </p15:guide>
        <p15:guide id="7" pos="7392">
          <p15:clr>
            <a:srgbClr val="5ACBF0"/>
          </p15:clr>
        </p15:guide>
        <p15:guide id="8" orient="horz" pos="1152">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B58714D-2663-4B45-8812-F81E64B5B065}"/>
              </a:ext>
            </a:extLst>
          </p:cNvPr>
          <p:cNvSpPr/>
          <p:nvPr>
            <p:custDataLst>
              <p:tags r:id="rId1"/>
            </p:custDataLst>
          </p:nvPr>
        </p:nvSpPr>
        <p:spPr>
          <a:xfrm>
            <a:off x="0" y="921262"/>
            <a:ext cx="12192000" cy="1368459"/>
          </a:xfrm>
          <a:prstGeom prst="rect">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2" name="Title 1"/>
          <p:cNvSpPr>
            <a:spLocks noGrp="1"/>
          </p:cNvSpPr>
          <p:nvPr>
            <p:ph type="title" hasCustomPrompt="1"/>
            <p:custDataLst>
              <p:tags r:id="rId2"/>
            </p:custDataLst>
          </p:nvPr>
        </p:nvSpPr>
        <p:spPr>
          <a:xfrm>
            <a:off x="456876" y="921262"/>
            <a:ext cx="10319341" cy="1368459"/>
          </a:xfrm>
        </p:spPr>
        <p:txBody>
          <a:bodyPr anchor="ctr">
            <a:normAutofit/>
          </a:bodyPr>
          <a:lstStyle>
            <a:lvl1pPr>
              <a:defRPr sz="3600">
                <a:solidFill>
                  <a:schemeClr val="accent1"/>
                </a:solidFill>
              </a:defRPr>
            </a:lvl1pPr>
          </a:lstStyle>
          <a:p>
            <a:r>
              <a:t>Click to add Agenda</a:t>
            </a:r>
          </a:p>
        </p:txBody>
      </p:sp>
      <p:sp>
        <p:nvSpPr>
          <p:cNvPr id="7" name="Text Placeholder 6"/>
          <p:cNvSpPr>
            <a:spLocks noGrp="1"/>
          </p:cNvSpPr>
          <p:nvPr>
            <p:ph type="body" sz="quarter" idx="10" hasCustomPrompt="1"/>
            <p:custDataLst>
              <p:tags r:id="rId3"/>
            </p:custDataLst>
          </p:nvPr>
        </p:nvSpPr>
        <p:spPr>
          <a:xfrm>
            <a:off x="456876" y="2409824"/>
            <a:ext cx="11278244" cy="3990976"/>
          </a:xfrm>
        </p:spPr>
        <p:txBody>
          <a:bodyPr>
            <a:noAutofit/>
          </a:bodyPr>
          <a:lstStyle>
            <a:lvl1pPr marL="514350" indent="-514350">
              <a:spcBef>
                <a:spcPts val="600"/>
              </a:spcBef>
              <a:spcAft>
                <a:spcPts val="0"/>
              </a:spcAft>
              <a:buClr>
                <a:schemeClr val="tx1"/>
              </a:buClr>
              <a:buSzPct val="100000"/>
              <a:buFont typeface="+mj-lt"/>
              <a:buAutoNum type="arabicPeriod"/>
              <a:defRPr sz="2800" baseline="0">
                <a:solidFill>
                  <a:schemeClr val="tx1"/>
                </a:solidFill>
              </a:defRPr>
            </a:lvl1pPr>
            <a:lvl2pPr marL="749808" indent="-457200">
              <a:buClr>
                <a:schemeClr val="tx1"/>
              </a:buClr>
              <a:buFont typeface="Arial" panose="020B0604020202020204" pitchFamily="34" charset="0"/>
              <a:buChar char="•"/>
              <a:defRPr sz="2400">
                <a:solidFill>
                  <a:schemeClr val="tx1"/>
                </a:solidFill>
              </a:defRPr>
            </a:lvl2pPr>
            <a:lvl3pPr marL="1033272" indent="-457200">
              <a:buClr>
                <a:schemeClr val="tx1"/>
              </a:buClr>
              <a:buSzPct val="120000"/>
              <a:buFont typeface="Wingdings" pitchFamily="2" charset="2"/>
              <a:buChar char="§"/>
              <a:defRPr sz="2000">
                <a:solidFill>
                  <a:schemeClr val="tx1"/>
                </a:solidFill>
              </a:defRPr>
            </a:lvl3pPr>
            <a:lvl4pPr marL="1211580" indent="-342900">
              <a:buClr>
                <a:schemeClr val="tx1"/>
              </a:buClr>
              <a:buSzPct val="80000"/>
              <a:buFont typeface=".Lucida Grande UI Regular"/>
              <a:buChar char="◆"/>
              <a:defRPr sz="1800">
                <a:solidFill>
                  <a:schemeClr val="tx1"/>
                </a:solidFill>
              </a:defRPr>
            </a:lvl4pPr>
            <a:lvl5pPr marL="868680" indent="0">
              <a:buClr>
                <a:schemeClr val="tx1"/>
              </a:buClr>
              <a:buFont typeface="System Font Regular"/>
              <a:buNone/>
              <a:defRPr sz="1800">
                <a:solidFill>
                  <a:schemeClr val="tx1"/>
                </a:solidFill>
              </a:defRPr>
            </a:lvl5pPr>
            <a:lvl6pPr marL="1211580" indent="-342900">
              <a:buClr>
                <a:schemeClr val="tx1"/>
              </a:buClr>
              <a:buSzPct val="100000"/>
              <a:buFont typeface="Arial" panose="020B0604020202020204" pitchFamily="34" charset="0"/>
              <a:buChar char="•"/>
              <a:defRPr sz="1800"/>
            </a:lvl6pPr>
            <a:lvl7pPr marL="1211580" indent="-342900">
              <a:buClr>
                <a:schemeClr val="tx1"/>
              </a:buClr>
              <a:buFont typeface="Arial" panose="020B0604020202020204" pitchFamily="34" charset="0"/>
              <a:buChar char="•"/>
              <a:defRPr sz="1800"/>
            </a:lvl7pPr>
            <a:lvl8pPr marL="1211580" indent="-342900">
              <a:buClr>
                <a:schemeClr val="tx1"/>
              </a:buClr>
              <a:buFont typeface="Arial" panose="020B0604020202020204" pitchFamily="34" charset="0"/>
              <a:buChar char="•"/>
              <a:defRPr sz="1800"/>
            </a:lvl8pPr>
            <a:lvl9pPr marL="1211580" indent="-342900">
              <a:buClr>
                <a:schemeClr val="tx1"/>
              </a:buClr>
              <a:buFont typeface="Arial" panose="020B0604020202020204" pitchFamily="34" charset="0"/>
              <a:buChar char="•"/>
              <a:defRPr sz="1800"/>
            </a:lvl9pPr>
          </a:lstStyle>
          <a:p>
            <a:pPr lvl="0"/>
            <a:r>
              <a:t>Agenda item</a:t>
            </a:r>
            <a:endParaRPr lang="en-US"/>
          </a:p>
          <a:p>
            <a:pPr lvl="5"/>
            <a:endParaRPr lang="en-US"/>
          </a:p>
        </p:txBody>
      </p:sp>
      <p:pic>
        <p:nvPicPr>
          <p:cNvPr id="8" name="Picture 7">
            <a:extLst>
              <a:ext uri="{FF2B5EF4-FFF2-40B4-BE49-F238E27FC236}">
                <a16:creationId xmlns:a16="http://schemas.microsoft.com/office/drawing/2014/main" id="{A4B705BD-3A2D-4144-B3FF-F24403F80C12}"/>
              </a:ext>
            </a:extLst>
          </p:cNvPr>
          <p:cNvPicPr>
            <a:picLocks noChangeAspect="1"/>
          </p:cNvPicPr>
          <p:nvPr>
            <p:custDataLst>
              <p:tags r:id="rId4"/>
            </p:custDataLst>
          </p:nvPr>
        </p:nvPicPr>
        <p:blipFill>
          <a:blip r:embed="rId6" cstate="screen">
            <a:extLst>
              <a:ext uri="{28A0092B-C50C-407E-A947-70E740481C1C}">
                <a14:useLocalDpi xmlns:a14="http://schemas.microsoft.com/office/drawing/2010/main"/>
              </a:ext>
            </a:extLst>
          </a:blip>
          <a:stretch>
            <a:fillRect/>
          </a:stretch>
        </p:blipFill>
        <p:spPr>
          <a:xfrm>
            <a:off x="10829622" y="921262"/>
            <a:ext cx="1362376" cy="1368459"/>
          </a:xfrm>
          <a:prstGeom prst="rect">
            <a:avLst/>
          </a:prstGeom>
        </p:spPr>
      </p:pic>
    </p:spTree>
    <p:extLst>
      <p:ext uri="{BB962C8B-B14F-4D97-AF65-F5344CB8AC3E}">
        <p14:creationId xmlns:p14="http://schemas.microsoft.com/office/powerpoint/2010/main" val="3764476245"/>
      </p:ext>
    </p:extLst>
  </p:cSld>
  <p:clrMapOvr>
    <a:masterClrMapping/>
  </p:clrMapOvr>
  <p:extLst>
    <p:ext uri="{DCECCB84-F9BA-43D5-87BE-67443E8EF086}">
      <p15:sldGuideLst xmlns:p15="http://schemas.microsoft.com/office/powerpoint/2012/main">
        <p15:guide id="1" orient="horz" pos="1512">
          <p15:clr>
            <a:srgbClr val="5ACBF0"/>
          </p15:clr>
        </p15:guide>
        <p15:guide id="2" pos="288">
          <p15:clr>
            <a:srgbClr val="5ACBF0"/>
          </p15:clr>
        </p15:guide>
        <p15:guide id="3" pos="7392">
          <p15:clr>
            <a:srgbClr val="5ACBF0"/>
          </p15:clr>
        </p15:guide>
        <p15:guide id="4" orient="horz" pos="3888">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1D60E6F-7C19-4120-8794-819C5E8622E8}"/>
              </a:ext>
            </a:extLst>
          </p:cNvPr>
          <p:cNvSpPr/>
          <p:nvPr>
            <p:custDataLst>
              <p:tags r:id="rId1"/>
            </p:custDataLst>
          </p:nvPr>
        </p:nvSpPr>
        <p:spPr>
          <a:xfrm>
            <a:off x="0" y="921262"/>
            <a:ext cx="12192000" cy="3200400"/>
          </a:xfrm>
          <a:prstGeom prst="rect">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pic>
        <p:nvPicPr>
          <p:cNvPr id="9" name="Picture 8">
            <a:extLst>
              <a:ext uri="{FF2B5EF4-FFF2-40B4-BE49-F238E27FC236}">
                <a16:creationId xmlns:a16="http://schemas.microsoft.com/office/drawing/2014/main" id="{F3389F0F-5D68-4BA4-BF3C-ED1CEFFE4174}"/>
              </a:ext>
            </a:extLst>
          </p:cNvPr>
          <p:cNvPicPr>
            <a:picLocks noChangeAspect="1"/>
          </p:cNvPicPr>
          <p:nvPr>
            <p:custDataLst>
              <p:tags r:id="rId2"/>
            </p:custDataLst>
          </p:nvPr>
        </p:nvPicPr>
        <p:blipFill>
          <a:blip r:embed="rId6" cstate="screen">
            <a:extLst>
              <a:ext uri="{28A0092B-C50C-407E-A947-70E740481C1C}">
                <a14:useLocalDpi xmlns:a14="http://schemas.microsoft.com/office/drawing/2010/main"/>
              </a:ext>
            </a:extLst>
          </a:blip>
          <a:stretch>
            <a:fillRect/>
          </a:stretch>
        </p:blipFill>
        <p:spPr>
          <a:xfrm>
            <a:off x="10856088" y="921262"/>
            <a:ext cx="1339461" cy="3200400"/>
          </a:xfrm>
          <a:prstGeom prst="rect">
            <a:avLst/>
          </a:prstGeom>
        </p:spPr>
      </p:pic>
      <p:sp>
        <p:nvSpPr>
          <p:cNvPr id="2" name="Title 1"/>
          <p:cNvSpPr>
            <a:spLocks noGrp="1"/>
          </p:cNvSpPr>
          <p:nvPr>
            <p:ph type="title" hasCustomPrompt="1"/>
            <p:custDataLst>
              <p:tags r:id="rId3"/>
            </p:custDataLst>
          </p:nvPr>
        </p:nvSpPr>
        <p:spPr>
          <a:xfrm>
            <a:off x="456877" y="921262"/>
            <a:ext cx="10319339" cy="1001323"/>
          </a:xfrm>
        </p:spPr>
        <p:txBody>
          <a:bodyPr anchor="b">
            <a:normAutofit/>
          </a:bodyPr>
          <a:lstStyle>
            <a:lvl1pPr>
              <a:defRPr sz="3600">
                <a:solidFill>
                  <a:schemeClr val="accent1"/>
                </a:solidFill>
              </a:defRPr>
            </a:lvl1pPr>
          </a:lstStyle>
          <a:p>
            <a:r>
              <a:t>Click to add Section Header</a:t>
            </a:r>
          </a:p>
        </p:txBody>
      </p:sp>
      <p:sp>
        <p:nvSpPr>
          <p:cNvPr id="3" name="Text Placeholder 2"/>
          <p:cNvSpPr>
            <a:spLocks noGrp="1"/>
          </p:cNvSpPr>
          <p:nvPr>
            <p:ph type="body" idx="1" hasCustomPrompt="1"/>
            <p:custDataLst>
              <p:tags r:id="rId4"/>
            </p:custDataLst>
          </p:nvPr>
        </p:nvSpPr>
        <p:spPr>
          <a:xfrm>
            <a:off x="456877" y="1922584"/>
            <a:ext cx="10319339" cy="2084775"/>
          </a:xfrm>
        </p:spPr>
        <p:txBody>
          <a:bodyPr>
            <a:normAutofit/>
          </a:bodyPr>
          <a:lstStyle>
            <a:lvl1pPr marL="0" indent="0">
              <a:spcBef>
                <a:spcPts val="600"/>
              </a:spcBef>
              <a:buNone/>
              <a:defRPr sz="2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t>Click to Add a Subtitle</a:t>
            </a:r>
          </a:p>
        </p:txBody>
      </p:sp>
    </p:spTree>
    <p:extLst>
      <p:ext uri="{BB962C8B-B14F-4D97-AF65-F5344CB8AC3E}">
        <p14:creationId xmlns:p14="http://schemas.microsoft.com/office/powerpoint/2010/main" val="2981233052"/>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626D063-21E0-49F4-B710-4D6E39322D0C}"/>
              </a:ext>
            </a:extLst>
          </p:cNvPr>
          <p:cNvPicPr>
            <a:picLocks noChangeAspect="1"/>
          </p:cNvPicPr>
          <p:nvPr>
            <p:custDataLst>
              <p:tags r:id="rId1"/>
            </p:custDataLst>
          </p:nvPr>
        </p:nvPicPr>
        <p:blipFill>
          <a:blip r:embed="rId5" cstate="screen">
            <a:extLst>
              <a:ext uri="{28A0092B-C50C-407E-A947-70E740481C1C}">
                <a14:useLocalDpi xmlns:a14="http://schemas.microsoft.com/office/drawing/2010/main"/>
              </a:ext>
            </a:extLst>
          </a:blip>
          <a:stretch>
            <a:fillRect/>
          </a:stretch>
        </p:blipFill>
        <p:spPr>
          <a:xfrm>
            <a:off x="0" y="3909847"/>
            <a:ext cx="12192000" cy="2948153"/>
          </a:xfrm>
          <a:prstGeom prst="rect">
            <a:avLst/>
          </a:prstGeom>
        </p:spPr>
      </p:pic>
      <p:sp>
        <p:nvSpPr>
          <p:cNvPr id="8" name="TextBox 7"/>
          <p:cNvSpPr txBox="1"/>
          <p:nvPr>
            <p:custDataLst>
              <p:tags r:id="rId2"/>
            </p:custDataLst>
          </p:nvPr>
        </p:nvSpPr>
        <p:spPr>
          <a:xfrm>
            <a:off x="3333602" y="2619969"/>
            <a:ext cx="5524797" cy="923330"/>
          </a:xfrm>
          <a:prstGeom prst="rect">
            <a:avLst/>
          </a:prstGeom>
          <a:noFill/>
        </p:spPr>
        <p:txBody>
          <a:bodyPr wrap="square" rtlCol="0">
            <a:spAutoFit/>
          </a:bodyPr>
          <a:lstStyle/>
          <a:p>
            <a:pPr algn="ctr"/>
            <a:r>
              <a:rPr sz="5400" b="1">
                <a:solidFill>
                  <a:schemeClr val="accent1"/>
                </a:solidFill>
              </a:rPr>
              <a:t>Thank You</a:t>
            </a:r>
          </a:p>
        </p:txBody>
      </p:sp>
      <p:pic>
        <p:nvPicPr>
          <p:cNvPr id="5" name="Picture 4">
            <a:extLst>
              <a:ext uri="{FF2B5EF4-FFF2-40B4-BE49-F238E27FC236}">
                <a16:creationId xmlns:a16="http://schemas.microsoft.com/office/drawing/2014/main" id="{77AAF269-FAF3-4093-8469-8EC0980C0624}"/>
              </a:ext>
            </a:extLst>
          </p:cNvPr>
          <p:cNvPicPr>
            <a:picLocks noChangeAspect="1"/>
          </p:cNvPicPr>
          <p:nvPr>
            <p:custDataLst>
              <p:tags r:id="rId3"/>
            </p:custDataLst>
          </p:nvPr>
        </p:nvPicPr>
        <p:blipFill>
          <a:blip r:embed="rId6" cstate="screen">
            <a:extLst>
              <a:ext uri="{28A0092B-C50C-407E-A947-70E740481C1C}">
                <a14:useLocalDpi xmlns:a14="http://schemas.microsoft.com/office/drawing/2010/main"/>
              </a:ext>
            </a:extLst>
          </a:blip>
          <a:stretch>
            <a:fillRect/>
          </a:stretch>
        </p:blipFill>
        <p:spPr>
          <a:xfrm>
            <a:off x="10045587" y="453166"/>
            <a:ext cx="1689536" cy="540651"/>
          </a:xfrm>
          <a:prstGeom prst="rect">
            <a:avLst/>
          </a:prstGeom>
        </p:spPr>
      </p:pic>
    </p:spTree>
    <p:extLst>
      <p:ext uri="{BB962C8B-B14F-4D97-AF65-F5344CB8AC3E}">
        <p14:creationId xmlns:p14="http://schemas.microsoft.com/office/powerpoint/2010/main" val="33663131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End logo">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AC622576-BD66-44E6-9B27-C224C1C8FB56}"/>
              </a:ext>
            </a:extLst>
          </p:cNvPr>
          <p:cNvPicPr>
            <a:picLocks noChangeAspect="1"/>
          </p:cNvPicPr>
          <p:nvPr>
            <p:custDataLst>
              <p:tags r:id="rId1"/>
            </p:custDataLst>
          </p:nvPr>
        </p:nvPicPr>
        <p:blipFill>
          <a:blip r:embed="rId3">
            <a:extLst>
              <a:ext uri="{96DAC541-7B7A-43D3-8B79-37D633B846F1}">
                <asvg:svgBlip xmlns:asvg="http://schemas.microsoft.com/office/drawing/2016/SVG/main" r:embed="rId4"/>
              </a:ext>
            </a:extLst>
          </a:blip>
          <a:stretch>
            <a:fillRect/>
          </a:stretch>
        </p:blipFill>
        <p:spPr>
          <a:xfrm>
            <a:off x="4068674" y="2760785"/>
            <a:ext cx="4183610" cy="1336430"/>
          </a:xfrm>
          <a:prstGeom prst="rect">
            <a:avLst/>
          </a:prstGeom>
        </p:spPr>
      </p:pic>
    </p:spTree>
    <p:extLst>
      <p:ext uri="{BB962C8B-B14F-4D97-AF65-F5344CB8AC3E}">
        <p14:creationId xmlns:p14="http://schemas.microsoft.com/office/powerpoint/2010/main" val="17017383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custDataLst>
              <p:tags r:id="rId1"/>
            </p:custDataLst>
          </p:nvPr>
        </p:nvSpPr>
        <p:spPr>
          <a:xfrm>
            <a:off x="10045964" y="457199"/>
            <a:ext cx="1689158" cy="5943601"/>
          </a:xfrm>
        </p:spPr>
        <p:txBody>
          <a:bodyPr vert="eaVert" anchor="ctr"/>
          <a:lstStyle/>
          <a:p>
            <a:r>
              <a:rPr lang="en-US"/>
              <a:t>Click to edit Master title style</a:t>
            </a:r>
            <a:endParaRPr/>
          </a:p>
        </p:txBody>
      </p:sp>
      <p:sp>
        <p:nvSpPr>
          <p:cNvPr id="3" name="Vertical Text Placeholder 2"/>
          <p:cNvSpPr>
            <a:spLocks noGrp="1"/>
          </p:cNvSpPr>
          <p:nvPr>
            <p:ph type="body" orient="vert" idx="1"/>
            <p:custDataLst>
              <p:tags r:id="rId2"/>
            </p:custDataLst>
          </p:nvPr>
        </p:nvSpPr>
        <p:spPr>
          <a:xfrm>
            <a:off x="456879" y="457200"/>
            <a:ext cx="9360429" cy="59436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Box 4">
            <a:extLst>
              <a:ext uri="{FF2B5EF4-FFF2-40B4-BE49-F238E27FC236}">
                <a16:creationId xmlns:a16="http://schemas.microsoft.com/office/drawing/2014/main" id="{F355DDA2-48E4-496F-AB6D-0DA3825552CB}"/>
              </a:ext>
            </a:extLst>
          </p:cNvPr>
          <p:cNvSpPr txBox="1"/>
          <p:nvPr>
            <p:custDataLst>
              <p:tags r:id="rId3"/>
            </p:custDataLst>
          </p:nvPr>
        </p:nvSpPr>
        <p:spPr>
          <a:xfrm rot="5400000">
            <a:off x="-518439" y="5515895"/>
            <a:ext cx="1353017" cy="230832"/>
          </a:xfrm>
          <a:prstGeom prst="rect">
            <a:avLst/>
          </a:prstGeom>
          <a:noFill/>
        </p:spPr>
        <p:txBody>
          <a:bodyPr wrap="square" rtlCol="0">
            <a:spAutoFit/>
          </a:bodyPr>
          <a:lstStyle/>
          <a:p>
            <a:r>
              <a:rPr sz="900">
                <a:solidFill>
                  <a:schemeClr val="tx1">
                    <a:lumMod val="50000"/>
                    <a:lumOff val="50000"/>
                  </a:schemeClr>
                </a:solidFill>
              </a:rPr>
              <a:t>© 2019 Synopsys, Inc. </a:t>
            </a:r>
          </a:p>
        </p:txBody>
      </p:sp>
      <p:sp>
        <p:nvSpPr>
          <p:cNvPr id="6" name="TextBox 5">
            <a:extLst>
              <a:ext uri="{FF2B5EF4-FFF2-40B4-BE49-F238E27FC236}">
                <a16:creationId xmlns:a16="http://schemas.microsoft.com/office/drawing/2014/main" id="{4DC5F678-53A4-4C2D-8E4A-3796CA282842}"/>
              </a:ext>
            </a:extLst>
          </p:cNvPr>
          <p:cNvSpPr txBox="1"/>
          <p:nvPr>
            <p:custDataLst>
              <p:tags r:id="rId4"/>
            </p:custDataLst>
          </p:nvPr>
        </p:nvSpPr>
        <p:spPr>
          <a:xfrm rot="5400000">
            <a:off x="-268651" y="6289177"/>
            <a:ext cx="853440" cy="215444"/>
          </a:xfrm>
          <a:prstGeom prst="rect">
            <a:avLst/>
          </a:prstGeom>
          <a:noFill/>
        </p:spPr>
        <p:txBody>
          <a:bodyPr wrap="square" rtlCol="0">
            <a:spAutoFit/>
          </a:bodyPr>
          <a:lstStyle/>
          <a:p>
            <a:pPr algn="ctr"/>
            <a:fld id="{CAE2347F-76BC-4690-80B5-B24BA0EA7B0A}" type="slidenum">
              <a:rPr sz="900">
                <a:solidFill>
                  <a:schemeClr val="tx1">
                    <a:lumMod val="50000"/>
                    <a:lumOff val="50000"/>
                  </a:schemeClr>
                </a:solidFill>
              </a:rPr>
              <a:pPr algn="ctr"/>
              <a:t>‹#›</a:t>
            </a:fld>
            <a:endParaRPr sz="900">
              <a:solidFill>
                <a:schemeClr val="tx1">
                  <a:lumMod val="50000"/>
                  <a:lumOff val="50000"/>
                </a:schemeClr>
              </a:solidFill>
            </a:endParaRPr>
          </a:p>
        </p:txBody>
      </p:sp>
      <p:grpSp>
        <p:nvGrpSpPr>
          <p:cNvPr id="21" name="Group 20">
            <a:extLst>
              <a:ext uri="{FF2B5EF4-FFF2-40B4-BE49-F238E27FC236}">
                <a16:creationId xmlns:a16="http://schemas.microsoft.com/office/drawing/2014/main" id="{1966C0AE-D4E4-4290-83DB-872570AA3B7E}"/>
              </a:ext>
            </a:extLst>
          </p:cNvPr>
          <p:cNvGrpSpPr/>
          <p:nvPr>
            <p:custDataLst>
              <p:tags r:id="rId5"/>
            </p:custDataLst>
          </p:nvPr>
        </p:nvGrpSpPr>
        <p:grpSpPr>
          <a:xfrm rot="5400000">
            <a:off x="-461816" y="461816"/>
            <a:ext cx="1152231" cy="228599"/>
            <a:chOff x="-1588" y="6629402"/>
            <a:chExt cx="1152231" cy="228599"/>
          </a:xfrm>
        </p:grpSpPr>
        <p:sp>
          <p:nvSpPr>
            <p:cNvPr id="22" name="Freeform: Shape 21">
              <a:extLst>
                <a:ext uri="{FF2B5EF4-FFF2-40B4-BE49-F238E27FC236}">
                  <a16:creationId xmlns:a16="http://schemas.microsoft.com/office/drawing/2014/main" id="{0668FA34-176E-4C0A-8878-391D136FA130}"/>
                </a:ext>
              </a:extLst>
            </p:cNvPr>
            <p:cNvSpPr/>
            <p:nvPr/>
          </p:nvSpPr>
          <p:spPr>
            <a:xfrm>
              <a:off x="-1588" y="6629402"/>
              <a:ext cx="458788" cy="228599"/>
            </a:xfrm>
            <a:custGeom>
              <a:avLst/>
              <a:gdLst>
                <a:gd name="connsiteX0" fmla="*/ 0 w 458788"/>
                <a:gd name="connsiteY0" fmla="*/ 0 h 228599"/>
                <a:gd name="connsiteX1" fmla="*/ 458788 w 458788"/>
                <a:gd name="connsiteY1" fmla="*/ 0 h 228599"/>
                <a:gd name="connsiteX2" fmla="*/ 375500 w 458788"/>
                <a:gd name="connsiteY2" fmla="*/ 228599 h 228599"/>
                <a:gd name="connsiteX3" fmla="*/ 0 w 458788"/>
                <a:gd name="connsiteY3" fmla="*/ 228599 h 228599"/>
                <a:gd name="connsiteX4" fmla="*/ 0 w 458788"/>
                <a:gd name="connsiteY4" fmla="*/ 0 h 2285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8788" h="228599">
                  <a:moveTo>
                    <a:pt x="0" y="0"/>
                  </a:moveTo>
                  <a:lnTo>
                    <a:pt x="458788" y="0"/>
                  </a:lnTo>
                  <a:lnTo>
                    <a:pt x="375500" y="228599"/>
                  </a:lnTo>
                  <a:lnTo>
                    <a:pt x="0" y="228599"/>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nvGrpSpPr>
            <p:cNvPr id="23" name="Group 22">
              <a:extLst>
                <a:ext uri="{FF2B5EF4-FFF2-40B4-BE49-F238E27FC236}">
                  <a16:creationId xmlns:a16="http://schemas.microsoft.com/office/drawing/2014/main" id="{C983A029-D5BE-4C5E-8B1B-E265A362764F}"/>
                </a:ext>
              </a:extLst>
            </p:cNvPr>
            <p:cNvGrpSpPr/>
            <p:nvPr/>
          </p:nvGrpSpPr>
          <p:grpSpPr>
            <a:xfrm>
              <a:off x="521037" y="6675438"/>
              <a:ext cx="629606" cy="136522"/>
              <a:chOff x="973138" y="5000626"/>
              <a:chExt cx="3506788" cy="760412"/>
            </a:xfrm>
            <a:solidFill>
              <a:schemeClr val="accent1"/>
            </a:solidFill>
          </p:grpSpPr>
          <p:sp>
            <p:nvSpPr>
              <p:cNvPr id="24" name="Freeform 6">
                <a:extLst>
                  <a:ext uri="{FF2B5EF4-FFF2-40B4-BE49-F238E27FC236}">
                    <a16:creationId xmlns:a16="http://schemas.microsoft.com/office/drawing/2014/main" id="{F9777C50-0973-4E32-87C2-CD7CDFF0DFA3}"/>
                  </a:ext>
                </a:extLst>
              </p:cNvPr>
              <p:cNvSpPr>
                <a:spLocks/>
              </p:cNvSpPr>
              <p:nvPr/>
            </p:nvSpPr>
            <p:spPr bwMode="auto">
              <a:xfrm>
                <a:off x="973138" y="5000626"/>
                <a:ext cx="357188" cy="612775"/>
              </a:xfrm>
              <a:custGeom>
                <a:avLst/>
                <a:gdLst>
                  <a:gd name="T0" fmla="*/ 276 w 451"/>
                  <a:gd name="T1" fmla="*/ 1 h 771"/>
                  <a:gd name="T2" fmla="*/ 354 w 451"/>
                  <a:gd name="T3" fmla="*/ 12 h 771"/>
                  <a:gd name="T4" fmla="*/ 407 w 451"/>
                  <a:gd name="T5" fmla="*/ 33 h 771"/>
                  <a:gd name="T6" fmla="*/ 437 w 451"/>
                  <a:gd name="T7" fmla="*/ 65 h 771"/>
                  <a:gd name="T8" fmla="*/ 447 w 451"/>
                  <a:gd name="T9" fmla="*/ 107 h 771"/>
                  <a:gd name="T10" fmla="*/ 307 w 451"/>
                  <a:gd name="T11" fmla="*/ 203 h 771"/>
                  <a:gd name="T12" fmla="*/ 307 w 451"/>
                  <a:gd name="T13" fmla="*/ 99 h 771"/>
                  <a:gd name="T14" fmla="*/ 297 w 451"/>
                  <a:gd name="T15" fmla="*/ 77 h 771"/>
                  <a:gd name="T16" fmla="*/ 272 w 451"/>
                  <a:gd name="T17" fmla="*/ 64 h 771"/>
                  <a:gd name="T18" fmla="*/ 228 w 451"/>
                  <a:gd name="T19" fmla="*/ 59 h 771"/>
                  <a:gd name="T20" fmla="*/ 182 w 451"/>
                  <a:gd name="T21" fmla="*/ 64 h 771"/>
                  <a:gd name="T22" fmla="*/ 158 w 451"/>
                  <a:gd name="T23" fmla="*/ 77 h 771"/>
                  <a:gd name="T24" fmla="*/ 149 w 451"/>
                  <a:gd name="T25" fmla="*/ 99 h 771"/>
                  <a:gd name="T26" fmla="*/ 148 w 451"/>
                  <a:gd name="T27" fmla="*/ 190 h 771"/>
                  <a:gd name="T28" fmla="*/ 154 w 451"/>
                  <a:gd name="T29" fmla="*/ 226 h 771"/>
                  <a:gd name="T30" fmla="*/ 178 w 451"/>
                  <a:gd name="T31" fmla="*/ 258 h 771"/>
                  <a:gd name="T32" fmla="*/ 421 w 451"/>
                  <a:gd name="T33" fmla="*/ 468 h 771"/>
                  <a:gd name="T34" fmla="*/ 447 w 451"/>
                  <a:gd name="T35" fmla="*/ 515 h 771"/>
                  <a:gd name="T36" fmla="*/ 451 w 451"/>
                  <a:gd name="T37" fmla="*/ 660 h 771"/>
                  <a:gd name="T38" fmla="*/ 439 w 451"/>
                  <a:gd name="T39" fmla="*/ 703 h 771"/>
                  <a:gd name="T40" fmla="*/ 404 w 451"/>
                  <a:gd name="T41" fmla="*/ 736 h 771"/>
                  <a:gd name="T42" fmla="*/ 348 w 451"/>
                  <a:gd name="T43" fmla="*/ 759 h 771"/>
                  <a:gd name="T44" fmla="*/ 272 w 451"/>
                  <a:gd name="T45" fmla="*/ 770 h 771"/>
                  <a:gd name="T46" fmla="*/ 180 w 451"/>
                  <a:gd name="T47" fmla="*/ 770 h 771"/>
                  <a:gd name="T48" fmla="*/ 101 w 451"/>
                  <a:gd name="T49" fmla="*/ 760 h 771"/>
                  <a:gd name="T50" fmla="*/ 44 w 451"/>
                  <a:gd name="T51" fmla="*/ 739 h 771"/>
                  <a:gd name="T52" fmla="*/ 11 w 451"/>
                  <a:gd name="T53" fmla="*/ 705 h 771"/>
                  <a:gd name="T54" fmla="*/ 0 w 451"/>
                  <a:gd name="T55" fmla="*/ 660 h 771"/>
                  <a:gd name="T56" fmla="*/ 140 w 451"/>
                  <a:gd name="T57" fmla="*/ 557 h 771"/>
                  <a:gd name="T58" fmla="*/ 141 w 451"/>
                  <a:gd name="T59" fmla="*/ 673 h 771"/>
                  <a:gd name="T60" fmla="*/ 161 w 451"/>
                  <a:gd name="T61" fmla="*/ 697 h 771"/>
                  <a:gd name="T62" fmla="*/ 200 w 451"/>
                  <a:gd name="T63" fmla="*/ 711 h 771"/>
                  <a:gd name="T64" fmla="*/ 254 w 451"/>
                  <a:gd name="T65" fmla="*/ 711 h 771"/>
                  <a:gd name="T66" fmla="*/ 291 w 451"/>
                  <a:gd name="T67" fmla="*/ 697 h 771"/>
                  <a:gd name="T68" fmla="*/ 310 w 451"/>
                  <a:gd name="T69" fmla="*/ 673 h 771"/>
                  <a:gd name="T70" fmla="*/ 311 w 451"/>
                  <a:gd name="T71" fmla="*/ 550 h 771"/>
                  <a:gd name="T72" fmla="*/ 303 w 451"/>
                  <a:gd name="T73" fmla="*/ 514 h 771"/>
                  <a:gd name="T74" fmla="*/ 272 w 451"/>
                  <a:gd name="T75" fmla="*/ 478 h 771"/>
                  <a:gd name="T76" fmla="*/ 47 w 451"/>
                  <a:gd name="T77" fmla="*/ 281 h 771"/>
                  <a:gd name="T78" fmla="*/ 19 w 451"/>
                  <a:gd name="T79" fmla="*/ 245 h 771"/>
                  <a:gd name="T80" fmla="*/ 8 w 451"/>
                  <a:gd name="T81" fmla="*/ 203 h 771"/>
                  <a:gd name="T82" fmla="*/ 11 w 451"/>
                  <a:gd name="T83" fmla="*/ 88 h 771"/>
                  <a:gd name="T84" fmla="*/ 34 w 451"/>
                  <a:gd name="T85" fmla="*/ 49 h 771"/>
                  <a:gd name="T86" fmla="*/ 78 w 451"/>
                  <a:gd name="T87" fmla="*/ 22 h 771"/>
                  <a:gd name="T88" fmla="*/ 144 w 451"/>
                  <a:gd name="T89" fmla="*/ 5 h 771"/>
                  <a:gd name="T90" fmla="*/ 228 w 451"/>
                  <a:gd name="T91" fmla="*/ 0 h 7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1" h="771">
                    <a:moveTo>
                      <a:pt x="228" y="0"/>
                    </a:moveTo>
                    <a:lnTo>
                      <a:pt x="276" y="1"/>
                    </a:lnTo>
                    <a:lnTo>
                      <a:pt x="318" y="5"/>
                    </a:lnTo>
                    <a:lnTo>
                      <a:pt x="354" y="12"/>
                    </a:lnTo>
                    <a:lnTo>
                      <a:pt x="382" y="21"/>
                    </a:lnTo>
                    <a:lnTo>
                      <a:pt x="407" y="33"/>
                    </a:lnTo>
                    <a:lnTo>
                      <a:pt x="424" y="48"/>
                    </a:lnTo>
                    <a:lnTo>
                      <a:pt x="437" y="65"/>
                    </a:lnTo>
                    <a:lnTo>
                      <a:pt x="444" y="84"/>
                    </a:lnTo>
                    <a:lnTo>
                      <a:pt x="447" y="107"/>
                    </a:lnTo>
                    <a:lnTo>
                      <a:pt x="447" y="203"/>
                    </a:lnTo>
                    <a:lnTo>
                      <a:pt x="307" y="203"/>
                    </a:lnTo>
                    <a:lnTo>
                      <a:pt x="307" y="111"/>
                    </a:lnTo>
                    <a:lnTo>
                      <a:pt x="307" y="99"/>
                    </a:lnTo>
                    <a:lnTo>
                      <a:pt x="303" y="87"/>
                    </a:lnTo>
                    <a:lnTo>
                      <a:pt x="297" y="77"/>
                    </a:lnTo>
                    <a:lnTo>
                      <a:pt x="287" y="69"/>
                    </a:lnTo>
                    <a:lnTo>
                      <a:pt x="272" y="64"/>
                    </a:lnTo>
                    <a:lnTo>
                      <a:pt x="252" y="60"/>
                    </a:lnTo>
                    <a:lnTo>
                      <a:pt x="228" y="59"/>
                    </a:lnTo>
                    <a:lnTo>
                      <a:pt x="203" y="60"/>
                    </a:lnTo>
                    <a:lnTo>
                      <a:pt x="182" y="64"/>
                    </a:lnTo>
                    <a:lnTo>
                      <a:pt x="169" y="69"/>
                    </a:lnTo>
                    <a:lnTo>
                      <a:pt x="158" y="77"/>
                    </a:lnTo>
                    <a:lnTo>
                      <a:pt x="152" y="87"/>
                    </a:lnTo>
                    <a:lnTo>
                      <a:pt x="149" y="99"/>
                    </a:lnTo>
                    <a:lnTo>
                      <a:pt x="148" y="111"/>
                    </a:lnTo>
                    <a:lnTo>
                      <a:pt x="148" y="190"/>
                    </a:lnTo>
                    <a:lnTo>
                      <a:pt x="149" y="209"/>
                    </a:lnTo>
                    <a:lnTo>
                      <a:pt x="154" y="226"/>
                    </a:lnTo>
                    <a:lnTo>
                      <a:pt x="165" y="243"/>
                    </a:lnTo>
                    <a:lnTo>
                      <a:pt x="178" y="258"/>
                    </a:lnTo>
                    <a:lnTo>
                      <a:pt x="400" y="448"/>
                    </a:lnTo>
                    <a:lnTo>
                      <a:pt x="421" y="468"/>
                    </a:lnTo>
                    <a:lnTo>
                      <a:pt x="437" y="491"/>
                    </a:lnTo>
                    <a:lnTo>
                      <a:pt x="447" y="515"/>
                    </a:lnTo>
                    <a:lnTo>
                      <a:pt x="451" y="541"/>
                    </a:lnTo>
                    <a:lnTo>
                      <a:pt x="451" y="660"/>
                    </a:lnTo>
                    <a:lnTo>
                      <a:pt x="448" y="683"/>
                    </a:lnTo>
                    <a:lnTo>
                      <a:pt x="439" y="703"/>
                    </a:lnTo>
                    <a:lnTo>
                      <a:pt x="424" y="721"/>
                    </a:lnTo>
                    <a:lnTo>
                      <a:pt x="404" y="736"/>
                    </a:lnTo>
                    <a:lnTo>
                      <a:pt x="378" y="748"/>
                    </a:lnTo>
                    <a:lnTo>
                      <a:pt x="348" y="759"/>
                    </a:lnTo>
                    <a:lnTo>
                      <a:pt x="311" y="766"/>
                    </a:lnTo>
                    <a:lnTo>
                      <a:pt x="272" y="770"/>
                    </a:lnTo>
                    <a:lnTo>
                      <a:pt x="228" y="771"/>
                    </a:lnTo>
                    <a:lnTo>
                      <a:pt x="180" y="770"/>
                    </a:lnTo>
                    <a:lnTo>
                      <a:pt x="137" y="767"/>
                    </a:lnTo>
                    <a:lnTo>
                      <a:pt x="101" y="760"/>
                    </a:lnTo>
                    <a:lnTo>
                      <a:pt x="70" y="751"/>
                    </a:lnTo>
                    <a:lnTo>
                      <a:pt x="44" y="739"/>
                    </a:lnTo>
                    <a:lnTo>
                      <a:pt x="24" y="723"/>
                    </a:lnTo>
                    <a:lnTo>
                      <a:pt x="11" y="705"/>
                    </a:lnTo>
                    <a:lnTo>
                      <a:pt x="3" y="684"/>
                    </a:lnTo>
                    <a:lnTo>
                      <a:pt x="0" y="660"/>
                    </a:lnTo>
                    <a:lnTo>
                      <a:pt x="0" y="557"/>
                    </a:lnTo>
                    <a:lnTo>
                      <a:pt x="140" y="557"/>
                    </a:lnTo>
                    <a:lnTo>
                      <a:pt x="140" y="656"/>
                    </a:lnTo>
                    <a:lnTo>
                      <a:pt x="141" y="673"/>
                    </a:lnTo>
                    <a:lnTo>
                      <a:pt x="149" y="687"/>
                    </a:lnTo>
                    <a:lnTo>
                      <a:pt x="161" y="697"/>
                    </a:lnTo>
                    <a:lnTo>
                      <a:pt x="177" y="705"/>
                    </a:lnTo>
                    <a:lnTo>
                      <a:pt x="200" y="711"/>
                    </a:lnTo>
                    <a:lnTo>
                      <a:pt x="228" y="712"/>
                    </a:lnTo>
                    <a:lnTo>
                      <a:pt x="254" y="711"/>
                    </a:lnTo>
                    <a:lnTo>
                      <a:pt x="275" y="705"/>
                    </a:lnTo>
                    <a:lnTo>
                      <a:pt x="291" y="697"/>
                    </a:lnTo>
                    <a:lnTo>
                      <a:pt x="303" y="687"/>
                    </a:lnTo>
                    <a:lnTo>
                      <a:pt x="310" y="673"/>
                    </a:lnTo>
                    <a:lnTo>
                      <a:pt x="311" y="656"/>
                    </a:lnTo>
                    <a:lnTo>
                      <a:pt x="311" y="550"/>
                    </a:lnTo>
                    <a:lnTo>
                      <a:pt x="310" y="531"/>
                    </a:lnTo>
                    <a:lnTo>
                      <a:pt x="303" y="514"/>
                    </a:lnTo>
                    <a:lnTo>
                      <a:pt x="290" y="496"/>
                    </a:lnTo>
                    <a:lnTo>
                      <a:pt x="272" y="478"/>
                    </a:lnTo>
                    <a:lnTo>
                      <a:pt x="67" y="300"/>
                    </a:lnTo>
                    <a:lnTo>
                      <a:pt x="47" y="281"/>
                    </a:lnTo>
                    <a:lnTo>
                      <a:pt x="31" y="262"/>
                    </a:lnTo>
                    <a:lnTo>
                      <a:pt x="19" y="245"/>
                    </a:lnTo>
                    <a:lnTo>
                      <a:pt x="11" y="225"/>
                    </a:lnTo>
                    <a:lnTo>
                      <a:pt x="8" y="203"/>
                    </a:lnTo>
                    <a:lnTo>
                      <a:pt x="8" y="111"/>
                    </a:lnTo>
                    <a:lnTo>
                      <a:pt x="11" y="88"/>
                    </a:lnTo>
                    <a:lnTo>
                      <a:pt x="20" y="67"/>
                    </a:lnTo>
                    <a:lnTo>
                      <a:pt x="34" y="49"/>
                    </a:lnTo>
                    <a:lnTo>
                      <a:pt x="54" y="35"/>
                    </a:lnTo>
                    <a:lnTo>
                      <a:pt x="78" y="22"/>
                    </a:lnTo>
                    <a:lnTo>
                      <a:pt x="109" y="12"/>
                    </a:lnTo>
                    <a:lnTo>
                      <a:pt x="144" y="5"/>
                    </a:lnTo>
                    <a:lnTo>
                      <a:pt x="182" y="1"/>
                    </a:lnTo>
                    <a:lnTo>
                      <a:pt x="22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 name="Freeform 7">
                <a:extLst>
                  <a:ext uri="{FF2B5EF4-FFF2-40B4-BE49-F238E27FC236}">
                    <a16:creationId xmlns:a16="http://schemas.microsoft.com/office/drawing/2014/main" id="{BDE6EBEF-C061-4AAF-BFCE-8B08D8214DE6}"/>
                  </a:ext>
                </a:extLst>
              </p:cNvPr>
              <p:cNvSpPr>
                <a:spLocks noEditPoints="1"/>
              </p:cNvSpPr>
              <p:nvPr/>
            </p:nvSpPr>
            <p:spPr bwMode="auto">
              <a:xfrm>
                <a:off x="2282826" y="5000626"/>
                <a:ext cx="387350" cy="611188"/>
              </a:xfrm>
              <a:custGeom>
                <a:avLst/>
                <a:gdLst>
                  <a:gd name="T0" fmla="*/ 213 w 489"/>
                  <a:gd name="T1" fmla="*/ 61 h 772"/>
                  <a:gd name="T2" fmla="*/ 172 w 489"/>
                  <a:gd name="T3" fmla="*/ 71 h 772"/>
                  <a:gd name="T4" fmla="*/ 149 w 489"/>
                  <a:gd name="T5" fmla="*/ 90 h 772"/>
                  <a:gd name="T6" fmla="*/ 140 w 489"/>
                  <a:gd name="T7" fmla="*/ 116 h 772"/>
                  <a:gd name="T8" fmla="*/ 138 w 489"/>
                  <a:gd name="T9" fmla="*/ 642 h 772"/>
                  <a:gd name="T10" fmla="*/ 142 w 489"/>
                  <a:gd name="T11" fmla="*/ 670 h 772"/>
                  <a:gd name="T12" fmla="*/ 158 w 489"/>
                  <a:gd name="T13" fmla="*/ 693 h 772"/>
                  <a:gd name="T14" fmla="*/ 191 w 489"/>
                  <a:gd name="T15" fmla="*/ 707 h 772"/>
                  <a:gd name="T16" fmla="*/ 244 w 489"/>
                  <a:gd name="T17" fmla="*/ 713 h 772"/>
                  <a:gd name="T18" fmla="*/ 298 w 489"/>
                  <a:gd name="T19" fmla="*/ 707 h 772"/>
                  <a:gd name="T20" fmla="*/ 330 w 489"/>
                  <a:gd name="T21" fmla="*/ 693 h 772"/>
                  <a:gd name="T22" fmla="*/ 345 w 489"/>
                  <a:gd name="T23" fmla="*/ 670 h 772"/>
                  <a:gd name="T24" fmla="*/ 349 w 489"/>
                  <a:gd name="T25" fmla="*/ 642 h 772"/>
                  <a:gd name="T26" fmla="*/ 349 w 489"/>
                  <a:gd name="T27" fmla="*/ 116 h 772"/>
                  <a:gd name="T28" fmla="*/ 340 w 489"/>
                  <a:gd name="T29" fmla="*/ 90 h 772"/>
                  <a:gd name="T30" fmla="*/ 317 w 489"/>
                  <a:gd name="T31" fmla="*/ 71 h 772"/>
                  <a:gd name="T32" fmla="*/ 274 w 489"/>
                  <a:gd name="T33" fmla="*/ 61 h 772"/>
                  <a:gd name="T34" fmla="*/ 244 w 489"/>
                  <a:gd name="T35" fmla="*/ 0 h 772"/>
                  <a:gd name="T36" fmla="*/ 334 w 489"/>
                  <a:gd name="T37" fmla="*/ 6 h 772"/>
                  <a:gd name="T38" fmla="*/ 400 w 489"/>
                  <a:gd name="T39" fmla="*/ 20 h 772"/>
                  <a:gd name="T40" fmla="*/ 446 w 489"/>
                  <a:gd name="T41" fmla="*/ 43 h 772"/>
                  <a:gd name="T42" fmla="*/ 474 w 489"/>
                  <a:gd name="T43" fmla="*/ 73 h 772"/>
                  <a:gd name="T44" fmla="*/ 487 w 489"/>
                  <a:gd name="T45" fmla="*/ 109 h 772"/>
                  <a:gd name="T46" fmla="*/ 489 w 489"/>
                  <a:gd name="T47" fmla="*/ 643 h 772"/>
                  <a:gd name="T48" fmla="*/ 482 w 489"/>
                  <a:gd name="T49" fmla="*/ 682 h 772"/>
                  <a:gd name="T50" fmla="*/ 462 w 489"/>
                  <a:gd name="T51" fmla="*/ 715 h 772"/>
                  <a:gd name="T52" fmla="*/ 425 w 489"/>
                  <a:gd name="T53" fmla="*/ 742 h 772"/>
                  <a:gd name="T54" fmla="*/ 369 w 489"/>
                  <a:gd name="T55" fmla="*/ 761 h 772"/>
                  <a:gd name="T56" fmla="*/ 291 w 489"/>
                  <a:gd name="T57" fmla="*/ 770 h 772"/>
                  <a:gd name="T58" fmla="*/ 196 w 489"/>
                  <a:gd name="T59" fmla="*/ 770 h 772"/>
                  <a:gd name="T60" fmla="*/ 118 w 489"/>
                  <a:gd name="T61" fmla="*/ 761 h 772"/>
                  <a:gd name="T62" fmla="*/ 62 w 489"/>
                  <a:gd name="T63" fmla="*/ 742 h 772"/>
                  <a:gd name="T64" fmla="*/ 26 w 489"/>
                  <a:gd name="T65" fmla="*/ 715 h 772"/>
                  <a:gd name="T66" fmla="*/ 5 w 489"/>
                  <a:gd name="T67" fmla="*/ 682 h 772"/>
                  <a:gd name="T68" fmla="*/ 0 w 489"/>
                  <a:gd name="T69" fmla="*/ 643 h 772"/>
                  <a:gd name="T70" fmla="*/ 1 w 489"/>
                  <a:gd name="T71" fmla="*/ 109 h 772"/>
                  <a:gd name="T72" fmla="*/ 14 w 489"/>
                  <a:gd name="T73" fmla="*/ 73 h 772"/>
                  <a:gd name="T74" fmla="*/ 42 w 489"/>
                  <a:gd name="T75" fmla="*/ 43 h 772"/>
                  <a:gd name="T76" fmla="*/ 87 w 489"/>
                  <a:gd name="T77" fmla="*/ 20 h 772"/>
                  <a:gd name="T78" fmla="*/ 154 w 489"/>
                  <a:gd name="T79" fmla="*/ 6 h 772"/>
                  <a:gd name="T80" fmla="*/ 244 w 489"/>
                  <a:gd name="T81" fmla="*/ 0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89" h="772">
                    <a:moveTo>
                      <a:pt x="244" y="59"/>
                    </a:moveTo>
                    <a:lnTo>
                      <a:pt x="213" y="61"/>
                    </a:lnTo>
                    <a:lnTo>
                      <a:pt x="191" y="65"/>
                    </a:lnTo>
                    <a:lnTo>
                      <a:pt x="172" y="71"/>
                    </a:lnTo>
                    <a:lnTo>
                      <a:pt x="158" y="79"/>
                    </a:lnTo>
                    <a:lnTo>
                      <a:pt x="149" y="90"/>
                    </a:lnTo>
                    <a:lnTo>
                      <a:pt x="142" y="102"/>
                    </a:lnTo>
                    <a:lnTo>
                      <a:pt x="140" y="116"/>
                    </a:lnTo>
                    <a:lnTo>
                      <a:pt x="138" y="130"/>
                    </a:lnTo>
                    <a:lnTo>
                      <a:pt x="138" y="642"/>
                    </a:lnTo>
                    <a:lnTo>
                      <a:pt x="140" y="656"/>
                    </a:lnTo>
                    <a:lnTo>
                      <a:pt x="142" y="670"/>
                    </a:lnTo>
                    <a:lnTo>
                      <a:pt x="149" y="683"/>
                    </a:lnTo>
                    <a:lnTo>
                      <a:pt x="158" y="693"/>
                    </a:lnTo>
                    <a:lnTo>
                      <a:pt x="172" y="702"/>
                    </a:lnTo>
                    <a:lnTo>
                      <a:pt x="191" y="707"/>
                    </a:lnTo>
                    <a:lnTo>
                      <a:pt x="213" y="711"/>
                    </a:lnTo>
                    <a:lnTo>
                      <a:pt x="244" y="713"/>
                    </a:lnTo>
                    <a:lnTo>
                      <a:pt x="274" y="711"/>
                    </a:lnTo>
                    <a:lnTo>
                      <a:pt x="298" y="707"/>
                    </a:lnTo>
                    <a:lnTo>
                      <a:pt x="317" y="702"/>
                    </a:lnTo>
                    <a:lnTo>
                      <a:pt x="330" y="693"/>
                    </a:lnTo>
                    <a:lnTo>
                      <a:pt x="340" y="683"/>
                    </a:lnTo>
                    <a:lnTo>
                      <a:pt x="345" y="670"/>
                    </a:lnTo>
                    <a:lnTo>
                      <a:pt x="349" y="656"/>
                    </a:lnTo>
                    <a:lnTo>
                      <a:pt x="349" y="642"/>
                    </a:lnTo>
                    <a:lnTo>
                      <a:pt x="349" y="130"/>
                    </a:lnTo>
                    <a:lnTo>
                      <a:pt x="349" y="116"/>
                    </a:lnTo>
                    <a:lnTo>
                      <a:pt x="345" y="102"/>
                    </a:lnTo>
                    <a:lnTo>
                      <a:pt x="340" y="90"/>
                    </a:lnTo>
                    <a:lnTo>
                      <a:pt x="330" y="79"/>
                    </a:lnTo>
                    <a:lnTo>
                      <a:pt x="317" y="71"/>
                    </a:lnTo>
                    <a:lnTo>
                      <a:pt x="298" y="65"/>
                    </a:lnTo>
                    <a:lnTo>
                      <a:pt x="274" y="61"/>
                    </a:lnTo>
                    <a:lnTo>
                      <a:pt x="244" y="59"/>
                    </a:lnTo>
                    <a:close/>
                    <a:moveTo>
                      <a:pt x="244" y="0"/>
                    </a:moveTo>
                    <a:lnTo>
                      <a:pt x="291" y="2"/>
                    </a:lnTo>
                    <a:lnTo>
                      <a:pt x="334" y="6"/>
                    </a:lnTo>
                    <a:lnTo>
                      <a:pt x="369" y="11"/>
                    </a:lnTo>
                    <a:lnTo>
                      <a:pt x="400" y="20"/>
                    </a:lnTo>
                    <a:lnTo>
                      <a:pt x="425" y="31"/>
                    </a:lnTo>
                    <a:lnTo>
                      <a:pt x="446" y="43"/>
                    </a:lnTo>
                    <a:lnTo>
                      <a:pt x="462" y="57"/>
                    </a:lnTo>
                    <a:lnTo>
                      <a:pt x="474" y="73"/>
                    </a:lnTo>
                    <a:lnTo>
                      <a:pt x="482" y="90"/>
                    </a:lnTo>
                    <a:lnTo>
                      <a:pt x="487" y="109"/>
                    </a:lnTo>
                    <a:lnTo>
                      <a:pt x="489" y="129"/>
                    </a:lnTo>
                    <a:lnTo>
                      <a:pt x="489" y="643"/>
                    </a:lnTo>
                    <a:lnTo>
                      <a:pt x="487" y="663"/>
                    </a:lnTo>
                    <a:lnTo>
                      <a:pt x="482" y="682"/>
                    </a:lnTo>
                    <a:lnTo>
                      <a:pt x="474" y="699"/>
                    </a:lnTo>
                    <a:lnTo>
                      <a:pt x="462" y="715"/>
                    </a:lnTo>
                    <a:lnTo>
                      <a:pt x="446" y="729"/>
                    </a:lnTo>
                    <a:lnTo>
                      <a:pt x="425" y="742"/>
                    </a:lnTo>
                    <a:lnTo>
                      <a:pt x="400" y="753"/>
                    </a:lnTo>
                    <a:lnTo>
                      <a:pt x="369" y="761"/>
                    </a:lnTo>
                    <a:lnTo>
                      <a:pt x="334" y="766"/>
                    </a:lnTo>
                    <a:lnTo>
                      <a:pt x="291" y="770"/>
                    </a:lnTo>
                    <a:lnTo>
                      <a:pt x="244" y="772"/>
                    </a:lnTo>
                    <a:lnTo>
                      <a:pt x="196" y="770"/>
                    </a:lnTo>
                    <a:lnTo>
                      <a:pt x="154" y="766"/>
                    </a:lnTo>
                    <a:lnTo>
                      <a:pt x="118" y="761"/>
                    </a:lnTo>
                    <a:lnTo>
                      <a:pt x="87" y="753"/>
                    </a:lnTo>
                    <a:lnTo>
                      <a:pt x="62" y="742"/>
                    </a:lnTo>
                    <a:lnTo>
                      <a:pt x="42" y="729"/>
                    </a:lnTo>
                    <a:lnTo>
                      <a:pt x="26" y="715"/>
                    </a:lnTo>
                    <a:lnTo>
                      <a:pt x="14" y="699"/>
                    </a:lnTo>
                    <a:lnTo>
                      <a:pt x="5" y="682"/>
                    </a:lnTo>
                    <a:lnTo>
                      <a:pt x="1" y="663"/>
                    </a:lnTo>
                    <a:lnTo>
                      <a:pt x="0" y="643"/>
                    </a:lnTo>
                    <a:lnTo>
                      <a:pt x="0" y="129"/>
                    </a:lnTo>
                    <a:lnTo>
                      <a:pt x="1" y="109"/>
                    </a:lnTo>
                    <a:lnTo>
                      <a:pt x="5" y="90"/>
                    </a:lnTo>
                    <a:lnTo>
                      <a:pt x="14" y="73"/>
                    </a:lnTo>
                    <a:lnTo>
                      <a:pt x="26" y="57"/>
                    </a:lnTo>
                    <a:lnTo>
                      <a:pt x="42" y="43"/>
                    </a:lnTo>
                    <a:lnTo>
                      <a:pt x="62" y="31"/>
                    </a:lnTo>
                    <a:lnTo>
                      <a:pt x="87" y="20"/>
                    </a:lnTo>
                    <a:lnTo>
                      <a:pt x="118" y="11"/>
                    </a:lnTo>
                    <a:lnTo>
                      <a:pt x="154" y="6"/>
                    </a:lnTo>
                    <a:lnTo>
                      <a:pt x="196" y="2"/>
                    </a:lnTo>
                    <a:lnTo>
                      <a:pt x="24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 name="Freeform 8">
                <a:extLst>
                  <a:ext uri="{FF2B5EF4-FFF2-40B4-BE49-F238E27FC236}">
                    <a16:creationId xmlns:a16="http://schemas.microsoft.com/office/drawing/2014/main" id="{89D18DE9-FB38-44E3-9753-8DBB95A05D2A}"/>
                  </a:ext>
                </a:extLst>
              </p:cNvPr>
              <p:cNvSpPr>
                <a:spLocks noEditPoints="1"/>
              </p:cNvSpPr>
              <p:nvPr/>
            </p:nvSpPr>
            <p:spPr bwMode="auto">
              <a:xfrm>
                <a:off x="2730501" y="5005388"/>
                <a:ext cx="360363" cy="603250"/>
              </a:xfrm>
              <a:custGeom>
                <a:avLst/>
                <a:gdLst>
                  <a:gd name="T0" fmla="*/ 140 w 454"/>
                  <a:gd name="T1" fmla="*/ 59 h 759"/>
                  <a:gd name="T2" fmla="*/ 140 w 454"/>
                  <a:gd name="T3" fmla="*/ 358 h 759"/>
                  <a:gd name="T4" fmla="*/ 207 w 454"/>
                  <a:gd name="T5" fmla="*/ 358 h 759"/>
                  <a:gd name="T6" fmla="*/ 232 w 454"/>
                  <a:gd name="T7" fmla="*/ 358 h 759"/>
                  <a:gd name="T8" fmla="*/ 255 w 454"/>
                  <a:gd name="T9" fmla="*/ 355 h 759"/>
                  <a:gd name="T10" fmla="*/ 275 w 454"/>
                  <a:gd name="T11" fmla="*/ 352 h 759"/>
                  <a:gd name="T12" fmla="*/ 291 w 454"/>
                  <a:gd name="T13" fmla="*/ 346 h 759"/>
                  <a:gd name="T14" fmla="*/ 303 w 454"/>
                  <a:gd name="T15" fmla="*/ 337 h 759"/>
                  <a:gd name="T16" fmla="*/ 311 w 454"/>
                  <a:gd name="T17" fmla="*/ 325 h 759"/>
                  <a:gd name="T18" fmla="*/ 314 w 454"/>
                  <a:gd name="T19" fmla="*/ 311 h 759"/>
                  <a:gd name="T20" fmla="*/ 314 w 454"/>
                  <a:gd name="T21" fmla="*/ 106 h 759"/>
                  <a:gd name="T22" fmla="*/ 311 w 454"/>
                  <a:gd name="T23" fmla="*/ 91 h 759"/>
                  <a:gd name="T24" fmla="*/ 303 w 454"/>
                  <a:gd name="T25" fmla="*/ 79 h 759"/>
                  <a:gd name="T26" fmla="*/ 291 w 454"/>
                  <a:gd name="T27" fmla="*/ 71 h 759"/>
                  <a:gd name="T28" fmla="*/ 275 w 454"/>
                  <a:gd name="T29" fmla="*/ 64 h 759"/>
                  <a:gd name="T30" fmla="*/ 255 w 454"/>
                  <a:gd name="T31" fmla="*/ 62 h 759"/>
                  <a:gd name="T32" fmla="*/ 232 w 454"/>
                  <a:gd name="T33" fmla="*/ 59 h 759"/>
                  <a:gd name="T34" fmla="*/ 207 w 454"/>
                  <a:gd name="T35" fmla="*/ 59 h 759"/>
                  <a:gd name="T36" fmla="*/ 140 w 454"/>
                  <a:gd name="T37" fmla="*/ 59 h 759"/>
                  <a:gd name="T38" fmla="*/ 0 w 454"/>
                  <a:gd name="T39" fmla="*/ 0 h 759"/>
                  <a:gd name="T40" fmla="*/ 221 w 454"/>
                  <a:gd name="T41" fmla="*/ 0 h 759"/>
                  <a:gd name="T42" fmla="*/ 271 w 454"/>
                  <a:gd name="T43" fmla="*/ 0 h 759"/>
                  <a:gd name="T44" fmla="*/ 314 w 454"/>
                  <a:gd name="T45" fmla="*/ 4 h 759"/>
                  <a:gd name="T46" fmla="*/ 350 w 454"/>
                  <a:gd name="T47" fmla="*/ 8 h 759"/>
                  <a:gd name="T48" fmla="*/ 380 w 454"/>
                  <a:gd name="T49" fmla="*/ 16 h 759"/>
                  <a:gd name="T50" fmla="*/ 404 w 454"/>
                  <a:gd name="T51" fmla="*/ 26 h 759"/>
                  <a:gd name="T52" fmla="*/ 423 w 454"/>
                  <a:gd name="T53" fmla="*/ 38 h 759"/>
                  <a:gd name="T54" fmla="*/ 437 w 454"/>
                  <a:gd name="T55" fmla="*/ 52 h 759"/>
                  <a:gd name="T56" fmla="*/ 447 w 454"/>
                  <a:gd name="T57" fmla="*/ 70 h 759"/>
                  <a:gd name="T58" fmla="*/ 452 w 454"/>
                  <a:gd name="T59" fmla="*/ 91 h 759"/>
                  <a:gd name="T60" fmla="*/ 454 w 454"/>
                  <a:gd name="T61" fmla="*/ 115 h 759"/>
                  <a:gd name="T62" fmla="*/ 454 w 454"/>
                  <a:gd name="T63" fmla="*/ 301 h 759"/>
                  <a:gd name="T64" fmla="*/ 451 w 454"/>
                  <a:gd name="T65" fmla="*/ 325 h 759"/>
                  <a:gd name="T66" fmla="*/ 447 w 454"/>
                  <a:gd name="T67" fmla="*/ 347 h 759"/>
                  <a:gd name="T68" fmla="*/ 437 w 454"/>
                  <a:gd name="T69" fmla="*/ 364 h 759"/>
                  <a:gd name="T70" fmla="*/ 423 w 454"/>
                  <a:gd name="T71" fmla="*/ 379 h 759"/>
                  <a:gd name="T72" fmla="*/ 404 w 454"/>
                  <a:gd name="T73" fmla="*/ 391 h 759"/>
                  <a:gd name="T74" fmla="*/ 380 w 454"/>
                  <a:gd name="T75" fmla="*/ 402 h 759"/>
                  <a:gd name="T76" fmla="*/ 350 w 454"/>
                  <a:gd name="T77" fmla="*/ 408 h 759"/>
                  <a:gd name="T78" fmla="*/ 314 w 454"/>
                  <a:gd name="T79" fmla="*/ 414 h 759"/>
                  <a:gd name="T80" fmla="*/ 271 w 454"/>
                  <a:gd name="T81" fmla="*/ 416 h 759"/>
                  <a:gd name="T82" fmla="*/ 221 w 454"/>
                  <a:gd name="T83" fmla="*/ 416 h 759"/>
                  <a:gd name="T84" fmla="*/ 140 w 454"/>
                  <a:gd name="T85" fmla="*/ 416 h 759"/>
                  <a:gd name="T86" fmla="*/ 140 w 454"/>
                  <a:gd name="T87" fmla="*/ 759 h 759"/>
                  <a:gd name="T88" fmla="*/ 0 w 454"/>
                  <a:gd name="T89" fmla="*/ 759 h 759"/>
                  <a:gd name="T90" fmla="*/ 0 w 454"/>
                  <a:gd name="T91" fmla="*/ 0 h 7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4" h="759">
                    <a:moveTo>
                      <a:pt x="140" y="59"/>
                    </a:moveTo>
                    <a:lnTo>
                      <a:pt x="140" y="358"/>
                    </a:lnTo>
                    <a:lnTo>
                      <a:pt x="207" y="358"/>
                    </a:lnTo>
                    <a:lnTo>
                      <a:pt x="232" y="358"/>
                    </a:lnTo>
                    <a:lnTo>
                      <a:pt x="255" y="355"/>
                    </a:lnTo>
                    <a:lnTo>
                      <a:pt x="275" y="352"/>
                    </a:lnTo>
                    <a:lnTo>
                      <a:pt x="291" y="346"/>
                    </a:lnTo>
                    <a:lnTo>
                      <a:pt x="303" y="337"/>
                    </a:lnTo>
                    <a:lnTo>
                      <a:pt x="311" y="325"/>
                    </a:lnTo>
                    <a:lnTo>
                      <a:pt x="314" y="311"/>
                    </a:lnTo>
                    <a:lnTo>
                      <a:pt x="314" y="106"/>
                    </a:lnTo>
                    <a:lnTo>
                      <a:pt x="311" y="91"/>
                    </a:lnTo>
                    <a:lnTo>
                      <a:pt x="303" y="79"/>
                    </a:lnTo>
                    <a:lnTo>
                      <a:pt x="291" y="71"/>
                    </a:lnTo>
                    <a:lnTo>
                      <a:pt x="275" y="64"/>
                    </a:lnTo>
                    <a:lnTo>
                      <a:pt x="255" y="62"/>
                    </a:lnTo>
                    <a:lnTo>
                      <a:pt x="232" y="59"/>
                    </a:lnTo>
                    <a:lnTo>
                      <a:pt x="207" y="59"/>
                    </a:lnTo>
                    <a:lnTo>
                      <a:pt x="140" y="59"/>
                    </a:lnTo>
                    <a:close/>
                    <a:moveTo>
                      <a:pt x="0" y="0"/>
                    </a:moveTo>
                    <a:lnTo>
                      <a:pt x="221" y="0"/>
                    </a:lnTo>
                    <a:lnTo>
                      <a:pt x="271" y="0"/>
                    </a:lnTo>
                    <a:lnTo>
                      <a:pt x="314" y="4"/>
                    </a:lnTo>
                    <a:lnTo>
                      <a:pt x="350" y="8"/>
                    </a:lnTo>
                    <a:lnTo>
                      <a:pt x="380" y="16"/>
                    </a:lnTo>
                    <a:lnTo>
                      <a:pt x="404" y="26"/>
                    </a:lnTo>
                    <a:lnTo>
                      <a:pt x="423" y="38"/>
                    </a:lnTo>
                    <a:lnTo>
                      <a:pt x="437" y="52"/>
                    </a:lnTo>
                    <a:lnTo>
                      <a:pt x="447" y="70"/>
                    </a:lnTo>
                    <a:lnTo>
                      <a:pt x="452" y="91"/>
                    </a:lnTo>
                    <a:lnTo>
                      <a:pt x="454" y="115"/>
                    </a:lnTo>
                    <a:lnTo>
                      <a:pt x="454" y="301"/>
                    </a:lnTo>
                    <a:lnTo>
                      <a:pt x="451" y="325"/>
                    </a:lnTo>
                    <a:lnTo>
                      <a:pt x="447" y="347"/>
                    </a:lnTo>
                    <a:lnTo>
                      <a:pt x="437" y="364"/>
                    </a:lnTo>
                    <a:lnTo>
                      <a:pt x="423" y="379"/>
                    </a:lnTo>
                    <a:lnTo>
                      <a:pt x="404" y="391"/>
                    </a:lnTo>
                    <a:lnTo>
                      <a:pt x="380" y="402"/>
                    </a:lnTo>
                    <a:lnTo>
                      <a:pt x="350" y="408"/>
                    </a:lnTo>
                    <a:lnTo>
                      <a:pt x="314" y="414"/>
                    </a:lnTo>
                    <a:lnTo>
                      <a:pt x="271" y="416"/>
                    </a:lnTo>
                    <a:lnTo>
                      <a:pt x="221" y="416"/>
                    </a:lnTo>
                    <a:lnTo>
                      <a:pt x="140" y="416"/>
                    </a:lnTo>
                    <a:lnTo>
                      <a:pt x="140" y="759"/>
                    </a:lnTo>
                    <a:lnTo>
                      <a:pt x="0" y="75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 name="Freeform 9">
                <a:extLst>
                  <a:ext uri="{FF2B5EF4-FFF2-40B4-BE49-F238E27FC236}">
                    <a16:creationId xmlns:a16="http://schemas.microsoft.com/office/drawing/2014/main" id="{8D961941-D9DC-44B7-B4B1-7160F7B31104}"/>
                  </a:ext>
                </a:extLst>
              </p:cNvPr>
              <p:cNvSpPr>
                <a:spLocks/>
              </p:cNvSpPr>
              <p:nvPr/>
            </p:nvSpPr>
            <p:spPr bwMode="auto">
              <a:xfrm>
                <a:off x="3121026" y="5000626"/>
                <a:ext cx="358775" cy="611188"/>
              </a:xfrm>
              <a:custGeom>
                <a:avLst/>
                <a:gdLst>
                  <a:gd name="T0" fmla="*/ 277 w 451"/>
                  <a:gd name="T1" fmla="*/ 2 h 772"/>
                  <a:gd name="T2" fmla="*/ 355 w 451"/>
                  <a:gd name="T3" fmla="*/ 12 h 772"/>
                  <a:gd name="T4" fmla="*/ 407 w 451"/>
                  <a:gd name="T5" fmla="*/ 34 h 772"/>
                  <a:gd name="T6" fmla="*/ 438 w 451"/>
                  <a:gd name="T7" fmla="*/ 65 h 772"/>
                  <a:gd name="T8" fmla="*/ 447 w 451"/>
                  <a:gd name="T9" fmla="*/ 106 h 772"/>
                  <a:gd name="T10" fmla="*/ 309 w 451"/>
                  <a:gd name="T11" fmla="*/ 204 h 772"/>
                  <a:gd name="T12" fmla="*/ 308 w 451"/>
                  <a:gd name="T13" fmla="*/ 98 h 772"/>
                  <a:gd name="T14" fmla="*/ 297 w 451"/>
                  <a:gd name="T15" fmla="*/ 78 h 772"/>
                  <a:gd name="T16" fmla="*/ 273 w 451"/>
                  <a:gd name="T17" fmla="*/ 65 h 772"/>
                  <a:gd name="T18" fmla="*/ 229 w 451"/>
                  <a:gd name="T19" fmla="*/ 59 h 772"/>
                  <a:gd name="T20" fmla="*/ 184 w 451"/>
                  <a:gd name="T21" fmla="*/ 65 h 772"/>
                  <a:gd name="T22" fmla="*/ 159 w 451"/>
                  <a:gd name="T23" fmla="*/ 78 h 772"/>
                  <a:gd name="T24" fmla="*/ 149 w 451"/>
                  <a:gd name="T25" fmla="*/ 98 h 772"/>
                  <a:gd name="T26" fmla="*/ 148 w 451"/>
                  <a:gd name="T27" fmla="*/ 191 h 772"/>
                  <a:gd name="T28" fmla="*/ 155 w 451"/>
                  <a:gd name="T29" fmla="*/ 227 h 772"/>
                  <a:gd name="T30" fmla="*/ 180 w 451"/>
                  <a:gd name="T31" fmla="*/ 259 h 772"/>
                  <a:gd name="T32" fmla="*/ 422 w 451"/>
                  <a:gd name="T33" fmla="*/ 469 h 772"/>
                  <a:gd name="T34" fmla="*/ 449 w 451"/>
                  <a:gd name="T35" fmla="*/ 516 h 772"/>
                  <a:gd name="T36" fmla="*/ 451 w 451"/>
                  <a:gd name="T37" fmla="*/ 660 h 772"/>
                  <a:gd name="T38" fmla="*/ 439 w 451"/>
                  <a:gd name="T39" fmla="*/ 703 h 772"/>
                  <a:gd name="T40" fmla="*/ 404 w 451"/>
                  <a:gd name="T41" fmla="*/ 737 h 772"/>
                  <a:gd name="T42" fmla="*/ 348 w 451"/>
                  <a:gd name="T43" fmla="*/ 760 h 772"/>
                  <a:gd name="T44" fmla="*/ 273 w 451"/>
                  <a:gd name="T45" fmla="*/ 770 h 772"/>
                  <a:gd name="T46" fmla="*/ 180 w 451"/>
                  <a:gd name="T47" fmla="*/ 770 h 772"/>
                  <a:gd name="T48" fmla="*/ 101 w 451"/>
                  <a:gd name="T49" fmla="*/ 760 h 772"/>
                  <a:gd name="T50" fmla="*/ 45 w 451"/>
                  <a:gd name="T51" fmla="*/ 738 h 772"/>
                  <a:gd name="T52" fmla="*/ 11 w 451"/>
                  <a:gd name="T53" fmla="*/ 706 h 772"/>
                  <a:gd name="T54" fmla="*/ 0 w 451"/>
                  <a:gd name="T55" fmla="*/ 660 h 772"/>
                  <a:gd name="T56" fmla="*/ 140 w 451"/>
                  <a:gd name="T57" fmla="*/ 556 h 772"/>
                  <a:gd name="T58" fmla="*/ 143 w 451"/>
                  <a:gd name="T59" fmla="*/ 672 h 772"/>
                  <a:gd name="T60" fmla="*/ 161 w 451"/>
                  <a:gd name="T61" fmla="*/ 698 h 772"/>
                  <a:gd name="T62" fmla="*/ 200 w 451"/>
                  <a:gd name="T63" fmla="*/ 711 h 772"/>
                  <a:gd name="T64" fmla="*/ 254 w 451"/>
                  <a:gd name="T65" fmla="*/ 711 h 772"/>
                  <a:gd name="T66" fmla="*/ 292 w 451"/>
                  <a:gd name="T67" fmla="*/ 698 h 772"/>
                  <a:gd name="T68" fmla="*/ 310 w 451"/>
                  <a:gd name="T69" fmla="*/ 672 h 772"/>
                  <a:gd name="T70" fmla="*/ 313 w 451"/>
                  <a:gd name="T71" fmla="*/ 551 h 772"/>
                  <a:gd name="T72" fmla="*/ 304 w 451"/>
                  <a:gd name="T73" fmla="*/ 513 h 772"/>
                  <a:gd name="T74" fmla="*/ 273 w 451"/>
                  <a:gd name="T75" fmla="*/ 477 h 772"/>
                  <a:gd name="T76" fmla="*/ 47 w 451"/>
                  <a:gd name="T77" fmla="*/ 282 h 772"/>
                  <a:gd name="T78" fmla="*/ 19 w 451"/>
                  <a:gd name="T79" fmla="*/ 244 h 772"/>
                  <a:gd name="T80" fmla="*/ 10 w 451"/>
                  <a:gd name="T81" fmla="*/ 204 h 772"/>
                  <a:gd name="T82" fmla="*/ 13 w 451"/>
                  <a:gd name="T83" fmla="*/ 89 h 772"/>
                  <a:gd name="T84" fmla="*/ 35 w 451"/>
                  <a:gd name="T85" fmla="*/ 50 h 772"/>
                  <a:gd name="T86" fmla="*/ 78 w 451"/>
                  <a:gd name="T87" fmla="*/ 22 h 772"/>
                  <a:gd name="T88" fmla="*/ 144 w 451"/>
                  <a:gd name="T89" fmla="*/ 6 h 772"/>
                  <a:gd name="T90" fmla="*/ 229 w 451"/>
                  <a:gd name="T91" fmla="*/ 0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1" h="772">
                    <a:moveTo>
                      <a:pt x="229" y="0"/>
                    </a:moveTo>
                    <a:lnTo>
                      <a:pt x="277" y="2"/>
                    </a:lnTo>
                    <a:lnTo>
                      <a:pt x="318" y="6"/>
                    </a:lnTo>
                    <a:lnTo>
                      <a:pt x="355" y="12"/>
                    </a:lnTo>
                    <a:lnTo>
                      <a:pt x="384" y="22"/>
                    </a:lnTo>
                    <a:lnTo>
                      <a:pt x="407" y="34"/>
                    </a:lnTo>
                    <a:lnTo>
                      <a:pt x="426" y="49"/>
                    </a:lnTo>
                    <a:lnTo>
                      <a:pt x="438" y="65"/>
                    </a:lnTo>
                    <a:lnTo>
                      <a:pt x="445" y="85"/>
                    </a:lnTo>
                    <a:lnTo>
                      <a:pt x="447" y="106"/>
                    </a:lnTo>
                    <a:lnTo>
                      <a:pt x="447" y="204"/>
                    </a:lnTo>
                    <a:lnTo>
                      <a:pt x="309" y="204"/>
                    </a:lnTo>
                    <a:lnTo>
                      <a:pt x="309" y="110"/>
                    </a:lnTo>
                    <a:lnTo>
                      <a:pt x="308" y="98"/>
                    </a:lnTo>
                    <a:lnTo>
                      <a:pt x="304" y="87"/>
                    </a:lnTo>
                    <a:lnTo>
                      <a:pt x="297" y="78"/>
                    </a:lnTo>
                    <a:lnTo>
                      <a:pt x="288" y="70"/>
                    </a:lnTo>
                    <a:lnTo>
                      <a:pt x="273" y="65"/>
                    </a:lnTo>
                    <a:lnTo>
                      <a:pt x="254" y="61"/>
                    </a:lnTo>
                    <a:lnTo>
                      <a:pt x="229" y="59"/>
                    </a:lnTo>
                    <a:lnTo>
                      <a:pt x="203" y="61"/>
                    </a:lnTo>
                    <a:lnTo>
                      <a:pt x="184" y="65"/>
                    </a:lnTo>
                    <a:lnTo>
                      <a:pt x="170" y="70"/>
                    </a:lnTo>
                    <a:lnTo>
                      <a:pt x="159" y="78"/>
                    </a:lnTo>
                    <a:lnTo>
                      <a:pt x="152" y="87"/>
                    </a:lnTo>
                    <a:lnTo>
                      <a:pt x="149" y="98"/>
                    </a:lnTo>
                    <a:lnTo>
                      <a:pt x="148" y="110"/>
                    </a:lnTo>
                    <a:lnTo>
                      <a:pt x="148" y="191"/>
                    </a:lnTo>
                    <a:lnTo>
                      <a:pt x="149" y="209"/>
                    </a:lnTo>
                    <a:lnTo>
                      <a:pt x="155" y="227"/>
                    </a:lnTo>
                    <a:lnTo>
                      <a:pt x="165" y="243"/>
                    </a:lnTo>
                    <a:lnTo>
                      <a:pt x="180" y="259"/>
                    </a:lnTo>
                    <a:lnTo>
                      <a:pt x="402" y="448"/>
                    </a:lnTo>
                    <a:lnTo>
                      <a:pt x="422" y="469"/>
                    </a:lnTo>
                    <a:lnTo>
                      <a:pt x="438" y="492"/>
                    </a:lnTo>
                    <a:lnTo>
                      <a:pt x="449" y="516"/>
                    </a:lnTo>
                    <a:lnTo>
                      <a:pt x="451" y="541"/>
                    </a:lnTo>
                    <a:lnTo>
                      <a:pt x="451" y="660"/>
                    </a:lnTo>
                    <a:lnTo>
                      <a:pt x="449" y="683"/>
                    </a:lnTo>
                    <a:lnTo>
                      <a:pt x="439" y="703"/>
                    </a:lnTo>
                    <a:lnTo>
                      <a:pt x="424" y="721"/>
                    </a:lnTo>
                    <a:lnTo>
                      <a:pt x="404" y="737"/>
                    </a:lnTo>
                    <a:lnTo>
                      <a:pt x="379" y="749"/>
                    </a:lnTo>
                    <a:lnTo>
                      <a:pt x="348" y="760"/>
                    </a:lnTo>
                    <a:lnTo>
                      <a:pt x="313" y="766"/>
                    </a:lnTo>
                    <a:lnTo>
                      <a:pt x="273" y="770"/>
                    </a:lnTo>
                    <a:lnTo>
                      <a:pt x="229" y="772"/>
                    </a:lnTo>
                    <a:lnTo>
                      <a:pt x="180" y="770"/>
                    </a:lnTo>
                    <a:lnTo>
                      <a:pt x="137" y="766"/>
                    </a:lnTo>
                    <a:lnTo>
                      <a:pt x="101" y="760"/>
                    </a:lnTo>
                    <a:lnTo>
                      <a:pt x="70" y="750"/>
                    </a:lnTo>
                    <a:lnTo>
                      <a:pt x="45" y="738"/>
                    </a:lnTo>
                    <a:lnTo>
                      <a:pt x="26" y="723"/>
                    </a:lnTo>
                    <a:lnTo>
                      <a:pt x="11" y="706"/>
                    </a:lnTo>
                    <a:lnTo>
                      <a:pt x="3" y="685"/>
                    </a:lnTo>
                    <a:lnTo>
                      <a:pt x="0" y="660"/>
                    </a:lnTo>
                    <a:lnTo>
                      <a:pt x="0" y="556"/>
                    </a:lnTo>
                    <a:lnTo>
                      <a:pt x="140" y="556"/>
                    </a:lnTo>
                    <a:lnTo>
                      <a:pt x="140" y="656"/>
                    </a:lnTo>
                    <a:lnTo>
                      <a:pt x="143" y="672"/>
                    </a:lnTo>
                    <a:lnTo>
                      <a:pt x="149" y="687"/>
                    </a:lnTo>
                    <a:lnTo>
                      <a:pt x="161" y="698"/>
                    </a:lnTo>
                    <a:lnTo>
                      <a:pt x="179" y="706"/>
                    </a:lnTo>
                    <a:lnTo>
                      <a:pt x="200" y="711"/>
                    </a:lnTo>
                    <a:lnTo>
                      <a:pt x="229" y="713"/>
                    </a:lnTo>
                    <a:lnTo>
                      <a:pt x="254" y="711"/>
                    </a:lnTo>
                    <a:lnTo>
                      <a:pt x="276" y="706"/>
                    </a:lnTo>
                    <a:lnTo>
                      <a:pt x="292" y="698"/>
                    </a:lnTo>
                    <a:lnTo>
                      <a:pt x="304" y="687"/>
                    </a:lnTo>
                    <a:lnTo>
                      <a:pt x="310" y="672"/>
                    </a:lnTo>
                    <a:lnTo>
                      <a:pt x="313" y="656"/>
                    </a:lnTo>
                    <a:lnTo>
                      <a:pt x="313" y="551"/>
                    </a:lnTo>
                    <a:lnTo>
                      <a:pt x="310" y="532"/>
                    </a:lnTo>
                    <a:lnTo>
                      <a:pt x="304" y="513"/>
                    </a:lnTo>
                    <a:lnTo>
                      <a:pt x="292" y="496"/>
                    </a:lnTo>
                    <a:lnTo>
                      <a:pt x="273" y="477"/>
                    </a:lnTo>
                    <a:lnTo>
                      <a:pt x="69" y="300"/>
                    </a:lnTo>
                    <a:lnTo>
                      <a:pt x="47" y="282"/>
                    </a:lnTo>
                    <a:lnTo>
                      <a:pt x="31" y="263"/>
                    </a:lnTo>
                    <a:lnTo>
                      <a:pt x="19" y="244"/>
                    </a:lnTo>
                    <a:lnTo>
                      <a:pt x="11" y="225"/>
                    </a:lnTo>
                    <a:lnTo>
                      <a:pt x="10" y="204"/>
                    </a:lnTo>
                    <a:lnTo>
                      <a:pt x="10" y="112"/>
                    </a:lnTo>
                    <a:lnTo>
                      <a:pt x="13" y="89"/>
                    </a:lnTo>
                    <a:lnTo>
                      <a:pt x="21" y="67"/>
                    </a:lnTo>
                    <a:lnTo>
                      <a:pt x="35" y="50"/>
                    </a:lnTo>
                    <a:lnTo>
                      <a:pt x="54" y="35"/>
                    </a:lnTo>
                    <a:lnTo>
                      <a:pt x="78" y="22"/>
                    </a:lnTo>
                    <a:lnTo>
                      <a:pt x="109" y="12"/>
                    </a:lnTo>
                    <a:lnTo>
                      <a:pt x="144" y="6"/>
                    </a:lnTo>
                    <a:lnTo>
                      <a:pt x="184" y="2"/>
                    </a:lnTo>
                    <a:lnTo>
                      <a:pt x="22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 name="Freeform 10">
                <a:extLst>
                  <a:ext uri="{FF2B5EF4-FFF2-40B4-BE49-F238E27FC236}">
                    <a16:creationId xmlns:a16="http://schemas.microsoft.com/office/drawing/2014/main" id="{B9363D07-27BC-4F61-90A5-DF8C3FB43323}"/>
                  </a:ext>
                </a:extLst>
              </p:cNvPr>
              <p:cNvSpPr>
                <a:spLocks/>
              </p:cNvSpPr>
              <p:nvPr/>
            </p:nvSpPr>
            <p:spPr bwMode="auto">
              <a:xfrm>
                <a:off x="3935413" y="5000626"/>
                <a:ext cx="358775" cy="611188"/>
              </a:xfrm>
              <a:custGeom>
                <a:avLst/>
                <a:gdLst>
                  <a:gd name="T0" fmla="*/ 276 w 451"/>
                  <a:gd name="T1" fmla="*/ 2 h 772"/>
                  <a:gd name="T2" fmla="*/ 354 w 451"/>
                  <a:gd name="T3" fmla="*/ 12 h 772"/>
                  <a:gd name="T4" fmla="*/ 407 w 451"/>
                  <a:gd name="T5" fmla="*/ 34 h 772"/>
                  <a:gd name="T6" fmla="*/ 437 w 451"/>
                  <a:gd name="T7" fmla="*/ 65 h 772"/>
                  <a:gd name="T8" fmla="*/ 447 w 451"/>
                  <a:gd name="T9" fmla="*/ 106 h 772"/>
                  <a:gd name="T10" fmla="*/ 307 w 451"/>
                  <a:gd name="T11" fmla="*/ 204 h 772"/>
                  <a:gd name="T12" fmla="*/ 307 w 451"/>
                  <a:gd name="T13" fmla="*/ 98 h 772"/>
                  <a:gd name="T14" fmla="*/ 296 w 451"/>
                  <a:gd name="T15" fmla="*/ 78 h 772"/>
                  <a:gd name="T16" fmla="*/ 272 w 451"/>
                  <a:gd name="T17" fmla="*/ 65 h 772"/>
                  <a:gd name="T18" fmla="*/ 228 w 451"/>
                  <a:gd name="T19" fmla="*/ 59 h 772"/>
                  <a:gd name="T20" fmla="*/ 182 w 451"/>
                  <a:gd name="T21" fmla="*/ 65 h 772"/>
                  <a:gd name="T22" fmla="*/ 158 w 451"/>
                  <a:gd name="T23" fmla="*/ 78 h 772"/>
                  <a:gd name="T24" fmla="*/ 149 w 451"/>
                  <a:gd name="T25" fmla="*/ 98 h 772"/>
                  <a:gd name="T26" fmla="*/ 148 w 451"/>
                  <a:gd name="T27" fmla="*/ 191 h 772"/>
                  <a:gd name="T28" fmla="*/ 154 w 451"/>
                  <a:gd name="T29" fmla="*/ 227 h 772"/>
                  <a:gd name="T30" fmla="*/ 178 w 451"/>
                  <a:gd name="T31" fmla="*/ 259 h 772"/>
                  <a:gd name="T32" fmla="*/ 421 w 451"/>
                  <a:gd name="T33" fmla="*/ 469 h 772"/>
                  <a:gd name="T34" fmla="*/ 447 w 451"/>
                  <a:gd name="T35" fmla="*/ 516 h 772"/>
                  <a:gd name="T36" fmla="*/ 451 w 451"/>
                  <a:gd name="T37" fmla="*/ 660 h 772"/>
                  <a:gd name="T38" fmla="*/ 439 w 451"/>
                  <a:gd name="T39" fmla="*/ 703 h 772"/>
                  <a:gd name="T40" fmla="*/ 404 w 451"/>
                  <a:gd name="T41" fmla="*/ 737 h 772"/>
                  <a:gd name="T42" fmla="*/ 347 w 451"/>
                  <a:gd name="T43" fmla="*/ 760 h 772"/>
                  <a:gd name="T44" fmla="*/ 272 w 451"/>
                  <a:gd name="T45" fmla="*/ 770 h 772"/>
                  <a:gd name="T46" fmla="*/ 180 w 451"/>
                  <a:gd name="T47" fmla="*/ 770 h 772"/>
                  <a:gd name="T48" fmla="*/ 101 w 451"/>
                  <a:gd name="T49" fmla="*/ 760 h 772"/>
                  <a:gd name="T50" fmla="*/ 44 w 451"/>
                  <a:gd name="T51" fmla="*/ 738 h 772"/>
                  <a:gd name="T52" fmla="*/ 11 w 451"/>
                  <a:gd name="T53" fmla="*/ 706 h 772"/>
                  <a:gd name="T54" fmla="*/ 0 w 451"/>
                  <a:gd name="T55" fmla="*/ 660 h 772"/>
                  <a:gd name="T56" fmla="*/ 139 w 451"/>
                  <a:gd name="T57" fmla="*/ 556 h 772"/>
                  <a:gd name="T58" fmla="*/ 141 w 451"/>
                  <a:gd name="T59" fmla="*/ 672 h 772"/>
                  <a:gd name="T60" fmla="*/ 160 w 451"/>
                  <a:gd name="T61" fmla="*/ 698 h 772"/>
                  <a:gd name="T62" fmla="*/ 200 w 451"/>
                  <a:gd name="T63" fmla="*/ 711 h 772"/>
                  <a:gd name="T64" fmla="*/ 254 w 451"/>
                  <a:gd name="T65" fmla="*/ 711 h 772"/>
                  <a:gd name="T66" fmla="*/ 291 w 451"/>
                  <a:gd name="T67" fmla="*/ 698 h 772"/>
                  <a:gd name="T68" fmla="*/ 310 w 451"/>
                  <a:gd name="T69" fmla="*/ 672 h 772"/>
                  <a:gd name="T70" fmla="*/ 311 w 451"/>
                  <a:gd name="T71" fmla="*/ 551 h 772"/>
                  <a:gd name="T72" fmla="*/ 303 w 451"/>
                  <a:gd name="T73" fmla="*/ 515 h 772"/>
                  <a:gd name="T74" fmla="*/ 271 w 451"/>
                  <a:gd name="T75" fmla="*/ 477 h 772"/>
                  <a:gd name="T76" fmla="*/ 47 w 451"/>
                  <a:gd name="T77" fmla="*/ 282 h 772"/>
                  <a:gd name="T78" fmla="*/ 19 w 451"/>
                  <a:gd name="T79" fmla="*/ 244 h 772"/>
                  <a:gd name="T80" fmla="*/ 8 w 451"/>
                  <a:gd name="T81" fmla="*/ 204 h 772"/>
                  <a:gd name="T82" fmla="*/ 11 w 451"/>
                  <a:gd name="T83" fmla="*/ 89 h 772"/>
                  <a:gd name="T84" fmla="*/ 33 w 451"/>
                  <a:gd name="T85" fmla="*/ 50 h 772"/>
                  <a:gd name="T86" fmla="*/ 78 w 451"/>
                  <a:gd name="T87" fmla="*/ 22 h 772"/>
                  <a:gd name="T88" fmla="*/ 144 w 451"/>
                  <a:gd name="T89" fmla="*/ 6 h 772"/>
                  <a:gd name="T90" fmla="*/ 228 w 451"/>
                  <a:gd name="T91" fmla="*/ 0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1" h="772">
                    <a:moveTo>
                      <a:pt x="228" y="0"/>
                    </a:moveTo>
                    <a:lnTo>
                      <a:pt x="276" y="2"/>
                    </a:lnTo>
                    <a:lnTo>
                      <a:pt x="318" y="6"/>
                    </a:lnTo>
                    <a:lnTo>
                      <a:pt x="354" y="12"/>
                    </a:lnTo>
                    <a:lnTo>
                      <a:pt x="382" y="22"/>
                    </a:lnTo>
                    <a:lnTo>
                      <a:pt x="407" y="34"/>
                    </a:lnTo>
                    <a:lnTo>
                      <a:pt x="424" y="49"/>
                    </a:lnTo>
                    <a:lnTo>
                      <a:pt x="437" y="65"/>
                    </a:lnTo>
                    <a:lnTo>
                      <a:pt x="444" y="85"/>
                    </a:lnTo>
                    <a:lnTo>
                      <a:pt x="447" y="106"/>
                    </a:lnTo>
                    <a:lnTo>
                      <a:pt x="447" y="204"/>
                    </a:lnTo>
                    <a:lnTo>
                      <a:pt x="307" y="204"/>
                    </a:lnTo>
                    <a:lnTo>
                      <a:pt x="307" y="110"/>
                    </a:lnTo>
                    <a:lnTo>
                      <a:pt x="307" y="98"/>
                    </a:lnTo>
                    <a:lnTo>
                      <a:pt x="303" y="87"/>
                    </a:lnTo>
                    <a:lnTo>
                      <a:pt x="296" y="78"/>
                    </a:lnTo>
                    <a:lnTo>
                      <a:pt x="286" y="70"/>
                    </a:lnTo>
                    <a:lnTo>
                      <a:pt x="272" y="65"/>
                    </a:lnTo>
                    <a:lnTo>
                      <a:pt x="252" y="61"/>
                    </a:lnTo>
                    <a:lnTo>
                      <a:pt x="228" y="59"/>
                    </a:lnTo>
                    <a:lnTo>
                      <a:pt x="203" y="61"/>
                    </a:lnTo>
                    <a:lnTo>
                      <a:pt x="182" y="65"/>
                    </a:lnTo>
                    <a:lnTo>
                      <a:pt x="169" y="70"/>
                    </a:lnTo>
                    <a:lnTo>
                      <a:pt x="158" y="78"/>
                    </a:lnTo>
                    <a:lnTo>
                      <a:pt x="152" y="87"/>
                    </a:lnTo>
                    <a:lnTo>
                      <a:pt x="149" y="98"/>
                    </a:lnTo>
                    <a:lnTo>
                      <a:pt x="148" y="110"/>
                    </a:lnTo>
                    <a:lnTo>
                      <a:pt x="148" y="191"/>
                    </a:lnTo>
                    <a:lnTo>
                      <a:pt x="149" y="209"/>
                    </a:lnTo>
                    <a:lnTo>
                      <a:pt x="154" y="227"/>
                    </a:lnTo>
                    <a:lnTo>
                      <a:pt x="164" y="243"/>
                    </a:lnTo>
                    <a:lnTo>
                      <a:pt x="178" y="259"/>
                    </a:lnTo>
                    <a:lnTo>
                      <a:pt x="400" y="448"/>
                    </a:lnTo>
                    <a:lnTo>
                      <a:pt x="421" y="469"/>
                    </a:lnTo>
                    <a:lnTo>
                      <a:pt x="437" y="492"/>
                    </a:lnTo>
                    <a:lnTo>
                      <a:pt x="447" y="516"/>
                    </a:lnTo>
                    <a:lnTo>
                      <a:pt x="451" y="541"/>
                    </a:lnTo>
                    <a:lnTo>
                      <a:pt x="451" y="660"/>
                    </a:lnTo>
                    <a:lnTo>
                      <a:pt x="448" y="683"/>
                    </a:lnTo>
                    <a:lnTo>
                      <a:pt x="439" y="703"/>
                    </a:lnTo>
                    <a:lnTo>
                      <a:pt x="424" y="721"/>
                    </a:lnTo>
                    <a:lnTo>
                      <a:pt x="404" y="737"/>
                    </a:lnTo>
                    <a:lnTo>
                      <a:pt x="378" y="749"/>
                    </a:lnTo>
                    <a:lnTo>
                      <a:pt x="347" y="760"/>
                    </a:lnTo>
                    <a:lnTo>
                      <a:pt x="311" y="766"/>
                    </a:lnTo>
                    <a:lnTo>
                      <a:pt x="272" y="770"/>
                    </a:lnTo>
                    <a:lnTo>
                      <a:pt x="228" y="772"/>
                    </a:lnTo>
                    <a:lnTo>
                      <a:pt x="180" y="770"/>
                    </a:lnTo>
                    <a:lnTo>
                      <a:pt x="137" y="766"/>
                    </a:lnTo>
                    <a:lnTo>
                      <a:pt x="101" y="760"/>
                    </a:lnTo>
                    <a:lnTo>
                      <a:pt x="70" y="750"/>
                    </a:lnTo>
                    <a:lnTo>
                      <a:pt x="44" y="738"/>
                    </a:lnTo>
                    <a:lnTo>
                      <a:pt x="24" y="723"/>
                    </a:lnTo>
                    <a:lnTo>
                      <a:pt x="11" y="706"/>
                    </a:lnTo>
                    <a:lnTo>
                      <a:pt x="3" y="685"/>
                    </a:lnTo>
                    <a:lnTo>
                      <a:pt x="0" y="660"/>
                    </a:lnTo>
                    <a:lnTo>
                      <a:pt x="0" y="556"/>
                    </a:lnTo>
                    <a:lnTo>
                      <a:pt x="139" y="556"/>
                    </a:lnTo>
                    <a:lnTo>
                      <a:pt x="139" y="656"/>
                    </a:lnTo>
                    <a:lnTo>
                      <a:pt x="141" y="672"/>
                    </a:lnTo>
                    <a:lnTo>
                      <a:pt x="149" y="687"/>
                    </a:lnTo>
                    <a:lnTo>
                      <a:pt x="160" y="698"/>
                    </a:lnTo>
                    <a:lnTo>
                      <a:pt x="177" y="706"/>
                    </a:lnTo>
                    <a:lnTo>
                      <a:pt x="200" y="711"/>
                    </a:lnTo>
                    <a:lnTo>
                      <a:pt x="228" y="713"/>
                    </a:lnTo>
                    <a:lnTo>
                      <a:pt x="254" y="711"/>
                    </a:lnTo>
                    <a:lnTo>
                      <a:pt x="275" y="706"/>
                    </a:lnTo>
                    <a:lnTo>
                      <a:pt x="291" y="698"/>
                    </a:lnTo>
                    <a:lnTo>
                      <a:pt x="302" y="687"/>
                    </a:lnTo>
                    <a:lnTo>
                      <a:pt x="310" y="672"/>
                    </a:lnTo>
                    <a:lnTo>
                      <a:pt x="311" y="656"/>
                    </a:lnTo>
                    <a:lnTo>
                      <a:pt x="311" y="551"/>
                    </a:lnTo>
                    <a:lnTo>
                      <a:pt x="310" y="532"/>
                    </a:lnTo>
                    <a:lnTo>
                      <a:pt x="303" y="515"/>
                    </a:lnTo>
                    <a:lnTo>
                      <a:pt x="290" y="496"/>
                    </a:lnTo>
                    <a:lnTo>
                      <a:pt x="271" y="477"/>
                    </a:lnTo>
                    <a:lnTo>
                      <a:pt x="67" y="300"/>
                    </a:lnTo>
                    <a:lnTo>
                      <a:pt x="47" y="282"/>
                    </a:lnTo>
                    <a:lnTo>
                      <a:pt x="31" y="263"/>
                    </a:lnTo>
                    <a:lnTo>
                      <a:pt x="19" y="244"/>
                    </a:lnTo>
                    <a:lnTo>
                      <a:pt x="11" y="225"/>
                    </a:lnTo>
                    <a:lnTo>
                      <a:pt x="8" y="204"/>
                    </a:lnTo>
                    <a:lnTo>
                      <a:pt x="8" y="112"/>
                    </a:lnTo>
                    <a:lnTo>
                      <a:pt x="11" y="89"/>
                    </a:lnTo>
                    <a:lnTo>
                      <a:pt x="20" y="67"/>
                    </a:lnTo>
                    <a:lnTo>
                      <a:pt x="33" y="50"/>
                    </a:lnTo>
                    <a:lnTo>
                      <a:pt x="54" y="35"/>
                    </a:lnTo>
                    <a:lnTo>
                      <a:pt x="78" y="22"/>
                    </a:lnTo>
                    <a:lnTo>
                      <a:pt x="107" y="12"/>
                    </a:lnTo>
                    <a:lnTo>
                      <a:pt x="144" y="6"/>
                    </a:lnTo>
                    <a:lnTo>
                      <a:pt x="182" y="2"/>
                    </a:lnTo>
                    <a:lnTo>
                      <a:pt x="22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 name="Freeform 11">
                <a:extLst>
                  <a:ext uri="{FF2B5EF4-FFF2-40B4-BE49-F238E27FC236}">
                    <a16:creationId xmlns:a16="http://schemas.microsoft.com/office/drawing/2014/main" id="{EE9DFF42-AE36-4CB3-AA29-2528A741DA5F}"/>
                  </a:ext>
                </a:extLst>
              </p:cNvPr>
              <p:cNvSpPr>
                <a:spLocks/>
              </p:cNvSpPr>
              <p:nvPr/>
            </p:nvSpPr>
            <p:spPr bwMode="auto">
              <a:xfrm>
                <a:off x="1430338" y="5005388"/>
                <a:ext cx="352425" cy="755650"/>
              </a:xfrm>
              <a:custGeom>
                <a:avLst/>
                <a:gdLst>
                  <a:gd name="T0" fmla="*/ 305 w 443"/>
                  <a:gd name="T1" fmla="*/ 0 h 952"/>
                  <a:gd name="T2" fmla="*/ 443 w 443"/>
                  <a:gd name="T3" fmla="*/ 0 h 952"/>
                  <a:gd name="T4" fmla="*/ 138 w 443"/>
                  <a:gd name="T5" fmla="*/ 952 h 952"/>
                  <a:gd name="T6" fmla="*/ 0 w 443"/>
                  <a:gd name="T7" fmla="*/ 952 h 952"/>
                  <a:gd name="T8" fmla="*/ 305 w 443"/>
                  <a:gd name="T9" fmla="*/ 0 h 952"/>
                </a:gdLst>
                <a:ahLst/>
                <a:cxnLst>
                  <a:cxn ang="0">
                    <a:pos x="T0" y="T1"/>
                  </a:cxn>
                  <a:cxn ang="0">
                    <a:pos x="T2" y="T3"/>
                  </a:cxn>
                  <a:cxn ang="0">
                    <a:pos x="T4" y="T5"/>
                  </a:cxn>
                  <a:cxn ang="0">
                    <a:pos x="T6" y="T7"/>
                  </a:cxn>
                  <a:cxn ang="0">
                    <a:pos x="T8" y="T9"/>
                  </a:cxn>
                </a:cxnLst>
                <a:rect l="0" t="0" r="r" b="b"/>
                <a:pathLst>
                  <a:path w="443" h="952">
                    <a:moveTo>
                      <a:pt x="305" y="0"/>
                    </a:moveTo>
                    <a:lnTo>
                      <a:pt x="443" y="0"/>
                    </a:lnTo>
                    <a:lnTo>
                      <a:pt x="138" y="952"/>
                    </a:lnTo>
                    <a:lnTo>
                      <a:pt x="0" y="952"/>
                    </a:lnTo>
                    <a:lnTo>
                      <a:pt x="30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 name="Freeform 12">
                <a:extLst>
                  <a:ext uri="{FF2B5EF4-FFF2-40B4-BE49-F238E27FC236}">
                    <a16:creationId xmlns:a16="http://schemas.microsoft.com/office/drawing/2014/main" id="{2DDF7598-C167-4733-90F9-E44E3AEF9F71}"/>
                  </a:ext>
                </a:extLst>
              </p:cNvPr>
              <p:cNvSpPr>
                <a:spLocks/>
              </p:cNvSpPr>
              <p:nvPr/>
            </p:nvSpPr>
            <p:spPr bwMode="auto">
              <a:xfrm>
                <a:off x="1349376" y="5006976"/>
                <a:ext cx="204788" cy="468313"/>
              </a:xfrm>
              <a:custGeom>
                <a:avLst/>
                <a:gdLst>
                  <a:gd name="T0" fmla="*/ 0 w 257"/>
                  <a:gd name="T1" fmla="*/ 0 h 591"/>
                  <a:gd name="T2" fmla="*/ 138 w 257"/>
                  <a:gd name="T3" fmla="*/ 0 h 591"/>
                  <a:gd name="T4" fmla="*/ 257 w 257"/>
                  <a:gd name="T5" fmla="*/ 373 h 591"/>
                  <a:gd name="T6" fmla="*/ 188 w 257"/>
                  <a:gd name="T7" fmla="*/ 591 h 591"/>
                  <a:gd name="T8" fmla="*/ 0 w 257"/>
                  <a:gd name="T9" fmla="*/ 0 h 591"/>
                </a:gdLst>
                <a:ahLst/>
                <a:cxnLst>
                  <a:cxn ang="0">
                    <a:pos x="T0" y="T1"/>
                  </a:cxn>
                  <a:cxn ang="0">
                    <a:pos x="T2" y="T3"/>
                  </a:cxn>
                  <a:cxn ang="0">
                    <a:pos x="T4" y="T5"/>
                  </a:cxn>
                  <a:cxn ang="0">
                    <a:pos x="T6" y="T7"/>
                  </a:cxn>
                  <a:cxn ang="0">
                    <a:pos x="T8" y="T9"/>
                  </a:cxn>
                </a:cxnLst>
                <a:rect l="0" t="0" r="r" b="b"/>
                <a:pathLst>
                  <a:path w="257" h="591">
                    <a:moveTo>
                      <a:pt x="0" y="0"/>
                    </a:moveTo>
                    <a:lnTo>
                      <a:pt x="138" y="0"/>
                    </a:lnTo>
                    <a:lnTo>
                      <a:pt x="257" y="373"/>
                    </a:lnTo>
                    <a:lnTo>
                      <a:pt x="188" y="591"/>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 name="Freeform 13">
                <a:extLst>
                  <a:ext uri="{FF2B5EF4-FFF2-40B4-BE49-F238E27FC236}">
                    <a16:creationId xmlns:a16="http://schemas.microsoft.com/office/drawing/2014/main" id="{17250C49-24A3-4E87-8762-0B40D1B72FB9}"/>
                  </a:ext>
                </a:extLst>
              </p:cNvPr>
              <p:cNvSpPr>
                <a:spLocks/>
              </p:cNvSpPr>
              <p:nvPr/>
            </p:nvSpPr>
            <p:spPr bwMode="auto">
              <a:xfrm>
                <a:off x="3578226" y="5005388"/>
                <a:ext cx="352425" cy="755650"/>
              </a:xfrm>
              <a:custGeom>
                <a:avLst/>
                <a:gdLst>
                  <a:gd name="T0" fmla="*/ 305 w 444"/>
                  <a:gd name="T1" fmla="*/ 0 h 952"/>
                  <a:gd name="T2" fmla="*/ 444 w 444"/>
                  <a:gd name="T3" fmla="*/ 0 h 952"/>
                  <a:gd name="T4" fmla="*/ 138 w 444"/>
                  <a:gd name="T5" fmla="*/ 952 h 952"/>
                  <a:gd name="T6" fmla="*/ 0 w 444"/>
                  <a:gd name="T7" fmla="*/ 952 h 952"/>
                  <a:gd name="T8" fmla="*/ 305 w 444"/>
                  <a:gd name="T9" fmla="*/ 0 h 952"/>
                </a:gdLst>
                <a:ahLst/>
                <a:cxnLst>
                  <a:cxn ang="0">
                    <a:pos x="T0" y="T1"/>
                  </a:cxn>
                  <a:cxn ang="0">
                    <a:pos x="T2" y="T3"/>
                  </a:cxn>
                  <a:cxn ang="0">
                    <a:pos x="T4" y="T5"/>
                  </a:cxn>
                  <a:cxn ang="0">
                    <a:pos x="T6" y="T7"/>
                  </a:cxn>
                  <a:cxn ang="0">
                    <a:pos x="T8" y="T9"/>
                  </a:cxn>
                </a:cxnLst>
                <a:rect l="0" t="0" r="r" b="b"/>
                <a:pathLst>
                  <a:path w="444" h="952">
                    <a:moveTo>
                      <a:pt x="305" y="0"/>
                    </a:moveTo>
                    <a:lnTo>
                      <a:pt x="444" y="0"/>
                    </a:lnTo>
                    <a:lnTo>
                      <a:pt x="138" y="952"/>
                    </a:lnTo>
                    <a:lnTo>
                      <a:pt x="0" y="952"/>
                    </a:lnTo>
                    <a:lnTo>
                      <a:pt x="30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 name="Freeform 14">
                <a:extLst>
                  <a:ext uri="{FF2B5EF4-FFF2-40B4-BE49-F238E27FC236}">
                    <a16:creationId xmlns:a16="http://schemas.microsoft.com/office/drawing/2014/main" id="{11BB33A0-C3E9-4248-B1C8-1F04CA0972AA}"/>
                  </a:ext>
                </a:extLst>
              </p:cNvPr>
              <p:cNvSpPr>
                <a:spLocks/>
              </p:cNvSpPr>
              <p:nvPr/>
            </p:nvSpPr>
            <p:spPr bwMode="auto">
              <a:xfrm>
                <a:off x="3495676" y="5005388"/>
                <a:ext cx="206375" cy="468313"/>
              </a:xfrm>
              <a:custGeom>
                <a:avLst/>
                <a:gdLst>
                  <a:gd name="T0" fmla="*/ 0 w 259"/>
                  <a:gd name="T1" fmla="*/ 0 h 589"/>
                  <a:gd name="T2" fmla="*/ 139 w 259"/>
                  <a:gd name="T3" fmla="*/ 0 h 589"/>
                  <a:gd name="T4" fmla="*/ 259 w 259"/>
                  <a:gd name="T5" fmla="*/ 372 h 589"/>
                  <a:gd name="T6" fmla="*/ 189 w 259"/>
                  <a:gd name="T7" fmla="*/ 589 h 589"/>
                  <a:gd name="T8" fmla="*/ 0 w 259"/>
                  <a:gd name="T9" fmla="*/ 0 h 589"/>
                </a:gdLst>
                <a:ahLst/>
                <a:cxnLst>
                  <a:cxn ang="0">
                    <a:pos x="T0" y="T1"/>
                  </a:cxn>
                  <a:cxn ang="0">
                    <a:pos x="T2" y="T3"/>
                  </a:cxn>
                  <a:cxn ang="0">
                    <a:pos x="T4" y="T5"/>
                  </a:cxn>
                  <a:cxn ang="0">
                    <a:pos x="T6" y="T7"/>
                  </a:cxn>
                  <a:cxn ang="0">
                    <a:pos x="T8" y="T9"/>
                  </a:cxn>
                </a:cxnLst>
                <a:rect l="0" t="0" r="r" b="b"/>
                <a:pathLst>
                  <a:path w="259" h="589">
                    <a:moveTo>
                      <a:pt x="0" y="0"/>
                    </a:moveTo>
                    <a:lnTo>
                      <a:pt x="139" y="0"/>
                    </a:lnTo>
                    <a:lnTo>
                      <a:pt x="259" y="372"/>
                    </a:lnTo>
                    <a:lnTo>
                      <a:pt x="189" y="58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 name="Freeform 15">
                <a:extLst>
                  <a:ext uri="{FF2B5EF4-FFF2-40B4-BE49-F238E27FC236}">
                    <a16:creationId xmlns:a16="http://schemas.microsoft.com/office/drawing/2014/main" id="{6F224309-A90E-4600-8714-4FF47A6FC856}"/>
                  </a:ext>
                </a:extLst>
              </p:cNvPr>
              <p:cNvSpPr>
                <a:spLocks/>
              </p:cNvSpPr>
              <p:nvPr/>
            </p:nvSpPr>
            <p:spPr bwMode="auto">
              <a:xfrm>
                <a:off x="1817688" y="5005388"/>
                <a:ext cx="396875" cy="603250"/>
              </a:xfrm>
              <a:custGeom>
                <a:avLst/>
                <a:gdLst>
                  <a:gd name="T0" fmla="*/ 0 w 499"/>
                  <a:gd name="T1" fmla="*/ 0 h 759"/>
                  <a:gd name="T2" fmla="*/ 268 w 499"/>
                  <a:gd name="T3" fmla="*/ 0 h 759"/>
                  <a:gd name="T4" fmla="*/ 318 w 499"/>
                  <a:gd name="T5" fmla="*/ 0 h 759"/>
                  <a:gd name="T6" fmla="*/ 361 w 499"/>
                  <a:gd name="T7" fmla="*/ 4 h 759"/>
                  <a:gd name="T8" fmla="*/ 397 w 499"/>
                  <a:gd name="T9" fmla="*/ 8 h 759"/>
                  <a:gd name="T10" fmla="*/ 427 w 499"/>
                  <a:gd name="T11" fmla="*/ 16 h 759"/>
                  <a:gd name="T12" fmla="*/ 451 w 499"/>
                  <a:gd name="T13" fmla="*/ 26 h 759"/>
                  <a:gd name="T14" fmla="*/ 470 w 499"/>
                  <a:gd name="T15" fmla="*/ 38 h 759"/>
                  <a:gd name="T16" fmla="*/ 483 w 499"/>
                  <a:gd name="T17" fmla="*/ 52 h 759"/>
                  <a:gd name="T18" fmla="*/ 493 w 499"/>
                  <a:gd name="T19" fmla="*/ 70 h 759"/>
                  <a:gd name="T20" fmla="*/ 498 w 499"/>
                  <a:gd name="T21" fmla="*/ 91 h 759"/>
                  <a:gd name="T22" fmla="*/ 499 w 499"/>
                  <a:gd name="T23" fmla="*/ 115 h 759"/>
                  <a:gd name="T24" fmla="*/ 499 w 499"/>
                  <a:gd name="T25" fmla="*/ 759 h 759"/>
                  <a:gd name="T26" fmla="*/ 361 w 499"/>
                  <a:gd name="T27" fmla="*/ 759 h 759"/>
                  <a:gd name="T28" fmla="*/ 361 w 499"/>
                  <a:gd name="T29" fmla="*/ 106 h 759"/>
                  <a:gd name="T30" fmla="*/ 358 w 499"/>
                  <a:gd name="T31" fmla="*/ 91 h 759"/>
                  <a:gd name="T32" fmla="*/ 350 w 499"/>
                  <a:gd name="T33" fmla="*/ 79 h 759"/>
                  <a:gd name="T34" fmla="*/ 338 w 499"/>
                  <a:gd name="T35" fmla="*/ 71 h 759"/>
                  <a:gd name="T36" fmla="*/ 322 w 499"/>
                  <a:gd name="T37" fmla="*/ 66 h 759"/>
                  <a:gd name="T38" fmla="*/ 302 w 499"/>
                  <a:gd name="T39" fmla="*/ 62 h 759"/>
                  <a:gd name="T40" fmla="*/ 279 w 499"/>
                  <a:gd name="T41" fmla="*/ 59 h 759"/>
                  <a:gd name="T42" fmla="*/ 254 w 499"/>
                  <a:gd name="T43" fmla="*/ 59 h 759"/>
                  <a:gd name="T44" fmla="*/ 138 w 499"/>
                  <a:gd name="T45" fmla="*/ 59 h 759"/>
                  <a:gd name="T46" fmla="*/ 138 w 499"/>
                  <a:gd name="T47" fmla="*/ 759 h 759"/>
                  <a:gd name="T48" fmla="*/ 138 w 499"/>
                  <a:gd name="T49" fmla="*/ 759 h 759"/>
                  <a:gd name="T50" fmla="*/ 0 w 499"/>
                  <a:gd name="T51" fmla="*/ 759 h 759"/>
                  <a:gd name="T52" fmla="*/ 0 w 499"/>
                  <a:gd name="T53" fmla="*/ 0 h 7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99" h="759">
                    <a:moveTo>
                      <a:pt x="0" y="0"/>
                    </a:moveTo>
                    <a:lnTo>
                      <a:pt x="268" y="0"/>
                    </a:lnTo>
                    <a:lnTo>
                      <a:pt x="318" y="0"/>
                    </a:lnTo>
                    <a:lnTo>
                      <a:pt x="361" y="4"/>
                    </a:lnTo>
                    <a:lnTo>
                      <a:pt x="397" y="8"/>
                    </a:lnTo>
                    <a:lnTo>
                      <a:pt x="427" y="16"/>
                    </a:lnTo>
                    <a:lnTo>
                      <a:pt x="451" y="26"/>
                    </a:lnTo>
                    <a:lnTo>
                      <a:pt x="470" y="38"/>
                    </a:lnTo>
                    <a:lnTo>
                      <a:pt x="483" y="52"/>
                    </a:lnTo>
                    <a:lnTo>
                      <a:pt x="493" y="70"/>
                    </a:lnTo>
                    <a:lnTo>
                      <a:pt x="498" y="91"/>
                    </a:lnTo>
                    <a:lnTo>
                      <a:pt x="499" y="115"/>
                    </a:lnTo>
                    <a:lnTo>
                      <a:pt x="499" y="759"/>
                    </a:lnTo>
                    <a:lnTo>
                      <a:pt x="361" y="759"/>
                    </a:lnTo>
                    <a:lnTo>
                      <a:pt x="361" y="106"/>
                    </a:lnTo>
                    <a:lnTo>
                      <a:pt x="358" y="91"/>
                    </a:lnTo>
                    <a:lnTo>
                      <a:pt x="350" y="79"/>
                    </a:lnTo>
                    <a:lnTo>
                      <a:pt x="338" y="71"/>
                    </a:lnTo>
                    <a:lnTo>
                      <a:pt x="322" y="66"/>
                    </a:lnTo>
                    <a:lnTo>
                      <a:pt x="302" y="62"/>
                    </a:lnTo>
                    <a:lnTo>
                      <a:pt x="279" y="59"/>
                    </a:lnTo>
                    <a:lnTo>
                      <a:pt x="254" y="59"/>
                    </a:lnTo>
                    <a:lnTo>
                      <a:pt x="138" y="59"/>
                    </a:lnTo>
                    <a:lnTo>
                      <a:pt x="138" y="759"/>
                    </a:lnTo>
                    <a:lnTo>
                      <a:pt x="138" y="759"/>
                    </a:lnTo>
                    <a:lnTo>
                      <a:pt x="0" y="75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 name="Freeform 16">
                <a:extLst>
                  <a:ext uri="{FF2B5EF4-FFF2-40B4-BE49-F238E27FC236}">
                    <a16:creationId xmlns:a16="http://schemas.microsoft.com/office/drawing/2014/main" id="{538F60B4-8611-4079-A797-E62E8B431E6B}"/>
                  </a:ext>
                </a:extLst>
              </p:cNvPr>
              <p:cNvSpPr>
                <a:spLocks noEditPoints="1"/>
              </p:cNvSpPr>
              <p:nvPr/>
            </p:nvSpPr>
            <p:spPr bwMode="auto">
              <a:xfrm>
                <a:off x="4337051" y="5010151"/>
                <a:ext cx="142875" cy="139700"/>
              </a:xfrm>
              <a:custGeom>
                <a:avLst/>
                <a:gdLst>
                  <a:gd name="T0" fmla="*/ 72 w 180"/>
                  <a:gd name="T1" fmla="*/ 82 h 177"/>
                  <a:gd name="T2" fmla="*/ 100 w 180"/>
                  <a:gd name="T3" fmla="*/ 82 h 177"/>
                  <a:gd name="T4" fmla="*/ 113 w 180"/>
                  <a:gd name="T5" fmla="*/ 75 h 177"/>
                  <a:gd name="T6" fmla="*/ 113 w 180"/>
                  <a:gd name="T7" fmla="*/ 58 h 177"/>
                  <a:gd name="T8" fmla="*/ 101 w 180"/>
                  <a:gd name="T9" fmla="*/ 51 h 177"/>
                  <a:gd name="T10" fmla="*/ 72 w 180"/>
                  <a:gd name="T11" fmla="*/ 51 h 177"/>
                  <a:gd name="T12" fmla="*/ 96 w 180"/>
                  <a:gd name="T13" fmla="*/ 38 h 177"/>
                  <a:gd name="T14" fmla="*/ 123 w 180"/>
                  <a:gd name="T15" fmla="*/ 45 h 177"/>
                  <a:gd name="T16" fmla="*/ 132 w 180"/>
                  <a:gd name="T17" fmla="*/ 66 h 177"/>
                  <a:gd name="T18" fmla="*/ 124 w 180"/>
                  <a:gd name="T19" fmla="*/ 87 h 177"/>
                  <a:gd name="T20" fmla="*/ 105 w 180"/>
                  <a:gd name="T21" fmla="*/ 94 h 177"/>
                  <a:gd name="T22" fmla="*/ 117 w 180"/>
                  <a:gd name="T23" fmla="*/ 140 h 177"/>
                  <a:gd name="T24" fmla="*/ 72 w 180"/>
                  <a:gd name="T25" fmla="*/ 95 h 177"/>
                  <a:gd name="T26" fmla="*/ 57 w 180"/>
                  <a:gd name="T27" fmla="*/ 140 h 177"/>
                  <a:gd name="T28" fmla="*/ 90 w 180"/>
                  <a:gd name="T29" fmla="*/ 15 h 177"/>
                  <a:gd name="T30" fmla="*/ 47 w 180"/>
                  <a:gd name="T31" fmla="*/ 29 h 177"/>
                  <a:gd name="T32" fmla="*/ 22 w 180"/>
                  <a:gd name="T33" fmla="*/ 65 h 177"/>
                  <a:gd name="T34" fmla="*/ 22 w 180"/>
                  <a:gd name="T35" fmla="*/ 113 h 177"/>
                  <a:gd name="T36" fmla="*/ 47 w 180"/>
                  <a:gd name="T37" fmla="*/ 149 h 177"/>
                  <a:gd name="T38" fmla="*/ 90 w 180"/>
                  <a:gd name="T39" fmla="*/ 162 h 177"/>
                  <a:gd name="T40" fmla="*/ 133 w 180"/>
                  <a:gd name="T41" fmla="*/ 149 h 177"/>
                  <a:gd name="T42" fmla="*/ 159 w 180"/>
                  <a:gd name="T43" fmla="*/ 113 h 177"/>
                  <a:gd name="T44" fmla="*/ 159 w 180"/>
                  <a:gd name="T45" fmla="*/ 65 h 177"/>
                  <a:gd name="T46" fmla="*/ 133 w 180"/>
                  <a:gd name="T47" fmla="*/ 29 h 177"/>
                  <a:gd name="T48" fmla="*/ 90 w 180"/>
                  <a:gd name="T49" fmla="*/ 15 h 177"/>
                  <a:gd name="T50" fmla="*/ 115 w 180"/>
                  <a:gd name="T51" fmla="*/ 3 h 177"/>
                  <a:gd name="T52" fmla="*/ 153 w 180"/>
                  <a:gd name="T53" fmla="*/ 26 h 177"/>
                  <a:gd name="T54" fmla="*/ 176 w 180"/>
                  <a:gd name="T55" fmla="*/ 65 h 177"/>
                  <a:gd name="T56" fmla="*/ 176 w 180"/>
                  <a:gd name="T57" fmla="*/ 113 h 177"/>
                  <a:gd name="T58" fmla="*/ 153 w 180"/>
                  <a:gd name="T59" fmla="*/ 152 h 177"/>
                  <a:gd name="T60" fmla="*/ 115 w 180"/>
                  <a:gd name="T61" fmla="*/ 174 h 177"/>
                  <a:gd name="T62" fmla="*/ 68 w 180"/>
                  <a:gd name="T63" fmla="*/ 174 h 177"/>
                  <a:gd name="T64" fmla="*/ 27 w 180"/>
                  <a:gd name="T65" fmla="*/ 152 h 177"/>
                  <a:gd name="T66" fmla="*/ 4 w 180"/>
                  <a:gd name="T67" fmla="*/ 113 h 177"/>
                  <a:gd name="T68" fmla="*/ 4 w 180"/>
                  <a:gd name="T69" fmla="*/ 65 h 177"/>
                  <a:gd name="T70" fmla="*/ 27 w 180"/>
                  <a:gd name="T71" fmla="*/ 26 h 177"/>
                  <a:gd name="T72" fmla="*/ 68 w 180"/>
                  <a:gd name="T73" fmla="*/ 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80" h="177">
                    <a:moveTo>
                      <a:pt x="72" y="51"/>
                    </a:moveTo>
                    <a:lnTo>
                      <a:pt x="72" y="82"/>
                    </a:lnTo>
                    <a:lnTo>
                      <a:pt x="90" y="82"/>
                    </a:lnTo>
                    <a:lnTo>
                      <a:pt x="100" y="82"/>
                    </a:lnTo>
                    <a:lnTo>
                      <a:pt x="108" y="79"/>
                    </a:lnTo>
                    <a:lnTo>
                      <a:pt x="113" y="75"/>
                    </a:lnTo>
                    <a:lnTo>
                      <a:pt x="116" y="66"/>
                    </a:lnTo>
                    <a:lnTo>
                      <a:pt x="113" y="58"/>
                    </a:lnTo>
                    <a:lnTo>
                      <a:pt x="108" y="54"/>
                    </a:lnTo>
                    <a:lnTo>
                      <a:pt x="101" y="51"/>
                    </a:lnTo>
                    <a:lnTo>
                      <a:pt x="93" y="51"/>
                    </a:lnTo>
                    <a:lnTo>
                      <a:pt x="72" y="51"/>
                    </a:lnTo>
                    <a:close/>
                    <a:moveTo>
                      <a:pt x="57" y="38"/>
                    </a:moveTo>
                    <a:lnTo>
                      <a:pt x="96" y="38"/>
                    </a:lnTo>
                    <a:lnTo>
                      <a:pt x="112" y="39"/>
                    </a:lnTo>
                    <a:lnTo>
                      <a:pt x="123" y="45"/>
                    </a:lnTo>
                    <a:lnTo>
                      <a:pt x="129" y="54"/>
                    </a:lnTo>
                    <a:lnTo>
                      <a:pt x="132" y="66"/>
                    </a:lnTo>
                    <a:lnTo>
                      <a:pt x="129" y="78"/>
                    </a:lnTo>
                    <a:lnTo>
                      <a:pt x="124" y="87"/>
                    </a:lnTo>
                    <a:lnTo>
                      <a:pt x="116" y="91"/>
                    </a:lnTo>
                    <a:lnTo>
                      <a:pt x="105" y="94"/>
                    </a:lnTo>
                    <a:lnTo>
                      <a:pt x="135" y="140"/>
                    </a:lnTo>
                    <a:lnTo>
                      <a:pt x="117" y="140"/>
                    </a:lnTo>
                    <a:lnTo>
                      <a:pt x="90" y="95"/>
                    </a:lnTo>
                    <a:lnTo>
                      <a:pt x="72" y="95"/>
                    </a:lnTo>
                    <a:lnTo>
                      <a:pt x="72" y="140"/>
                    </a:lnTo>
                    <a:lnTo>
                      <a:pt x="57" y="140"/>
                    </a:lnTo>
                    <a:lnTo>
                      <a:pt x="57" y="38"/>
                    </a:lnTo>
                    <a:close/>
                    <a:moveTo>
                      <a:pt x="90" y="15"/>
                    </a:moveTo>
                    <a:lnTo>
                      <a:pt x="68" y="19"/>
                    </a:lnTo>
                    <a:lnTo>
                      <a:pt x="47" y="29"/>
                    </a:lnTo>
                    <a:lnTo>
                      <a:pt x="33" y="45"/>
                    </a:lnTo>
                    <a:lnTo>
                      <a:pt x="22" y="65"/>
                    </a:lnTo>
                    <a:lnTo>
                      <a:pt x="18" y="89"/>
                    </a:lnTo>
                    <a:lnTo>
                      <a:pt x="22" y="113"/>
                    </a:lnTo>
                    <a:lnTo>
                      <a:pt x="33" y="133"/>
                    </a:lnTo>
                    <a:lnTo>
                      <a:pt x="47" y="149"/>
                    </a:lnTo>
                    <a:lnTo>
                      <a:pt x="68" y="158"/>
                    </a:lnTo>
                    <a:lnTo>
                      <a:pt x="90" y="162"/>
                    </a:lnTo>
                    <a:lnTo>
                      <a:pt x="113" y="158"/>
                    </a:lnTo>
                    <a:lnTo>
                      <a:pt x="133" y="149"/>
                    </a:lnTo>
                    <a:lnTo>
                      <a:pt x="148" y="133"/>
                    </a:lnTo>
                    <a:lnTo>
                      <a:pt x="159" y="113"/>
                    </a:lnTo>
                    <a:lnTo>
                      <a:pt x="163" y="89"/>
                    </a:lnTo>
                    <a:lnTo>
                      <a:pt x="159" y="65"/>
                    </a:lnTo>
                    <a:lnTo>
                      <a:pt x="148" y="45"/>
                    </a:lnTo>
                    <a:lnTo>
                      <a:pt x="133" y="29"/>
                    </a:lnTo>
                    <a:lnTo>
                      <a:pt x="113" y="19"/>
                    </a:lnTo>
                    <a:lnTo>
                      <a:pt x="90" y="15"/>
                    </a:lnTo>
                    <a:close/>
                    <a:moveTo>
                      <a:pt x="90" y="0"/>
                    </a:moveTo>
                    <a:lnTo>
                      <a:pt x="115" y="3"/>
                    </a:lnTo>
                    <a:lnTo>
                      <a:pt x="136" y="12"/>
                    </a:lnTo>
                    <a:lnTo>
                      <a:pt x="153" y="26"/>
                    </a:lnTo>
                    <a:lnTo>
                      <a:pt x="168" y="43"/>
                    </a:lnTo>
                    <a:lnTo>
                      <a:pt x="176" y="65"/>
                    </a:lnTo>
                    <a:lnTo>
                      <a:pt x="180" y="89"/>
                    </a:lnTo>
                    <a:lnTo>
                      <a:pt x="176" y="113"/>
                    </a:lnTo>
                    <a:lnTo>
                      <a:pt x="168" y="134"/>
                    </a:lnTo>
                    <a:lnTo>
                      <a:pt x="153" y="152"/>
                    </a:lnTo>
                    <a:lnTo>
                      <a:pt x="136" y="165"/>
                    </a:lnTo>
                    <a:lnTo>
                      <a:pt x="115" y="174"/>
                    </a:lnTo>
                    <a:lnTo>
                      <a:pt x="90" y="177"/>
                    </a:lnTo>
                    <a:lnTo>
                      <a:pt x="68" y="174"/>
                    </a:lnTo>
                    <a:lnTo>
                      <a:pt x="46" y="165"/>
                    </a:lnTo>
                    <a:lnTo>
                      <a:pt x="27" y="152"/>
                    </a:lnTo>
                    <a:lnTo>
                      <a:pt x="14" y="134"/>
                    </a:lnTo>
                    <a:lnTo>
                      <a:pt x="4" y="113"/>
                    </a:lnTo>
                    <a:lnTo>
                      <a:pt x="0" y="89"/>
                    </a:lnTo>
                    <a:lnTo>
                      <a:pt x="4" y="65"/>
                    </a:lnTo>
                    <a:lnTo>
                      <a:pt x="14" y="43"/>
                    </a:lnTo>
                    <a:lnTo>
                      <a:pt x="27" y="26"/>
                    </a:lnTo>
                    <a:lnTo>
                      <a:pt x="46" y="12"/>
                    </a:lnTo>
                    <a:lnTo>
                      <a:pt x="68" y="3"/>
                    </a:lnTo>
                    <a:lnTo>
                      <a:pt x="9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grpSp>
      </p:grpSp>
      <p:sp>
        <p:nvSpPr>
          <p:cNvPr id="20" name="ConStatement"/>
          <p:cNvSpPr txBox="1"/>
          <p:nvPr userDrawn="1">
            <p:custDataLst>
              <p:tags r:id="rId6"/>
            </p:custDataLst>
          </p:nvPr>
        </p:nvSpPr>
        <p:spPr>
          <a:xfrm>
            <a:off x="126373" y="0"/>
            <a:ext cx="254000" cy="6858000"/>
          </a:xfrm>
          <a:prstGeom prst="rect">
            <a:avLst/>
          </a:prstGeom>
          <a:noFill/>
        </p:spPr>
        <p:txBody>
          <a:bodyPr vert="mongolianVert" wrap="none" lIns="91440" tIns="45720" rIns="91440" bIns="45720" rtlCol="0" anchor="ctr">
            <a:noAutofit/>
          </a:bodyPr>
          <a:lstStyle/>
          <a:p>
            <a:pPr algn="ctr"/>
            <a:r>
              <a:rPr lang="en-US" sz="900">
                <a:solidFill>
                  <a:srgbClr val="7F7F7F"/>
                </a:solidFill>
                <a:latin typeface="Arial"/>
              </a:rPr>
              <a:t>Synopsys Confidential Information</a:t>
            </a:r>
          </a:p>
        </p:txBody>
      </p:sp>
    </p:spTree>
    <p:extLst>
      <p:ext uri="{BB962C8B-B14F-4D97-AF65-F5344CB8AC3E}">
        <p14:creationId xmlns:p14="http://schemas.microsoft.com/office/powerpoint/2010/main" val="2269970331"/>
      </p:ext>
    </p:extLst>
  </p:cSld>
  <p:clrMapOvr>
    <a:masterClrMapping/>
  </p:clrMapOvr>
  <p:extLst>
    <p:ext uri="{DCECCB84-F9BA-43D5-87BE-67443E8EF086}">
      <p15:sldGuideLst xmlns:p15="http://schemas.microsoft.com/office/powerpoint/2012/main">
        <p15:guide id="1" pos="288">
          <p15:clr>
            <a:srgbClr val="5ACBF0"/>
          </p15:clr>
        </p15:guide>
        <p15:guide id="2" pos="6192">
          <p15:clr>
            <a:srgbClr val="5ACBF0"/>
          </p15:clr>
        </p15:guide>
        <p15:guide id="3" pos="6312">
          <p15:clr>
            <a:srgbClr val="5ACBF0"/>
          </p15:clr>
        </p15:guide>
        <p15:guide id="4" orient="horz" pos="288">
          <p15:clr>
            <a:srgbClr val="5ACBF0"/>
          </p15:clr>
        </p15:guide>
        <p15:guide id="5" orient="horz" pos="4032">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lternate Title Slide">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D4E8F61E-8F8D-404F-9D1D-7C47EA2E81A2}"/>
              </a:ext>
            </a:extLst>
          </p:cNvPr>
          <p:cNvPicPr>
            <a:picLocks noChangeAspect="1"/>
          </p:cNvPicPr>
          <p:nvPr>
            <p:custDataLst>
              <p:tags r:id="rId1"/>
            </p:custDataLst>
          </p:nvPr>
        </p:nvPicPr>
        <p:blipFill>
          <a:blip r:embed="rId8" cstate="screen">
            <a:extLst>
              <a:ext uri="{28A0092B-C50C-407E-A947-70E740481C1C}">
                <a14:useLocalDpi xmlns:a14="http://schemas.microsoft.com/office/drawing/2010/main"/>
              </a:ext>
            </a:extLst>
          </a:blip>
          <a:stretch>
            <a:fillRect/>
          </a:stretch>
        </p:blipFill>
        <p:spPr>
          <a:xfrm>
            <a:off x="0" y="3909847"/>
            <a:ext cx="12192000" cy="2948153"/>
          </a:xfrm>
          <a:prstGeom prst="rect">
            <a:avLst/>
          </a:prstGeom>
        </p:spPr>
      </p:pic>
      <p:sp>
        <p:nvSpPr>
          <p:cNvPr id="8" name="Text Placeholder 15"/>
          <p:cNvSpPr>
            <a:spLocks noGrp="1"/>
          </p:cNvSpPr>
          <p:nvPr>
            <p:ph type="body" sz="quarter" idx="10" hasCustomPrompt="1"/>
            <p:custDataLst>
              <p:tags r:id="rId2"/>
            </p:custDataLst>
          </p:nvPr>
        </p:nvSpPr>
        <p:spPr>
          <a:xfrm>
            <a:off x="456698" y="3970142"/>
            <a:ext cx="5524972" cy="731520"/>
          </a:xfrm>
        </p:spPr>
        <p:txBody>
          <a:bodyPr anchor="b">
            <a:normAutofit/>
          </a:bodyPr>
          <a:lstStyle>
            <a:lvl1pPr marL="0" indent="0" algn="l">
              <a:buNone/>
              <a:defRPr sz="2400" baseline="0">
                <a:solidFill>
                  <a:schemeClr val="tx1"/>
                </a:solidFill>
                <a:effectLst/>
              </a:defRPr>
            </a:lvl1pPr>
            <a:lvl2pPr marL="0" indent="0" algn="ctr">
              <a:buNone/>
              <a:defRPr>
                <a:solidFill>
                  <a:schemeClr val="tx1">
                    <a:lumMod val="65000"/>
                    <a:lumOff val="35000"/>
                  </a:schemeClr>
                </a:solidFill>
              </a:defRPr>
            </a:lvl2pPr>
            <a:lvl3pPr algn="ctr">
              <a:defRPr>
                <a:solidFill>
                  <a:schemeClr val="tx1">
                    <a:lumMod val="65000"/>
                    <a:lumOff val="35000"/>
                  </a:schemeClr>
                </a:solidFill>
              </a:defRPr>
            </a:lvl3pPr>
            <a:lvl4pPr algn="ctr">
              <a:defRPr>
                <a:solidFill>
                  <a:schemeClr val="tx1">
                    <a:lumMod val="65000"/>
                    <a:lumOff val="35000"/>
                  </a:schemeClr>
                </a:solidFill>
              </a:defRPr>
            </a:lvl4pPr>
            <a:lvl5pPr algn="ctr">
              <a:defRPr>
                <a:solidFill>
                  <a:schemeClr val="tx1">
                    <a:lumMod val="65000"/>
                    <a:lumOff val="35000"/>
                  </a:schemeClr>
                </a:solidFill>
              </a:defRPr>
            </a:lvl5pPr>
          </a:lstStyle>
          <a:p>
            <a:pPr lvl="0"/>
            <a:r>
              <a:t>Click to Add Name and Title</a:t>
            </a:r>
          </a:p>
        </p:txBody>
      </p:sp>
      <p:sp>
        <p:nvSpPr>
          <p:cNvPr id="9" name="Text Placeholder 18"/>
          <p:cNvSpPr>
            <a:spLocks noGrp="1"/>
          </p:cNvSpPr>
          <p:nvPr>
            <p:ph type="body" sz="quarter" idx="11" hasCustomPrompt="1"/>
            <p:custDataLst>
              <p:tags r:id="rId3"/>
            </p:custDataLst>
          </p:nvPr>
        </p:nvSpPr>
        <p:spPr>
          <a:xfrm>
            <a:off x="456555" y="4701662"/>
            <a:ext cx="5525117" cy="396815"/>
          </a:xfrm>
        </p:spPr>
        <p:txBody>
          <a:bodyPr anchor="b">
            <a:normAutofit/>
          </a:bodyPr>
          <a:lstStyle>
            <a:lvl1pPr algn="l">
              <a:buNone/>
              <a:defRPr sz="2000">
                <a:solidFill>
                  <a:schemeClr val="tx1"/>
                </a:solidFill>
                <a:effectLst/>
              </a:defRPr>
            </a:lvl1pPr>
          </a:lstStyle>
          <a:p>
            <a:pPr lvl="0"/>
            <a:r>
              <a:t>Click to Add Date</a:t>
            </a:r>
          </a:p>
        </p:txBody>
      </p:sp>
      <p:sp>
        <p:nvSpPr>
          <p:cNvPr id="21" name="Subtitle 2"/>
          <p:cNvSpPr>
            <a:spLocks noGrp="1"/>
          </p:cNvSpPr>
          <p:nvPr>
            <p:ph type="subTitle" idx="1" hasCustomPrompt="1"/>
            <p:custDataLst>
              <p:tags r:id="rId4"/>
            </p:custDataLst>
          </p:nvPr>
        </p:nvSpPr>
        <p:spPr>
          <a:xfrm>
            <a:off x="456556" y="2982484"/>
            <a:ext cx="11278565" cy="990600"/>
          </a:xfrm>
        </p:spPr>
        <p:txBody>
          <a:bodyPr/>
          <a:lstStyle>
            <a:lvl1pPr marL="0" indent="0" algn="l">
              <a:buNone/>
              <a:defRPr sz="2800" b="0">
                <a:solidFill>
                  <a:schemeClr val="tx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Add a Subtitle</a:t>
            </a:r>
          </a:p>
        </p:txBody>
      </p:sp>
      <p:sp>
        <p:nvSpPr>
          <p:cNvPr id="22" name="Title 1"/>
          <p:cNvSpPr>
            <a:spLocks noGrp="1"/>
          </p:cNvSpPr>
          <p:nvPr>
            <p:ph type="ctrTitle" hasCustomPrompt="1"/>
            <p:custDataLst>
              <p:tags r:id="rId5"/>
            </p:custDataLst>
          </p:nvPr>
        </p:nvSpPr>
        <p:spPr>
          <a:xfrm>
            <a:off x="456555" y="1147394"/>
            <a:ext cx="11278567" cy="1828800"/>
          </a:xfrm>
        </p:spPr>
        <p:txBody>
          <a:bodyPr anchor="b">
            <a:noAutofit/>
          </a:bodyPr>
          <a:lstStyle>
            <a:lvl1pPr algn="l">
              <a:defRPr sz="3600">
                <a:solidFill>
                  <a:schemeClr val="accent1"/>
                </a:solidFill>
                <a:effectLst/>
              </a:defRPr>
            </a:lvl1pPr>
          </a:lstStyle>
          <a:p>
            <a:r>
              <a:t>Click to Add a Title</a:t>
            </a:r>
          </a:p>
        </p:txBody>
      </p:sp>
      <p:pic>
        <p:nvPicPr>
          <p:cNvPr id="10" name="Graphic 9">
            <a:extLst>
              <a:ext uri="{FF2B5EF4-FFF2-40B4-BE49-F238E27FC236}">
                <a16:creationId xmlns:a16="http://schemas.microsoft.com/office/drawing/2014/main" id="{9889C713-0D9F-4617-8B3E-E5631E10483A}"/>
              </a:ext>
            </a:extLst>
          </p:cNvPr>
          <p:cNvPicPr>
            <a:picLocks noChangeAspect="1"/>
          </p:cNvPicPr>
          <p:nvPr>
            <p:custDataLst>
              <p:tags r:id="rId6"/>
            </p:custDataLst>
          </p:nvPr>
        </p:nvPicPr>
        <p:blipFill>
          <a:blip r:embed="rId9">
            <a:extLst>
              <a:ext uri="{96DAC541-7B7A-43D3-8B79-37D633B846F1}">
                <asvg:svgBlip xmlns:asvg="http://schemas.microsoft.com/office/drawing/2016/SVG/main" r:embed="rId10"/>
              </a:ext>
            </a:extLst>
          </a:blip>
          <a:stretch>
            <a:fillRect/>
          </a:stretch>
        </p:blipFill>
        <p:spPr>
          <a:xfrm>
            <a:off x="9905927" y="453166"/>
            <a:ext cx="1829195" cy="584326"/>
          </a:xfrm>
          <a:prstGeom prst="rect">
            <a:avLst/>
          </a:prstGeom>
        </p:spPr>
      </p:pic>
    </p:spTree>
    <p:extLst>
      <p:ext uri="{BB962C8B-B14F-4D97-AF65-F5344CB8AC3E}">
        <p14:creationId xmlns:p14="http://schemas.microsoft.com/office/powerpoint/2010/main" val="1459426145"/>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586561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5A7D297B-DE10-A84D-B636-3028F48863F8}"/>
              </a:ext>
            </a:extLst>
          </p:cNvPr>
          <p:cNvGrpSpPr/>
          <p:nvPr userDrawn="1"/>
        </p:nvGrpSpPr>
        <p:grpSpPr>
          <a:xfrm>
            <a:off x="1" y="1246636"/>
            <a:ext cx="11735122" cy="4754113"/>
            <a:chOff x="-3182145" y="-5169663"/>
            <a:chExt cx="11799257" cy="4780095"/>
          </a:xfrm>
        </p:grpSpPr>
        <p:sp>
          <p:nvSpPr>
            <p:cNvPr id="2" name="Rectangle 1">
              <a:extLst>
                <a:ext uri="{FF2B5EF4-FFF2-40B4-BE49-F238E27FC236}">
                  <a16:creationId xmlns:a16="http://schemas.microsoft.com/office/drawing/2014/main" id="{5BA3680E-48F9-C94E-8BA7-80D6E42CF04F}"/>
                </a:ext>
              </a:extLst>
            </p:cNvPr>
            <p:cNvSpPr/>
            <p:nvPr userDrawn="1"/>
          </p:nvSpPr>
          <p:spPr>
            <a:xfrm>
              <a:off x="-3182145" y="-5169662"/>
              <a:ext cx="11780199" cy="4780094"/>
            </a:xfrm>
            <a:custGeom>
              <a:avLst/>
              <a:gdLst>
                <a:gd name="connsiteX0" fmla="*/ 0 w 10554495"/>
                <a:gd name="connsiteY0" fmla="*/ 0 h 3897360"/>
                <a:gd name="connsiteX1" fmla="*/ 10554495 w 10554495"/>
                <a:gd name="connsiteY1" fmla="*/ 0 h 3897360"/>
                <a:gd name="connsiteX2" fmla="*/ 10554495 w 10554495"/>
                <a:gd name="connsiteY2" fmla="*/ 3897360 h 3897360"/>
                <a:gd name="connsiteX3" fmla="*/ 0 w 10554495"/>
                <a:gd name="connsiteY3" fmla="*/ 3897360 h 3897360"/>
                <a:gd name="connsiteX4" fmla="*/ 0 w 10554495"/>
                <a:gd name="connsiteY4" fmla="*/ 0 h 3897360"/>
                <a:gd name="connsiteX0" fmla="*/ 0 w 11735595"/>
                <a:gd name="connsiteY0" fmla="*/ 0 h 3897360"/>
                <a:gd name="connsiteX1" fmla="*/ 11735595 w 11735595"/>
                <a:gd name="connsiteY1" fmla="*/ 3810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376075 w 11735595"/>
                <a:gd name="connsiteY2" fmla="*/ 3860992 h 3897360"/>
                <a:gd name="connsiteX3" fmla="*/ 0 w 11735595"/>
                <a:gd name="connsiteY3" fmla="*/ 3897360 h 3897360"/>
                <a:gd name="connsiteX4" fmla="*/ 0 w 11735595"/>
                <a:gd name="connsiteY4" fmla="*/ 0 h 3897360"/>
                <a:gd name="connsiteX0" fmla="*/ 0 w 11735595"/>
                <a:gd name="connsiteY0" fmla="*/ 0 h 3924636"/>
                <a:gd name="connsiteX1" fmla="*/ 11735595 w 11735595"/>
                <a:gd name="connsiteY1" fmla="*/ 19050 h 3924636"/>
                <a:gd name="connsiteX2" fmla="*/ 10208807 w 11735595"/>
                <a:gd name="connsiteY2" fmla="*/ 3924636 h 3924636"/>
                <a:gd name="connsiteX3" fmla="*/ 0 w 11735595"/>
                <a:gd name="connsiteY3" fmla="*/ 3897360 h 3924636"/>
                <a:gd name="connsiteX4" fmla="*/ 0 w 11735595"/>
                <a:gd name="connsiteY4" fmla="*/ 0 h 3924636"/>
                <a:gd name="connsiteX0" fmla="*/ 0 w 11735595"/>
                <a:gd name="connsiteY0" fmla="*/ 0 h 3897360"/>
                <a:gd name="connsiteX1" fmla="*/ 11735595 w 11735595"/>
                <a:gd name="connsiteY1" fmla="*/ 19050 h 3897360"/>
                <a:gd name="connsiteX2" fmla="*/ 10041539 w 11735595"/>
                <a:gd name="connsiteY2" fmla="*/ 3697338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264563 w 11735595"/>
                <a:gd name="connsiteY2" fmla="*/ 3888268 h 3897360"/>
                <a:gd name="connsiteX3" fmla="*/ 0 w 11735595"/>
                <a:gd name="connsiteY3" fmla="*/ 3897360 h 3897360"/>
                <a:gd name="connsiteX4" fmla="*/ 0 w 11735595"/>
                <a:gd name="connsiteY4" fmla="*/ 0 h 3897360"/>
                <a:gd name="connsiteX0" fmla="*/ 0 w 11200336"/>
                <a:gd name="connsiteY0" fmla="*/ 0 h 3897360"/>
                <a:gd name="connsiteX1" fmla="*/ 11200336 w 11200336"/>
                <a:gd name="connsiteY1" fmla="*/ 82694 h 3897360"/>
                <a:gd name="connsiteX2" fmla="*/ 10264563 w 11200336"/>
                <a:gd name="connsiteY2" fmla="*/ 3888268 h 3897360"/>
                <a:gd name="connsiteX3" fmla="*/ 0 w 11200336"/>
                <a:gd name="connsiteY3" fmla="*/ 3897360 h 3897360"/>
                <a:gd name="connsiteX4" fmla="*/ 0 w 11200336"/>
                <a:gd name="connsiteY4" fmla="*/ 0 h 3897360"/>
                <a:gd name="connsiteX0" fmla="*/ 0 w 11780199"/>
                <a:gd name="connsiteY0" fmla="*/ 0 h 3897360"/>
                <a:gd name="connsiteX1" fmla="*/ 11780199 w 11780199"/>
                <a:gd name="connsiteY1" fmla="*/ 867 h 3897360"/>
                <a:gd name="connsiteX2" fmla="*/ 10264563 w 11780199"/>
                <a:gd name="connsiteY2" fmla="*/ 3888268 h 3897360"/>
                <a:gd name="connsiteX3" fmla="*/ 0 w 11780199"/>
                <a:gd name="connsiteY3" fmla="*/ 3897360 h 3897360"/>
                <a:gd name="connsiteX4" fmla="*/ 0 w 11780199"/>
                <a:gd name="connsiteY4" fmla="*/ 0 h 3897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80199" h="3897360">
                  <a:moveTo>
                    <a:pt x="0" y="0"/>
                  </a:moveTo>
                  <a:lnTo>
                    <a:pt x="11780199" y="867"/>
                  </a:lnTo>
                  <a:lnTo>
                    <a:pt x="10264563" y="3888268"/>
                  </a:lnTo>
                  <a:lnTo>
                    <a:pt x="0" y="3897360"/>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800"/>
            </a:p>
          </p:txBody>
        </p:sp>
        <p:pic>
          <p:nvPicPr>
            <p:cNvPr id="29" name="Picture 28">
              <a:extLst>
                <a:ext uri="{FF2B5EF4-FFF2-40B4-BE49-F238E27FC236}">
                  <a16:creationId xmlns:a16="http://schemas.microsoft.com/office/drawing/2014/main" id="{AC59BDFE-3580-F349-8D96-F5979F88E547}"/>
                </a:ext>
              </a:extLst>
            </p:cNvPr>
            <p:cNvPicPr>
              <a:picLocks noChangeAspect="1"/>
            </p:cNvPicPr>
            <p:nvPr userDrawn="1"/>
          </p:nvPicPr>
          <p:blipFill rotWithShape="1">
            <a:blip r:embed="rId6" cstate="hqprint">
              <a:extLst>
                <a:ext uri="{28A0092B-C50C-407E-A947-70E740481C1C}">
                  <a14:useLocalDpi xmlns:a14="http://schemas.microsoft.com/office/drawing/2010/main"/>
                </a:ext>
              </a:extLst>
            </a:blip>
            <a:srcRect/>
            <a:stretch/>
          </p:blipFill>
          <p:spPr>
            <a:xfrm>
              <a:off x="-3182145" y="-5169663"/>
              <a:ext cx="11799257" cy="4780095"/>
            </a:xfrm>
            <a:prstGeom prst="rect">
              <a:avLst/>
            </a:prstGeom>
          </p:spPr>
        </p:pic>
      </p:grpSp>
      <p:sp>
        <p:nvSpPr>
          <p:cNvPr id="8" name="Text Placeholder 15"/>
          <p:cNvSpPr>
            <a:spLocks noGrp="1"/>
          </p:cNvSpPr>
          <p:nvPr>
            <p:ph type="body" sz="quarter" idx="10" hasCustomPrompt="1"/>
            <p:custDataLst>
              <p:tags r:id="rId1"/>
            </p:custDataLst>
          </p:nvPr>
        </p:nvSpPr>
        <p:spPr>
          <a:xfrm>
            <a:off x="456698" y="4526198"/>
            <a:ext cx="8141202" cy="731520"/>
          </a:xfrm>
        </p:spPr>
        <p:txBody>
          <a:bodyPr anchor="b">
            <a:normAutofit/>
          </a:bodyPr>
          <a:lstStyle>
            <a:lvl1pPr marL="0" indent="0" algn="l">
              <a:buNone/>
              <a:defRPr sz="2400" baseline="0">
                <a:solidFill>
                  <a:schemeClr val="bg1"/>
                </a:solidFill>
                <a:effectLst/>
              </a:defRPr>
            </a:lvl1pPr>
            <a:lvl2pPr marL="0" indent="0" algn="ctr">
              <a:buNone/>
              <a:defRPr>
                <a:solidFill>
                  <a:schemeClr val="tx1">
                    <a:lumMod val="65000"/>
                    <a:lumOff val="35000"/>
                  </a:schemeClr>
                </a:solidFill>
              </a:defRPr>
            </a:lvl2pPr>
            <a:lvl3pPr algn="ctr">
              <a:defRPr>
                <a:solidFill>
                  <a:schemeClr val="tx1">
                    <a:lumMod val="65000"/>
                    <a:lumOff val="35000"/>
                  </a:schemeClr>
                </a:solidFill>
              </a:defRPr>
            </a:lvl3pPr>
            <a:lvl4pPr algn="ctr">
              <a:defRPr>
                <a:solidFill>
                  <a:schemeClr val="tx1">
                    <a:lumMod val="65000"/>
                    <a:lumOff val="35000"/>
                  </a:schemeClr>
                </a:solidFill>
              </a:defRPr>
            </a:lvl4pPr>
            <a:lvl5pPr algn="ctr">
              <a:defRPr>
                <a:solidFill>
                  <a:schemeClr val="tx1">
                    <a:lumMod val="65000"/>
                    <a:lumOff val="35000"/>
                  </a:schemeClr>
                </a:solidFill>
              </a:defRPr>
            </a:lvl5pPr>
          </a:lstStyle>
          <a:p>
            <a:pPr lvl="0"/>
            <a:r>
              <a:rPr lang="en-US"/>
              <a:t>Synopsys Customer Education Services</a:t>
            </a:r>
            <a:endParaRPr/>
          </a:p>
        </p:txBody>
      </p:sp>
      <p:sp>
        <p:nvSpPr>
          <p:cNvPr id="21" name="Subtitle 2"/>
          <p:cNvSpPr>
            <a:spLocks noGrp="1"/>
          </p:cNvSpPr>
          <p:nvPr>
            <p:ph type="subTitle" idx="1" hasCustomPrompt="1"/>
            <p:custDataLst>
              <p:tags r:id="rId2"/>
            </p:custDataLst>
          </p:nvPr>
        </p:nvSpPr>
        <p:spPr>
          <a:xfrm>
            <a:off x="456557" y="3522681"/>
            <a:ext cx="10417770" cy="990600"/>
          </a:xfrm>
        </p:spPr>
        <p:txBody>
          <a:bodyPr>
            <a:normAutofit/>
          </a:bodyPr>
          <a:lstStyle>
            <a:lvl1pPr marL="0" indent="0" algn="l">
              <a:buNone/>
              <a:defRPr sz="3200" b="0">
                <a:solidFill>
                  <a:schemeClr val="bg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Add </a:t>
            </a:r>
            <a:r>
              <a:rPr lang="en-US"/>
              <a:t>Course Version</a:t>
            </a:r>
            <a:endParaRPr/>
          </a:p>
        </p:txBody>
      </p:sp>
      <p:sp>
        <p:nvSpPr>
          <p:cNvPr id="22" name="Title 1"/>
          <p:cNvSpPr>
            <a:spLocks noGrp="1"/>
          </p:cNvSpPr>
          <p:nvPr>
            <p:ph type="ctrTitle" hasCustomPrompt="1"/>
            <p:custDataLst>
              <p:tags r:id="rId3"/>
            </p:custDataLst>
          </p:nvPr>
        </p:nvSpPr>
        <p:spPr>
          <a:xfrm>
            <a:off x="456555" y="1687591"/>
            <a:ext cx="10763895" cy="1828800"/>
          </a:xfrm>
        </p:spPr>
        <p:txBody>
          <a:bodyPr anchor="b">
            <a:noAutofit/>
          </a:bodyPr>
          <a:lstStyle>
            <a:lvl1pPr algn="l">
              <a:defRPr sz="5000">
                <a:solidFill>
                  <a:schemeClr val="bg1"/>
                </a:solidFill>
                <a:effectLst/>
              </a:defRPr>
            </a:lvl1pPr>
          </a:lstStyle>
          <a:p>
            <a:r>
              <a:t>Click to Add </a:t>
            </a:r>
            <a:r>
              <a:rPr lang="en-US"/>
              <a:t>Course Name</a:t>
            </a:r>
            <a:endParaRPr/>
          </a:p>
        </p:txBody>
      </p:sp>
      <p:pic>
        <p:nvPicPr>
          <p:cNvPr id="10" name="Graphic 9">
            <a:extLst>
              <a:ext uri="{FF2B5EF4-FFF2-40B4-BE49-F238E27FC236}">
                <a16:creationId xmlns:a16="http://schemas.microsoft.com/office/drawing/2014/main" id="{9889C713-0D9F-4617-8B3E-E5631E10483A}"/>
              </a:ext>
            </a:extLst>
          </p:cNvPr>
          <p:cNvPicPr>
            <a:picLocks noChangeAspect="1"/>
          </p:cNvPicPr>
          <p:nvPr>
            <p:custDataLst>
              <p:tags r:id="rId4"/>
            </p:custDataLst>
          </p:nvPr>
        </p:nvPicPr>
        <p:blipFill>
          <a:blip r:embed="rId7">
            <a:extLst>
              <a:ext uri="{96DAC541-7B7A-43D3-8B79-37D633B846F1}">
                <asvg:svgBlip xmlns:asvg="http://schemas.microsoft.com/office/drawing/2016/SVG/main" r:embed="rId8"/>
              </a:ext>
            </a:extLst>
          </a:blip>
          <a:stretch>
            <a:fillRect/>
          </a:stretch>
        </p:blipFill>
        <p:spPr>
          <a:xfrm>
            <a:off x="9905927" y="453166"/>
            <a:ext cx="1829195" cy="584326"/>
          </a:xfrm>
          <a:prstGeom prst="rect">
            <a:avLst/>
          </a:prstGeom>
        </p:spPr>
      </p:pic>
    </p:spTree>
    <p:extLst>
      <p:ext uri="{BB962C8B-B14F-4D97-AF65-F5344CB8AC3E}">
        <p14:creationId xmlns:p14="http://schemas.microsoft.com/office/powerpoint/2010/main" val="1035110512"/>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Scop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10" name="Picture 9">
            <a:extLst>
              <a:ext uri="{FF2B5EF4-FFF2-40B4-BE49-F238E27FC236}">
                <a16:creationId xmlns:a16="http://schemas.microsoft.com/office/drawing/2014/main" id="{377B05DB-A977-4DFB-8026-0C01E80D3A1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sp>
        <p:nvSpPr>
          <p:cNvPr id="11" name="Title 4">
            <a:extLst>
              <a:ext uri="{FF2B5EF4-FFF2-40B4-BE49-F238E27FC236}">
                <a16:creationId xmlns:a16="http://schemas.microsoft.com/office/drawing/2014/main" id="{AA3CB389-48A5-49BB-A30B-013A5B53EFCD}"/>
              </a:ext>
            </a:extLst>
          </p:cNvPr>
          <p:cNvSpPr>
            <a:spLocks noGrp="1"/>
          </p:cNvSpPr>
          <p:nvPr>
            <p:ph type="title" hasCustomPrompt="1"/>
            <p:custDataLst>
              <p:tags r:id="rId1"/>
            </p:custDataLst>
          </p:nvPr>
        </p:nvSpPr>
        <p:spPr bwMode="gray">
          <a:xfrm>
            <a:off x="1498175" y="172006"/>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1678356663"/>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Scope with backgroun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1E873832-813A-459B-8A37-2E752C411F0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pic>
        <p:nvPicPr>
          <p:cNvPr id="18" name="Picture 17">
            <a:extLst>
              <a:ext uri="{FF2B5EF4-FFF2-40B4-BE49-F238E27FC236}">
                <a16:creationId xmlns:a16="http://schemas.microsoft.com/office/drawing/2014/main" id="{F5F87E6C-9108-4445-AF14-EE92CFEB3452}"/>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0" y="1310092"/>
            <a:ext cx="12192000" cy="5217460"/>
          </a:xfrm>
          <a:prstGeom prst="rect">
            <a:avLst/>
          </a:prstGeom>
        </p:spPr>
      </p:pic>
      <p:sp>
        <p:nvSpPr>
          <p:cNvPr id="19" name="Text Placeholder 3">
            <a:extLst>
              <a:ext uri="{FF2B5EF4-FFF2-40B4-BE49-F238E27FC236}">
                <a16:creationId xmlns:a16="http://schemas.microsoft.com/office/drawing/2014/main" id="{F2E28495-B0B3-4070-BB83-3FB14AB729F0}"/>
              </a:ext>
            </a:extLst>
          </p:cNvPr>
          <p:cNvSpPr>
            <a:spLocks noGrp="1"/>
          </p:cNvSpPr>
          <p:nvPr>
            <p:ph type="body" sz="quarter" idx="10"/>
          </p:nvPr>
        </p:nvSpPr>
        <p:spPr>
          <a:xfrm>
            <a:off x="457200" y="1737755"/>
            <a:ext cx="11277922" cy="4430232"/>
          </a:xfrm>
          <a:solidFill>
            <a:schemeClr val="bg1">
              <a:alpha val="70000"/>
            </a:schemeClr>
          </a:solidFill>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20" name="Title 4">
            <a:extLst>
              <a:ext uri="{FF2B5EF4-FFF2-40B4-BE49-F238E27FC236}">
                <a16:creationId xmlns:a16="http://schemas.microsoft.com/office/drawing/2014/main" id="{BE7312B4-ABE7-4B7B-A96F-2CD31471F816}"/>
              </a:ext>
            </a:extLst>
          </p:cNvPr>
          <p:cNvSpPr>
            <a:spLocks noGrp="1"/>
          </p:cNvSpPr>
          <p:nvPr>
            <p:ph type="title" hasCustomPrompt="1"/>
            <p:custDataLst>
              <p:tags r:id="rId1"/>
            </p:custDataLst>
          </p:nvPr>
        </p:nvSpPr>
        <p:spPr bwMode="gray">
          <a:xfrm>
            <a:off x="1498175" y="178356"/>
            <a:ext cx="3279102" cy="1078992"/>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3972575490"/>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Quiz">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9ACD3E-DBDC-4D0E-A88F-26A04005602E}"/>
              </a:ext>
            </a:extLst>
          </p:cNvPr>
          <p:cNvPicPr>
            <a:picLocks noChangeAspect="1"/>
          </p:cNvPicPr>
          <p:nvPr userDrawn="1"/>
        </p:nvPicPr>
        <p:blipFill>
          <a:blip r:embed="rId3"/>
          <a:stretch>
            <a:fillRect/>
          </a:stretch>
        </p:blipFill>
        <p:spPr>
          <a:xfrm>
            <a:off x="0" y="182880"/>
            <a:ext cx="3748443" cy="1097280"/>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41" name="Title 4">
            <a:extLst>
              <a:ext uri="{FF2B5EF4-FFF2-40B4-BE49-F238E27FC236}">
                <a16:creationId xmlns:a16="http://schemas.microsoft.com/office/drawing/2014/main" id="{D1F73CD5-AFE0-49A0-80CB-BDF8A7D1A0DC}"/>
              </a:ext>
            </a:extLst>
          </p:cNvPr>
          <p:cNvSpPr txBox="1">
            <a:spLocks/>
          </p:cNvSpPr>
          <p:nvPr userDrawn="1">
            <p:custDataLst>
              <p:tags r:id="rId1"/>
            </p:custDataLst>
          </p:nvPr>
        </p:nvSpPr>
        <p:spPr>
          <a:xfrm>
            <a:off x="1655492" y="226637"/>
            <a:ext cx="1422825" cy="1005840"/>
          </a:xfrm>
          <a:prstGeom prst="rect">
            <a:avLst/>
          </a:prstGeom>
          <a:no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182880" tIns="45720" rIns="91440" bIns="45720" rtlCol="0" anchor="ctr">
            <a:normAutofit/>
          </a:bodyPr>
          <a:lstStyle>
            <a:lvl1pPr algn="l" defTabSz="914400" rtl="0" eaLnBrk="1" latinLnBrk="0" hangingPunct="1">
              <a:lnSpc>
                <a:spcPct val="100000"/>
              </a:lnSpc>
              <a:spcBef>
                <a:spcPct val="0"/>
              </a:spcBef>
              <a:buNone/>
              <a:defRPr sz="3200" b="0" kern="1200" dirty="0">
                <a:solidFill>
                  <a:schemeClr val="lt1"/>
                </a:solidFill>
                <a:latin typeface="+mj-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defTabSz="457200"/>
            <a:r>
              <a:rPr lang="en-US"/>
              <a:t>Quiz</a:t>
            </a:r>
          </a:p>
        </p:txBody>
      </p:sp>
      <p:pic>
        <p:nvPicPr>
          <p:cNvPr id="42" name="Picture 41" descr="Icon&#10;&#10;Description automatically generated">
            <a:extLst>
              <a:ext uri="{FF2B5EF4-FFF2-40B4-BE49-F238E27FC236}">
                <a16:creationId xmlns:a16="http://schemas.microsoft.com/office/drawing/2014/main" id="{DD38C84F-5193-4955-901F-6299B8236D9B}"/>
              </a:ext>
            </a:extLst>
          </p:cNvPr>
          <p:cNvPicPr>
            <a:picLocks noChangeAspect="1"/>
          </p:cNvPicPr>
          <p:nvPr userDrawn="1"/>
        </p:nvPicPr>
        <p:blipFill>
          <a:blip r:embed="rId4"/>
          <a:stretch>
            <a:fillRect/>
          </a:stretch>
        </p:blipFill>
        <p:spPr>
          <a:xfrm>
            <a:off x="553417" y="355597"/>
            <a:ext cx="896190" cy="816935"/>
          </a:xfrm>
          <a:prstGeom prst="rect">
            <a:avLst/>
          </a:prstGeom>
        </p:spPr>
      </p:pic>
    </p:spTree>
    <p:extLst>
      <p:ext uri="{BB962C8B-B14F-4D97-AF65-F5344CB8AC3E}">
        <p14:creationId xmlns:p14="http://schemas.microsoft.com/office/powerpoint/2010/main" val="1279930535"/>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Objectives en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144ACF8-D142-4EA6-904C-F3059944D168}"/>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bwMode="ltGray">
          <a:xfrm>
            <a:off x="0" y="178203"/>
            <a:ext cx="5258534" cy="1095528"/>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5638800"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7" name="Picture 6">
            <a:extLst>
              <a:ext uri="{FF2B5EF4-FFF2-40B4-BE49-F238E27FC236}">
                <a16:creationId xmlns:a16="http://schemas.microsoft.com/office/drawing/2014/main" id="{20EB06D5-E8E9-40AF-A2B8-743D9359C9C2}"/>
              </a:ext>
            </a:extLst>
          </p:cNvPr>
          <p:cNvPicPr>
            <a:picLocks noChangeAspect="1"/>
          </p:cNvPicPr>
          <p:nvPr userDrawn="1"/>
        </p:nvPicPr>
        <p:blipFill>
          <a:blip r:embed="rId5"/>
          <a:stretch>
            <a:fillRect/>
          </a:stretch>
        </p:blipFill>
        <p:spPr>
          <a:xfrm>
            <a:off x="362164" y="259001"/>
            <a:ext cx="926672" cy="926672"/>
          </a:xfrm>
          <a:prstGeom prst="rect">
            <a:avLst/>
          </a:prstGeom>
        </p:spPr>
      </p:pic>
      <p:sp>
        <p:nvSpPr>
          <p:cNvPr id="9" name="Title 4">
            <a:extLst>
              <a:ext uri="{FF2B5EF4-FFF2-40B4-BE49-F238E27FC236}">
                <a16:creationId xmlns:a16="http://schemas.microsoft.com/office/drawing/2014/main" id="{7B3316A4-5E32-46E9-B90B-EE77B07D3533}"/>
              </a:ext>
            </a:extLst>
          </p:cNvPr>
          <p:cNvSpPr>
            <a:spLocks noGrp="1"/>
          </p:cNvSpPr>
          <p:nvPr userDrawn="1">
            <p:ph type="title" hasCustomPrompt="1"/>
            <p:custDataLst>
              <p:tags r:id="rId1"/>
            </p:custDataLst>
          </p:nvPr>
        </p:nvSpPr>
        <p:spPr bwMode="gray">
          <a:xfrm>
            <a:off x="1498175" y="182880"/>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8" name="ConStatement">
            <a:extLst>
              <a:ext uri="{FF2B5EF4-FFF2-40B4-BE49-F238E27FC236}">
                <a16:creationId xmlns:a16="http://schemas.microsoft.com/office/drawing/2014/main" id="{DF604FF0-2DB9-449C-BFEA-2BBAB8E5CAFB}"/>
              </a:ext>
            </a:extLst>
          </p:cNvPr>
          <p:cNvSpPr txBox="1"/>
          <p:nvPr userDrawn="1">
            <p:custDataLst>
              <p:tags r:id="rId2"/>
            </p:custDataLst>
          </p:nvPr>
        </p:nvSpPr>
        <p:spPr>
          <a:xfrm>
            <a:off x="4200525" y="6605464"/>
            <a:ext cx="3790950" cy="245794"/>
          </a:xfrm>
          <a:prstGeom prst="rect">
            <a:avLst/>
          </a:prstGeom>
          <a:solidFill>
            <a:schemeClr val="bg1"/>
          </a:solidFill>
        </p:spPr>
        <p:txBody>
          <a:bodyPr vert="horz" wrap="none" lIns="91440" tIns="45720" rIns="91440" bIns="45720" rtlCol="0" anchor="ctr">
            <a:noAutofit/>
          </a:bodyPr>
          <a:lstStyle/>
          <a:p>
            <a:pPr algn="ctr"/>
            <a:endParaRPr sz="800">
              <a:solidFill>
                <a:srgbClr val="7F7F7F"/>
              </a:solidFill>
              <a:latin typeface="Arial"/>
            </a:endParaRPr>
          </a:p>
        </p:txBody>
      </p:sp>
    </p:spTree>
    <p:extLst>
      <p:ext uri="{BB962C8B-B14F-4D97-AF65-F5344CB8AC3E}">
        <p14:creationId xmlns:p14="http://schemas.microsoft.com/office/powerpoint/2010/main" val="1261447088"/>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C4FDD83-45EE-4570-BDB4-2BCC3000CD23}"/>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5" name="Title 4">
            <a:extLst>
              <a:ext uri="{FF2B5EF4-FFF2-40B4-BE49-F238E27FC236}">
                <a16:creationId xmlns:a16="http://schemas.microsoft.com/office/drawing/2014/main" id="{13AB35E0-AD47-4AD2-A594-DF7D8B2173E4}"/>
              </a:ext>
            </a:extLst>
          </p:cNvPr>
          <p:cNvSpPr>
            <a:spLocks noGrp="1"/>
          </p:cNvSpPr>
          <p:nvPr userDrawn="1">
            <p:ph type="title" hasCustomPrompt="1"/>
            <p:custDataLst>
              <p:tags r:id="rId1"/>
            </p:custDataLst>
          </p:nvPr>
        </p:nvSpPr>
        <p:spPr>
          <a:xfrm>
            <a:off x="-1" y="183402"/>
            <a:ext cx="11612880"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lIns="45720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188720"/>
            <a:ext cx="11277922" cy="5185186"/>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516746064"/>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F51924-A24A-489C-BBC3-DABEE7760686}"/>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2" name="Title 1"/>
          <p:cNvSpPr>
            <a:spLocks noGrp="1"/>
          </p:cNvSpPr>
          <p:nvPr>
            <p:ph type="title" hasCustomPrompt="1"/>
            <p:custDataLst>
              <p:tags r:id="rId1"/>
            </p:custDataLst>
          </p:nvPr>
        </p:nvSpPr>
        <p:spPr>
          <a:xfrm>
            <a:off x="0" y="183402"/>
            <a:ext cx="11615351"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vert="horz" lIns="457200" tIns="45720" rIns="91440" bIns="45720" rtlCol="0" anchor="ctr">
            <a:normAutofit/>
          </a:bodyPr>
          <a:lstStyle>
            <a:lvl1pPr>
              <a:defRPr dirty="0">
                <a:solidFill>
                  <a:schemeClr val="lt1"/>
                </a:solidFill>
                <a:ea typeface="+mn-ea"/>
                <a:cs typeface="+mn-cs"/>
              </a:defRPr>
            </a:lvl1pPr>
          </a:lstStyle>
          <a:p>
            <a:pPr marL="0" lvl="0" defTabSz="457200"/>
            <a:r>
              <a:t>Click to Add a Title</a:t>
            </a:r>
          </a:p>
        </p:txBody>
      </p:sp>
      <p:sp>
        <p:nvSpPr>
          <p:cNvPr id="9" name="Text Placeholder 8">
            <a:extLst>
              <a:ext uri="{FF2B5EF4-FFF2-40B4-BE49-F238E27FC236}">
                <a16:creationId xmlns:a16="http://schemas.microsoft.com/office/drawing/2014/main" id="{E9214336-643F-45BB-8453-2539A84E7CFF}"/>
              </a:ext>
            </a:extLst>
          </p:cNvPr>
          <p:cNvSpPr>
            <a:spLocks noGrp="1"/>
          </p:cNvSpPr>
          <p:nvPr userDrawn="1">
            <p:ph type="body" sz="quarter" idx="13"/>
          </p:nvPr>
        </p:nvSpPr>
        <p:spPr>
          <a:xfrm>
            <a:off x="457200" y="1188720"/>
            <a:ext cx="5524500" cy="5238974"/>
          </a:xfrm>
        </p:spPr>
        <p:txBody>
          <a:bodyPr/>
          <a:lstStyle>
            <a:lvl1pPr>
              <a:spcBef>
                <a:spcPts val="600"/>
              </a:spcBef>
              <a:spcAft>
                <a:spcPts val="600"/>
              </a:spcAft>
              <a:defRPr/>
            </a:lvl1pPr>
          </a:lstStyle>
          <a:p>
            <a:pPr lvl="0"/>
            <a:r>
              <a:rPr lang="en-US"/>
              <a:t>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88639FF6-ED59-4B79-AD58-17FB714FC4D6}"/>
              </a:ext>
            </a:extLst>
          </p:cNvPr>
          <p:cNvSpPr>
            <a:spLocks noGrp="1"/>
          </p:cNvSpPr>
          <p:nvPr userDrawn="1">
            <p:ph type="body" sz="quarter" idx="14"/>
          </p:nvPr>
        </p:nvSpPr>
        <p:spPr>
          <a:xfrm>
            <a:off x="6210300" y="1188720"/>
            <a:ext cx="5524500" cy="5238974"/>
          </a:xfrm>
        </p:spPr>
        <p:txBody>
          <a:bodyPr/>
          <a:lstStyle>
            <a:lvl1pPr>
              <a:spcBef>
                <a:spcPts val="600"/>
              </a:spcBef>
              <a:spcAft>
                <a:spcPts val="600"/>
              </a:spcAft>
              <a:defRPr lang="en-US" sz="2400" kern="1200" baseline="0" smtClean="0">
                <a:solidFill>
                  <a:schemeClr val="tx1"/>
                </a:solidFill>
                <a:latin typeface="+mn-lt"/>
                <a:ea typeface="+mn-ea"/>
                <a:cs typeface="+mn-cs"/>
              </a:defRPr>
            </a:lvl1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84175187"/>
      </p:ext>
    </p:extLst>
  </p:cSld>
  <p:clrMapOvr>
    <a:masterClrMapping/>
  </p:clrMapOvr>
  <p:extLst>
    <p:ext uri="{DCECCB84-F9BA-43D5-87BE-67443E8EF086}">
      <p15:sldGuideLst xmlns:p15="http://schemas.microsoft.com/office/powerpoint/2012/main">
        <p15:guide id="3" orient="horz" pos="1152">
          <p15:clr>
            <a:srgbClr val="5ACBF0"/>
          </p15:clr>
        </p15:guide>
        <p15:guide id="4" orient="horz" pos="720">
          <p15:clr>
            <a:srgbClr val="5ACBF0"/>
          </p15:clr>
        </p15:guide>
        <p15:guide id="5" orient="horz" pos="3888">
          <p15:clr>
            <a:srgbClr val="5ACBF0"/>
          </p15:clr>
        </p15:guide>
        <p15:guide id="6" pos="7392">
          <p15:clr>
            <a:srgbClr val="5ACBF0"/>
          </p15:clr>
        </p15:guide>
        <p15:guide id="7" pos="288">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1139825"/>
          </a:xfrm>
        </p:spPr>
        <p:txBody>
          <a:bodyPr/>
          <a:lstStyle/>
          <a:p>
            <a:r>
              <a:rPr lang="en-US"/>
              <a:t>Click to edit Master title style</a:t>
            </a:r>
          </a:p>
        </p:txBody>
      </p:sp>
      <p:sp>
        <p:nvSpPr>
          <p:cNvPr id="3" name="Table Placeholder 2"/>
          <p:cNvSpPr>
            <a:spLocks noGrp="1"/>
          </p:cNvSpPr>
          <p:nvPr>
            <p:ph type="tbl" idx="1"/>
          </p:nvPr>
        </p:nvSpPr>
        <p:spPr>
          <a:xfrm>
            <a:off x="609600" y="1600200"/>
            <a:ext cx="10972800" cy="4211638"/>
          </a:xfrm>
        </p:spPr>
        <p:txBody>
          <a:bodyPr/>
          <a:lstStyle/>
          <a:p>
            <a:pPr lvl="0"/>
            <a:endParaRPr lang="en-US" noProof="0"/>
          </a:p>
        </p:txBody>
      </p:sp>
    </p:spTree>
    <p:extLst>
      <p:ext uri="{BB962C8B-B14F-4D97-AF65-F5344CB8AC3E}">
        <p14:creationId xmlns:p14="http://schemas.microsoft.com/office/powerpoint/2010/main" val="306832199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Title Sub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custDataLst>
              <p:tags r:id="rId1"/>
            </p:custDataLst>
          </p:nvPr>
        </p:nvSpPr>
        <p:spPr>
          <a:xfrm>
            <a:off x="456555" y="1554480"/>
            <a:ext cx="11278244" cy="4846320"/>
          </a:xfrm>
        </p:spPr>
        <p:txBody>
          <a:bodyPr vert="horz" lIns="91440" tIns="45720" rIns="91440" bIns="45720" rtlCol="0">
            <a:normAutofit/>
          </a:bodyPr>
          <a:lstStyle>
            <a:lvl1pPr>
              <a:defRPr baseline="0"/>
            </a:lvl1pPr>
            <a:lvl2pPr>
              <a:defRPr/>
            </a:lvl2pPr>
            <a:lvl3pPr>
              <a:defRPr/>
            </a:lvl3pPr>
            <a:lvl4pPr>
              <a:defRPr/>
            </a:lvl4pPr>
            <a:lvl5pPr>
              <a:defRPr/>
            </a:lvl5pPr>
            <a:lvl6pPr>
              <a:defRPr/>
            </a:lvl6pPr>
          </a:lstStyle>
          <a:p>
            <a:pPr lvl="0"/>
            <a:r>
              <a:t>Click to add text or choose an icon below to insert other content</a:t>
            </a:r>
          </a:p>
          <a:p>
            <a:pPr lvl="1"/>
            <a:r>
              <a:t>Second level</a:t>
            </a:r>
          </a:p>
          <a:p>
            <a:pPr lvl="2"/>
            <a:r>
              <a:t>Third level</a:t>
            </a:r>
          </a:p>
          <a:p>
            <a:pPr lvl="3"/>
            <a:r>
              <a:t>Fourth level</a:t>
            </a:r>
          </a:p>
          <a:p>
            <a:pPr lvl="4"/>
            <a:r>
              <a:t>Fifth level</a:t>
            </a:r>
          </a:p>
        </p:txBody>
      </p:sp>
      <p:sp>
        <p:nvSpPr>
          <p:cNvPr id="4" name="Text Placeholder 6"/>
          <p:cNvSpPr>
            <a:spLocks noGrp="1"/>
          </p:cNvSpPr>
          <p:nvPr>
            <p:ph type="body" sz="quarter" idx="12" hasCustomPrompt="1"/>
            <p:custDataLst>
              <p:tags r:id="rId2"/>
            </p:custDataLst>
          </p:nvPr>
        </p:nvSpPr>
        <p:spPr>
          <a:xfrm>
            <a:off x="456555" y="1005839"/>
            <a:ext cx="11278244" cy="365760"/>
          </a:xfrm>
        </p:spPr>
        <p:txBody>
          <a:bodyPr>
            <a:noAutofit/>
          </a:bodyPr>
          <a:lstStyle>
            <a:lvl1pPr marL="0" indent="0">
              <a:spcBef>
                <a:spcPts val="0"/>
              </a:spcBef>
              <a:buFont typeface="Arial" panose="020B0604020202020204" pitchFamily="34" charset="0"/>
              <a:buNone/>
              <a:defRPr sz="1650" i="0">
                <a:solidFill>
                  <a:schemeClr val="tx1"/>
                </a:solidFill>
              </a:defRPr>
            </a:lvl1pPr>
            <a:lvl2pPr marL="0" indent="0">
              <a:spcBef>
                <a:spcPts val="0"/>
              </a:spcBef>
              <a:buNone/>
              <a:defRPr sz="1800">
                <a:solidFill>
                  <a:schemeClr val="tx1">
                    <a:lumMod val="65000"/>
                    <a:lumOff val="35000"/>
                  </a:schemeClr>
                </a:solidFill>
              </a:defRPr>
            </a:lvl2pPr>
            <a:lvl3pPr marL="0" indent="0">
              <a:spcBef>
                <a:spcPts val="0"/>
              </a:spcBef>
              <a:buNone/>
              <a:defRPr sz="1800">
                <a:solidFill>
                  <a:schemeClr val="tx1">
                    <a:lumMod val="65000"/>
                    <a:lumOff val="35000"/>
                  </a:schemeClr>
                </a:solidFill>
              </a:defRPr>
            </a:lvl3pPr>
            <a:lvl4pPr marL="0" indent="0">
              <a:spcBef>
                <a:spcPts val="0"/>
              </a:spcBef>
              <a:buNone/>
              <a:defRPr sz="1800">
                <a:solidFill>
                  <a:schemeClr val="tx1">
                    <a:lumMod val="65000"/>
                    <a:lumOff val="35000"/>
                  </a:schemeClr>
                </a:solidFill>
              </a:defRPr>
            </a:lvl4pPr>
            <a:lvl5pPr marL="0" indent="0">
              <a:spcBef>
                <a:spcPts val="0"/>
              </a:spcBef>
              <a:buNone/>
              <a:defRPr sz="1800">
                <a:solidFill>
                  <a:schemeClr val="tx1">
                    <a:lumMod val="65000"/>
                    <a:lumOff val="35000"/>
                  </a:schemeClr>
                </a:solidFill>
              </a:defRPr>
            </a:lvl5pPr>
            <a:lvl6pPr marL="0" indent="0">
              <a:spcBef>
                <a:spcPts val="0"/>
              </a:spcBef>
              <a:buNone/>
              <a:defRPr sz="1800">
                <a:solidFill>
                  <a:schemeClr val="tx1">
                    <a:lumMod val="65000"/>
                    <a:lumOff val="35000"/>
                  </a:schemeClr>
                </a:solidFill>
              </a:defRPr>
            </a:lvl6pPr>
            <a:lvl7pPr marL="0" indent="0">
              <a:spcBef>
                <a:spcPts val="0"/>
              </a:spcBef>
              <a:buNone/>
              <a:defRPr sz="1800">
                <a:solidFill>
                  <a:schemeClr val="tx1">
                    <a:lumMod val="65000"/>
                    <a:lumOff val="35000"/>
                  </a:schemeClr>
                </a:solidFill>
              </a:defRPr>
            </a:lvl7pPr>
            <a:lvl8pPr marL="0" indent="0">
              <a:spcBef>
                <a:spcPts val="0"/>
              </a:spcBef>
              <a:buNone/>
              <a:defRPr sz="1800">
                <a:solidFill>
                  <a:schemeClr val="tx1">
                    <a:lumMod val="65000"/>
                    <a:lumOff val="35000"/>
                  </a:schemeClr>
                </a:solidFill>
              </a:defRPr>
            </a:lvl8pPr>
            <a:lvl9pPr marL="0" indent="0">
              <a:spcBef>
                <a:spcPts val="0"/>
              </a:spcBef>
              <a:buNone/>
              <a:defRPr sz="1800">
                <a:solidFill>
                  <a:schemeClr val="tx1">
                    <a:lumMod val="65000"/>
                    <a:lumOff val="35000"/>
                  </a:schemeClr>
                </a:solidFill>
              </a:defRPr>
            </a:lvl9pPr>
          </a:lstStyle>
          <a:p>
            <a:pPr lvl="0"/>
            <a:r>
              <a:t>Click to Add a Subtitle</a:t>
            </a:r>
          </a:p>
        </p:txBody>
      </p:sp>
      <p:sp>
        <p:nvSpPr>
          <p:cNvPr id="5" name="Title 4">
            <a:extLst>
              <a:ext uri="{FF2B5EF4-FFF2-40B4-BE49-F238E27FC236}">
                <a16:creationId xmlns:a16="http://schemas.microsoft.com/office/drawing/2014/main" id="{13AB35E0-AD47-4AD2-A594-DF7D8B2173E4}"/>
              </a:ext>
            </a:extLst>
          </p:cNvPr>
          <p:cNvSpPr>
            <a:spLocks noGrp="1"/>
          </p:cNvSpPr>
          <p:nvPr>
            <p:ph type="title" hasCustomPrompt="1"/>
            <p:custDataLst>
              <p:tags r:id="rId3"/>
            </p:custDataLst>
          </p:nvPr>
        </p:nvSpPr>
        <p:spPr/>
        <p:txBody>
          <a:bodyPr/>
          <a:lstStyle>
            <a:lvl1pPr>
              <a:defRPr/>
            </a:lvl1pPr>
          </a:lstStyle>
          <a:p>
            <a:r>
              <a:t>Click to Add a Title</a:t>
            </a:r>
          </a:p>
        </p:txBody>
      </p:sp>
      <p:sp>
        <p:nvSpPr>
          <p:cNvPr id="6" name="ConStatement"/>
          <p:cNvSpPr txBox="1"/>
          <p:nvPr userDrawn="1">
            <p:custDataLst>
              <p:tags r:id="rId4"/>
            </p:custDataLst>
          </p:nvPr>
        </p:nvSpPr>
        <p:spPr>
          <a:xfrm>
            <a:off x="2921000" y="6590224"/>
            <a:ext cx="6350000" cy="245794"/>
          </a:xfrm>
          <a:prstGeom prst="rect">
            <a:avLst/>
          </a:prstGeom>
          <a:noFill/>
        </p:spPr>
        <p:txBody>
          <a:bodyPr vert="horz" wrap="none" lIns="68580" tIns="34290" rIns="68580" bIns="34290" rtlCol="0" anchor="ctr">
            <a:noAutofit/>
          </a:bodyPr>
          <a:lstStyle/>
          <a:p>
            <a:pPr algn="ctr"/>
            <a:r>
              <a:rPr lang="en-US" sz="600">
                <a:solidFill>
                  <a:srgbClr val="7F7F7F"/>
                </a:solidFill>
                <a:latin typeface="Arial"/>
              </a:rPr>
              <a:t>Synopsys Confidential Information</a:t>
            </a:r>
          </a:p>
        </p:txBody>
      </p:sp>
    </p:spTree>
    <p:extLst>
      <p:ext uri="{BB962C8B-B14F-4D97-AF65-F5344CB8AC3E}">
        <p14:creationId xmlns:p14="http://schemas.microsoft.com/office/powerpoint/2010/main" val="1524049979"/>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atin typeface="Arial" pitchFamily="34" charset="0"/>
                <a:cs typeface="Arial" pitchFamily="34" charset="0"/>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atin typeface="Arial" pitchFamily="34" charset="0"/>
                <a:cs typeface="Arial"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atin typeface="Arial" pitchFamily="34" charset="0"/>
                <a:cs typeface="Arial" pitchFamily="34" charset="0"/>
              </a:defRPr>
            </a:lvl1pPr>
            <a:lvl2pPr>
              <a:defRPr sz="2000">
                <a:latin typeface="Arial" pitchFamily="34" charset="0"/>
                <a:cs typeface="Arial" pitchFamily="34" charset="0"/>
              </a:defRPr>
            </a:lvl2pPr>
            <a:lvl3pPr>
              <a:defRPr sz="1800">
                <a:latin typeface="Arial" pitchFamily="34" charset="0"/>
                <a:cs typeface="Arial" pitchFamily="34" charset="0"/>
              </a:defRPr>
            </a:lvl3pPr>
            <a:lvl4pPr>
              <a:defRPr sz="1600">
                <a:latin typeface="Arial" pitchFamily="34" charset="0"/>
                <a:cs typeface="Arial" pitchFamily="34" charset="0"/>
              </a:defRPr>
            </a:lvl4pPr>
            <a:lvl5pPr>
              <a:defRPr sz="1600">
                <a:latin typeface="Arial" pitchFamily="34" charset="0"/>
                <a:cs typeface="Arial"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atin typeface="Arial" pitchFamily="34" charset="0"/>
                <a:cs typeface="Arial"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atin typeface="Arial" pitchFamily="34" charset="0"/>
                <a:cs typeface="Arial" pitchFamily="34" charset="0"/>
              </a:defRPr>
            </a:lvl1pPr>
            <a:lvl2pPr>
              <a:defRPr sz="2000">
                <a:latin typeface="Arial" pitchFamily="34" charset="0"/>
                <a:cs typeface="Arial" pitchFamily="34" charset="0"/>
              </a:defRPr>
            </a:lvl2pPr>
            <a:lvl3pPr>
              <a:defRPr sz="1800">
                <a:latin typeface="Arial" pitchFamily="34" charset="0"/>
                <a:cs typeface="Arial" pitchFamily="34" charset="0"/>
              </a:defRPr>
            </a:lvl3pPr>
            <a:lvl4pPr>
              <a:defRPr sz="1600">
                <a:latin typeface="Arial" pitchFamily="34" charset="0"/>
                <a:cs typeface="Arial" pitchFamily="34" charset="0"/>
              </a:defRPr>
            </a:lvl4pPr>
            <a:lvl5pPr>
              <a:defRPr sz="1600">
                <a:latin typeface="Arial" pitchFamily="34" charset="0"/>
                <a:cs typeface="Arial"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5060519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p:nvPr>
        </p:nvSpPr>
        <p:spPr/>
        <p:txBody>
          <a:bodyPr/>
          <a:lstStyle/>
          <a:p>
            <a:r>
              <a:rPr lang="en-US"/>
              <a:t>Click to edit Master title style</a:t>
            </a:r>
          </a:p>
        </p:txBody>
      </p:sp>
      <p:sp>
        <p:nvSpPr>
          <p:cNvPr id="2" name="Footer Placeholder 4">
            <a:extLst>
              <a:ext uri="{FF2B5EF4-FFF2-40B4-BE49-F238E27FC236}">
                <a16:creationId xmlns:a16="http://schemas.microsoft.com/office/drawing/2014/main" id="{6335CEF0-32BE-8FD2-3A80-D2CD97B9AA22}"/>
              </a:ext>
            </a:extLst>
          </p:cNvPr>
          <p:cNvSpPr>
            <a:spLocks noGrp="1"/>
          </p:cNvSpPr>
          <p:nvPr>
            <p:ph type="ftr" sz="quarter" idx="10"/>
          </p:nvPr>
        </p:nvSpPr>
        <p:spPr>
          <a:xfrm>
            <a:off x="4165600" y="6416676"/>
            <a:ext cx="3860800" cy="365125"/>
          </a:xfrm>
          <a:prstGeom prst="rect">
            <a:avLst/>
          </a:prstGeom>
        </p:spPr>
        <p:txBody>
          <a:bodyPr/>
          <a:lstStyle>
            <a:lvl1pPr algn="ctr" eaLnBrk="0" hangingPunct="0">
              <a:defRPr>
                <a:cs typeface="+mn-cs"/>
              </a:defRPr>
            </a:lvl1pPr>
          </a:lstStyle>
          <a:p>
            <a:pPr>
              <a:defRPr/>
            </a:pPr>
            <a:r>
              <a:rPr lang="en-US"/>
              <a:t>Synopsys Confidential and Proprietary</a:t>
            </a:r>
          </a:p>
        </p:txBody>
      </p:sp>
    </p:spTree>
    <p:extLst>
      <p:ext uri="{BB962C8B-B14F-4D97-AF65-F5344CB8AC3E}">
        <p14:creationId xmlns:p14="http://schemas.microsoft.com/office/powerpoint/2010/main" val="1972121390"/>
      </p:ext>
    </p:extLst>
  </p:cSld>
  <p:clrMapOvr>
    <a:masterClrMapping/>
  </p:clrMapOvr>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3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8209067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4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6279429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5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4946857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6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9486436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7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0433186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8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9087853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9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2767666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0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7863526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Title Sub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Add a Title</a:t>
            </a:r>
          </a:p>
        </p:txBody>
      </p:sp>
      <p:sp>
        <p:nvSpPr>
          <p:cNvPr id="3" name="Text Placeholder 6"/>
          <p:cNvSpPr>
            <a:spLocks noGrp="1"/>
          </p:cNvSpPr>
          <p:nvPr>
            <p:ph type="body" sz="quarter" idx="12" hasCustomPrompt="1"/>
          </p:nvPr>
        </p:nvSpPr>
        <p:spPr>
          <a:xfrm>
            <a:off x="609600" y="838200"/>
            <a:ext cx="11582400" cy="457200"/>
          </a:xfrm>
        </p:spPr>
        <p:txBody>
          <a:bodyPr/>
          <a:lstStyle>
            <a:lvl1pPr marL="0" indent="0">
              <a:buNone/>
              <a:defRPr sz="2400" i="1"/>
            </a:lvl1pPr>
          </a:lstStyle>
          <a:p>
            <a:pPr lvl="0"/>
            <a:r>
              <a:rPr lang="en-US"/>
              <a:t>Click to Add a Subtitle</a:t>
            </a:r>
          </a:p>
        </p:txBody>
      </p:sp>
      <p:sp>
        <p:nvSpPr>
          <p:cNvPr id="4" name="Footer Placeholder 3"/>
          <p:cNvSpPr>
            <a:spLocks noGrp="1"/>
          </p:cNvSpPr>
          <p:nvPr>
            <p:ph type="ftr" sz="quarter" idx="13"/>
          </p:nvPr>
        </p:nvSpPr>
        <p:spPr>
          <a:xfrm>
            <a:off x="2895600" y="6475624"/>
            <a:ext cx="6400800" cy="365125"/>
          </a:xfrm>
          <a:prstGeom prst="rect">
            <a:avLst/>
          </a:prstGeom>
        </p:spPr>
        <p:txBody>
          <a:bodyPr/>
          <a:lstStyle/>
          <a:p>
            <a:r>
              <a:rPr lang="en-US"/>
              <a:t>Confidential</a:t>
            </a:r>
          </a:p>
        </p:txBody>
      </p:sp>
    </p:spTree>
    <p:extLst>
      <p:ext uri="{BB962C8B-B14F-4D97-AF65-F5344CB8AC3E}">
        <p14:creationId xmlns:p14="http://schemas.microsoft.com/office/powerpoint/2010/main" val="39252356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hasCustomPrompt="1"/>
          </p:nvPr>
        </p:nvSpPr>
        <p:spPr/>
        <p:txBody>
          <a:bodyPr/>
          <a:lstStyle/>
          <a:p>
            <a:r>
              <a:rPr lang="en-US"/>
              <a:t>Click To Edit Master Title Style</a:t>
            </a:r>
          </a:p>
        </p:txBody>
      </p:sp>
      <p:sp>
        <p:nvSpPr>
          <p:cNvPr id="4" name="Footer Placeholder 4"/>
          <p:cNvSpPr>
            <a:spLocks noGrp="1"/>
          </p:cNvSpPr>
          <p:nvPr>
            <p:ph type="ftr" sz="quarter" idx="11"/>
          </p:nvPr>
        </p:nvSpPr>
        <p:spPr>
          <a:xfrm>
            <a:off x="4165600" y="6416676"/>
            <a:ext cx="3860800"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244074920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hasCustomPrompt="1"/>
          </p:nvPr>
        </p:nvSpPr>
        <p:spPr/>
        <p:txBody>
          <a:bodyPr/>
          <a:lstStyle/>
          <a:p>
            <a:r>
              <a:rPr lang="en-US"/>
              <a:t>Click To Edit Master Title Style</a:t>
            </a:r>
          </a:p>
        </p:txBody>
      </p:sp>
      <p:sp>
        <p:nvSpPr>
          <p:cNvPr id="4" name="Footer Placeholder 4"/>
          <p:cNvSpPr>
            <a:spLocks noGrp="1"/>
          </p:cNvSpPr>
          <p:nvPr>
            <p:ph type="ftr" sz="quarter" idx="11"/>
          </p:nvPr>
        </p:nvSpPr>
        <p:spPr>
          <a:xfrm>
            <a:off x="4165600" y="6416676"/>
            <a:ext cx="3860800"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336302107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hasCustomPrompt="1"/>
          </p:nvPr>
        </p:nvSpPr>
        <p:spPr/>
        <p:txBody>
          <a:bodyPr/>
          <a:lstStyle/>
          <a:p>
            <a:r>
              <a:rPr lang="en-US"/>
              <a:t>Click To Edit Master Title Style</a:t>
            </a:r>
          </a:p>
        </p:txBody>
      </p:sp>
      <p:sp>
        <p:nvSpPr>
          <p:cNvPr id="4" name="Footer Placeholder 4"/>
          <p:cNvSpPr>
            <a:spLocks noGrp="1"/>
          </p:cNvSpPr>
          <p:nvPr>
            <p:ph type="ftr" sz="quarter" idx="11"/>
          </p:nvPr>
        </p:nvSpPr>
        <p:spPr>
          <a:xfrm>
            <a:off x="4165600" y="6416676"/>
            <a:ext cx="3860800"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346420719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7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hasCustomPrompt="1"/>
          </p:nvPr>
        </p:nvSpPr>
        <p:spPr/>
        <p:txBody>
          <a:bodyPr/>
          <a:lstStyle/>
          <a:p>
            <a:r>
              <a:rPr lang="en-US"/>
              <a:t>Click To Edit Master Title Style</a:t>
            </a:r>
          </a:p>
        </p:txBody>
      </p:sp>
      <p:sp>
        <p:nvSpPr>
          <p:cNvPr id="4" name="Footer Placeholder 4"/>
          <p:cNvSpPr>
            <a:spLocks noGrp="1"/>
          </p:cNvSpPr>
          <p:nvPr>
            <p:ph type="ftr" sz="quarter" idx="11"/>
          </p:nvPr>
        </p:nvSpPr>
        <p:spPr>
          <a:xfrm>
            <a:off x="4165600" y="6416676"/>
            <a:ext cx="3860800"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405732730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cSld name="8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hasCustomPrompt="1"/>
          </p:nvPr>
        </p:nvSpPr>
        <p:spPr/>
        <p:txBody>
          <a:bodyPr/>
          <a:lstStyle/>
          <a:p>
            <a:r>
              <a:rPr lang="en-US"/>
              <a:t>Click To Edit Master Title Style</a:t>
            </a:r>
          </a:p>
        </p:txBody>
      </p:sp>
      <p:sp>
        <p:nvSpPr>
          <p:cNvPr id="4" name="Footer Placeholder 4"/>
          <p:cNvSpPr>
            <a:spLocks noGrp="1"/>
          </p:cNvSpPr>
          <p:nvPr>
            <p:ph type="ftr" sz="quarter" idx="11"/>
          </p:nvPr>
        </p:nvSpPr>
        <p:spPr>
          <a:xfrm>
            <a:off x="4165600" y="6416676"/>
            <a:ext cx="3860800"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340026404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type="title">
  <p:cSld name="2_Title Slide">
    <p:spTree>
      <p:nvGrpSpPr>
        <p:cNvPr id="1" name=""/>
        <p:cNvGrpSpPr/>
        <p:nvPr/>
      </p:nvGrpSpPr>
      <p:grpSpPr>
        <a:xfrm>
          <a:off x="0" y="0"/>
          <a:ext cx="0" cy="0"/>
          <a:chOff x="0" y="0"/>
          <a:chExt cx="0" cy="0"/>
        </a:xfrm>
      </p:grpSpPr>
      <p:sp>
        <p:nvSpPr>
          <p:cNvPr id="2" name="Freeform 7">
            <a:extLst>
              <a:ext uri="{FF2B5EF4-FFF2-40B4-BE49-F238E27FC236}">
                <a16:creationId xmlns:a16="http://schemas.microsoft.com/office/drawing/2014/main" id="{C8BA8C8F-8E95-A488-630C-25AF6A7D252E}"/>
              </a:ext>
            </a:extLst>
          </p:cNvPr>
          <p:cNvSpPr>
            <a:spLocks noChangeArrowheads="1"/>
          </p:cNvSpPr>
          <p:nvPr userDrawn="1"/>
        </p:nvSpPr>
        <p:spPr bwMode="auto">
          <a:xfrm>
            <a:off x="812800" y="1219200"/>
            <a:ext cx="10566400" cy="9144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rgbClr val="000099"/>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800"/>
          </a:p>
        </p:txBody>
      </p:sp>
      <p:sp>
        <p:nvSpPr>
          <p:cNvPr id="3" name="Line 8">
            <a:extLst>
              <a:ext uri="{FF2B5EF4-FFF2-40B4-BE49-F238E27FC236}">
                <a16:creationId xmlns:a16="http://schemas.microsoft.com/office/drawing/2014/main" id="{9C59F1B6-E109-DFB1-4D8A-72AA687849F9}"/>
              </a:ext>
            </a:extLst>
          </p:cNvPr>
          <p:cNvSpPr>
            <a:spLocks noChangeShapeType="1"/>
          </p:cNvSpPr>
          <p:nvPr userDrawn="1"/>
        </p:nvSpPr>
        <p:spPr bwMode="auto">
          <a:xfrm>
            <a:off x="2641601" y="3962400"/>
            <a:ext cx="8682567"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a:lstStyle/>
          <a:p>
            <a:endParaRPr lang="en-US" sz="1800"/>
          </a:p>
        </p:txBody>
      </p:sp>
      <p:pic>
        <p:nvPicPr>
          <p:cNvPr id="4" name="Picture 12" descr="Synopsys_color">
            <a:extLst>
              <a:ext uri="{FF2B5EF4-FFF2-40B4-BE49-F238E27FC236}">
                <a16:creationId xmlns:a16="http://schemas.microsoft.com/office/drawing/2014/main" id="{1B76921F-7A8A-1973-1D3E-C0BAD2E579B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29167" y="6083300"/>
            <a:ext cx="1856317" cy="49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14">
            <a:extLst>
              <a:ext uri="{FF2B5EF4-FFF2-40B4-BE49-F238E27FC236}">
                <a16:creationId xmlns:a16="http://schemas.microsoft.com/office/drawing/2014/main" id="{EA71B6DC-4379-AD95-28BE-38CB8909AB78}"/>
              </a:ext>
            </a:extLst>
          </p:cNvPr>
          <p:cNvSpPr>
            <a:spLocks noChangeArrowheads="1"/>
          </p:cNvSpPr>
          <p:nvPr userDrawn="1"/>
        </p:nvSpPr>
        <p:spPr bwMode="auto">
          <a:xfrm>
            <a:off x="3009900" y="6032501"/>
            <a:ext cx="6096000"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r>
              <a:rPr lang="en-US" altLang="en-US" sz="900">
                <a:latin typeface="Arial" panose="020B0604020202020204" pitchFamily="34" charset="0"/>
              </a:rPr>
              <a:t>Synopsys University Courseware </a:t>
            </a:r>
          </a:p>
          <a:p>
            <a:pPr algn="ctr" eaLnBrk="1" hangingPunct="1"/>
            <a:r>
              <a:rPr lang="en-US" altLang="en-US" sz="900">
                <a:latin typeface="Arial" panose="020B0604020202020204" pitchFamily="34" charset="0"/>
              </a:rPr>
              <a:t>Copyright © 2018 Synopsys, Inc. All rights reserved.</a:t>
            </a:r>
          </a:p>
          <a:p>
            <a:pPr algn="ctr" eaLnBrk="1" hangingPunct="1"/>
            <a:r>
              <a:rPr lang="en-US" altLang="en-US" sz="900">
                <a:latin typeface="Arial" panose="020B0604020202020204" pitchFamily="34" charset="0"/>
              </a:rPr>
              <a:t>Computer Language Engineering</a:t>
            </a:r>
          </a:p>
          <a:p>
            <a:pPr algn="ctr" eaLnBrk="1" hangingPunct="1"/>
            <a:r>
              <a:rPr lang="en-US" altLang="en-US" sz="900">
                <a:latin typeface="Arial" panose="020B0604020202020204" pitchFamily="34" charset="0"/>
              </a:rPr>
              <a:t>Lecture - 1</a:t>
            </a:r>
          </a:p>
          <a:p>
            <a:pPr algn="ctr" eaLnBrk="1" hangingPunct="1"/>
            <a:r>
              <a:rPr lang="en-US" altLang="en-US" sz="900">
                <a:latin typeface="Arial" panose="020B0604020202020204" pitchFamily="34" charset="0"/>
              </a:rPr>
              <a:t>Developed By: Vazgen Melikyan</a:t>
            </a:r>
          </a:p>
        </p:txBody>
      </p:sp>
      <p:sp>
        <p:nvSpPr>
          <p:cNvPr id="6" name="TextBox 5">
            <a:extLst>
              <a:ext uri="{FF2B5EF4-FFF2-40B4-BE49-F238E27FC236}">
                <a16:creationId xmlns:a16="http://schemas.microsoft.com/office/drawing/2014/main" id="{22C1E5BD-2BA2-E38F-0CB3-B096E6757B81}"/>
              </a:ext>
            </a:extLst>
          </p:cNvPr>
          <p:cNvSpPr txBox="1">
            <a:spLocks noChangeArrowheads="1"/>
          </p:cNvSpPr>
          <p:nvPr userDrawn="1"/>
        </p:nvSpPr>
        <p:spPr bwMode="auto">
          <a:xfrm>
            <a:off x="3048000" y="6521450"/>
            <a:ext cx="508000" cy="247650"/>
          </a:xfrm>
          <a:prstGeom prst="rect">
            <a:avLst/>
          </a:prstGeom>
          <a:noFill/>
          <a:ln>
            <a:noFill/>
          </a:ln>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9DAD6B06-40C0-4549-A7E6-4DCA97AEFB2E}" type="slidenum">
              <a:rPr lang="en-US" altLang="en-US" sz="1000">
                <a:solidFill>
                  <a:srgbClr val="595959"/>
                </a:solidFill>
                <a:latin typeface="Arial" panose="020B0604020202020204" pitchFamily="34" charset="0"/>
              </a:rPr>
              <a:pPr eaLnBrk="1" hangingPunct="1"/>
              <a:t>‹#›</a:t>
            </a:fld>
            <a:endParaRPr lang="en-US" altLang="en-US" sz="1000">
              <a:solidFill>
                <a:srgbClr val="595959"/>
              </a:solidFill>
              <a:latin typeface="Arial" panose="020B0604020202020204" pitchFamily="34" charset="0"/>
            </a:endParaRPr>
          </a:p>
        </p:txBody>
      </p:sp>
      <p:pic>
        <p:nvPicPr>
          <p:cNvPr id="7" name="Picture 16" descr="D:\Users\User\Desktop\My Documents\AcCouncil\Logo_NPUA\LogoPolytech_1.png">
            <a:extLst>
              <a:ext uri="{FF2B5EF4-FFF2-40B4-BE49-F238E27FC236}">
                <a16:creationId xmlns:a16="http://schemas.microsoft.com/office/drawing/2014/main" id="{F0595EB0-6C60-D943-7E5F-0374C827BCC5}"/>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9398001" y="5932488"/>
            <a:ext cx="220556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69890" name="Rectangle 2"/>
          <p:cNvSpPr>
            <a:spLocks noGrp="1" noChangeArrowheads="1"/>
          </p:cNvSpPr>
          <p:nvPr>
            <p:ph type="ctrTitle"/>
          </p:nvPr>
        </p:nvSpPr>
        <p:spPr>
          <a:xfrm>
            <a:off x="1219201" y="1524000"/>
            <a:ext cx="10164233" cy="1752600"/>
          </a:xfrm>
        </p:spPr>
        <p:txBody>
          <a:bodyPr/>
          <a:lstStyle>
            <a:lvl1pPr>
              <a:defRPr sz="4000">
                <a:latin typeface="Arial" pitchFamily="34" charset="0"/>
                <a:cs typeface="Arial" pitchFamily="34" charset="0"/>
              </a:defRPr>
            </a:lvl1pPr>
          </a:lstStyle>
          <a:p>
            <a:endParaRPr lang="en-US" altLang="en-US"/>
          </a:p>
        </p:txBody>
      </p:sp>
      <p:sp>
        <p:nvSpPr>
          <p:cNvPr id="2469891" name="Rectangle 3"/>
          <p:cNvSpPr>
            <a:spLocks noGrp="1" noChangeArrowheads="1"/>
          </p:cNvSpPr>
          <p:nvPr>
            <p:ph type="subTitle" idx="1"/>
          </p:nvPr>
        </p:nvSpPr>
        <p:spPr>
          <a:xfrm>
            <a:off x="2641600" y="3962400"/>
            <a:ext cx="8737600" cy="1752600"/>
          </a:xfrm>
        </p:spPr>
        <p:txBody>
          <a:bodyPr/>
          <a:lstStyle>
            <a:lvl1pPr marL="0" indent="0">
              <a:buFont typeface="Wingdings" pitchFamily="2" charset="2"/>
              <a:buNone/>
              <a:defRPr sz="2800">
                <a:latin typeface="Arial" pitchFamily="34" charset="0"/>
                <a:cs typeface="Arial" pitchFamily="34" charset="0"/>
              </a:defRPr>
            </a:lvl1pPr>
          </a:lstStyle>
          <a:p>
            <a:endParaRPr lang="en-US" altLang="en-US"/>
          </a:p>
        </p:txBody>
      </p:sp>
    </p:spTree>
    <p:extLst>
      <p:ext uri="{BB962C8B-B14F-4D97-AF65-F5344CB8AC3E}">
        <p14:creationId xmlns:p14="http://schemas.microsoft.com/office/powerpoint/2010/main" val="351788025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
  <p:cSld name="2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5384800"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0"/>
            <a:ext cx="5384800"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9084085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1139825"/>
          </a:xfrm>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600201"/>
            <a:ext cx="5384800" cy="2189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7600" y="3941763"/>
            <a:ext cx="5384800" cy="2189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6">
            <a:extLst>
              <a:ext uri="{FF2B5EF4-FFF2-40B4-BE49-F238E27FC236}">
                <a16:creationId xmlns:a16="http://schemas.microsoft.com/office/drawing/2014/main" id="{887662A0-256C-D7CA-68EF-D69458ACB3D0}"/>
              </a:ext>
            </a:extLst>
          </p:cNvPr>
          <p:cNvSpPr>
            <a:spLocks noGrp="1" noChangeArrowheads="1"/>
          </p:cNvSpPr>
          <p:nvPr>
            <p:ph type="ftr" sz="quarter" idx="10"/>
          </p:nvPr>
        </p:nvSpPr>
        <p:spPr>
          <a:xfrm>
            <a:off x="3839634" y="6415088"/>
            <a:ext cx="4906433" cy="442912"/>
          </a:xfrm>
          <a:prstGeom prst="rect">
            <a:avLst/>
          </a:prstGeom>
        </p:spPr>
        <p:txBody>
          <a:bodyPr/>
          <a:lstStyle>
            <a:lvl1pPr algn="ctr" eaLnBrk="1" hangingPunct="1">
              <a:defRPr>
                <a:latin typeface="Arial" pitchFamily="34" charset="0"/>
                <a:cs typeface="Arial" charset="0"/>
              </a:defRPr>
            </a:lvl1pPr>
          </a:lstStyle>
          <a:p>
            <a:pPr>
              <a:defRPr/>
            </a:pPr>
            <a:r>
              <a:rPr lang="en-US" altLang="en-US"/>
              <a:t>Synopsys University Courseware – EE XXX</a:t>
            </a:r>
          </a:p>
          <a:p>
            <a:pPr>
              <a:defRPr/>
            </a:pPr>
            <a:r>
              <a:rPr lang="en-US" altLang="en-US"/>
              <a:t> IC Testing</a:t>
            </a:r>
          </a:p>
          <a:p>
            <a:pPr>
              <a:defRPr/>
            </a:pPr>
            <a:r>
              <a:rPr lang="en-US" altLang="en-US"/>
              <a:t>Topic: IC Testing Process and Equipment</a:t>
            </a:r>
          </a:p>
          <a:p>
            <a:pPr>
              <a:defRPr/>
            </a:pPr>
            <a:r>
              <a:rPr lang="en-US" altLang="en-US"/>
              <a:t>© 2007 Synopsys, Inc.</a:t>
            </a:r>
          </a:p>
          <a:p>
            <a:pPr>
              <a:defRPr/>
            </a:pPr>
            <a:r>
              <a:rPr lang="en-US" altLang="en-US"/>
              <a:t>Developed By: Vazgen Melikyan</a:t>
            </a:r>
          </a:p>
        </p:txBody>
      </p:sp>
    </p:spTree>
    <p:extLst>
      <p:ext uri="{BB962C8B-B14F-4D97-AF65-F5344CB8AC3E}">
        <p14:creationId xmlns:p14="http://schemas.microsoft.com/office/powerpoint/2010/main" val="155504078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6F864-5E47-CBE7-BC2B-D8DF0EA753A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F3CBBC6-6702-8542-F713-8331F35B8B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0589DBE-B6C5-EEDF-EE0B-870A19BE50F1}"/>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0C4CC655-528A-B4CD-B231-2CFF5AF1B9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D85087-E3A0-AACE-58BF-82ACBA8D7610}"/>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116432826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FAC29-1205-BF56-2123-7CA231CC36C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1CE3DE-0568-1424-72DE-789324F6D4E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35EB76-5625-5842-BD96-2502419E37CC}"/>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D7402CFB-EE67-E4D7-335B-E3A2A21BF4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5AC425-08F2-53BE-11E2-E85528AB9386}"/>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81663655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EBDC2-BDC8-DD13-576A-5AEBF41B895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1852A7A-9F5D-C71F-5866-CC450BE7653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5819F44-6C0F-69B4-BE94-2713E0AEE268}"/>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E857E62B-8FE6-F545-248D-2C985B04B2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F44CDC-1CB1-C93E-1C69-6EE1112116AE}"/>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410717822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3A8C5-0745-D355-9175-0B7390DAC2B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8AF0E70-3D5F-1D52-ACCD-410B855C4DE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C3235AB-5800-0D54-A980-11B16A389F6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65216A7-8E0F-2E45-5ACE-2F6A118C675A}"/>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6" name="Footer Placeholder 5">
            <a:extLst>
              <a:ext uri="{FF2B5EF4-FFF2-40B4-BE49-F238E27FC236}">
                <a16:creationId xmlns:a16="http://schemas.microsoft.com/office/drawing/2014/main" id="{9468FA53-E88F-E9BA-D3D3-C5AAA1B1AD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0C3C96-A0A7-954D-E717-D844E14C59AD}"/>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249333293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F2EAB-2A91-DA52-B898-D2199DA4C46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80A1F96-37F5-4177-FB5E-F3BA71A9CE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9FCD7C3-9F67-61BE-6079-E6AAE9D62E4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216598F-2169-02EF-6EDD-D65DD1B3E2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CC9AD2-BC37-4881-DECC-A2AD3554B89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1763B53-BA8E-56A1-7322-D6D07707CB5C}"/>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8" name="Footer Placeholder 7">
            <a:extLst>
              <a:ext uri="{FF2B5EF4-FFF2-40B4-BE49-F238E27FC236}">
                <a16:creationId xmlns:a16="http://schemas.microsoft.com/office/drawing/2014/main" id="{B5909EB9-3309-D00A-589C-F8E5CCCC9BA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0C82FCC-91F4-6C0B-507F-52877A136493}"/>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109561320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909FE-8C3F-459B-3A02-F5943828FB6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BDFAF2D-3FA2-DAB0-256A-07473760DF3D}"/>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4" name="Footer Placeholder 3">
            <a:extLst>
              <a:ext uri="{FF2B5EF4-FFF2-40B4-BE49-F238E27FC236}">
                <a16:creationId xmlns:a16="http://schemas.microsoft.com/office/drawing/2014/main" id="{BD02C9CA-C4A5-0A1E-3094-E11E6C55EEE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BE9E96D-7309-286B-9469-22C62AAE6A58}"/>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319371289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57B0A3-081B-F016-AB51-CB6179C7943D}"/>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3" name="Footer Placeholder 2">
            <a:extLst>
              <a:ext uri="{FF2B5EF4-FFF2-40B4-BE49-F238E27FC236}">
                <a16:creationId xmlns:a16="http://schemas.microsoft.com/office/drawing/2014/main" id="{CC2DF5CA-A85C-DE18-8321-946BBA06E76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8E4F835-4896-E0CA-A28D-E871FB4B998F}"/>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186415183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032A4-C094-4A6E-ACCE-11761B06D6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87C87A6-43AB-D859-AE9F-D2E73348A7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2214E0C-12B6-633B-33A5-F834545CFF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B11855-81AC-5B7B-0069-6310903A23AF}"/>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6" name="Footer Placeholder 5">
            <a:extLst>
              <a:ext uri="{FF2B5EF4-FFF2-40B4-BE49-F238E27FC236}">
                <a16:creationId xmlns:a16="http://schemas.microsoft.com/office/drawing/2014/main" id="{38924365-B0DF-E909-5712-ECB7EA74A3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00EADC-AA67-4770-89E6-764FE2835E52}"/>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423724739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1F970-9411-32EF-3FB0-2AC469E80A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70AC4E2-A6A2-B622-4247-49D23C9AB4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049E7B4-CB3F-639C-BCAF-A87031E9B2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D33439-B276-C04F-D0C2-6D76089BA1F2}"/>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6" name="Footer Placeholder 5">
            <a:extLst>
              <a:ext uri="{FF2B5EF4-FFF2-40B4-BE49-F238E27FC236}">
                <a16:creationId xmlns:a16="http://schemas.microsoft.com/office/drawing/2014/main" id="{51D16CBB-BF67-CA6C-54A5-DA79854F1B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C58E6C-10DA-E9AD-5F18-2D095CE05006}"/>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183616417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33AC8-5EB8-5FF6-87EF-31ED4AD8BEF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BDD216E-0D54-53D1-58A5-23A1164103A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54AD10-4017-3EA5-A9FE-BA89B1AE686C}"/>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D10EEF40-4745-FF38-3206-11D79D6EED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57C770-EAB0-4C36-8BEA-6103B764FF7C}"/>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294516261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D21AB39-F7C8-F4C7-166E-912656FBC90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D90A689-EC2A-E507-74E1-71CD0805A76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B033C9-5992-4711-EDBA-A748E2F14FCB}"/>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88DE4844-7F3C-1A50-562A-143A80D4CA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913717-791F-3853-A9A4-E2F8F80B2655}"/>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150133359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ags" Target="../tags/tag2.xml"/><Relationship Id="rId50" Type="http://schemas.openxmlformats.org/officeDocument/2006/relationships/tags" Target="../tags/tag5.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54"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ags" Target="../tags/tag4.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ags" Target="../tags/tag7.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ags" Target="../tags/tag3.xml"/><Relationship Id="rId8" Type="http://schemas.openxmlformats.org/officeDocument/2006/relationships/slideLayout" Target="../slideLayouts/slideLayout8.xml"/><Relationship Id="rId51" Type="http://schemas.openxmlformats.org/officeDocument/2006/relationships/tags" Target="../tags/tag6.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53.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theme" Target="../theme/theme2.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47"/>
            </p:custDataLst>
          </p:nvPr>
        </p:nvSpPr>
        <p:spPr>
          <a:xfrm>
            <a:off x="457200" y="0"/>
            <a:ext cx="11277922" cy="1005840"/>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custDataLst>
              <p:tags r:id="rId48"/>
            </p:custDataLst>
          </p:nvPr>
        </p:nvSpPr>
        <p:spPr>
          <a:xfrm>
            <a:off x="456555" y="1554480"/>
            <a:ext cx="11278244" cy="4846320"/>
          </a:xfrm>
          <a:prstGeom prst="rect">
            <a:avLst/>
          </a:prstGeom>
        </p:spPr>
        <p:txBody>
          <a:bodyPr vert="horz" lIns="91440" tIns="45720" rIns="91440" bIns="45720" rtlCol="0">
            <a:noAutofit/>
          </a:bodyPr>
          <a:lstStyle/>
          <a:p>
            <a:pPr marL="288925" lvl="0" indent="-288925">
              <a:spcBef>
                <a:spcPts val="0"/>
              </a:spcBef>
              <a:spcAft>
                <a:spcPts val="600"/>
              </a:spcAft>
              <a:tabLst/>
            </a:pPr>
            <a:r>
              <a:t>Edit Master text styles</a:t>
            </a:r>
            <a:endParaRPr lang="en-US"/>
          </a:p>
          <a:p>
            <a:pPr marL="690563" lvl="1" indent="-327025">
              <a:tabLst/>
            </a:pPr>
            <a:r>
              <a:rPr lang="en-US"/>
              <a:t>Second level</a:t>
            </a:r>
          </a:p>
          <a:p>
            <a:pPr marL="914400" lvl="2" indent="-223838">
              <a:tabLst>
                <a:tab pos="736600" algn="l"/>
              </a:tabLst>
            </a:pPr>
            <a:r>
              <a:t>Third level</a:t>
            </a:r>
          </a:p>
          <a:p>
            <a:pPr lvl="3"/>
            <a:r>
              <a:t>Fourth level</a:t>
            </a:r>
          </a:p>
        </p:txBody>
      </p:sp>
      <p:sp>
        <p:nvSpPr>
          <p:cNvPr id="26" name="TaggedShape" hidden="1"/>
          <p:cNvSpPr/>
          <p:nvPr>
            <p:custDataLst>
              <p:tags r:id="rId49"/>
            </p:custDataLst>
          </p:nvPr>
        </p:nvSpPr>
        <p:spPr>
          <a:xfrm>
            <a:off x="0" y="0"/>
            <a:ext cx="127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4" name="Freeform: Shape 23">
            <a:extLst>
              <a:ext uri="{FF2B5EF4-FFF2-40B4-BE49-F238E27FC236}">
                <a16:creationId xmlns:a16="http://schemas.microsoft.com/office/drawing/2014/main" id="{82E1CD3D-0785-471B-BAE5-08555AEDFFE1}"/>
              </a:ext>
            </a:extLst>
          </p:cNvPr>
          <p:cNvSpPr/>
          <p:nvPr>
            <p:custDataLst>
              <p:tags r:id="rId50"/>
            </p:custDataLst>
          </p:nvPr>
        </p:nvSpPr>
        <p:spPr>
          <a:xfrm>
            <a:off x="-1588" y="6629402"/>
            <a:ext cx="458788" cy="228599"/>
          </a:xfrm>
          <a:custGeom>
            <a:avLst/>
            <a:gdLst>
              <a:gd name="connsiteX0" fmla="*/ 0 w 458788"/>
              <a:gd name="connsiteY0" fmla="*/ 0 h 228599"/>
              <a:gd name="connsiteX1" fmla="*/ 458788 w 458788"/>
              <a:gd name="connsiteY1" fmla="*/ 0 h 228599"/>
              <a:gd name="connsiteX2" fmla="*/ 375500 w 458788"/>
              <a:gd name="connsiteY2" fmla="*/ 228599 h 228599"/>
              <a:gd name="connsiteX3" fmla="*/ 0 w 458788"/>
              <a:gd name="connsiteY3" fmla="*/ 228599 h 228599"/>
              <a:gd name="connsiteX4" fmla="*/ 0 w 458788"/>
              <a:gd name="connsiteY4" fmla="*/ 0 h 2285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8788" h="228599">
                <a:moveTo>
                  <a:pt x="0" y="0"/>
                </a:moveTo>
                <a:lnTo>
                  <a:pt x="458788" y="0"/>
                </a:lnTo>
                <a:lnTo>
                  <a:pt x="375500" y="228599"/>
                </a:lnTo>
                <a:lnTo>
                  <a:pt x="0" y="228599"/>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5" name="TextBox 24">
            <a:extLst>
              <a:ext uri="{FF2B5EF4-FFF2-40B4-BE49-F238E27FC236}">
                <a16:creationId xmlns:a16="http://schemas.microsoft.com/office/drawing/2014/main" id="{B3A2F83E-0A95-4F8C-83F7-96DB28AE052D}"/>
              </a:ext>
            </a:extLst>
          </p:cNvPr>
          <p:cNvSpPr txBox="1"/>
          <p:nvPr userDrawn="1"/>
        </p:nvSpPr>
        <p:spPr>
          <a:xfrm>
            <a:off x="11734800" y="6546025"/>
            <a:ext cx="637769" cy="252862"/>
          </a:xfrm>
          <a:prstGeom prst="rect">
            <a:avLst/>
          </a:prstGeom>
          <a:noFill/>
        </p:spPr>
        <p:txBody>
          <a:bodyPr wrap="square" lIns="0" bIns="0" rtlCol="0" anchor="b"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fld id="{E25CA445-514E-4DFF-A2F5-DA1F4FE7C8A4}" type="slidenum">
              <a:rPr kumimoji="0" lang="en-US" sz="1600" b="1" i="0" u="none" strike="noStrike" kern="0" cap="none" spc="0" normalizeH="0" baseline="0" noProof="0" smtClean="0">
                <a:ln>
                  <a:noFill/>
                </a:ln>
                <a:solidFill>
                  <a:schemeClr val="tx1">
                    <a:lumMod val="50000"/>
                    <a:lumOff val="50000"/>
                  </a:schemeClr>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a:t>
            </a:fld>
            <a:endParaRPr kumimoji="0" lang="en-US" sz="1600" b="1" i="0" u="none" strike="noStrike" kern="0" cap="none" spc="0" normalizeH="0" baseline="0" noProof="0">
              <a:ln>
                <a:noFill/>
              </a:ln>
              <a:solidFill>
                <a:schemeClr val="tx1">
                  <a:lumMod val="50000"/>
                  <a:lumOff val="50000"/>
                </a:schemeClr>
              </a:solidFill>
              <a:effectLst/>
              <a:uLnTx/>
              <a:uFillTx/>
            </a:endParaRPr>
          </a:p>
        </p:txBody>
      </p:sp>
      <p:pic>
        <p:nvPicPr>
          <p:cNvPr id="5" name="Picture 4">
            <a:extLst>
              <a:ext uri="{FF2B5EF4-FFF2-40B4-BE49-F238E27FC236}">
                <a16:creationId xmlns:a16="http://schemas.microsoft.com/office/drawing/2014/main" id="{0E06A84C-8E1E-43BB-9946-7D7858A92078}"/>
              </a:ext>
            </a:extLst>
          </p:cNvPr>
          <p:cNvPicPr>
            <a:picLocks noChangeAspect="1"/>
          </p:cNvPicPr>
          <p:nvPr userDrawn="1"/>
        </p:nvPicPr>
        <p:blipFill>
          <a:blip r:embed="rId53"/>
          <a:stretch>
            <a:fillRect/>
          </a:stretch>
        </p:blipFill>
        <p:spPr>
          <a:xfrm>
            <a:off x="521037" y="6689589"/>
            <a:ext cx="634039" cy="134124"/>
          </a:xfrm>
          <a:prstGeom prst="rect">
            <a:avLst/>
          </a:prstGeom>
        </p:spPr>
      </p:pic>
      <p:sp>
        <p:nvSpPr>
          <p:cNvPr id="9" name="ConStatement">
            <a:extLst>
              <a:ext uri="{FF2B5EF4-FFF2-40B4-BE49-F238E27FC236}">
                <a16:creationId xmlns:a16="http://schemas.microsoft.com/office/drawing/2014/main" id="{B9E42BCE-96A2-4259-9F28-FB818DA0D285}"/>
              </a:ext>
            </a:extLst>
          </p:cNvPr>
          <p:cNvSpPr txBox="1"/>
          <p:nvPr userDrawn="1">
            <p:custDataLst>
              <p:tags r:id="rId51"/>
            </p:custDataLst>
          </p:nvPr>
        </p:nvSpPr>
        <p:spPr>
          <a:xfrm>
            <a:off x="5086350" y="6605464"/>
            <a:ext cx="2019300" cy="245794"/>
          </a:xfrm>
          <a:prstGeom prst="rect">
            <a:avLst/>
          </a:prstGeom>
          <a:noFill/>
        </p:spPr>
        <p:txBody>
          <a:bodyPr vert="horz" wrap="none" lIns="91440" tIns="45720" rIns="91440" bIns="45720" rtlCol="0" anchor="ctr">
            <a:noAutofit/>
          </a:bodyPr>
          <a:lstStyle/>
          <a:p>
            <a:pPr algn="ctr"/>
            <a:r>
              <a:rPr sz="800">
                <a:solidFill>
                  <a:schemeClr val="bg1">
                    <a:lumMod val="65000"/>
                  </a:schemeClr>
                </a:solidFill>
                <a:latin typeface="Arial"/>
              </a:rPr>
              <a:t>Synopsys </a:t>
            </a:r>
            <a:r>
              <a:rPr lang="en-US" sz="800">
                <a:solidFill>
                  <a:schemeClr val="bg1">
                    <a:lumMod val="65000"/>
                  </a:schemeClr>
                </a:solidFill>
                <a:latin typeface="Arial"/>
              </a:rPr>
              <a:t>University Courseware</a:t>
            </a:r>
            <a:br>
              <a:rPr lang="en-US" sz="800">
                <a:solidFill>
                  <a:schemeClr val="bg1">
                    <a:lumMod val="65000"/>
                  </a:schemeClr>
                </a:solidFill>
                <a:latin typeface="Arial"/>
              </a:rPr>
            </a:br>
            <a:r>
              <a:rPr lang="en-US" sz="800">
                <a:solidFill>
                  <a:schemeClr val="bg1">
                    <a:lumMod val="65000"/>
                  </a:schemeClr>
                </a:solidFill>
                <a:latin typeface="Arial"/>
              </a:rPr>
              <a:t>Developed by: </a:t>
            </a:r>
            <a:r>
              <a:rPr lang="en-US" sz="800" err="1">
                <a:solidFill>
                  <a:schemeClr val="bg1">
                    <a:lumMod val="65000"/>
                  </a:schemeClr>
                </a:solidFill>
                <a:latin typeface="Arial"/>
              </a:rPr>
              <a:t>Vazgen</a:t>
            </a:r>
            <a:r>
              <a:rPr lang="en-US" sz="800">
                <a:solidFill>
                  <a:schemeClr val="bg1">
                    <a:lumMod val="65000"/>
                  </a:schemeClr>
                </a:solidFill>
                <a:latin typeface="Arial"/>
              </a:rPr>
              <a:t> </a:t>
            </a:r>
            <a:r>
              <a:rPr lang="en-US" sz="800" err="1">
                <a:solidFill>
                  <a:schemeClr val="bg1">
                    <a:lumMod val="65000"/>
                  </a:schemeClr>
                </a:solidFill>
                <a:latin typeface="Arial"/>
              </a:rPr>
              <a:t>Melikyan</a:t>
            </a:r>
            <a:endParaRPr sz="800">
              <a:solidFill>
                <a:schemeClr val="bg1">
                  <a:lumMod val="65000"/>
                </a:schemeClr>
              </a:solidFill>
              <a:latin typeface="Arial"/>
            </a:endParaRPr>
          </a:p>
        </p:txBody>
      </p:sp>
      <p:sp>
        <p:nvSpPr>
          <p:cNvPr id="10" name="ConStatement">
            <a:extLst>
              <a:ext uri="{FF2B5EF4-FFF2-40B4-BE49-F238E27FC236}">
                <a16:creationId xmlns:a16="http://schemas.microsoft.com/office/drawing/2014/main" id="{0E3FE523-B587-4715-8B86-1BEC0FA2C878}"/>
              </a:ext>
            </a:extLst>
          </p:cNvPr>
          <p:cNvSpPr txBox="1"/>
          <p:nvPr userDrawn="1">
            <p:custDataLst>
              <p:tags r:id="rId52"/>
            </p:custDataLst>
          </p:nvPr>
        </p:nvSpPr>
        <p:spPr>
          <a:xfrm>
            <a:off x="9852658" y="6605463"/>
            <a:ext cx="1386842" cy="245794"/>
          </a:xfrm>
          <a:prstGeom prst="rect">
            <a:avLst/>
          </a:prstGeom>
          <a:noFill/>
        </p:spPr>
        <p:txBody>
          <a:bodyPr vert="horz" wrap="none" lIns="91440" tIns="45720" rIns="91440" bIns="45720" rtlCol="0" anchor="ctr">
            <a:noAutofit/>
          </a:bodyPr>
          <a:lstStyle/>
          <a:p>
            <a:pPr algn="ctr"/>
            <a:r>
              <a:rPr lang="en-US" sz="800">
                <a:solidFill>
                  <a:schemeClr val="bg1">
                    <a:lumMod val="65000"/>
                  </a:schemeClr>
                </a:solidFill>
              </a:rPr>
              <a:t>© 2023 All rights reserved..</a:t>
            </a:r>
          </a:p>
        </p:txBody>
      </p:sp>
      <p:pic>
        <p:nvPicPr>
          <p:cNvPr id="11" name="Picture 10">
            <a:extLst>
              <a:ext uri="{FF2B5EF4-FFF2-40B4-BE49-F238E27FC236}">
                <a16:creationId xmlns:a16="http://schemas.microsoft.com/office/drawing/2014/main" id="{AB9DE700-3DB5-446B-B590-7D6007F7DD5B}"/>
              </a:ext>
            </a:extLst>
          </p:cNvPr>
          <p:cNvPicPr/>
          <p:nvPr userDrawn="1"/>
        </p:nvPicPr>
        <p:blipFill>
          <a:blip r:embed="rId54">
            <a:extLst>
              <a:ext uri="{28A0092B-C50C-407E-A947-70E740481C1C}">
                <a14:useLocalDpi xmlns:a14="http://schemas.microsoft.com/office/drawing/2010/main" val="0"/>
              </a:ext>
            </a:extLst>
          </a:blip>
          <a:srcRect/>
          <a:stretch>
            <a:fillRect/>
          </a:stretch>
        </p:blipFill>
        <p:spPr bwMode="auto">
          <a:xfrm>
            <a:off x="1322704" y="6605463"/>
            <a:ext cx="508000" cy="197485"/>
          </a:xfrm>
          <a:prstGeom prst="rect">
            <a:avLst/>
          </a:prstGeom>
          <a:noFill/>
          <a:ln>
            <a:noFill/>
          </a:ln>
        </p:spPr>
      </p:pic>
      <p:cxnSp>
        <p:nvCxnSpPr>
          <p:cNvPr id="6" name="Straight Connector 5">
            <a:extLst>
              <a:ext uri="{FF2B5EF4-FFF2-40B4-BE49-F238E27FC236}">
                <a16:creationId xmlns:a16="http://schemas.microsoft.com/office/drawing/2014/main" id="{FFD62681-087E-4747-9D5B-1C2EE9038396}"/>
              </a:ext>
            </a:extLst>
          </p:cNvPr>
          <p:cNvCxnSpPr>
            <a:cxnSpLocks/>
          </p:cNvCxnSpPr>
          <p:nvPr userDrawn="1"/>
        </p:nvCxnSpPr>
        <p:spPr>
          <a:xfrm>
            <a:off x="1245327" y="6546025"/>
            <a:ext cx="0" cy="252862"/>
          </a:xfrm>
          <a:prstGeom prst="line">
            <a:avLst/>
          </a:prstGeo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9936984"/>
      </p:ext>
    </p:extLst>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 id="2147483740" r:id="rId12"/>
    <p:sldLayoutId id="2147483741" r:id="rId13"/>
    <p:sldLayoutId id="2147483742" r:id="rId14"/>
    <p:sldLayoutId id="2147483743" r:id="rId15"/>
    <p:sldLayoutId id="2147483744" r:id="rId16"/>
    <p:sldLayoutId id="2147483745" r:id="rId17"/>
    <p:sldLayoutId id="2147483746" r:id="rId18"/>
    <p:sldLayoutId id="2147483747" r:id="rId19"/>
    <p:sldLayoutId id="2147483748" r:id="rId20"/>
    <p:sldLayoutId id="2147483749" r:id="rId21"/>
    <p:sldLayoutId id="2147483750" r:id="rId22"/>
    <p:sldLayoutId id="2147483751" r:id="rId23"/>
    <p:sldLayoutId id="2147483752" r:id="rId24"/>
    <p:sldLayoutId id="2147483754" r:id="rId25"/>
    <p:sldLayoutId id="2147483756" r:id="rId26"/>
    <p:sldLayoutId id="2147483771" r:id="rId27"/>
    <p:sldLayoutId id="2147483772" r:id="rId28"/>
    <p:sldLayoutId id="2147483773" r:id="rId29"/>
    <p:sldLayoutId id="2147483774" r:id="rId30"/>
    <p:sldLayoutId id="2147483775" r:id="rId31"/>
    <p:sldLayoutId id="2147483776" r:id="rId32"/>
    <p:sldLayoutId id="2147483777" r:id="rId33"/>
    <p:sldLayoutId id="2147483778" r:id="rId34"/>
    <p:sldLayoutId id="2147483779" r:id="rId35"/>
    <p:sldLayoutId id="2147483780" r:id="rId36"/>
    <p:sldLayoutId id="2147483781" r:id="rId37"/>
    <p:sldLayoutId id="2147483784" r:id="rId38"/>
    <p:sldLayoutId id="2147483785" r:id="rId39"/>
    <p:sldLayoutId id="2147483786" r:id="rId40"/>
    <p:sldLayoutId id="2147483787" r:id="rId41"/>
    <p:sldLayoutId id="2147483788" r:id="rId42"/>
    <p:sldLayoutId id="2147483789" r:id="rId43"/>
    <p:sldLayoutId id="2147483790" r:id="rId44"/>
    <p:sldLayoutId id="2147483791" r:id="rId45"/>
  </p:sldLayoutIdLst>
  <p:txStyles>
    <p:titleStyle>
      <a:lvl1pPr algn="l" defTabSz="914400" rtl="0" eaLnBrk="1" latinLnBrk="0" hangingPunct="1">
        <a:lnSpc>
          <a:spcPct val="100000"/>
        </a:lnSpc>
        <a:spcBef>
          <a:spcPct val="0"/>
        </a:spcBef>
        <a:buNone/>
        <a:defRPr sz="3200" b="0" kern="1200">
          <a:solidFill>
            <a:schemeClr val="tx1"/>
          </a:solidFill>
          <a:latin typeface="+mj-lt"/>
          <a:ea typeface="+mj-ea"/>
          <a:cs typeface="+mj-cs"/>
        </a:defRPr>
      </a:lvl1pPr>
    </p:titleStyle>
    <p:bodyStyle>
      <a:lvl1pPr marL="365760" indent="-365760" algn="l" defTabSz="914400" rtl="0" eaLnBrk="1" latinLnBrk="0" hangingPunct="1">
        <a:lnSpc>
          <a:spcPct val="100000"/>
        </a:lnSpc>
        <a:spcBef>
          <a:spcPts val="600"/>
        </a:spcBef>
        <a:spcAft>
          <a:spcPts val="1200"/>
        </a:spcAft>
        <a:buClr>
          <a:schemeClr val="accent6"/>
        </a:buClr>
        <a:buSzPct val="75000"/>
        <a:buFont typeface="Wingdings" panose="05000000000000000000" pitchFamily="2" charset="2"/>
        <a:buChar char=""/>
        <a:defRPr sz="2400" kern="1200" baseline="0" dirty="0">
          <a:solidFill>
            <a:schemeClr val="tx1"/>
          </a:solidFill>
          <a:latin typeface="+mn-lt"/>
          <a:ea typeface="+mn-ea"/>
          <a:cs typeface="+mn-cs"/>
        </a:defRPr>
      </a:lvl1pPr>
      <a:lvl2pPr marL="706438" indent="-342900" algn="l" defTabSz="914400" rtl="0" eaLnBrk="1" latinLnBrk="0" hangingPunct="1">
        <a:lnSpc>
          <a:spcPct val="100000"/>
        </a:lnSpc>
        <a:spcBef>
          <a:spcPts val="0"/>
        </a:spcBef>
        <a:spcAft>
          <a:spcPts val="600"/>
        </a:spcAft>
        <a:buClr>
          <a:schemeClr val="tx1"/>
        </a:buClr>
        <a:buSzPct val="70000"/>
        <a:buFont typeface="Wingdings" panose="05000000000000000000" pitchFamily="2" charset="2"/>
        <a:buChar char=""/>
        <a:defRPr sz="2000" kern="1200" dirty="0">
          <a:solidFill>
            <a:schemeClr val="tx1"/>
          </a:solidFill>
          <a:latin typeface="+mn-lt"/>
          <a:ea typeface="+mn-ea"/>
          <a:cs typeface="+mn-cs"/>
        </a:defRPr>
      </a:lvl2pPr>
      <a:lvl3pPr marL="914400" indent="-274320" algn="l" defTabSz="914400" rtl="0" eaLnBrk="1" latinLnBrk="0" hangingPunct="1">
        <a:lnSpc>
          <a:spcPct val="100000"/>
        </a:lnSpc>
        <a:spcBef>
          <a:spcPts val="0"/>
        </a:spcBef>
        <a:spcAft>
          <a:spcPts val="600"/>
        </a:spcAft>
        <a:buClr>
          <a:schemeClr val="tx1"/>
        </a:buClr>
        <a:buSzPct val="60000"/>
        <a:buFont typeface="Wingdings" panose="05000000000000000000" pitchFamily="2" charset="2"/>
        <a:buChar char=""/>
        <a:defRPr sz="1800" kern="1200" dirty="0">
          <a:solidFill>
            <a:schemeClr val="tx1"/>
          </a:solidFill>
          <a:latin typeface="+mn-lt"/>
          <a:ea typeface="+mn-ea"/>
          <a:cs typeface="+mn-cs"/>
        </a:defRPr>
      </a:lvl3pPr>
      <a:lvl4pPr marL="1097280" indent="-274320" algn="l" defTabSz="914400" rtl="0" eaLnBrk="1" latinLnBrk="0" hangingPunct="1">
        <a:lnSpc>
          <a:spcPct val="100000"/>
        </a:lnSpc>
        <a:spcBef>
          <a:spcPts val="0"/>
        </a:spcBef>
        <a:spcAft>
          <a:spcPts val="600"/>
        </a:spcAft>
        <a:buClr>
          <a:schemeClr val="tx1"/>
        </a:buClr>
        <a:buFont typeface="Arial" panose="020B0604020202020204" pitchFamily="34" charset="0"/>
        <a:buChar char="–"/>
        <a:tabLst/>
        <a:defRPr sz="1600" kern="1200" dirty="0">
          <a:solidFill>
            <a:schemeClr val="tx1"/>
          </a:solidFill>
          <a:latin typeface="+mn-lt"/>
          <a:ea typeface="+mn-ea"/>
          <a:cs typeface="+mn-cs"/>
        </a:defRPr>
      </a:lvl4pPr>
      <a:lvl5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600" kern="1200" dirty="0">
          <a:solidFill>
            <a:schemeClr val="tx1"/>
          </a:solidFill>
          <a:latin typeface="+mn-lt"/>
          <a:ea typeface="+mn-ea"/>
          <a:cs typeface="+mn-cs"/>
        </a:defRPr>
      </a:lvl5pPr>
      <a:lvl6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6pPr>
      <a:lvl7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7pPr>
      <a:lvl8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8pPr>
      <a:lvl9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3" pos="3840">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1046FA1-A20F-2F07-D73A-B69B48D171F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7291EC3-C41A-E87B-D2E2-393D50812AA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8559F0-5B42-7FDF-3F10-1A135A5DE3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E724034B-01CB-5600-CA84-7B07976A58C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D86DB71-E41A-D4BE-A634-C903E7D60D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875563-B00C-4814-AE8E-CF56921A0DE6}" type="slidenum">
              <a:rPr lang="en-US" smtClean="0"/>
              <a:t>‹#›</a:t>
            </a:fld>
            <a:endParaRPr lang="en-US"/>
          </a:p>
        </p:txBody>
      </p:sp>
    </p:spTree>
    <p:extLst>
      <p:ext uri="{BB962C8B-B14F-4D97-AF65-F5344CB8AC3E}">
        <p14:creationId xmlns:p14="http://schemas.microsoft.com/office/powerpoint/2010/main" val="3595432142"/>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E57029A5-06D2-3C49-B4AC-21E19BD240D1}"/>
              </a:ext>
            </a:extLst>
          </p:cNvPr>
          <p:cNvSpPr>
            <a:spLocks noGrp="1"/>
          </p:cNvSpPr>
          <p:nvPr>
            <p:ph type="body" sz="quarter" idx="10"/>
          </p:nvPr>
        </p:nvSpPr>
        <p:spPr/>
        <p:txBody>
          <a:bodyPr/>
          <a:lstStyle/>
          <a:p>
            <a:r>
              <a:rPr lang="en-US"/>
              <a:t>Synopsys Armenia Educational Department</a:t>
            </a:r>
          </a:p>
        </p:txBody>
      </p:sp>
      <p:sp>
        <p:nvSpPr>
          <p:cNvPr id="4" name="Title 3">
            <a:extLst>
              <a:ext uri="{FF2B5EF4-FFF2-40B4-BE49-F238E27FC236}">
                <a16:creationId xmlns:a16="http://schemas.microsoft.com/office/drawing/2014/main" id="{E4708717-478B-BB4E-8370-FD75D01999A2}"/>
              </a:ext>
            </a:extLst>
          </p:cNvPr>
          <p:cNvSpPr>
            <a:spLocks noGrp="1"/>
          </p:cNvSpPr>
          <p:nvPr>
            <p:ph type="ctrTitle"/>
          </p:nvPr>
        </p:nvSpPr>
        <p:spPr/>
        <p:txBody>
          <a:bodyPr/>
          <a:lstStyle/>
          <a:p>
            <a:r>
              <a:rPr lang="en-US" altLang="en-US" sz="4700" dirty="0"/>
              <a:t>Logic Design</a:t>
            </a:r>
            <a:endParaRPr lang="en-US" sz="4700" dirty="0"/>
          </a:p>
        </p:txBody>
      </p:sp>
      <p:sp>
        <p:nvSpPr>
          <p:cNvPr id="3" name="Subtitle 2">
            <a:extLst>
              <a:ext uri="{FF2B5EF4-FFF2-40B4-BE49-F238E27FC236}">
                <a16:creationId xmlns:a16="http://schemas.microsoft.com/office/drawing/2014/main" id="{7D6F7999-21FE-8ED6-CF90-D51899D36629}"/>
              </a:ext>
            </a:extLst>
          </p:cNvPr>
          <p:cNvSpPr>
            <a:spLocks noGrp="1"/>
          </p:cNvSpPr>
          <p:nvPr>
            <p:ph type="subTitle" idx="1"/>
          </p:nvPr>
        </p:nvSpPr>
        <p:spPr/>
        <p:txBody>
          <a:bodyPr>
            <a:normAutofit/>
          </a:bodyPr>
          <a:lstStyle/>
          <a:p>
            <a:r>
              <a:rPr lang="nb-NO"/>
              <a:t>Sci.D.Professor Vazgen Melikyan</a:t>
            </a:r>
          </a:p>
        </p:txBody>
      </p:sp>
    </p:spTree>
    <p:extLst>
      <p:ext uri="{BB962C8B-B14F-4D97-AF65-F5344CB8AC3E}">
        <p14:creationId xmlns:p14="http://schemas.microsoft.com/office/powerpoint/2010/main" val="41453019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5">
            <a:extLst>
              <a:ext uri="{FF2B5EF4-FFF2-40B4-BE49-F238E27FC236}">
                <a16:creationId xmlns:a16="http://schemas.microsoft.com/office/drawing/2014/main" id="{6BC15FEB-FFEE-72B8-2B95-390B2ABA8D75}"/>
              </a:ext>
            </a:extLst>
          </p:cNvPr>
          <p:cNvSpPr>
            <a:spLocks noGrp="1" noChangeArrowheads="1"/>
          </p:cNvSpPr>
          <p:nvPr>
            <p:ph type="title"/>
          </p:nvPr>
        </p:nvSpPr>
        <p:spPr/>
        <p:txBody>
          <a:bodyPr/>
          <a:lstStyle/>
          <a:p>
            <a:r>
              <a:rPr lang="en-US" altLang="en-US"/>
              <a:t>Course Overview</a:t>
            </a:r>
            <a:endParaRPr lang="ru-RU" altLang="en-US"/>
          </a:p>
        </p:txBody>
      </p:sp>
      <p:sp>
        <p:nvSpPr>
          <p:cNvPr id="7" name="Content Placeholder 3">
            <a:extLst>
              <a:ext uri="{FF2B5EF4-FFF2-40B4-BE49-F238E27FC236}">
                <a16:creationId xmlns:a16="http://schemas.microsoft.com/office/drawing/2014/main" id="{C7FE07B7-6903-19C5-FF63-BD2012C32DEC}"/>
              </a:ext>
            </a:extLst>
          </p:cNvPr>
          <p:cNvSpPr txBox="1">
            <a:spLocks noChangeArrowheads="1"/>
          </p:cNvSpPr>
          <p:nvPr/>
        </p:nvSpPr>
        <p:spPr>
          <a:xfrm>
            <a:off x="456876" y="2289721"/>
            <a:ext cx="5384800" cy="4211638"/>
          </a:xfrm>
          <a:prstGeom prst="rect">
            <a:avLst/>
          </a:prstGeom>
        </p:spPr>
        <p:txBody>
          <a:bodyPr vert="horz" lIns="91440" tIns="45720" rIns="91440" bIns="45720" rtlCol="0">
            <a:noAutofit/>
          </a:bodyPr>
          <a:lstStyle>
            <a:lvl1pPr marL="365760" indent="-365760" algn="l" defTabSz="914400" rtl="0" eaLnBrk="1" latinLnBrk="0" hangingPunct="1">
              <a:lnSpc>
                <a:spcPct val="100000"/>
              </a:lnSpc>
              <a:spcBef>
                <a:spcPts val="600"/>
              </a:spcBef>
              <a:spcAft>
                <a:spcPts val="1200"/>
              </a:spcAft>
              <a:buClr>
                <a:schemeClr val="accent6"/>
              </a:buClr>
              <a:buSzPct val="75000"/>
              <a:buFont typeface="Wingdings" panose="05000000000000000000" pitchFamily="2" charset="2"/>
              <a:buChar char=""/>
              <a:defRPr sz="2400" kern="1200" baseline="0" dirty="0">
                <a:solidFill>
                  <a:schemeClr val="tx1"/>
                </a:solidFill>
                <a:latin typeface="+mn-lt"/>
                <a:ea typeface="+mn-ea"/>
                <a:cs typeface="+mn-cs"/>
              </a:defRPr>
            </a:lvl1pPr>
            <a:lvl2pPr marL="706438" indent="-342900" algn="l" defTabSz="914400" rtl="0" eaLnBrk="1" latinLnBrk="0" hangingPunct="1">
              <a:lnSpc>
                <a:spcPct val="100000"/>
              </a:lnSpc>
              <a:spcBef>
                <a:spcPts val="0"/>
              </a:spcBef>
              <a:spcAft>
                <a:spcPts val="600"/>
              </a:spcAft>
              <a:buClr>
                <a:schemeClr val="tx1"/>
              </a:buClr>
              <a:buSzPct val="70000"/>
              <a:buFont typeface="Wingdings" panose="05000000000000000000" pitchFamily="2" charset="2"/>
              <a:buChar char=""/>
              <a:defRPr sz="2000" kern="1200" dirty="0">
                <a:solidFill>
                  <a:schemeClr val="tx1"/>
                </a:solidFill>
                <a:latin typeface="+mn-lt"/>
                <a:ea typeface="+mn-ea"/>
                <a:cs typeface="+mn-cs"/>
              </a:defRPr>
            </a:lvl2pPr>
            <a:lvl3pPr marL="914400" indent="-274320" algn="l" defTabSz="914400" rtl="0" eaLnBrk="1" latinLnBrk="0" hangingPunct="1">
              <a:lnSpc>
                <a:spcPct val="100000"/>
              </a:lnSpc>
              <a:spcBef>
                <a:spcPts val="0"/>
              </a:spcBef>
              <a:spcAft>
                <a:spcPts val="600"/>
              </a:spcAft>
              <a:buClr>
                <a:schemeClr val="tx1"/>
              </a:buClr>
              <a:buSzPct val="60000"/>
              <a:buFont typeface="Wingdings" panose="05000000000000000000" pitchFamily="2" charset="2"/>
              <a:buChar char=""/>
              <a:defRPr sz="1800" kern="1200" dirty="0">
                <a:solidFill>
                  <a:schemeClr val="tx1"/>
                </a:solidFill>
                <a:latin typeface="+mn-lt"/>
                <a:ea typeface="+mn-ea"/>
                <a:cs typeface="+mn-cs"/>
              </a:defRPr>
            </a:lvl3pPr>
            <a:lvl4pPr marL="1097280" indent="-274320" algn="l" defTabSz="914400" rtl="0" eaLnBrk="1" latinLnBrk="0" hangingPunct="1">
              <a:lnSpc>
                <a:spcPct val="100000"/>
              </a:lnSpc>
              <a:spcBef>
                <a:spcPts val="0"/>
              </a:spcBef>
              <a:spcAft>
                <a:spcPts val="600"/>
              </a:spcAft>
              <a:buClr>
                <a:schemeClr val="tx1"/>
              </a:buClr>
              <a:buFont typeface="Arial" panose="020B0604020202020204" pitchFamily="34" charset="0"/>
              <a:buChar char="–"/>
              <a:tabLst/>
              <a:defRPr sz="1600" kern="1200" dirty="0">
                <a:solidFill>
                  <a:schemeClr val="tx1"/>
                </a:solidFill>
                <a:latin typeface="+mn-lt"/>
                <a:ea typeface="+mn-ea"/>
                <a:cs typeface="+mn-cs"/>
              </a:defRPr>
            </a:lvl4pPr>
            <a:lvl5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600" kern="1200" dirty="0">
                <a:solidFill>
                  <a:schemeClr val="tx1"/>
                </a:solidFill>
                <a:latin typeface="+mn-lt"/>
                <a:ea typeface="+mn-ea"/>
                <a:cs typeface="+mn-cs"/>
              </a:defRPr>
            </a:lvl5pPr>
            <a:lvl6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6pPr>
            <a:lvl7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7pPr>
            <a:lvl8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8pPr>
            <a:lvl9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9pPr>
          </a:lstStyle>
          <a:p>
            <a:r>
              <a:rPr lang="en-US" altLang="en-US" sz="1400" dirty="0">
                <a:solidFill>
                  <a:srgbClr val="0000FF"/>
                </a:solidFill>
              </a:rPr>
              <a:t>Boolean Functions</a:t>
            </a:r>
          </a:p>
          <a:p>
            <a:pPr lvl="1"/>
            <a:r>
              <a:rPr lang="en-US" altLang="en-US" sz="1130" dirty="0">
                <a:solidFill>
                  <a:srgbClr val="0000FF"/>
                </a:solidFill>
              </a:rPr>
              <a:t>3 lectures</a:t>
            </a:r>
          </a:p>
          <a:p>
            <a:r>
              <a:rPr lang="en-US" altLang="en-US" sz="1400" dirty="0"/>
              <a:t>Boolean Functions Minimization.                         Combinational Logic  Design Principles</a:t>
            </a:r>
          </a:p>
          <a:p>
            <a:pPr lvl="1"/>
            <a:r>
              <a:rPr lang="en-US" altLang="en-US" sz="1130" dirty="0"/>
              <a:t>4 lectures</a:t>
            </a:r>
          </a:p>
          <a:p>
            <a:r>
              <a:rPr lang="en-US" altLang="en-US" sz="1600" dirty="0"/>
              <a:t> </a:t>
            </a:r>
            <a:r>
              <a:rPr lang="en-US" altLang="en-US" sz="1400" dirty="0"/>
              <a:t>Introduction to Verilog</a:t>
            </a:r>
          </a:p>
          <a:p>
            <a:pPr lvl="1"/>
            <a:r>
              <a:rPr lang="en-US" altLang="en-US" sz="1130" dirty="0"/>
              <a:t>3 lectures</a:t>
            </a:r>
          </a:p>
          <a:p>
            <a:r>
              <a:rPr lang="en-US" altLang="en-US" sz="1400" dirty="0"/>
              <a:t>Basic Combinational Circuits</a:t>
            </a:r>
          </a:p>
          <a:p>
            <a:pPr lvl="1"/>
            <a:r>
              <a:rPr lang="en-US" altLang="en-US" sz="1130" dirty="0"/>
              <a:t>4 lectures</a:t>
            </a:r>
          </a:p>
          <a:p>
            <a:r>
              <a:rPr lang="en-US" altLang="en-US" sz="1400" dirty="0"/>
              <a:t>Finite States Machines (FSM)</a:t>
            </a:r>
          </a:p>
          <a:p>
            <a:pPr lvl="1"/>
            <a:r>
              <a:rPr lang="en-US" altLang="en-US" sz="1130" dirty="0"/>
              <a:t>3 lectures</a:t>
            </a:r>
          </a:p>
          <a:p>
            <a:r>
              <a:rPr lang="en-US" altLang="en-US" sz="1400" dirty="0"/>
              <a:t>Synthesis of Synchronous FSM</a:t>
            </a:r>
          </a:p>
          <a:p>
            <a:pPr lvl="1"/>
            <a:r>
              <a:rPr lang="en-US" altLang="en-US" sz="1130" dirty="0"/>
              <a:t>5 lectures</a:t>
            </a:r>
          </a:p>
          <a:p>
            <a:endParaRPr lang="ru-RU" altLang="en-US" sz="1600" dirty="0"/>
          </a:p>
          <a:p>
            <a:endParaRPr lang="en-US" altLang="en-US" sz="1600" dirty="0"/>
          </a:p>
        </p:txBody>
      </p:sp>
      <p:sp>
        <p:nvSpPr>
          <p:cNvPr id="8" name="Content Placeholder 3">
            <a:extLst>
              <a:ext uri="{FF2B5EF4-FFF2-40B4-BE49-F238E27FC236}">
                <a16:creationId xmlns:a16="http://schemas.microsoft.com/office/drawing/2014/main" id="{CBA6F462-5FC2-D65E-853F-4D46D3E95DE1}"/>
              </a:ext>
            </a:extLst>
          </p:cNvPr>
          <p:cNvSpPr txBox="1">
            <a:spLocks noChangeArrowheads="1"/>
          </p:cNvSpPr>
          <p:nvPr/>
        </p:nvSpPr>
        <p:spPr>
          <a:xfrm>
            <a:off x="6807200" y="2289721"/>
            <a:ext cx="5384800" cy="4211638"/>
          </a:xfrm>
          <a:prstGeom prst="rect">
            <a:avLst/>
          </a:prstGeom>
        </p:spPr>
        <p:txBody>
          <a:bodyPr vert="horz" lIns="91440" tIns="45720" rIns="91440" bIns="45720" rtlCol="0">
            <a:noAutofit/>
          </a:bodyPr>
          <a:lstStyle>
            <a:lvl1pPr marL="365760" indent="-365760" algn="l" defTabSz="914400" rtl="0" eaLnBrk="1" latinLnBrk="0" hangingPunct="1">
              <a:lnSpc>
                <a:spcPct val="100000"/>
              </a:lnSpc>
              <a:spcBef>
                <a:spcPts val="600"/>
              </a:spcBef>
              <a:spcAft>
                <a:spcPts val="1200"/>
              </a:spcAft>
              <a:buClr>
                <a:schemeClr val="accent6"/>
              </a:buClr>
              <a:buSzPct val="75000"/>
              <a:buFont typeface="Wingdings" panose="05000000000000000000" pitchFamily="2" charset="2"/>
              <a:buChar char=""/>
              <a:defRPr sz="2400" kern="1200" baseline="0" dirty="0">
                <a:solidFill>
                  <a:schemeClr val="tx1"/>
                </a:solidFill>
                <a:latin typeface="+mn-lt"/>
                <a:ea typeface="+mn-ea"/>
                <a:cs typeface="+mn-cs"/>
              </a:defRPr>
            </a:lvl1pPr>
            <a:lvl2pPr marL="706438" indent="-342900" algn="l" defTabSz="914400" rtl="0" eaLnBrk="1" latinLnBrk="0" hangingPunct="1">
              <a:lnSpc>
                <a:spcPct val="100000"/>
              </a:lnSpc>
              <a:spcBef>
                <a:spcPts val="0"/>
              </a:spcBef>
              <a:spcAft>
                <a:spcPts val="600"/>
              </a:spcAft>
              <a:buClr>
                <a:schemeClr val="tx1"/>
              </a:buClr>
              <a:buSzPct val="70000"/>
              <a:buFont typeface="Wingdings" panose="05000000000000000000" pitchFamily="2" charset="2"/>
              <a:buChar char=""/>
              <a:defRPr sz="2000" kern="1200" dirty="0">
                <a:solidFill>
                  <a:schemeClr val="tx1"/>
                </a:solidFill>
                <a:latin typeface="+mn-lt"/>
                <a:ea typeface="+mn-ea"/>
                <a:cs typeface="+mn-cs"/>
              </a:defRPr>
            </a:lvl2pPr>
            <a:lvl3pPr marL="914400" indent="-274320" algn="l" defTabSz="914400" rtl="0" eaLnBrk="1" latinLnBrk="0" hangingPunct="1">
              <a:lnSpc>
                <a:spcPct val="100000"/>
              </a:lnSpc>
              <a:spcBef>
                <a:spcPts val="0"/>
              </a:spcBef>
              <a:spcAft>
                <a:spcPts val="600"/>
              </a:spcAft>
              <a:buClr>
                <a:schemeClr val="tx1"/>
              </a:buClr>
              <a:buSzPct val="60000"/>
              <a:buFont typeface="Wingdings" panose="05000000000000000000" pitchFamily="2" charset="2"/>
              <a:buChar char=""/>
              <a:defRPr sz="1800" kern="1200" dirty="0">
                <a:solidFill>
                  <a:schemeClr val="tx1"/>
                </a:solidFill>
                <a:latin typeface="+mn-lt"/>
                <a:ea typeface="+mn-ea"/>
                <a:cs typeface="+mn-cs"/>
              </a:defRPr>
            </a:lvl3pPr>
            <a:lvl4pPr marL="1097280" indent="-274320" algn="l" defTabSz="914400" rtl="0" eaLnBrk="1" latinLnBrk="0" hangingPunct="1">
              <a:lnSpc>
                <a:spcPct val="100000"/>
              </a:lnSpc>
              <a:spcBef>
                <a:spcPts val="0"/>
              </a:spcBef>
              <a:spcAft>
                <a:spcPts val="600"/>
              </a:spcAft>
              <a:buClr>
                <a:schemeClr val="tx1"/>
              </a:buClr>
              <a:buFont typeface="Arial" panose="020B0604020202020204" pitchFamily="34" charset="0"/>
              <a:buChar char="–"/>
              <a:tabLst/>
              <a:defRPr sz="1600" kern="1200" dirty="0">
                <a:solidFill>
                  <a:schemeClr val="tx1"/>
                </a:solidFill>
                <a:latin typeface="+mn-lt"/>
                <a:ea typeface="+mn-ea"/>
                <a:cs typeface="+mn-cs"/>
              </a:defRPr>
            </a:lvl4pPr>
            <a:lvl5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600" kern="1200" dirty="0">
                <a:solidFill>
                  <a:schemeClr val="tx1"/>
                </a:solidFill>
                <a:latin typeface="+mn-lt"/>
                <a:ea typeface="+mn-ea"/>
                <a:cs typeface="+mn-cs"/>
              </a:defRPr>
            </a:lvl5pPr>
            <a:lvl6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6pPr>
            <a:lvl7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7pPr>
            <a:lvl8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8pPr>
            <a:lvl9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9pPr>
          </a:lstStyle>
          <a:p>
            <a:r>
              <a:rPr lang="en-US" altLang="en-US" sz="1400" dirty="0"/>
              <a:t>Basic Sequential Circuits</a:t>
            </a:r>
          </a:p>
          <a:p>
            <a:pPr lvl="1"/>
            <a:r>
              <a:rPr lang="en-US" altLang="en-US" sz="1130" dirty="0"/>
              <a:t>3 lectures</a:t>
            </a:r>
          </a:p>
          <a:p>
            <a:r>
              <a:rPr lang="en-US" altLang="en-US" sz="1400" dirty="0"/>
              <a:t>Problems of Synchronous Design</a:t>
            </a:r>
          </a:p>
          <a:p>
            <a:pPr lvl="1"/>
            <a:r>
              <a:rPr lang="en-US" altLang="en-US" sz="1130" dirty="0"/>
              <a:t>3 lectures</a:t>
            </a:r>
          </a:p>
          <a:p>
            <a:r>
              <a:rPr lang="en-US" altLang="en-US" sz="1600" dirty="0"/>
              <a:t> </a:t>
            </a:r>
            <a:r>
              <a:rPr lang="en-US" altLang="en-US" sz="1400" dirty="0"/>
              <a:t> Asynchronous FSM. Self-Timed Circuits</a:t>
            </a:r>
          </a:p>
          <a:p>
            <a:pPr lvl="1"/>
            <a:r>
              <a:rPr lang="en-US" altLang="en-US" sz="1130" dirty="0"/>
              <a:t>3 lectures</a:t>
            </a:r>
          </a:p>
          <a:p>
            <a:r>
              <a:rPr lang="en-US" altLang="en-US" sz="1400" dirty="0"/>
              <a:t>Arithmetic Units</a:t>
            </a:r>
          </a:p>
          <a:p>
            <a:pPr lvl="1"/>
            <a:r>
              <a:rPr lang="en-US" altLang="en-US" sz="1130" dirty="0"/>
              <a:t>4 lectures</a:t>
            </a:r>
          </a:p>
          <a:p>
            <a:r>
              <a:rPr lang="en-US" altLang="en-US" sz="1400" dirty="0"/>
              <a:t>Programmable Logical Integrated Circuits (PLDs)</a:t>
            </a:r>
          </a:p>
          <a:p>
            <a:pPr lvl="1"/>
            <a:r>
              <a:rPr lang="en-US" altLang="en-US" sz="1130" dirty="0"/>
              <a:t>3 lectures</a:t>
            </a:r>
          </a:p>
          <a:p>
            <a:r>
              <a:rPr lang="en-US" altLang="en-US" sz="1400" dirty="0"/>
              <a:t>Memory Devices</a:t>
            </a:r>
          </a:p>
          <a:p>
            <a:pPr lvl="1"/>
            <a:r>
              <a:rPr lang="en-US" altLang="en-US" sz="1130" dirty="0"/>
              <a:t>3 lectures</a:t>
            </a:r>
          </a:p>
          <a:p>
            <a:endParaRPr lang="ru-RU" altLang="en-US" sz="1600" dirty="0"/>
          </a:p>
          <a:p>
            <a:endParaRPr lang="en-US" altLang="en-US" sz="1600"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3">
            <a:extLst>
              <a:ext uri="{FF2B5EF4-FFF2-40B4-BE49-F238E27FC236}">
                <a16:creationId xmlns:a16="http://schemas.microsoft.com/office/drawing/2014/main" id="{5610F08D-D4C4-ACC4-2A35-D3F2F363AA46}"/>
              </a:ext>
            </a:extLst>
          </p:cNvPr>
          <p:cNvSpPr>
            <a:spLocks noGrp="1" noChangeArrowheads="1"/>
          </p:cNvSpPr>
          <p:nvPr>
            <p:ph type="title"/>
          </p:nvPr>
        </p:nvSpPr>
        <p:spPr/>
        <p:txBody>
          <a:bodyPr/>
          <a:lstStyle/>
          <a:p>
            <a:r>
              <a:rPr lang="en-US" altLang="en-US" dirty="0"/>
              <a:t>Boolean Functions</a:t>
            </a:r>
            <a:endParaRPr lang="ru-RU"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22B38536-EBE8-D01F-6A88-DF1F7B6B8390}"/>
              </a:ext>
            </a:extLst>
          </p:cNvPr>
          <p:cNvSpPr>
            <a:spLocks noGrp="1" noChangeArrowheads="1"/>
          </p:cNvSpPr>
          <p:nvPr>
            <p:ph type="title"/>
          </p:nvPr>
        </p:nvSpPr>
        <p:spPr/>
        <p:txBody>
          <a:bodyPr/>
          <a:lstStyle/>
          <a:p>
            <a:r>
              <a:rPr lang="en-US" altLang="en-US"/>
              <a:t>Levels of Abstraction for   Computer System</a:t>
            </a:r>
            <a:endParaRPr lang="en-GB" altLang="en-US"/>
          </a:p>
        </p:txBody>
      </p:sp>
      <p:grpSp>
        <p:nvGrpSpPr>
          <p:cNvPr id="11267" name="Group 79">
            <a:extLst>
              <a:ext uri="{FF2B5EF4-FFF2-40B4-BE49-F238E27FC236}">
                <a16:creationId xmlns:a16="http://schemas.microsoft.com/office/drawing/2014/main" id="{1CD18739-BD30-9711-C5BD-BAA319113AD2}"/>
              </a:ext>
            </a:extLst>
          </p:cNvPr>
          <p:cNvGrpSpPr>
            <a:grpSpLocks/>
          </p:cNvGrpSpPr>
          <p:nvPr/>
        </p:nvGrpSpPr>
        <p:grpSpPr bwMode="auto">
          <a:xfrm>
            <a:off x="1524000" y="1436688"/>
            <a:ext cx="9092776" cy="4357304"/>
            <a:chOff x="-1" y="1436914"/>
            <a:chExt cx="9092261" cy="4357016"/>
          </a:xfrm>
        </p:grpSpPr>
        <p:sp>
          <p:nvSpPr>
            <p:cNvPr id="3" name="Rectangle 2">
              <a:extLst>
                <a:ext uri="{FF2B5EF4-FFF2-40B4-BE49-F238E27FC236}">
                  <a16:creationId xmlns:a16="http://schemas.microsoft.com/office/drawing/2014/main" id="{686B8626-D555-4C88-B3B5-8020536C1DBB}"/>
                </a:ext>
              </a:extLst>
            </p:cNvPr>
            <p:cNvSpPr/>
            <p:nvPr/>
          </p:nvSpPr>
          <p:spPr>
            <a:xfrm>
              <a:off x="1381046" y="1575017"/>
              <a:ext cx="1844570" cy="374625"/>
            </a:xfrm>
            <a:prstGeom prst="rect">
              <a:avLst/>
            </a:prstGeom>
            <a:solidFill>
              <a:schemeClr val="accent1">
                <a:lumMod val="60000"/>
                <a:lumOff val="4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dirty="0">
                  <a:solidFill>
                    <a:schemeClr val="tx1"/>
                  </a:solidFill>
                </a:rPr>
                <a:t>Application S/W</a:t>
              </a:r>
              <a:endParaRPr lang="en-GB" dirty="0">
                <a:solidFill>
                  <a:schemeClr val="tx1"/>
                </a:solidFill>
              </a:endParaRPr>
            </a:p>
          </p:txBody>
        </p:sp>
        <p:sp>
          <p:nvSpPr>
            <p:cNvPr id="4" name="Rectangle 3">
              <a:extLst>
                <a:ext uri="{FF2B5EF4-FFF2-40B4-BE49-F238E27FC236}">
                  <a16:creationId xmlns:a16="http://schemas.microsoft.com/office/drawing/2014/main" id="{4D8D450C-6C04-4528-BE76-115C7F1EF9BB}"/>
                </a:ext>
              </a:extLst>
            </p:cNvPr>
            <p:cNvSpPr/>
            <p:nvPr/>
          </p:nvSpPr>
          <p:spPr>
            <a:xfrm>
              <a:off x="1295326" y="2846521"/>
              <a:ext cx="2027123" cy="422247"/>
            </a:xfrm>
            <a:prstGeom prst="rect">
              <a:avLst/>
            </a:prstGeom>
            <a:solidFill>
              <a:schemeClr val="accent1">
                <a:lumMod val="60000"/>
                <a:lumOff val="4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dirty="0">
                  <a:solidFill>
                    <a:schemeClr val="tx1"/>
                  </a:solidFill>
                </a:rPr>
                <a:t>Operating System</a:t>
              </a:r>
              <a:endParaRPr lang="en-GB" dirty="0">
                <a:solidFill>
                  <a:schemeClr val="tx1"/>
                </a:solidFill>
              </a:endParaRPr>
            </a:p>
          </p:txBody>
        </p:sp>
        <p:sp>
          <p:nvSpPr>
            <p:cNvPr id="5" name="Rectangle 4">
              <a:extLst>
                <a:ext uri="{FF2B5EF4-FFF2-40B4-BE49-F238E27FC236}">
                  <a16:creationId xmlns:a16="http://schemas.microsoft.com/office/drawing/2014/main" id="{809FB8FF-1060-47E4-B6F8-77262DD01EA0}"/>
                </a:ext>
              </a:extLst>
            </p:cNvPr>
            <p:cNvSpPr/>
            <p:nvPr/>
          </p:nvSpPr>
          <p:spPr>
            <a:xfrm>
              <a:off x="1150872" y="3508464"/>
              <a:ext cx="2304919" cy="554001"/>
            </a:xfrm>
            <a:prstGeom prst="rect">
              <a:avLst/>
            </a:prstGeom>
            <a:solidFill>
              <a:schemeClr val="accent1">
                <a:lumMod val="60000"/>
                <a:lumOff val="4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dirty="0">
                  <a:solidFill>
                    <a:schemeClr val="tx1"/>
                  </a:solidFill>
                </a:rPr>
                <a:t>Instruction set Architecture (ISA)</a:t>
              </a:r>
              <a:endParaRPr lang="en-GB" dirty="0">
                <a:solidFill>
                  <a:schemeClr val="tx1"/>
                </a:solidFill>
              </a:endParaRPr>
            </a:p>
          </p:txBody>
        </p:sp>
        <p:sp>
          <p:nvSpPr>
            <p:cNvPr id="6" name="Rectangle 5">
              <a:extLst>
                <a:ext uri="{FF2B5EF4-FFF2-40B4-BE49-F238E27FC236}">
                  <a16:creationId xmlns:a16="http://schemas.microsoft.com/office/drawing/2014/main" id="{42DEDA27-D82C-4237-BE82-3AFC48AB71CB}"/>
                </a:ext>
              </a:extLst>
            </p:cNvPr>
            <p:cNvSpPr/>
            <p:nvPr/>
          </p:nvSpPr>
          <p:spPr>
            <a:xfrm>
              <a:off x="833390" y="4351372"/>
              <a:ext cx="3041478" cy="655594"/>
            </a:xfrm>
            <a:prstGeom prst="rect">
              <a:avLst/>
            </a:prstGeom>
            <a:solidFill>
              <a:schemeClr val="accent1">
                <a:lumMod val="60000"/>
                <a:lumOff val="4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dirty="0" err="1">
                  <a:solidFill>
                    <a:schemeClr val="tx1"/>
                  </a:solidFill>
                </a:rPr>
                <a:t>Microarchitecture</a:t>
              </a:r>
              <a:br>
                <a:rPr lang="en-US" dirty="0">
                  <a:solidFill>
                    <a:schemeClr val="tx1"/>
                  </a:solidFill>
                </a:rPr>
              </a:br>
              <a:r>
                <a:rPr lang="en-US" dirty="0">
                  <a:solidFill>
                    <a:schemeClr val="tx1"/>
                  </a:solidFill>
                </a:rPr>
                <a:t>(</a:t>
              </a:r>
              <a:r>
                <a:rPr lang="en-US" dirty="0" err="1">
                  <a:solidFill>
                    <a:schemeClr val="tx1"/>
                  </a:solidFill>
                </a:rPr>
                <a:t>ALU,controllers</a:t>
              </a:r>
              <a:r>
                <a:rPr lang="en-US" dirty="0">
                  <a:solidFill>
                    <a:schemeClr val="tx1"/>
                  </a:solidFill>
                </a:rPr>
                <a:t> ,cache…</a:t>
              </a:r>
              <a:endParaRPr lang="en-GB" dirty="0">
                <a:solidFill>
                  <a:schemeClr val="tx1"/>
                </a:solidFill>
              </a:endParaRPr>
            </a:p>
          </p:txBody>
        </p:sp>
        <p:cxnSp>
          <p:nvCxnSpPr>
            <p:cNvPr id="8" name="Straight Arrow Connector 7">
              <a:extLst>
                <a:ext uri="{FF2B5EF4-FFF2-40B4-BE49-F238E27FC236}">
                  <a16:creationId xmlns:a16="http://schemas.microsoft.com/office/drawing/2014/main" id="{2FF12E0E-B39D-4FD0-9FC4-121839596C3F}"/>
                </a:ext>
              </a:extLst>
            </p:cNvPr>
            <p:cNvCxnSpPr/>
            <p:nvPr/>
          </p:nvCxnSpPr>
          <p:spPr>
            <a:xfrm rot="16200000" flipH="1">
              <a:off x="2149353" y="2695718"/>
              <a:ext cx="23493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273" name="TextBox 11">
              <a:extLst>
                <a:ext uri="{FF2B5EF4-FFF2-40B4-BE49-F238E27FC236}">
                  <a16:creationId xmlns:a16="http://schemas.microsoft.com/office/drawing/2014/main" id="{070DC0F7-504C-1434-DB84-F99340D81C51}"/>
                </a:ext>
              </a:extLst>
            </p:cNvPr>
            <p:cNvSpPr txBox="1">
              <a:spLocks noChangeArrowheads="1"/>
            </p:cNvSpPr>
            <p:nvPr/>
          </p:nvSpPr>
          <p:spPr bwMode="auto">
            <a:xfrm>
              <a:off x="130630" y="1575072"/>
              <a:ext cx="1268814" cy="37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800" b="0"/>
                <a:t>Programs</a:t>
              </a:r>
              <a:endParaRPr lang="en-GB" altLang="en-US" sz="1800" b="0"/>
            </a:p>
          </p:txBody>
        </p:sp>
        <p:sp>
          <p:nvSpPr>
            <p:cNvPr id="11274" name="TextBox 12">
              <a:extLst>
                <a:ext uri="{FF2B5EF4-FFF2-40B4-BE49-F238E27FC236}">
                  <a16:creationId xmlns:a16="http://schemas.microsoft.com/office/drawing/2014/main" id="{51FB12C5-09C6-DF86-D677-9ECB5829341E}"/>
                </a:ext>
              </a:extLst>
            </p:cNvPr>
            <p:cNvSpPr txBox="1">
              <a:spLocks noChangeArrowheads="1"/>
            </p:cNvSpPr>
            <p:nvPr/>
          </p:nvSpPr>
          <p:spPr bwMode="auto">
            <a:xfrm>
              <a:off x="-1" y="2758813"/>
              <a:ext cx="154379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800" b="0"/>
                <a:t>Programs</a:t>
              </a:r>
            </a:p>
            <a:p>
              <a:pPr eaLnBrk="1" hangingPunct="1"/>
              <a:r>
                <a:rPr lang="en-US" altLang="en-US" sz="1800" b="0"/>
                <a:t>(drivers,…)</a:t>
              </a:r>
              <a:endParaRPr lang="en-GB" altLang="en-US" sz="1800" b="0"/>
            </a:p>
          </p:txBody>
        </p:sp>
        <p:cxnSp>
          <p:nvCxnSpPr>
            <p:cNvPr id="14" name="Straight Arrow Connector 13">
              <a:extLst>
                <a:ext uri="{FF2B5EF4-FFF2-40B4-BE49-F238E27FC236}">
                  <a16:creationId xmlns:a16="http://schemas.microsoft.com/office/drawing/2014/main" id="{195F8805-08F5-4EDE-91E8-E77D0E9D0820}"/>
                </a:ext>
              </a:extLst>
            </p:cNvPr>
            <p:cNvCxnSpPr/>
            <p:nvPr/>
          </p:nvCxnSpPr>
          <p:spPr>
            <a:xfrm rot="16200000" flipH="1">
              <a:off x="2167609" y="3366393"/>
              <a:ext cx="233347"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2711A946-C122-4F9B-A9D4-2285D322A7B0}"/>
                </a:ext>
              </a:extLst>
            </p:cNvPr>
            <p:cNvCxnSpPr/>
            <p:nvPr/>
          </p:nvCxnSpPr>
          <p:spPr>
            <a:xfrm rot="16200000" flipH="1">
              <a:off x="2164434" y="4214062"/>
              <a:ext cx="280969"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D910A09E-7CBB-4F78-90A3-4DCBFA3B28DE}"/>
                </a:ext>
              </a:extLst>
            </p:cNvPr>
            <p:cNvSpPr/>
            <p:nvPr/>
          </p:nvSpPr>
          <p:spPr>
            <a:xfrm>
              <a:off x="836565" y="4994266"/>
              <a:ext cx="3041478" cy="468282"/>
            </a:xfrm>
            <a:prstGeom prst="rect">
              <a:avLst/>
            </a:prstGeom>
            <a:solidFill>
              <a:schemeClr val="accent1">
                <a:lumMod val="60000"/>
                <a:lumOff val="4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dirty="0">
                  <a:solidFill>
                    <a:schemeClr val="tx1"/>
                  </a:solidFill>
                </a:rPr>
                <a:t>Logic (</a:t>
              </a:r>
              <a:r>
                <a:rPr lang="en-US" dirty="0" err="1">
                  <a:solidFill>
                    <a:schemeClr val="tx1"/>
                  </a:solidFill>
                </a:rPr>
                <a:t>adders,memories</a:t>
              </a:r>
              <a:r>
                <a:rPr lang="en-US" dirty="0">
                  <a:solidFill>
                    <a:schemeClr val="tx1"/>
                  </a:solidFill>
                </a:rPr>
                <a:t>,…) </a:t>
              </a:r>
              <a:endParaRPr lang="en-GB" dirty="0">
                <a:solidFill>
                  <a:schemeClr val="tx1"/>
                </a:solidFill>
              </a:endParaRPr>
            </a:p>
          </p:txBody>
        </p:sp>
        <p:sp>
          <p:nvSpPr>
            <p:cNvPr id="19" name="Rectangle 18">
              <a:extLst>
                <a:ext uri="{FF2B5EF4-FFF2-40B4-BE49-F238E27FC236}">
                  <a16:creationId xmlns:a16="http://schemas.microsoft.com/office/drawing/2014/main" id="{2D322DBA-68F3-43EE-8E68-C07E245C904E}"/>
                </a:ext>
              </a:extLst>
            </p:cNvPr>
            <p:cNvSpPr/>
            <p:nvPr/>
          </p:nvSpPr>
          <p:spPr>
            <a:xfrm>
              <a:off x="831802" y="5470485"/>
              <a:ext cx="3041478" cy="280969"/>
            </a:xfrm>
            <a:prstGeom prst="rect">
              <a:avLst/>
            </a:prstGeom>
            <a:solidFill>
              <a:schemeClr val="accent1">
                <a:lumMod val="60000"/>
                <a:lumOff val="4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dirty="0">
                  <a:solidFill>
                    <a:schemeClr val="tx1"/>
                  </a:solidFill>
                </a:rPr>
                <a:t>Gates, digital  circuits</a:t>
              </a:r>
              <a:endParaRPr lang="en-GB" dirty="0">
                <a:solidFill>
                  <a:schemeClr val="tx1"/>
                </a:solidFill>
              </a:endParaRPr>
            </a:p>
          </p:txBody>
        </p:sp>
        <p:sp>
          <p:nvSpPr>
            <p:cNvPr id="21" name="Rectangle 20">
              <a:extLst>
                <a:ext uri="{FF2B5EF4-FFF2-40B4-BE49-F238E27FC236}">
                  <a16:creationId xmlns:a16="http://schemas.microsoft.com/office/drawing/2014/main" id="{88E0ADE6-C63A-406C-9E24-D520B536BD83}"/>
                </a:ext>
              </a:extLst>
            </p:cNvPr>
            <p:cNvSpPr/>
            <p:nvPr/>
          </p:nvSpPr>
          <p:spPr>
            <a:xfrm>
              <a:off x="4974942" y="1660736"/>
              <a:ext cx="2765268" cy="561938"/>
            </a:xfrm>
            <a:prstGeom prst="rect">
              <a:avLst/>
            </a:prstGeom>
            <a:solidFill>
              <a:schemeClr val="accent1">
                <a:lumMod val="60000"/>
                <a:lumOff val="4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dirty="0">
                  <a:solidFill>
                    <a:schemeClr val="tx1"/>
                  </a:solidFill>
                </a:rPr>
                <a:t>Analog Circuits</a:t>
              </a:r>
              <a:endParaRPr lang="en-GB" dirty="0">
                <a:solidFill>
                  <a:schemeClr val="tx1"/>
                </a:solidFill>
              </a:endParaRPr>
            </a:p>
          </p:txBody>
        </p:sp>
        <p:cxnSp>
          <p:nvCxnSpPr>
            <p:cNvPr id="22" name="Straight Arrow Connector 21">
              <a:extLst>
                <a:ext uri="{FF2B5EF4-FFF2-40B4-BE49-F238E27FC236}">
                  <a16:creationId xmlns:a16="http://schemas.microsoft.com/office/drawing/2014/main" id="{6F31C9E2-962B-4DF8-8411-46EB938DE3A2}"/>
                </a:ext>
              </a:extLst>
            </p:cNvPr>
            <p:cNvCxnSpPr/>
            <p:nvPr/>
          </p:nvCxnSpPr>
          <p:spPr>
            <a:xfrm rot="16200000" flipH="1">
              <a:off x="6217092" y="2385382"/>
              <a:ext cx="280969"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E0DA60DC-24A8-4E2A-A0F2-BF3FA5C824F4}"/>
                </a:ext>
              </a:extLst>
            </p:cNvPr>
            <p:cNvSpPr/>
            <p:nvPr/>
          </p:nvSpPr>
          <p:spPr>
            <a:xfrm>
              <a:off x="4989229" y="2546503"/>
              <a:ext cx="2765268" cy="655595"/>
            </a:xfrm>
            <a:prstGeom prst="rect">
              <a:avLst/>
            </a:prstGeom>
            <a:solidFill>
              <a:schemeClr val="accent1">
                <a:lumMod val="60000"/>
                <a:lumOff val="4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dirty="0">
                  <a:solidFill>
                    <a:schemeClr val="tx1"/>
                  </a:solidFill>
                </a:rPr>
                <a:t>Devices (transistors, diodes, . . .)</a:t>
              </a:r>
              <a:endParaRPr lang="en-GB" dirty="0">
                <a:solidFill>
                  <a:schemeClr val="tx1"/>
                </a:solidFill>
              </a:endParaRPr>
            </a:p>
          </p:txBody>
        </p:sp>
        <p:cxnSp>
          <p:nvCxnSpPr>
            <p:cNvPr id="24" name="Straight Arrow Connector 23">
              <a:extLst>
                <a:ext uri="{FF2B5EF4-FFF2-40B4-BE49-F238E27FC236}">
                  <a16:creationId xmlns:a16="http://schemas.microsoft.com/office/drawing/2014/main" id="{5D6C128D-F34A-4278-ABE6-F9511D5907F1}"/>
                </a:ext>
              </a:extLst>
            </p:cNvPr>
            <p:cNvCxnSpPr/>
            <p:nvPr/>
          </p:nvCxnSpPr>
          <p:spPr>
            <a:xfrm rot="16200000" flipH="1">
              <a:off x="6250427" y="3355281"/>
              <a:ext cx="280968"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628B909B-C0EA-45AC-958C-69CD4BC35CA9}"/>
                </a:ext>
              </a:extLst>
            </p:cNvPr>
            <p:cNvSpPr/>
            <p:nvPr/>
          </p:nvSpPr>
          <p:spPr>
            <a:xfrm>
              <a:off x="5019390" y="3543387"/>
              <a:ext cx="2765268" cy="468282"/>
            </a:xfrm>
            <a:prstGeom prst="rect">
              <a:avLst/>
            </a:prstGeom>
            <a:solidFill>
              <a:schemeClr val="accent1">
                <a:lumMod val="60000"/>
                <a:lumOff val="4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dirty="0">
                  <a:solidFill>
                    <a:schemeClr val="tx1"/>
                  </a:solidFill>
                </a:rPr>
                <a:t>Physics (Electrons)</a:t>
              </a:r>
              <a:endParaRPr lang="en-GB" dirty="0">
                <a:solidFill>
                  <a:schemeClr val="tx1"/>
                </a:solidFill>
              </a:endParaRPr>
            </a:p>
          </p:txBody>
        </p:sp>
        <p:sp>
          <p:nvSpPr>
            <p:cNvPr id="27" name="Rectangle 26">
              <a:extLst>
                <a:ext uri="{FF2B5EF4-FFF2-40B4-BE49-F238E27FC236}">
                  <a16:creationId xmlns:a16="http://schemas.microsoft.com/office/drawing/2014/main" id="{08588AAC-6337-424C-97C7-EDC8DDDD79F1}"/>
                </a:ext>
              </a:extLst>
            </p:cNvPr>
            <p:cNvSpPr/>
            <p:nvPr/>
          </p:nvSpPr>
          <p:spPr>
            <a:xfrm>
              <a:off x="1261991" y="2194101"/>
              <a:ext cx="2211262" cy="374625"/>
            </a:xfrm>
            <a:prstGeom prst="rect">
              <a:avLst/>
            </a:prstGeom>
            <a:solidFill>
              <a:schemeClr val="accent1">
                <a:lumMod val="60000"/>
                <a:lumOff val="4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dirty="0">
                  <a:solidFill>
                    <a:schemeClr val="tx1"/>
                  </a:solidFill>
                </a:rPr>
                <a:t>Assembly language</a:t>
              </a:r>
              <a:endParaRPr lang="en-GB" dirty="0">
                <a:solidFill>
                  <a:schemeClr val="tx1"/>
                </a:solidFill>
              </a:endParaRPr>
            </a:p>
          </p:txBody>
        </p:sp>
        <p:cxnSp>
          <p:nvCxnSpPr>
            <p:cNvPr id="28" name="Straight Arrow Connector 27">
              <a:extLst>
                <a:ext uri="{FF2B5EF4-FFF2-40B4-BE49-F238E27FC236}">
                  <a16:creationId xmlns:a16="http://schemas.microsoft.com/office/drawing/2014/main" id="{9A52ECFC-1D82-4048-93AB-0DCFA42F0378}"/>
                </a:ext>
              </a:extLst>
            </p:cNvPr>
            <p:cNvCxnSpPr/>
            <p:nvPr/>
          </p:nvCxnSpPr>
          <p:spPr>
            <a:xfrm rot="16200000" flipH="1">
              <a:off x="2173958" y="2082190"/>
              <a:ext cx="233348"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286" name="TextBox 28">
              <a:extLst>
                <a:ext uri="{FF2B5EF4-FFF2-40B4-BE49-F238E27FC236}">
                  <a16:creationId xmlns:a16="http://schemas.microsoft.com/office/drawing/2014/main" id="{09575621-92F4-05E4-3CBB-E519D010C871}"/>
                </a:ext>
              </a:extLst>
            </p:cNvPr>
            <p:cNvSpPr txBox="1">
              <a:spLocks noChangeArrowheads="1"/>
            </p:cNvSpPr>
            <p:nvPr/>
          </p:nvSpPr>
          <p:spPr bwMode="auto">
            <a:xfrm>
              <a:off x="3241819" y="1575072"/>
              <a:ext cx="614457" cy="369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800" b="0"/>
                <a:t>L1</a:t>
              </a:r>
              <a:endParaRPr lang="en-GB" altLang="en-US" sz="1800" b="0"/>
            </a:p>
          </p:txBody>
        </p:sp>
        <p:sp>
          <p:nvSpPr>
            <p:cNvPr id="11287" name="TextBox 29">
              <a:extLst>
                <a:ext uri="{FF2B5EF4-FFF2-40B4-BE49-F238E27FC236}">
                  <a16:creationId xmlns:a16="http://schemas.microsoft.com/office/drawing/2014/main" id="{566F97E9-24BC-675A-74C7-6C9D22BCA457}"/>
                </a:ext>
              </a:extLst>
            </p:cNvPr>
            <p:cNvSpPr txBox="1">
              <a:spLocks noChangeArrowheads="1"/>
            </p:cNvSpPr>
            <p:nvPr/>
          </p:nvSpPr>
          <p:spPr bwMode="auto">
            <a:xfrm>
              <a:off x="3409393" y="2182360"/>
              <a:ext cx="614457" cy="369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800" b="0"/>
                <a:t>L2</a:t>
              </a:r>
              <a:endParaRPr lang="en-GB" altLang="en-US" sz="1800" b="0"/>
            </a:p>
          </p:txBody>
        </p:sp>
        <p:sp>
          <p:nvSpPr>
            <p:cNvPr id="11288" name="TextBox 30">
              <a:extLst>
                <a:ext uri="{FF2B5EF4-FFF2-40B4-BE49-F238E27FC236}">
                  <a16:creationId xmlns:a16="http://schemas.microsoft.com/office/drawing/2014/main" id="{A225852D-7E8C-1B9C-2D14-DE211ABCCFD4}"/>
                </a:ext>
              </a:extLst>
            </p:cNvPr>
            <p:cNvSpPr txBox="1">
              <a:spLocks noChangeArrowheads="1"/>
            </p:cNvSpPr>
            <p:nvPr/>
          </p:nvSpPr>
          <p:spPr bwMode="auto">
            <a:xfrm>
              <a:off x="3349545" y="2824123"/>
              <a:ext cx="614457" cy="369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800" b="0"/>
                <a:t>L3</a:t>
              </a:r>
              <a:endParaRPr lang="en-GB" altLang="en-US" sz="1800" b="0"/>
            </a:p>
          </p:txBody>
        </p:sp>
        <p:sp>
          <p:nvSpPr>
            <p:cNvPr id="11289" name="TextBox 31">
              <a:extLst>
                <a:ext uri="{FF2B5EF4-FFF2-40B4-BE49-F238E27FC236}">
                  <a16:creationId xmlns:a16="http://schemas.microsoft.com/office/drawing/2014/main" id="{EEB3CA7B-7BE3-BD8A-5A44-C9A5425F2F8B}"/>
                </a:ext>
              </a:extLst>
            </p:cNvPr>
            <p:cNvSpPr txBox="1">
              <a:spLocks noChangeArrowheads="1"/>
            </p:cNvSpPr>
            <p:nvPr/>
          </p:nvSpPr>
          <p:spPr bwMode="auto">
            <a:xfrm>
              <a:off x="3455281" y="3526714"/>
              <a:ext cx="614457" cy="369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800" b="0"/>
                <a:t>L4</a:t>
              </a:r>
              <a:endParaRPr lang="en-GB" altLang="en-US" sz="1800" b="0"/>
            </a:p>
          </p:txBody>
        </p:sp>
        <p:sp>
          <p:nvSpPr>
            <p:cNvPr id="11290" name="TextBox 35">
              <a:extLst>
                <a:ext uri="{FF2B5EF4-FFF2-40B4-BE49-F238E27FC236}">
                  <a16:creationId xmlns:a16="http://schemas.microsoft.com/office/drawing/2014/main" id="{C38CEB44-2387-6B57-1B71-B188AC85528F}"/>
                </a:ext>
              </a:extLst>
            </p:cNvPr>
            <p:cNvSpPr txBox="1">
              <a:spLocks noChangeArrowheads="1"/>
            </p:cNvSpPr>
            <p:nvPr/>
          </p:nvSpPr>
          <p:spPr bwMode="auto">
            <a:xfrm>
              <a:off x="7785410" y="1653137"/>
              <a:ext cx="614457" cy="369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800" b="0"/>
                <a:t>L8</a:t>
              </a:r>
              <a:endParaRPr lang="en-GB" altLang="en-US" sz="1800" b="0"/>
            </a:p>
          </p:txBody>
        </p:sp>
        <p:sp>
          <p:nvSpPr>
            <p:cNvPr id="11291" name="TextBox 36">
              <a:extLst>
                <a:ext uri="{FF2B5EF4-FFF2-40B4-BE49-F238E27FC236}">
                  <a16:creationId xmlns:a16="http://schemas.microsoft.com/office/drawing/2014/main" id="{5C123BB6-1DDD-6A11-03AD-9BA76847ECA5}"/>
                </a:ext>
              </a:extLst>
            </p:cNvPr>
            <p:cNvSpPr txBox="1">
              <a:spLocks noChangeArrowheads="1"/>
            </p:cNvSpPr>
            <p:nvPr/>
          </p:nvSpPr>
          <p:spPr bwMode="auto">
            <a:xfrm>
              <a:off x="7756482" y="2589926"/>
              <a:ext cx="614457" cy="369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800" b="0"/>
                <a:t>L9</a:t>
              </a:r>
              <a:endParaRPr lang="en-GB" altLang="en-US" sz="1800" b="0"/>
            </a:p>
          </p:txBody>
        </p:sp>
        <p:sp>
          <p:nvSpPr>
            <p:cNvPr id="11292" name="TextBox 37">
              <a:extLst>
                <a:ext uri="{FF2B5EF4-FFF2-40B4-BE49-F238E27FC236}">
                  <a16:creationId xmlns:a16="http://schemas.microsoft.com/office/drawing/2014/main" id="{BBADE0F3-ADC5-16B1-9176-CD190DB3B368}"/>
                </a:ext>
              </a:extLst>
            </p:cNvPr>
            <p:cNvSpPr txBox="1">
              <a:spLocks noChangeArrowheads="1"/>
            </p:cNvSpPr>
            <p:nvPr/>
          </p:nvSpPr>
          <p:spPr bwMode="auto">
            <a:xfrm>
              <a:off x="7785410" y="3526714"/>
              <a:ext cx="614457" cy="369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800" b="0"/>
                <a:t>L10</a:t>
              </a:r>
              <a:endParaRPr lang="en-GB" altLang="en-US" sz="1800" b="0"/>
            </a:p>
          </p:txBody>
        </p:sp>
        <p:sp>
          <p:nvSpPr>
            <p:cNvPr id="11293" name="TextBox 38">
              <a:extLst>
                <a:ext uri="{FF2B5EF4-FFF2-40B4-BE49-F238E27FC236}">
                  <a16:creationId xmlns:a16="http://schemas.microsoft.com/office/drawing/2014/main" id="{FDDEBDA3-0EC7-8D21-A09D-927472EDDDF4}"/>
                </a:ext>
              </a:extLst>
            </p:cNvPr>
            <p:cNvSpPr txBox="1">
              <a:spLocks noChangeArrowheads="1"/>
            </p:cNvSpPr>
            <p:nvPr/>
          </p:nvSpPr>
          <p:spPr bwMode="auto">
            <a:xfrm>
              <a:off x="5044292" y="4307371"/>
              <a:ext cx="3686743" cy="662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800" b="0"/>
                <a:t>L1, L2 -</a:t>
              </a:r>
              <a:r>
                <a:rPr lang="ru-RU" altLang="en-US" sz="1800" b="0"/>
                <a:t> </a:t>
              </a:r>
              <a:r>
                <a:rPr lang="en-GB" altLang="en-US" sz="1800" b="0"/>
                <a:t>application programmer</a:t>
              </a:r>
              <a:r>
                <a:rPr lang="en-US" altLang="en-US" sz="1800" b="0"/>
                <a:t>s  levels</a:t>
              </a:r>
              <a:endParaRPr lang="en-GB" altLang="en-US" sz="1800" b="0"/>
            </a:p>
          </p:txBody>
        </p:sp>
        <p:sp>
          <p:nvSpPr>
            <p:cNvPr id="11294" name="TextBox 39">
              <a:extLst>
                <a:ext uri="{FF2B5EF4-FFF2-40B4-BE49-F238E27FC236}">
                  <a16:creationId xmlns:a16="http://schemas.microsoft.com/office/drawing/2014/main" id="{F46EC8DD-EB50-CB54-CEF9-6774F2E207C1}"/>
                </a:ext>
              </a:extLst>
            </p:cNvPr>
            <p:cNvSpPr txBox="1">
              <a:spLocks noChangeArrowheads="1"/>
            </p:cNvSpPr>
            <p:nvPr/>
          </p:nvSpPr>
          <p:spPr bwMode="auto">
            <a:xfrm>
              <a:off x="5065233" y="4888304"/>
              <a:ext cx="3686743" cy="662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800" b="0"/>
                <a:t>L3, L2,L4 –</a:t>
              </a:r>
              <a:r>
                <a:rPr lang="ru-RU" altLang="en-US" sz="1800" b="0"/>
                <a:t> </a:t>
              </a:r>
              <a:r>
                <a:rPr lang="en-GB" altLang="en-US" sz="1800" b="0"/>
                <a:t>system  programmer</a:t>
              </a:r>
              <a:r>
                <a:rPr lang="en-US" altLang="en-US" sz="1800" b="0"/>
                <a:t>s  levels</a:t>
              </a:r>
              <a:endParaRPr lang="en-GB" altLang="en-US" sz="1800" b="0"/>
            </a:p>
          </p:txBody>
        </p:sp>
        <p:sp>
          <p:nvSpPr>
            <p:cNvPr id="11295" name="TextBox 41">
              <a:extLst>
                <a:ext uri="{FF2B5EF4-FFF2-40B4-BE49-F238E27FC236}">
                  <a16:creationId xmlns:a16="http://schemas.microsoft.com/office/drawing/2014/main" id="{CB4201E2-9F61-B169-B863-2CD9F119900B}"/>
                </a:ext>
              </a:extLst>
            </p:cNvPr>
            <p:cNvSpPr txBox="1">
              <a:spLocks noChangeArrowheads="1"/>
            </p:cNvSpPr>
            <p:nvPr/>
          </p:nvSpPr>
          <p:spPr bwMode="auto">
            <a:xfrm>
              <a:off x="130630" y="2199597"/>
              <a:ext cx="1268814" cy="37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800" b="0"/>
                <a:t>Programs</a:t>
              </a:r>
              <a:endParaRPr lang="en-GB" altLang="en-US" sz="1800" b="0"/>
            </a:p>
          </p:txBody>
        </p:sp>
        <p:sp>
          <p:nvSpPr>
            <p:cNvPr id="43" name="Right Brace 42">
              <a:extLst>
                <a:ext uri="{FF2B5EF4-FFF2-40B4-BE49-F238E27FC236}">
                  <a16:creationId xmlns:a16="http://schemas.microsoft.com/office/drawing/2014/main" id="{093E35A0-B3DB-42F4-9B8A-5F2546E7F90B}"/>
                </a:ext>
              </a:extLst>
            </p:cNvPr>
            <p:cNvSpPr/>
            <p:nvPr/>
          </p:nvSpPr>
          <p:spPr>
            <a:xfrm>
              <a:off x="3728826" y="1575017"/>
              <a:ext cx="276209" cy="1685814"/>
            </a:xfrm>
            <a:prstGeom prst="rightBrace">
              <a:avLst/>
            </a:prstGeom>
            <a:ln w="19050">
              <a:solidFill>
                <a:schemeClr val="accent1"/>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GB"/>
            </a:p>
          </p:txBody>
        </p:sp>
        <p:sp>
          <p:nvSpPr>
            <p:cNvPr id="11297" name="TextBox 43">
              <a:extLst>
                <a:ext uri="{FF2B5EF4-FFF2-40B4-BE49-F238E27FC236}">
                  <a16:creationId xmlns:a16="http://schemas.microsoft.com/office/drawing/2014/main" id="{2D0D64C0-2584-B0CF-9642-77EB6CF711F5}"/>
                </a:ext>
              </a:extLst>
            </p:cNvPr>
            <p:cNvSpPr txBox="1">
              <a:spLocks noChangeArrowheads="1"/>
            </p:cNvSpPr>
            <p:nvPr/>
          </p:nvSpPr>
          <p:spPr bwMode="auto">
            <a:xfrm>
              <a:off x="3945053" y="2223717"/>
              <a:ext cx="691264" cy="37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800" b="0"/>
                <a:t>S/W</a:t>
              </a:r>
              <a:endParaRPr lang="en-GB" altLang="en-US" sz="1800" b="0"/>
            </a:p>
          </p:txBody>
        </p:sp>
        <p:sp>
          <p:nvSpPr>
            <p:cNvPr id="45" name="Right Brace 44">
              <a:extLst>
                <a:ext uri="{FF2B5EF4-FFF2-40B4-BE49-F238E27FC236}">
                  <a16:creationId xmlns:a16="http://schemas.microsoft.com/office/drawing/2014/main" id="{3E455DF8-51D4-46D4-9F40-0C8F88AAD002}"/>
                </a:ext>
              </a:extLst>
            </p:cNvPr>
            <p:cNvSpPr/>
            <p:nvPr/>
          </p:nvSpPr>
          <p:spPr>
            <a:xfrm>
              <a:off x="3930426" y="4343434"/>
              <a:ext cx="277797" cy="1404845"/>
            </a:xfrm>
            <a:prstGeom prst="rightBrace">
              <a:avLst/>
            </a:prstGeom>
            <a:ln w="19050">
              <a:solidFill>
                <a:schemeClr val="accent1"/>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GB"/>
            </a:p>
          </p:txBody>
        </p:sp>
        <p:sp>
          <p:nvSpPr>
            <p:cNvPr id="11299" name="TextBox 45">
              <a:extLst>
                <a:ext uri="{FF2B5EF4-FFF2-40B4-BE49-F238E27FC236}">
                  <a16:creationId xmlns:a16="http://schemas.microsoft.com/office/drawing/2014/main" id="{034DF52B-F783-BD45-B1A8-B8D5C622A617}"/>
                </a:ext>
              </a:extLst>
            </p:cNvPr>
            <p:cNvSpPr txBox="1">
              <a:spLocks noChangeArrowheads="1"/>
            </p:cNvSpPr>
            <p:nvPr/>
          </p:nvSpPr>
          <p:spPr bwMode="auto">
            <a:xfrm>
              <a:off x="4147963" y="4817779"/>
              <a:ext cx="691264" cy="37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800" b="0" dirty="0"/>
                <a:t>H/W</a:t>
              </a:r>
              <a:endParaRPr lang="en-GB" altLang="en-US" sz="1800" b="0" dirty="0"/>
            </a:p>
          </p:txBody>
        </p:sp>
        <p:sp>
          <p:nvSpPr>
            <p:cNvPr id="47" name="Right Brace 46">
              <a:extLst>
                <a:ext uri="{FF2B5EF4-FFF2-40B4-BE49-F238E27FC236}">
                  <a16:creationId xmlns:a16="http://schemas.microsoft.com/office/drawing/2014/main" id="{95DB2C17-1140-40AE-B5E8-85372DB80639}"/>
                </a:ext>
              </a:extLst>
            </p:cNvPr>
            <p:cNvSpPr/>
            <p:nvPr/>
          </p:nvSpPr>
          <p:spPr>
            <a:xfrm>
              <a:off x="8108865" y="1671848"/>
              <a:ext cx="365104" cy="2249340"/>
            </a:xfrm>
            <a:prstGeom prst="rightBrace">
              <a:avLst/>
            </a:prstGeom>
            <a:ln w="19050">
              <a:solidFill>
                <a:schemeClr val="accent1"/>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GB"/>
            </a:p>
          </p:txBody>
        </p:sp>
        <p:sp>
          <p:nvSpPr>
            <p:cNvPr id="11301" name="TextBox 47">
              <a:extLst>
                <a:ext uri="{FF2B5EF4-FFF2-40B4-BE49-F238E27FC236}">
                  <a16:creationId xmlns:a16="http://schemas.microsoft.com/office/drawing/2014/main" id="{15A34A49-1DF5-0161-F28E-0F0AAB377242}"/>
                </a:ext>
              </a:extLst>
            </p:cNvPr>
            <p:cNvSpPr txBox="1">
              <a:spLocks noChangeArrowheads="1"/>
            </p:cNvSpPr>
            <p:nvPr/>
          </p:nvSpPr>
          <p:spPr bwMode="auto">
            <a:xfrm>
              <a:off x="8400996" y="2585392"/>
              <a:ext cx="691264" cy="37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800" b="0" dirty="0"/>
                <a:t>H/W</a:t>
              </a:r>
              <a:endParaRPr lang="en-GB" altLang="en-US" sz="1800" b="0" dirty="0"/>
            </a:p>
          </p:txBody>
        </p:sp>
        <p:sp>
          <p:nvSpPr>
            <p:cNvPr id="11302" name="TextBox 48">
              <a:extLst>
                <a:ext uri="{FF2B5EF4-FFF2-40B4-BE49-F238E27FC236}">
                  <a16:creationId xmlns:a16="http://schemas.microsoft.com/office/drawing/2014/main" id="{59A8D7E2-09A1-1BAC-ECB6-870E745FD634}"/>
                </a:ext>
              </a:extLst>
            </p:cNvPr>
            <p:cNvSpPr txBox="1">
              <a:spLocks noChangeArrowheads="1"/>
            </p:cNvSpPr>
            <p:nvPr/>
          </p:nvSpPr>
          <p:spPr bwMode="auto">
            <a:xfrm>
              <a:off x="259306" y="4560826"/>
              <a:ext cx="614457" cy="369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800" b="0"/>
                <a:t>L5</a:t>
              </a:r>
              <a:endParaRPr lang="en-GB" altLang="en-US" sz="1800" b="0"/>
            </a:p>
          </p:txBody>
        </p:sp>
        <p:sp>
          <p:nvSpPr>
            <p:cNvPr id="11303" name="TextBox 49">
              <a:extLst>
                <a:ext uri="{FF2B5EF4-FFF2-40B4-BE49-F238E27FC236}">
                  <a16:creationId xmlns:a16="http://schemas.microsoft.com/office/drawing/2014/main" id="{28AF4188-B102-C7C2-FF86-3E9A2C3C5EC7}"/>
                </a:ext>
              </a:extLst>
            </p:cNvPr>
            <p:cNvSpPr txBox="1">
              <a:spLocks noChangeArrowheads="1"/>
            </p:cNvSpPr>
            <p:nvPr/>
          </p:nvSpPr>
          <p:spPr bwMode="auto">
            <a:xfrm>
              <a:off x="271275" y="4998809"/>
              <a:ext cx="614457" cy="369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800" b="0"/>
                <a:t>L6</a:t>
              </a:r>
              <a:endParaRPr lang="en-GB" altLang="en-US" sz="1800" b="0"/>
            </a:p>
          </p:txBody>
        </p:sp>
        <p:sp>
          <p:nvSpPr>
            <p:cNvPr id="11304" name="TextBox 50">
              <a:extLst>
                <a:ext uri="{FF2B5EF4-FFF2-40B4-BE49-F238E27FC236}">
                  <a16:creationId xmlns:a16="http://schemas.microsoft.com/office/drawing/2014/main" id="{26B5C264-BB82-181F-6EC1-CD5518EFC181}"/>
                </a:ext>
              </a:extLst>
            </p:cNvPr>
            <p:cNvSpPr txBox="1">
              <a:spLocks noChangeArrowheads="1"/>
            </p:cNvSpPr>
            <p:nvPr/>
          </p:nvSpPr>
          <p:spPr bwMode="auto">
            <a:xfrm>
              <a:off x="283244" y="5424622"/>
              <a:ext cx="614457" cy="369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1800" b="0"/>
                <a:t>L7</a:t>
              </a:r>
              <a:endParaRPr lang="en-GB" altLang="en-US" sz="1800" b="0"/>
            </a:p>
          </p:txBody>
        </p:sp>
        <p:cxnSp>
          <p:nvCxnSpPr>
            <p:cNvPr id="11305" name="Straight Connector 54">
              <a:extLst>
                <a:ext uri="{FF2B5EF4-FFF2-40B4-BE49-F238E27FC236}">
                  <a16:creationId xmlns:a16="http://schemas.microsoft.com/office/drawing/2014/main" id="{71CE7FBA-274D-B61E-C4EE-6004ADE5E84E}"/>
                </a:ext>
              </a:extLst>
            </p:cNvPr>
            <p:cNvCxnSpPr>
              <a:cxnSpLocks noChangeShapeType="1"/>
              <a:stCxn id="19" idx="3"/>
            </p:cNvCxnSpPr>
            <p:nvPr/>
          </p:nvCxnSpPr>
          <p:spPr bwMode="auto">
            <a:xfrm>
              <a:off x="3872692" y="5610781"/>
              <a:ext cx="829517" cy="1403"/>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11306" name="Straight Connector 56">
              <a:extLst>
                <a:ext uri="{FF2B5EF4-FFF2-40B4-BE49-F238E27FC236}">
                  <a16:creationId xmlns:a16="http://schemas.microsoft.com/office/drawing/2014/main" id="{F05408EF-7730-1B0C-E4BC-731708BC9CE0}"/>
                </a:ext>
              </a:extLst>
            </p:cNvPr>
            <p:cNvCxnSpPr>
              <a:cxnSpLocks noChangeShapeType="1"/>
            </p:cNvCxnSpPr>
            <p:nvPr/>
          </p:nvCxnSpPr>
          <p:spPr bwMode="auto">
            <a:xfrm rot="5400000" flipH="1" flipV="1">
              <a:off x="2635451" y="3531049"/>
              <a:ext cx="4159339"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11307" name="Straight Connector 58">
              <a:extLst>
                <a:ext uri="{FF2B5EF4-FFF2-40B4-BE49-F238E27FC236}">
                  <a16:creationId xmlns:a16="http://schemas.microsoft.com/office/drawing/2014/main" id="{6C7E9215-7C39-76C9-745F-0AAE84D88309}"/>
                </a:ext>
              </a:extLst>
            </p:cNvPr>
            <p:cNvCxnSpPr>
              <a:cxnSpLocks noChangeShapeType="1"/>
            </p:cNvCxnSpPr>
            <p:nvPr/>
          </p:nvCxnSpPr>
          <p:spPr bwMode="auto">
            <a:xfrm flipV="1">
              <a:off x="4703148" y="1439218"/>
              <a:ext cx="1622167"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60" name="Straight Arrow Connector 59">
              <a:extLst>
                <a:ext uri="{FF2B5EF4-FFF2-40B4-BE49-F238E27FC236}">
                  <a16:creationId xmlns:a16="http://schemas.microsoft.com/office/drawing/2014/main" id="{0F67A904-4E48-465B-A13B-BA6B9FFAE565}"/>
                </a:ext>
              </a:extLst>
            </p:cNvPr>
            <p:cNvCxnSpPr/>
            <p:nvPr/>
          </p:nvCxnSpPr>
          <p:spPr>
            <a:xfrm rot="16200000" flipH="1">
              <a:off x="6200424" y="1554381"/>
              <a:ext cx="23493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EAB4B580-BA0F-F4C3-C085-A360BB4780A3}"/>
              </a:ext>
            </a:extLst>
          </p:cNvPr>
          <p:cNvSpPr>
            <a:spLocks noGrp="1" noChangeArrowheads="1"/>
          </p:cNvSpPr>
          <p:nvPr>
            <p:ph type="title"/>
          </p:nvPr>
        </p:nvSpPr>
        <p:spPr/>
        <p:txBody>
          <a:bodyPr/>
          <a:lstStyle/>
          <a:p>
            <a:r>
              <a:rPr lang="en-US" altLang="en-US"/>
              <a:t>Boolean Algebra Theorems</a:t>
            </a:r>
            <a:endParaRPr lang="en-GB" altLang="en-US"/>
          </a:p>
        </p:txBody>
      </p:sp>
      <p:graphicFrame>
        <p:nvGraphicFramePr>
          <p:cNvPr id="5" name="Table 4">
            <a:extLst>
              <a:ext uri="{FF2B5EF4-FFF2-40B4-BE49-F238E27FC236}">
                <a16:creationId xmlns:a16="http://schemas.microsoft.com/office/drawing/2014/main" id="{7F07C759-EFD2-463A-81AD-D9C924FA8116}"/>
              </a:ext>
            </a:extLst>
          </p:cNvPr>
          <p:cNvGraphicFramePr>
            <a:graphicFrameLocks noGrp="1"/>
          </p:cNvGraphicFramePr>
          <p:nvPr/>
        </p:nvGraphicFramePr>
        <p:xfrm>
          <a:off x="1981200" y="1316038"/>
          <a:ext cx="8324850" cy="4449768"/>
        </p:xfrm>
        <a:graphic>
          <a:graphicData uri="http://schemas.openxmlformats.org/drawingml/2006/table">
            <a:tbl>
              <a:tblPr firstRow="1" bandRow="1">
                <a:tableStyleId>{5C22544A-7EE6-4342-B048-85BDC9FD1C3A}</a:tableStyleId>
              </a:tblPr>
              <a:tblGrid>
                <a:gridCol w="2992120">
                  <a:extLst>
                    <a:ext uri="{9D8B030D-6E8A-4147-A177-3AD203B41FA5}">
                      <a16:colId xmlns:a16="http://schemas.microsoft.com/office/drawing/2014/main" val="20000"/>
                    </a:ext>
                  </a:extLst>
                </a:gridCol>
                <a:gridCol w="3670136">
                  <a:extLst>
                    <a:ext uri="{9D8B030D-6E8A-4147-A177-3AD203B41FA5}">
                      <a16:colId xmlns:a16="http://schemas.microsoft.com/office/drawing/2014/main" val="20001"/>
                    </a:ext>
                  </a:extLst>
                </a:gridCol>
                <a:gridCol w="1662594">
                  <a:extLst>
                    <a:ext uri="{9D8B030D-6E8A-4147-A177-3AD203B41FA5}">
                      <a16:colId xmlns:a16="http://schemas.microsoft.com/office/drawing/2014/main" val="20002"/>
                    </a:ext>
                  </a:extLst>
                </a:gridCol>
              </a:tblGrid>
              <a:tr h="370814">
                <a:tc>
                  <a:txBody>
                    <a:bodyPr/>
                    <a:lstStyle/>
                    <a:p>
                      <a:endParaRPr lang="en-GB" sz="1800" dirty="0"/>
                    </a:p>
                  </a:txBody>
                  <a:tcPr marL="91443" marR="91443" marT="45717" marB="45717"/>
                </a:tc>
                <a:tc>
                  <a:txBody>
                    <a:bodyPr/>
                    <a:lstStyle/>
                    <a:p>
                      <a:endParaRPr lang="en-GB" sz="1800"/>
                    </a:p>
                  </a:txBody>
                  <a:tcPr marL="91443" marR="91443" marT="45717" marB="45717"/>
                </a:tc>
                <a:tc>
                  <a:txBody>
                    <a:bodyPr/>
                    <a:lstStyle/>
                    <a:p>
                      <a:endParaRPr lang="en-GB" sz="1800"/>
                    </a:p>
                  </a:txBody>
                  <a:tcPr marL="91443" marR="91443" marT="45717" marB="45717"/>
                </a:tc>
                <a:extLst>
                  <a:ext uri="{0D108BD9-81ED-4DB2-BD59-A6C34878D82A}">
                    <a16:rowId xmlns:a16="http://schemas.microsoft.com/office/drawing/2014/main" val="10000"/>
                  </a:ext>
                </a:extLst>
              </a:tr>
              <a:tr h="370814">
                <a:tc>
                  <a:txBody>
                    <a:bodyPr/>
                    <a:lstStyle/>
                    <a:p>
                      <a:r>
                        <a:rPr lang="en-US" sz="1800" dirty="0"/>
                        <a:t>X+0=X</a:t>
                      </a:r>
                      <a:endParaRPr lang="en-GB" sz="1800" dirty="0"/>
                    </a:p>
                  </a:txBody>
                  <a:tcPr marL="91443" marR="91443" marT="45717" marB="45717"/>
                </a:tc>
                <a:tc>
                  <a:txBody>
                    <a:bodyPr/>
                    <a:lstStyle/>
                    <a:p>
                      <a:r>
                        <a:rPr lang="en-US" sz="1800" dirty="0"/>
                        <a:t>X·1=X</a:t>
                      </a:r>
                      <a:endParaRPr lang="en-GB" sz="1800" dirty="0"/>
                    </a:p>
                  </a:txBody>
                  <a:tcPr marL="91443" marR="91443" marT="45717" marB="45717"/>
                </a:tc>
                <a:tc>
                  <a:txBody>
                    <a:bodyPr/>
                    <a:lstStyle/>
                    <a:p>
                      <a:r>
                        <a:rPr lang="en-US" sz="1800" dirty="0"/>
                        <a:t>Identities</a:t>
                      </a:r>
                      <a:endParaRPr lang="en-GB" sz="1800" dirty="0"/>
                    </a:p>
                  </a:txBody>
                  <a:tcPr marL="91443" marR="91443" marT="45717" marB="45717"/>
                </a:tc>
                <a:extLst>
                  <a:ext uri="{0D108BD9-81ED-4DB2-BD59-A6C34878D82A}">
                    <a16:rowId xmlns:a16="http://schemas.microsoft.com/office/drawing/2014/main" val="10001"/>
                  </a:ext>
                </a:extLst>
              </a:tr>
              <a:tr h="370814">
                <a:tc>
                  <a:txBody>
                    <a:bodyPr/>
                    <a:lstStyle/>
                    <a:p>
                      <a:r>
                        <a:rPr lang="en-US" sz="1800" dirty="0"/>
                        <a:t>X+1=1</a:t>
                      </a:r>
                      <a:endParaRPr lang="en-GB" sz="1800" dirty="0"/>
                    </a:p>
                  </a:txBody>
                  <a:tcPr marL="91443" marR="91443" marT="45717" marB="45717"/>
                </a:tc>
                <a:tc>
                  <a:txBody>
                    <a:bodyPr/>
                    <a:lstStyle/>
                    <a:p>
                      <a:r>
                        <a:rPr lang="en-US" sz="1800" dirty="0"/>
                        <a:t>X·0= 0</a:t>
                      </a:r>
                      <a:endParaRPr lang="en-GB" sz="1800" dirty="0"/>
                    </a:p>
                  </a:txBody>
                  <a:tcPr marL="91443" marR="91443" marT="45717" marB="45717"/>
                </a:tc>
                <a:tc>
                  <a:txBody>
                    <a:bodyPr/>
                    <a:lstStyle/>
                    <a:p>
                      <a:endParaRPr lang="en-GB" sz="1800" dirty="0"/>
                    </a:p>
                  </a:txBody>
                  <a:tcPr marL="91443" marR="91443" marT="45717" marB="45717"/>
                </a:tc>
                <a:extLst>
                  <a:ext uri="{0D108BD9-81ED-4DB2-BD59-A6C34878D82A}">
                    <a16:rowId xmlns:a16="http://schemas.microsoft.com/office/drawing/2014/main" val="10002"/>
                  </a:ext>
                </a:extLst>
              </a:tr>
              <a:tr h="370814">
                <a:tc>
                  <a:txBody>
                    <a:bodyPr/>
                    <a:lstStyle/>
                    <a:p>
                      <a:r>
                        <a:rPr lang="en-US" sz="1800" dirty="0"/>
                        <a:t>X+X=X</a:t>
                      </a:r>
                      <a:endParaRPr lang="en-GB" sz="1800" dirty="0"/>
                    </a:p>
                  </a:txBody>
                  <a:tcPr marL="91443" marR="91443" marT="45717" marB="45717"/>
                </a:tc>
                <a:tc>
                  <a:txBody>
                    <a:bodyPr/>
                    <a:lstStyle/>
                    <a:p>
                      <a:r>
                        <a:rPr lang="en-US" sz="1800" dirty="0"/>
                        <a:t>X·X=X</a:t>
                      </a:r>
                      <a:endParaRPr lang="en-GB" sz="1800" dirty="0"/>
                    </a:p>
                  </a:txBody>
                  <a:tcPr marL="91443" marR="91443" marT="45717" marB="45717"/>
                </a:tc>
                <a:tc>
                  <a:txBody>
                    <a:bodyPr/>
                    <a:lstStyle/>
                    <a:p>
                      <a:r>
                        <a:rPr lang="en-US" sz="1800" dirty="0" err="1"/>
                        <a:t>Idempotency</a:t>
                      </a:r>
                      <a:endParaRPr lang="en-GB" sz="1800" dirty="0"/>
                    </a:p>
                  </a:txBody>
                  <a:tcPr marL="91443" marR="91443" marT="45717" marB="45717"/>
                </a:tc>
                <a:extLst>
                  <a:ext uri="{0D108BD9-81ED-4DB2-BD59-A6C34878D82A}">
                    <a16:rowId xmlns:a16="http://schemas.microsoft.com/office/drawing/2014/main" val="10003"/>
                  </a:ext>
                </a:extLst>
              </a:tr>
              <a:tr h="370814">
                <a:tc>
                  <a:txBody>
                    <a:bodyPr/>
                    <a:lstStyle/>
                    <a:p>
                      <a:r>
                        <a:rPr lang="en-US" sz="1800" dirty="0"/>
                        <a:t>~(~X)=X</a:t>
                      </a:r>
                      <a:endParaRPr lang="en-GB" sz="1800" dirty="0"/>
                    </a:p>
                  </a:txBody>
                  <a:tcPr marL="91443" marR="91443" marT="45717" marB="45717"/>
                </a:tc>
                <a:tc>
                  <a:txBody>
                    <a:bodyPr/>
                    <a:lstStyle/>
                    <a:p>
                      <a:endParaRPr lang="en-GB" sz="1800"/>
                    </a:p>
                  </a:txBody>
                  <a:tcPr marL="91443" marR="91443" marT="45717" marB="45717"/>
                </a:tc>
                <a:tc>
                  <a:txBody>
                    <a:bodyPr/>
                    <a:lstStyle/>
                    <a:p>
                      <a:r>
                        <a:rPr lang="en-US" sz="1800" dirty="0"/>
                        <a:t>Involution</a:t>
                      </a:r>
                      <a:endParaRPr lang="en-GB" sz="1800" dirty="0"/>
                    </a:p>
                  </a:txBody>
                  <a:tcPr marL="91443" marR="91443" marT="45717" marB="45717"/>
                </a:tc>
                <a:extLst>
                  <a:ext uri="{0D108BD9-81ED-4DB2-BD59-A6C34878D82A}">
                    <a16:rowId xmlns:a16="http://schemas.microsoft.com/office/drawing/2014/main" val="10004"/>
                  </a:ext>
                </a:extLst>
              </a:tr>
              <a:tr h="370814">
                <a:tc>
                  <a:txBody>
                    <a:bodyPr/>
                    <a:lstStyle/>
                    <a:p>
                      <a:r>
                        <a:rPr lang="en-US" sz="1800" dirty="0"/>
                        <a:t>X+~X=1</a:t>
                      </a:r>
                      <a:endParaRPr lang="en-GB" sz="1800" dirty="0"/>
                    </a:p>
                  </a:txBody>
                  <a:tcPr marL="91443" marR="91443" marT="45717" marB="45717"/>
                </a:tc>
                <a:tc>
                  <a:txBody>
                    <a:bodyPr/>
                    <a:lstStyle/>
                    <a:p>
                      <a:endParaRPr lang="en-GB" sz="1800"/>
                    </a:p>
                  </a:txBody>
                  <a:tcPr marL="91443" marR="91443" marT="45717" marB="45717"/>
                </a:tc>
                <a:tc>
                  <a:txBody>
                    <a:bodyPr/>
                    <a:lstStyle/>
                    <a:p>
                      <a:r>
                        <a:rPr lang="en-US" sz="1800" dirty="0"/>
                        <a:t>Complements</a:t>
                      </a:r>
                      <a:endParaRPr lang="en-GB" sz="1800" dirty="0"/>
                    </a:p>
                  </a:txBody>
                  <a:tcPr marL="91443" marR="91443" marT="45717" marB="45717"/>
                </a:tc>
                <a:extLst>
                  <a:ext uri="{0D108BD9-81ED-4DB2-BD59-A6C34878D82A}">
                    <a16:rowId xmlns:a16="http://schemas.microsoft.com/office/drawing/2014/main" val="10005"/>
                  </a:ext>
                </a:extLst>
              </a:tr>
              <a:tr h="370814">
                <a:tc>
                  <a:txBody>
                    <a:bodyPr/>
                    <a:lstStyle/>
                    <a:p>
                      <a:r>
                        <a:rPr lang="en-US" sz="1800" dirty="0"/>
                        <a:t>X+Y= Y+X</a:t>
                      </a:r>
                      <a:endParaRPr lang="en-GB" sz="1800" dirty="0"/>
                    </a:p>
                  </a:txBody>
                  <a:tcPr marL="91443" marR="91443" marT="45717" marB="45717"/>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X·Y= Y·X</a:t>
                      </a:r>
                      <a:endParaRPr lang="en-GB" sz="1800" dirty="0"/>
                    </a:p>
                  </a:txBody>
                  <a:tcPr marL="91443" marR="91443" marT="45717" marB="45717"/>
                </a:tc>
                <a:tc>
                  <a:txBody>
                    <a:bodyPr/>
                    <a:lstStyle/>
                    <a:p>
                      <a:r>
                        <a:rPr lang="en-US" sz="1800" dirty="0" err="1"/>
                        <a:t>Commutativity</a:t>
                      </a:r>
                      <a:endParaRPr lang="en-GB" sz="1800" dirty="0"/>
                    </a:p>
                  </a:txBody>
                  <a:tcPr marL="91443" marR="91443" marT="45717" marB="45717"/>
                </a:tc>
                <a:extLst>
                  <a:ext uri="{0D108BD9-81ED-4DB2-BD59-A6C34878D82A}">
                    <a16:rowId xmlns:a16="http://schemas.microsoft.com/office/drawing/2014/main" val="10006"/>
                  </a:ext>
                </a:extLst>
              </a:tr>
              <a:tr h="370814">
                <a:tc>
                  <a:txBody>
                    <a:bodyPr/>
                    <a:lstStyle/>
                    <a:p>
                      <a:r>
                        <a:rPr lang="en-US" sz="1800" dirty="0"/>
                        <a:t>(X+Y)+Z=X+(Y+Z)</a:t>
                      </a:r>
                      <a:endParaRPr lang="en-GB" sz="1800" dirty="0"/>
                    </a:p>
                  </a:txBody>
                  <a:tcPr marL="91443" marR="91443" marT="45717" marB="45717"/>
                </a:tc>
                <a:tc>
                  <a:txBody>
                    <a:bodyPr/>
                    <a:lstStyle/>
                    <a:p>
                      <a:r>
                        <a:rPr lang="en-US" sz="1800" dirty="0"/>
                        <a:t>(X·Y) ·Z=X·(Y·Z)</a:t>
                      </a:r>
                      <a:endParaRPr lang="en-GB" sz="1800" dirty="0"/>
                    </a:p>
                  </a:txBody>
                  <a:tcPr marL="91443" marR="91443" marT="45717" marB="45717"/>
                </a:tc>
                <a:tc>
                  <a:txBody>
                    <a:bodyPr/>
                    <a:lstStyle/>
                    <a:p>
                      <a:r>
                        <a:rPr lang="en-US" sz="1800" dirty="0" err="1"/>
                        <a:t>Associativity</a:t>
                      </a:r>
                      <a:endParaRPr lang="en-GB" sz="1800" dirty="0"/>
                    </a:p>
                  </a:txBody>
                  <a:tcPr marL="91443" marR="91443" marT="45717" marB="45717"/>
                </a:tc>
                <a:extLst>
                  <a:ext uri="{0D108BD9-81ED-4DB2-BD59-A6C34878D82A}">
                    <a16:rowId xmlns:a16="http://schemas.microsoft.com/office/drawing/2014/main" val="10007"/>
                  </a:ext>
                </a:extLst>
              </a:tr>
              <a:tr h="370814">
                <a:tc>
                  <a:txBody>
                    <a:bodyPr/>
                    <a:lstStyle/>
                    <a:p>
                      <a:r>
                        <a:rPr lang="en-US" sz="1800" dirty="0"/>
                        <a:t>X·Y+X·Z=X·(Y+Z)</a:t>
                      </a:r>
                      <a:endParaRPr lang="en-GB" sz="1800" dirty="0"/>
                    </a:p>
                  </a:txBody>
                  <a:tcPr marL="91443" marR="91443" marT="45717" marB="45717"/>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(X+Y)·(X+Z)=X+Y·Z</a:t>
                      </a:r>
                      <a:endParaRPr lang="en-GB" sz="1800" dirty="0"/>
                    </a:p>
                  </a:txBody>
                  <a:tcPr marL="91443" marR="91443" marT="45717" marB="45717"/>
                </a:tc>
                <a:tc>
                  <a:txBody>
                    <a:bodyPr/>
                    <a:lstStyle/>
                    <a:p>
                      <a:r>
                        <a:rPr lang="en-US" sz="1800" dirty="0" err="1"/>
                        <a:t>Distributivity</a:t>
                      </a:r>
                      <a:endParaRPr lang="en-GB" sz="1800" dirty="0"/>
                    </a:p>
                  </a:txBody>
                  <a:tcPr marL="91443" marR="91443" marT="45717" marB="45717"/>
                </a:tc>
                <a:extLst>
                  <a:ext uri="{0D108BD9-81ED-4DB2-BD59-A6C34878D82A}">
                    <a16:rowId xmlns:a16="http://schemas.microsoft.com/office/drawing/2014/main" val="10008"/>
                  </a:ext>
                </a:extLst>
              </a:tr>
              <a:tr h="37081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X+X·Y=X</a:t>
                      </a:r>
                      <a:endParaRPr lang="en-GB" sz="1800" dirty="0"/>
                    </a:p>
                  </a:txBody>
                  <a:tcPr marL="91443" marR="91443" marT="45717" marB="45717"/>
                </a:tc>
                <a:tc>
                  <a:txBody>
                    <a:bodyPr/>
                    <a:lstStyle/>
                    <a:p>
                      <a:r>
                        <a:rPr lang="en-US" sz="1800" dirty="0"/>
                        <a:t>X·(X+Y)=X</a:t>
                      </a:r>
                      <a:endParaRPr lang="en-GB" sz="1800" dirty="0"/>
                    </a:p>
                  </a:txBody>
                  <a:tcPr marL="91443" marR="91443" marT="45717" marB="45717"/>
                </a:tc>
                <a:tc>
                  <a:txBody>
                    <a:bodyPr/>
                    <a:lstStyle/>
                    <a:p>
                      <a:r>
                        <a:rPr lang="en-US" sz="1800" dirty="0"/>
                        <a:t>Covering</a:t>
                      </a:r>
                      <a:endParaRPr lang="en-GB" sz="1800" dirty="0"/>
                    </a:p>
                  </a:txBody>
                  <a:tcPr marL="91443" marR="91443" marT="45717" marB="45717"/>
                </a:tc>
                <a:extLst>
                  <a:ext uri="{0D108BD9-81ED-4DB2-BD59-A6C34878D82A}">
                    <a16:rowId xmlns:a16="http://schemas.microsoft.com/office/drawing/2014/main" val="10009"/>
                  </a:ext>
                </a:extLst>
              </a:tr>
              <a:tr h="370814">
                <a:tc>
                  <a:txBody>
                    <a:bodyPr/>
                    <a:lstStyle/>
                    <a:p>
                      <a:r>
                        <a:rPr lang="en-US" sz="1800" dirty="0"/>
                        <a:t>X·Y+X·~Y=X</a:t>
                      </a:r>
                      <a:endParaRPr lang="en-GB" sz="1800" dirty="0"/>
                    </a:p>
                  </a:txBody>
                  <a:tcPr marL="91443" marR="91443" marT="45717" marB="45717"/>
                </a:tc>
                <a:tc>
                  <a:txBody>
                    <a:bodyPr/>
                    <a:lstStyle/>
                    <a:p>
                      <a:r>
                        <a:rPr lang="en-US" sz="1800" dirty="0"/>
                        <a:t>(X+Y)(X+~Y)=X</a:t>
                      </a:r>
                      <a:endParaRPr lang="en-GB" sz="1800" dirty="0"/>
                    </a:p>
                  </a:txBody>
                  <a:tcPr marL="91443" marR="91443" marT="45717" marB="45717"/>
                </a:tc>
                <a:tc>
                  <a:txBody>
                    <a:bodyPr/>
                    <a:lstStyle/>
                    <a:p>
                      <a:r>
                        <a:rPr lang="en-US" sz="1800" dirty="0"/>
                        <a:t>Combining</a:t>
                      </a:r>
                      <a:endParaRPr lang="en-GB" sz="1800" dirty="0"/>
                    </a:p>
                  </a:txBody>
                  <a:tcPr marL="91443" marR="91443" marT="45717" marB="45717"/>
                </a:tc>
                <a:extLst>
                  <a:ext uri="{0D108BD9-81ED-4DB2-BD59-A6C34878D82A}">
                    <a16:rowId xmlns:a16="http://schemas.microsoft.com/office/drawing/2014/main" val="10010"/>
                  </a:ext>
                </a:extLst>
              </a:tr>
              <a:tr h="370814">
                <a:tc>
                  <a:txBody>
                    <a:bodyPr/>
                    <a:lstStyle/>
                    <a:p>
                      <a:r>
                        <a:rPr lang="en-US" sz="1800" dirty="0"/>
                        <a:t>X·Y+~X·Z+Y·Z=X·Y+~X·Z</a:t>
                      </a:r>
                      <a:endParaRPr lang="en-GB" sz="1800" dirty="0"/>
                    </a:p>
                  </a:txBody>
                  <a:tcPr marL="91443" marR="91443" marT="45717" marB="45717"/>
                </a:tc>
                <a:tc>
                  <a:txBody>
                    <a:bodyPr/>
                    <a:lstStyle/>
                    <a:p>
                      <a:r>
                        <a:rPr lang="en-US" sz="1800" dirty="0"/>
                        <a:t>(X+Y)·(~X+Z)·(Y+Z)=(X+Y)(~X+Z)</a:t>
                      </a:r>
                      <a:endParaRPr lang="en-GB" sz="1800" dirty="0"/>
                    </a:p>
                  </a:txBody>
                  <a:tcPr marL="91443" marR="91443" marT="45717" marB="45717"/>
                </a:tc>
                <a:tc>
                  <a:txBody>
                    <a:bodyPr/>
                    <a:lstStyle/>
                    <a:p>
                      <a:endParaRPr lang="en-GB" sz="1800" dirty="0"/>
                    </a:p>
                  </a:txBody>
                  <a:tcPr marL="91443" marR="91443" marT="45717" marB="45717"/>
                </a:tc>
                <a:extLst>
                  <a:ext uri="{0D108BD9-81ED-4DB2-BD59-A6C34878D82A}">
                    <a16:rowId xmlns:a16="http://schemas.microsoft.com/office/drawing/2014/main" val="10011"/>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E6520AF8-6A29-7608-B7F7-B9696F949358}"/>
              </a:ext>
            </a:extLst>
          </p:cNvPr>
          <p:cNvSpPr>
            <a:spLocks noGrp="1" noChangeArrowheads="1"/>
          </p:cNvSpPr>
          <p:nvPr>
            <p:ph type="title"/>
          </p:nvPr>
        </p:nvSpPr>
        <p:spPr/>
        <p:txBody>
          <a:bodyPr/>
          <a:lstStyle/>
          <a:p>
            <a:r>
              <a:rPr lang="en-US" altLang="en-US"/>
              <a:t>Boolean Algebra Theorems</a:t>
            </a:r>
            <a:endParaRPr lang="en-GB" altLang="en-US"/>
          </a:p>
        </p:txBody>
      </p:sp>
      <p:graphicFrame>
        <p:nvGraphicFramePr>
          <p:cNvPr id="5" name="Table 4">
            <a:extLst>
              <a:ext uri="{FF2B5EF4-FFF2-40B4-BE49-F238E27FC236}">
                <a16:creationId xmlns:a16="http://schemas.microsoft.com/office/drawing/2014/main" id="{BD8A72C3-16AA-4941-916F-B2B76FD2D1EB}"/>
              </a:ext>
            </a:extLst>
          </p:cNvPr>
          <p:cNvGraphicFramePr>
            <a:graphicFrameLocks noGrp="1"/>
          </p:cNvGraphicFramePr>
          <p:nvPr>
            <p:extLst>
              <p:ext uri="{D42A27DB-BD31-4B8C-83A1-F6EECF244321}">
                <p14:modId xmlns:p14="http://schemas.microsoft.com/office/powerpoint/2010/main" val="1127632158"/>
              </p:ext>
            </p:extLst>
          </p:nvPr>
        </p:nvGraphicFramePr>
        <p:xfrm>
          <a:off x="1987549" y="1393371"/>
          <a:ext cx="7908925" cy="4474025"/>
        </p:xfrm>
        <a:graphic>
          <a:graphicData uri="http://schemas.openxmlformats.org/drawingml/2006/table">
            <a:tbl>
              <a:tblPr firstRow="1" bandRow="1">
                <a:tableStyleId>{5C22544A-7EE6-4342-B048-85BDC9FD1C3A}</a:tableStyleId>
              </a:tblPr>
              <a:tblGrid>
                <a:gridCol w="4617789">
                  <a:extLst>
                    <a:ext uri="{9D8B030D-6E8A-4147-A177-3AD203B41FA5}">
                      <a16:colId xmlns:a16="http://schemas.microsoft.com/office/drawing/2014/main" val="20000"/>
                    </a:ext>
                  </a:extLst>
                </a:gridCol>
                <a:gridCol w="3291136">
                  <a:extLst>
                    <a:ext uri="{9D8B030D-6E8A-4147-A177-3AD203B41FA5}">
                      <a16:colId xmlns:a16="http://schemas.microsoft.com/office/drawing/2014/main" val="20001"/>
                    </a:ext>
                  </a:extLst>
                </a:gridCol>
              </a:tblGrid>
              <a:tr h="665157">
                <a:tc>
                  <a:txBody>
                    <a:bodyPr/>
                    <a:lstStyle/>
                    <a:p>
                      <a:endParaRPr lang="en-GB" sz="1800" dirty="0"/>
                    </a:p>
                  </a:txBody>
                  <a:tcPr marL="91449" marR="91449" marT="45713" marB="45713"/>
                </a:tc>
                <a:tc>
                  <a:txBody>
                    <a:bodyPr/>
                    <a:lstStyle/>
                    <a:p>
                      <a:endParaRPr lang="en-GB" sz="1800" dirty="0"/>
                    </a:p>
                  </a:txBody>
                  <a:tcPr marL="91449" marR="91449" marT="45713" marB="45713"/>
                </a:tc>
                <a:extLst>
                  <a:ext uri="{0D108BD9-81ED-4DB2-BD59-A6C34878D82A}">
                    <a16:rowId xmlns:a16="http://schemas.microsoft.com/office/drawing/2014/main" val="10000"/>
                  </a:ext>
                </a:extLst>
              </a:tr>
              <a:tr h="665157">
                <a:tc>
                  <a:txBody>
                    <a:bodyPr/>
                    <a:lstStyle/>
                    <a:p>
                      <a:r>
                        <a:rPr lang="en-US" sz="1800" dirty="0"/>
                        <a:t>X+X+.  .   . +X =X</a:t>
                      </a:r>
                      <a:endParaRPr lang="en-GB" sz="1800" dirty="0"/>
                    </a:p>
                  </a:txBody>
                  <a:tcPr marL="91449" marR="91449" marT="45713" marB="45713"/>
                </a:tc>
                <a:tc>
                  <a:txBody>
                    <a:bodyPr/>
                    <a:lstStyle/>
                    <a:p>
                      <a:r>
                        <a:rPr lang="en-US" sz="1800" dirty="0"/>
                        <a:t>Generalized  </a:t>
                      </a:r>
                      <a:r>
                        <a:rPr lang="en-US" sz="1800" dirty="0" err="1"/>
                        <a:t>Idempotency</a:t>
                      </a:r>
                      <a:endParaRPr lang="en-GB" sz="1800" dirty="0"/>
                    </a:p>
                  </a:txBody>
                  <a:tcPr marL="91449" marR="91449" marT="45713" marB="45713"/>
                </a:tc>
                <a:extLst>
                  <a:ext uri="{0D108BD9-81ED-4DB2-BD59-A6C34878D82A}">
                    <a16:rowId xmlns:a16="http://schemas.microsoft.com/office/drawing/2014/main" val="10001"/>
                  </a:ext>
                </a:extLst>
              </a:tr>
              <a:tr h="665157">
                <a:tc>
                  <a:txBody>
                    <a:bodyPr/>
                    <a:lstStyle/>
                    <a:p>
                      <a:r>
                        <a:rPr lang="en-US" sz="1800" dirty="0"/>
                        <a:t>X·X·  .  .  .  ·X =X</a:t>
                      </a:r>
                      <a:endParaRPr lang="en-GB" sz="1800" dirty="0"/>
                    </a:p>
                  </a:txBody>
                  <a:tcPr marL="91449" marR="91449" marT="45713" marB="45713"/>
                </a:tc>
                <a:tc>
                  <a:txBody>
                    <a:bodyPr/>
                    <a:lstStyle/>
                    <a:p>
                      <a:endParaRPr lang="en-GB" sz="1800" dirty="0"/>
                    </a:p>
                  </a:txBody>
                  <a:tcPr marL="91449" marR="91449" marT="45713" marB="45713"/>
                </a:tc>
                <a:extLst>
                  <a:ext uri="{0D108BD9-81ED-4DB2-BD59-A6C34878D82A}">
                    <a16:rowId xmlns:a16="http://schemas.microsoft.com/office/drawing/2014/main" val="10002"/>
                  </a:ext>
                </a:extLst>
              </a:tr>
              <a:tr h="665157">
                <a:tc>
                  <a:txBody>
                    <a:bodyPr/>
                    <a:lstStyle/>
                    <a:p>
                      <a:r>
                        <a:rPr lang="en-US" sz="1800" dirty="0"/>
                        <a:t>X</a:t>
                      </a:r>
                      <a:r>
                        <a:rPr lang="en-US" sz="1800" baseline="-25000" dirty="0"/>
                        <a:t>1</a:t>
                      </a:r>
                      <a:r>
                        <a:rPr lang="en-US" sz="1800" dirty="0"/>
                        <a:t> +X</a:t>
                      </a:r>
                      <a:r>
                        <a:rPr lang="en-US" sz="1800" baseline="-25000" dirty="0"/>
                        <a:t>2 </a:t>
                      </a:r>
                      <a:r>
                        <a:rPr lang="en-US" sz="1800" baseline="0" dirty="0"/>
                        <a:t>+ . . .+</a:t>
                      </a:r>
                      <a:r>
                        <a:rPr lang="en-US" sz="1800" baseline="0" dirty="0" err="1"/>
                        <a:t>X</a:t>
                      </a:r>
                      <a:r>
                        <a:rPr lang="en-US" sz="1800" baseline="-25000" dirty="0" err="1"/>
                        <a:t>n</a:t>
                      </a:r>
                      <a:r>
                        <a:rPr lang="en-US" sz="1800" baseline="-25000" dirty="0"/>
                        <a:t> </a:t>
                      </a:r>
                      <a:r>
                        <a:rPr lang="en-US" sz="1800" baseline="0" dirty="0"/>
                        <a:t> = ~X</a:t>
                      </a:r>
                      <a:r>
                        <a:rPr lang="en-US" sz="1800" baseline="-25000" dirty="0"/>
                        <a:t>1</a:t>
                      </a:r>
                      <a:r>
                        <a:rPr lang="en-US" sz="1800" baseline="0" dirty="0"/>
                        <a:t>·~X</a:t>
                      </a:r>
                      <a:r>
                        <a:rPr lang="en-US" sz="1800" baseline="-25000" dirty="0"/>
                        <a:t>2</a:t>
                      </a:r>
                      <a:r>
                        <a:rPr lang="en-US" sz="1800" baseline="0" dirty="0"/>
                        <a:t>· . . . ·~</a:t>
                      </a:r>
                      <a:r>
                        <a:rPr lang="en-US" sz="1800" baseline="0" dirty="0" err="1"/>
                        <a:t>X</a:t>
                      </a:r>
                      <a:r>
                        <a:rPr lang="en-US" sz="1800" baseline="-25000" dirty="0" err="1"/>
                        <a:t>n</a:t>
                      </a:r>
                      <a:r>
                        <a:rPr lang="en-US" sz="1800" baseline="0" dirty="0"/>
                        <a:t> </a:t>
                      </a:r>
                      <a:endParaRPr lang="en-GB" sz="1800" baseline="-25000" dirty="0"/>
                    </a:p>
                  </a:txBody>
                  <a:tcPr marL="91449" marR="91449" marT="45713" marB="45713"/>
                </a:tc>
                <a:tc>
                  <a:txBody>
                    <a:bodyPr/>
                    <a:lstStyle/>
                    <a:p>
                      <a:r>
                        <a:rPr lang="en-US" sz="1800" dirty="0" err="1"/>
                        <a:t>DeMorgan’s</a:t>
                      </a:r>
                      <a:r>
                        <a:rPr lang="en-US" sz="1800" dirty="0"/>
                        <a:t>  Theorem</a:t>
                      </a:r>
                      <a:endParaRPr lang="en-GB" sz="1800" dirty="0"/>
                    </a:p>
                  </a:txBody>
                  <a:tcPr marL="91449" marR="91449" marT="45713" marB="45713"/>
                </a:tc>
                <a:extLst>
                  <a:ext uri="{0D108BD9-81ED-4DB2-BD59-A6C34878D82A}">
                    <a16:rowId xmlns:a16="http://schemas.microsoft.com/office/drawing/2014/main" val="10003"/>
                  </a:ext>
                </a:extLst>
              </a:tr>
              <a:tr h="665157">
                <a:tc>
                  <a:txBody>
                    <a:bodyPr/>
                    <a:lstStyle/>
                    <a:p>
                      <a:r>
                        <a:rPr lang="en-US" sz="1800" baseline="0" dirty="0"/>
                        <a:t> X</a:t>
                      </a:r>
                      <a:r>
                        <a:rPr lang="en-US" sz="1800" baseline="-25000" dirty="0"/>
                        <a:t>1</a:t>
                      </a:r>
                      <a:r>
                        <a:rPr lang="en-US" sz="1800" baseline="0" dirty="0"/>
                        <a:t>·X</a:t>
                      </a:r>
                      <a:r>
                        <a:rPr lang="en-US" sz="1800" baseline="-25000" dirty="0"/>
                        <a:t>2</a:t>
                      </a:r>
                      <a:r>
                        <a:rPr lang="en-US" sz="1800" baseline="0" dirty="0"/>
                        <a:t>· . . . ·</a:t>
                      </a:r>
                      <a:r>
                        <a:rPr lang="en-US" sz="1800" baseline="0" dirty="0" err="1"/>
                        <a:t>X</a:t>
                      </a:r>
                      <a:r>
                        <a:rPr lang="en-US" sz="1800" baseline="-25000" dirty="0" err="1"/>
                        <a:t>n</a:t>
                      </a:r>
                      <a:r>
                        <a:rPr lang="en-US" sz="1800" baseline="0" dirty="0"/>
                        <a:t> = ~</a:t>
                      </a:r>
                      <a:r>
                        <a:rPr lang="en-US" sz="1800" dirty="0"/>
                        <a:t>X</a:t>
                      </a:r>
                      <a:r>
                        <a:rPr lang="en-US" sz="1800" baseline="-25000" dirty="0"/>
                        <a:t>1</a:t>
                      </a:r>
                      <a:r>
                        <a:rPr lang="en-US" sz="1800" dirty="0"/>
                        <a:t> +~X</a:t>
                      </a:r>
                      <a:r>
                        <a:rPr lang="en-US" sz="1800" baseline="-25000" dirty="0"/>
                        <a:t>2 </a:t>
                      </a:r>
                      <a:r>
                        <a:rPr lang="en-US" sz="1800" baseline="0" dirty="0"/>
                        <a:t>+ . . .+~</a:t>
                      </a:r>
                      <a:r>
                        <a:rPr lang="en-US" sz="1800" baseline="0" dirty="0" err="1"/>
                        <a:t>X</a:t>
                      </a:r>
                      <a:r>
                        <a:rPr lang="en-US" sz="1800" baseline="-25000" dirty="0" err="1"/>
                        <a:t>n</a:t>
                      </a:r>
                      <a:r>
                        <a:rPr lang="en-US" sz="1800" baseline="-25000" dirty="0"/>
                        <a:t> </a:t>
                      </a:r>
                      <a:endParaRPr lang="en-GB" sz="1800" dirty="0"/>
                    </a:p>
                  </a:txBody>
                  <a:tcPr marL="91449" marR="91449" marT="45713" marB="45713"/>
                </a:tc>
                <a:tc>
                  <a:txBody>
                    <a:bodyPr/>
                    <a:lstStyle/>
                    <a:p>
                      <a:endParaRPr lang="en-GB" sz="1800" dirty="0"/>
                    </a:p>
                  </a:txBody>
                  <a:tcPr marL="91449" marR="91449" marT="45713" marB="45713"/>
                </a:tc>
                <a:extLst>
                  <a:ext uri="{0D108BD9-81ED-4DB2-BD59-A6C34878D82A}">
                    <a16:rowId xmlns:a16="http://schemas.microsoft.com/office/drawing/2014/main" val="10004"/>
                  </a:ext>
                </a:extLst>
              </a:tr>
              <a:tr h="1148240">
                <a:tc>
                  <a:txBody>
                    <a:bodyPr/>
                    <a:lstStyle/>
                    <a:p>
                      <a:r>
                        <a:rPr lang="ru-RU" sz="1800" kern="1200" dirty="0">
                          <a:solidFill>
                            <a:schemeClr val="dk1"/>
                          </a:solidFill>
                          <a:latin typeface="+mn-lt"/>
                          <a:ea typeface="+mn-ea"/>
                          <a:cs typeface="+mn-cs"/>
                          <a:sym typeface="Symbol"/>
                        </a:rPr>
                        <a:t></a:t>
                      </a:r>
                      <a:r>
                        <a:rPr lang="en-US" sz="1800" kern="1200" dirty="0">
                          <a:solidFill>
                            <a:schemeClr val="dk1"/>
                          </a:solidFill>
                          <a:latin typeface="+mn-lt"/>
                          <a:ea typeface="+mn-ea"/>
                          <a:cs typeface="+mn-cs"/>
                        </a:rPr>
                        <a:t>f</a:t>
                      </a:r>
                      <a:r>
                        <a:rPr lang="en-GB" sz="1800" kern="1200" dirty="0">
                          <a:solidFill>
                            <a:schemeClr val="dk1"/>
                          </a:solidFill>
                          <a:latin typeface="+mn-lt"/>
                          <a:ea typeface="+mn-ea"/>
                          <a:cs typeface="+mn-cs"/>
                        </a:rPr>
                        <a:t> (</a:t>
                      </a:r>
                      <a:r>
                        <a:rPr lang="en-US" sz="1800" kern="1200" dirty="0">
                          <a:solidFill>
                            <a:schemeClr val="dk1"/>
                          </a:solidFill>
                          <a:latin typeface="+mn-lt"/>
                          <a:ea typeface="+mn-ea"/>
                          <a:cs typeface="+mn-cs"/>
                        </a:rPr>
                        <a:t>X</a:t>
                      </a:r>
                      <a:r>
                        <a:rPr lang="en-GB" sz="1800" kern="1200" baseline="-25000" dirty="0">
                          <a:solidFill>
                            <a:schemeClr val="dk1"/>
                          </a:solidFill>
                          <a:latin typeface="+mn-lt"/>
                          <a:ea typeface="+mn-ea"/>
                          <a:cs typeface="+mn-cs"/>
                        </a:rPr>
                        <a:t>1</a:t>
                      </a:r>
                      <a:r>
                        <a:rPr lang="en-GB" sz="1800" kern="1200" dirty="0">
                          <a:solidFill>
                            <a:schemeClr val="dk1"/>
                          </a:solidFill>
                          <a:latin typeface="+mn-lt"/>
                          <a:ea typeface="+mn-ea"/>
                          <a:cs typeface="+mn-cs"/>
                        </a:rPr>
                        <a:t>,</a:t>
                      </a:r>
                      <a:r>
                        <a:rPr lang="en-US" sz="1800" kern="1200" dirty="0">
                          <a:solidFill>
                            <a:schemeClr val="dk1"/>
                          </a:solidFill>
                          <a:latin typeface="+mn-lt"/>
                          <a:ea typeface="+mn-ea"/>
                          <a:cs typeface="+mn-cs"/>
                        </a:rPr>
                        <a:t>X</a:t>
                      </a:r>
                      <a:r>
                        <a:rPr lang="en-GB" sz="1800" kern="1200" baseline="-25000" dirty="0">
                          <a:solidFill>
                            <a:schemeClr val="dk1"/>
                          </a:solidFill>
                          <a:latin typeface="+mn-lt"/>
                          <a:ea typeface="+mn-ea"/>
                          <a:cs typeface="+mn-cs"/>
                        </a:rPr>
                        <a:t>2</a:t>
                      </a:r>
                      <a:r>
                        <a:rPr lang="en-GB" sz="1800" kern="1200" dirty="0">
                          <a:solidFill>
                            <a:schemeClr val="dk1"/>
                          </a:solidFill>
                          <a:latin typeface="+mn-lt"/>
                          <a:ea typeface="+mn-ea"/>
                          <a:cs typeface="+mn-cs"/>
                        </a:rPr>
                        <a:t> …</a:t>
                      </a:r>
                      <a:r>
                        <a:rPr lang="en-US" sz="1800" kern="1200" dirty="0" err="1">
                          <a:solidFill>
                            <a:schemeClr val="dk1"/>
                          </a:solidFill>
                          <a:latin typeface="+mn-lt"/>
                          <a:ea typeface="+mn-ea"/>
                          <a:cs typeface="+mn-cs"/>
                        </a:rPr>
                        <a:t>X</a:t>
                      </a:r>
                      <a:r>
                        <a:rPr lang="en-US" sz="1800" kern="1200" baseline="-25000" dirty="0" err="1">
                          <a:solidFill>
                            <a:schemeClr val="dk1"/>
                          </a:solidFill>
                          <a:latin typeface="+mn-lt"/>
                          <a:ea typeface="+mn-ea"/>
                          <a:cs typeface="+mn-cs"/>
                        </a:rPr>
                        <a:t>n</a:t>
                      </a:r>
                      <a:r>
                        <a:rPr lang="en-GB" sz="1800" kern="1200" dirty="0">
                          <a:solidFill>
                            <a:schemeClr val="dk1"/>
                          </a:solidFill>
                          <a:latin typeface="+mn-lt"/>
                          <a:ea typeface="+mn-ea"/>
                          <a:cs typeface="+mn-cs"/>
                        </a:rPr>
                        <a:t>, +,</a:t>
                      </a:r>
                      <a:r>
                        <a:rPr lang="da-DK" sz="1800" kern="1200" dirty="0">
                          <a:solidFill>
                            <a:schemeClr val="dk1"/>
                          </a:solidFill>
                          <a:latin typeface="+mn-lt"/>
                          <a:ea typeface="+mn-ea"/>
                          <a:cs typeface="+mn-cs"/>
                          <a:sym typeface="Symbol"/>
                        </a:rPr>
                        <a:t></a:t>
                      </a:r>
                      <a:r>
                        <a:rPr lang="en-GB" sz="1800" kern="1200" baseline="-25000" dirty="0">
                          <a:solidFill>
                            <a:schemeClr val="dk1"/>
                          </a:solidFill>
                          <a:latin typeface="+mn-lt"/>
                          <a:ea typeface="+mn-ea"/>
                          <a:cs typeface="+mn-cs"/>
                        </a:rPr>
                        <a:t>,</a:t>
                      </a:r>
                      <a:r>
                        <a:rPr lang="en-GB" sz="1800" kern="1200" dirty="0">
                          <a:solidFill>
                            <a:schemeClr val="dk1"/>
                          </a:solidFill>
                          <a:latin typeface="+mn-lt"/>
                          <a:ea typeface="+mn-ea"/>
                          <a:cs typeface="+mn-cs"/>
                        </a:rPr>
                        <a:t>) = </a:t>
                      </a:r>
                      <a:r>
                        <a:rPr lang="en-US" sz="1800" kern="1200" dirty="0">
                          <a:solidFill>
                            <a:schemeClr val="dk1"/>
                          </a:solidFill>
                          <a:latin typeface="+mn-lt"/>
                          <a:ea typeface="+mn-ea"/>
                          <a:cs typeface="+mn-cs"/>
                        </a:rPr>
                        <a:t>f</a:t>
                      </a:r>
                      <a:r>
                        <a:rPr lang="en-GB" sz="1800" kern="1200" dirty="0">
                          <a:solidFill>
                            <a:schemeClr val="dk1"/>
                          </a:solidFill>
                          <a:latin typeface="+mn-lt"/>
                          <a:ea typeface="+mn-ea"/>
                          <a:cs typeface="+mn-cs"/>
                        </a:rPr>
                        <a:t>(</a:t>
                      </a:r>
                      <a:r>
                        <a:rPr lang="ru-RU" sz="1800" kern="1200" dirty="0">
                          <a:solidFill>
                            <a:schemeClr val="dk1"/>
                          </a:solidFill>
                          <a:latin typeface="+mn-lt"/>
                          <a:ea typeface="+mn-ea"/>
                          <a:cs typeface="+mn-cs"/>
                          <a:sym typeface="Symbol"/>
                        </a:rPr>
                        <a:t></a:t>
                      </a:r>
                      <a:r>
                        <a:rPr lang="en-US" sz="1800" kern="1200" dirty="0">
                          <a:solidFill>
                            <a:schemeClr val="dk1"/>
                          </a:solidFill>
                          <a:latin typeface="+mn-lt"/>
                          <a:ea typeface="+mn-ea"/>
                          <a:cs typeface="+mn-cs"/>
                        </a:rPr>
                        <a:t>X</a:t>
                      </a:r>
                      <a:r>
                        <a:rPr lang="en-GB" sz="1800" kern="1200" baseline="-25000" dirty="0">
                          <a:solidFill>
                            <a:schemeClr val="dk1"/>
                          </a:solidFill>
                          <a:latin typeface="+mn-lt"/>
                          <a:ea typeface="+mn-ea"/>
                          <a:cs typeface="+mn-cs"/>
                        </a:rPr>
                        <a:t>1</a:t>
                      </a:r>
                      <a:r>
                        <a:rPr lang="en-GB" sz="1800" kern="1200" dirty="0">
                          <a:solidFill>
                            <a:schemeClr val="dk1"/>
                          </a:solidFill>
                          <a:latin typeface="+mn-lt"/>
                          <a:ea typeface="+mn-ea"/>
                          <a:cs typeface="+mn-cs"/>
                        </a:rPr>
                        <a:t>,</a:t>
                      </a:r>
                      <a:r>
                        <a:rPr lang="ru-RU" sz="1800" kern="1200" dirty="0">
                          <a:solidFill>
                            <a:schemeClr val="dk1"/>
                          </a:solidFill>
                          <a:latin typeface="+mn-lt"/>
                          <a:ea typeface="+mn-ea"/>
                          <a:cs typeface="+mn-cs"/>
                          <a:sym typeface="Symbol"/>
                        </a:rPr>
                        <a:t></a:t>
                      </a:r>
                      <a:r>
                        <a:rPr lang="en-US" sz="1800" kern="1200" dirty="0">
                          <a:solidFill>
                            <a:schemeClr val="dk1"/>
                          </a:solidFill>
                          <a:latin typeface="+mn-lt"/>
                          <a:ea typeface="+mn-ea"/>
                          <a:cs typeface="+mn-cs"/>
                        </a:rPr>
                        <a:t>X</a:t>
                      </a:r>
                      <a:r>
                        <a:rPr lang="en-GB" sz="1800" kern="1200" baseline="-25000" dirty="0">
                          <a:solidFill>
                            <a:schemeClr val="dk1"/>
                          </a:solidFill>
                          <a:latin typeface="+mn-lt"/>
                          <a:ea typeface="+mn-ea"/>
                          <a:cs typeface="+mn-cs"/>
                        </a:rPr>
                        <a:t>2</a:t>
                      </a:r>
                      <a:r>
                        <a:rPr lang="en-GB" sz="1800" kern="1200" dirty="0">
                          <a:solidFill>
                            <a:schemeClr val="dk1"/>
                          </a:solidFill>
                          <a:latin typeface="+mn-lt"/>
                          <a:ea typeface="+mn-ea"/>
                          <a:cs typeface="+mn-cs"/>
                        </a:rPr>
                        <a:t> …</a:t>
                      </a:r>
                      <a:r>
                        <a:rPr lang="ru-RU" sz="1800" kern="1200" dirty="0">
                          <a:solidFill>
                            <a:schemeClr val="dk1"/>
                          </a:solidFill>
                          <a:latin typeface="+mn-lt"/>
                          <a:ea typeface="+mn-ea"/>
                          <a:cs typeface="+mn-cs"/>
                          <a:sym typeface="Symbol"/>
                        </a:rPr>
                        <a:t></a:t>
                      </a:r>
                      <a:r>
                        <a:rPr lang="en-US" sz="1800" kern="1200" dirty="0" err="1">
                          <a:solidFill>
                            <a:schemeClr val="dk1"/>
                          </a:solidFill>
                          <a:latin typeface="+mn-lt"/>
                          <a:ea typeface="+mn-ea"/>
                          <a:cs typeface="+mn-cs"/>
                        </a:rPr>
                        <a:t>X</a:t>
                      </a:r>
                      <a:r>
                        <a:rPr lang="en-US" sz="1800" kern="1200" baseline="-25000" dirty="0" err="1">
                          <a:solidFill>
                            <a:schemeClr val="dk1"/>
                          </a:solidFill>
                          <a:latin typeface="+mn-lt"/>
                          <a:ea typeface="+mn-ea"/>
                          <a:cs typeface="+mn-cs"/>
                        </a:rPr>
                        <a:t>n</a:t>
                      </a:r>
                      <a:r>
                        <a:rPr lang="en-GB" sz="1800" kern="1200" dirty="0">
                          <a:solidFill>
                            <a:schemeClr val="dk1"/>
                          </a:solidFill>
                          <a:latin typeface="+mn-lt"/>
                          <a:ea typeface="+mn-ea"/>
                          <a:cs typeface="+mn-cs"/>
                        </a:rPr>
                        <a:t>, </a:t>
                      </a:r>
                      <a:r>
                        <a:rPr lang="da-DK" sz="1800" kern="1200" dirty="0">
                          <a:solidFill>
                            <a:schemeClr val="dk1"/>
                          </a:solidFill>
                          <a:latin typeface="+mn-lt"/>
                          <a:ea typeface="+mn-ea"/>
                          <a:cs typeface="+mn-cs"/>
                          <a:sym typeface="Symbol"/>
                        </a:rPr>
                        <a:t></a:t>
                      </a:r>
                      <a:r>
                        <a:rPr lang="en-GB" sz="1800" kern="1200" dirty="0">
                          <a:solidFill>
                            <a:schemeClr val="dk1"/>
                          </a:solidFill>
                          <a:latin typeface="+mn-lt"/>
                          <a:ea typeface="+mn-ea"/>
                          <a:cs typeface="+mn-cs"/>
                        </a:rPr>
                        <a:t>,+) </a:t>
                      </a:r>
                    </a:p>
                  </a:txBody>
                  <a:tcPr marL="91449" marR="91449" marT="45713" marB="45713"/>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Generalized  </a:t>
                      </a:r>
                      <a:r>
                        <a:rPr lang="en-US" sz="1800" dirty="0" err="1"/>
                        <a:t>DeMorgan’s</a:t>
                      </a:r>
                      <a:r>
                        <a:rPr lang="en-US" sz="1800" dirty="0"/>
                        <a:t>  Theorem</a:t>
                      </a:r>
                      <a:endParaRPr lang="en-GB" sz="1800" dirty="0"/>
                    </a:p>
                  </a:txBody>
                  <a:tcPr marL="91449" marR="91449" marT="45713" marB="45713"/>
                </a:tc>
                <a:extLst>
                  <a:ext uri="{0D108BD9-81ED-4DB2-BD59-A6C34878D82A}">
                    <a16:rowId xmlns:a16="http://schemas.microsoft.com/office/drawing/2014/main" val="10005"/>
                  </a:ext>
                </a:extLst>
              </a:tr>
            </a:tbl>
          </a:graphicData>
        </a:graphic>
      </p:graphicFrame>
      <p:cxnSp>
        <p:nvCxnSpPr>
          <p:cNvPr id="13338" name="Straight Connector 5">
            <a:extLst>
              <a:ext uri="{FF2B5EF4-FFF2-40B4-BE49-F238E27FC236}">
                <a16:creationId xmlns:a16="http://schemas.microsoft.com/office/drawing/2014/main" id="{0E64B1C8-F208-E04B-CDB5-09C7B8CBC7B5}"/>
              </a:ext>
            </a:extLst>
          </p:cNvPr>
          <p:cNvCxnSpPr>
            <a:cxnSpLocks noChangeShapeType="1"/>
          </p:cNvCxnSpPr>
          <p:nvPr/>
        </p:nvCxnSpPr>
        <p:spPr bwMode="auto">
          <a:xfrm flipV="1">
            <a:off x="2022475" y="2103211"/>
            <a:ext cx="154305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3339" name="Straight Connector 6">
            <a:extLst>
              <a:ext uri="{FF2B5EF4-FFF2-40B4-BE49-F238E27FC236}">
                <a16:creationId xmlns:a16="http://schemas.microsoft.com/office/drawing/2014/main" id="{D5F150AB-62B9-43AA-76A9-E23ACC493029}"/>
              </a:ext>
            </a:extLst>
          </p:cNvPr>
          <p:cNvCxnSpPr>
            <a:cxnSpLocks noChangeShapeType="1"/>
          </p:cNvCxnSpPr>
          <p:nvPr/>
        </p:nvCxnSpPr>
        <p:spPr bwMode="auto">
          <a:xfrm flipV="1">
            <a:off x="2022475" y="2754540"/>
            <a:ext cx="137160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5">
            <a:extLst>
              <a:ext uri="{FF2B5EF4-FFF2-40B4-BE49-F238E27FC236}">
                <a16:creationId xmlns:a16="http://schemas.microsoft.com/office/drawing/2014/main" id="{EBCE610C-E022-BA4D-FCCF-30B04FD6DE2B}"/>
              </a:ext>
            </a:extLst>
          </p:cNvPr>
          <p:cNvSpPr txBox="1">
            <a:spLocks noChangeArrowheads="1"/>
          </p:cNvSpPr>
          <p:nvPr/>
        </p:nvSpPr>
        <p:spPr bwMode="auto">
          <a:xfrm>
            <a:off x="2232025" y="1262064"/>
            <a:ext cx="7932738" cy="451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t>f(x</a:t>
            </a:r>
            <a:r>
              <a:rPr lang="en-US" altLang="en-US" sz="2000" b="0" baseline="-25000"/>
              <a:t>1</a:t>
            </a:r>
            <a:r>
              <a:rPr lang="en-US" altLang="en-US" sz="2000" b="0"/>
              <a:t>,x</a:t>
            </a:r>
            <a:r>
              <a:rPr lang="en-US" altLang="en-US" sz="2000" b="0" baseline="-25000"/>
              <a:t>2</a:t>
            </a:r>
            <a:r>
              <a:rPr lang="en-US" altLang="en-US" sz="2000" b="0"/>
              <a:t>, . . .x</a:t>
            </a:r>
            <a:r>
              <a:rPr lang="en-US" altLang="en-US" sz="2000" b="0" baseline="-25000"/>
              <a:t>n</a:t>
            </a:r>
            <a:r>
              <a:rPr lang="en-US" altLang="en-US" sz="2000" b="0"/>
              <a:t>)</a:t>
            </a:r>
          </a:p>
          <a:p>
            <a:pPr eaLnBrk="1" hangingPunct="1">
              <a:spcBef>
                <a:spcPct val="50000"/>
              </a:spcBef>
            </a:pPr>
            <a:r>
              <a:rPr lang="en-US" altLang="en-US" sz="2000" b="0"/>
              <a:t>x</a:t>
            </a:r>
            <a:r>
              <a:rPr lang="en-US" altLang="en-US" sz="2000" b="0" baseline="-25000"/>
              <a:t>i</a:t>
            </a:r>
            <a:r>
              <a:rPr lang="en-US" altLang="en-US" sz="2000" b="0"/>
              <a:t> = {0,1};  X = {x</a:t>
            </a:r>
            <a:r>
              <a:rPr lang="en-US" altLang="en-US" sz="2000" b="0" baseline="-25000"/>
              <a:t>1</a:t>
            </a:r>
            <a:r>
              <a:rPr lang="en-US" altLang="en-US" sz="2000" b="0"/>
              <a:t>,x</a:t>
            </a:r>
            <a:r>
              <a:rPr lang="en-US" altLang="en-US" sz="2000" b="0" baseline="-25000"/>
              <a:t>2 </a:t>
            </a:r>
            <a:r>
              <a:rPr lang="en-US" altLang="en-US" sz="2000" b="0"/>
              <a:t>. . .x</a:t>
            </a:r>
            <a:r>
              <a:rPr lang="en-US" altLang="en-US" sz="2000" b="0" baseline="-25000"/>
              <a:t>n</a:t>
            </a:r>
            <a:r>
              <a:rPr lang="en-US" altLang="en-US" sz="2000" b="0"/>
              <a:t>} </a:t>
            </a:r>
            <a:r>
              <a:rPr lang="en-US" altLang="en-US" sz="2000" b="0">
                <a:sym typeface="Symbol" panose="05050102010706020507" pitchFamily="18" charset="2"/>
              </a:rPr>
              <a:t></a:t>
            </a:r>
            <a:r>
              <a:rPr lang="en-US" altLang="en-US" sz="2000" b="0"/>
              <a:t> B</a:t>
            </a:r>
            <a:r>
              <a:rPr lang="en-US" altLang="en-US" sz="2000" b="0" baseline="30000"/>
              <a:t>n</a:t>
            </a:r>
            <a:r>
              <a:rPr lang="ru-RU" altLang="en-US" sz="2000" b="0"/>
              <a:t> </a:t>
            </a:r>
          </a:p>
          <a:p>
            <a:pPr eaLnBrk="1" hangingPunct="1">
              <a:spcBef>
                <a:spcPct val="50000"/>
              </a:spcBef>
            </a:pPr>
            <a:r>
              <a:rPr lang="en-US" altLang="en-US" sz="2000" b="0">
                <a:solidFill>
                  <a:srgbClr val="0033CC"/>
                </a:solidFill>
              </a:rPr>
              <a:t>f</a:t>
            </a:r>
            <a:r>
              <a:rPr lang="ru-RU" altLang="en-US" sz="2000" b="0">
                <a:solidFill>
                  <a:srgbClr val="0033CC"/>
                </a:solidFill>
              </a:rPr>
              <a:t>(</a:t>
            </a:r>
            <a:r>
              <a:rPr lang="en-US" altLang="en-US" sz="2000" b="0">
                <a:solidFill>
                  <a:srgbClr val="0033CC"/>
                </a:solidFill>
              </a:rPr>
              <a:t>X</a:t>
            </a:r>
            <a:r>
              <a:rPr lang="ru-RU" altLang="en-US" sz="2000" b="0">
                <a:solidFill>
                  <a:srgbClr val="0033CC"/>
                </a:solidFill>
              </a:rPr>
              <a:t>) : </a:t>
            </a:r>
            <a:r>
              <a:rPr lang="en-US" altLang="en-US" sz="2000" b="0">
                <a:solidFill>
                  <a:srgbClr val="0033CC"/>
                </a:solidFill>
              </a:rPr>
              <a:t>B</a:t>
            </a:r>
            <a:r>
              <a:rPr lang="en-US" altLang="en-US" sz="2000" b="0" baseline="30000">
                <a:solidFill>
                  <a:srgbClr val="0033CC"/>
                </a:solidFill>
              </a:rPr>
              <a:t>n</a:t>
            </a:r>
            <a:r>
              <a:rPr lang="en-US" altLang="en-US" sz="2000" b="0">
                <a:solidFill>
                  <a:srgbClr val="0033CC"/>
                </a:solidFill>
              </a:rPr>
              <a:t> </a:t>
            </a:r>
            <a:r>
              <a:rPr lang="ru-RU" altLang="en-US" sz="2000" b="0">
                <a:solidFill>
                  <a:srgbClr val="0033CC"/>
                </a:solidFill>
                <a:sym typeface="Symbol" panose="05050102010706020507" pitchFamily="18" charset="2"/>
              </a:rPr>
              <a:t></a:t>
            </a:r>
            <a:r>
              <a:rPr lang="ru-RU" altLang="en-US" sz="2000" b="0">
                <a:solidFill>
                  <a:srgbClr val="0033CC"/>
                </a:solidFill>
              </a:rPr>
              <a:t> </a:t>
            </a:r>
            <a:r>
              <a:rPr lang="en-US" altLang="en-US" sz="2000" b="0">
                <a:solidFill>
                  <a:srgbClr val="0033CC"/>
                </a:solidFill>
              </a:rPr>
              <a:t>B</a:t>
            </a:r>
            <a:r>
              <a:rPr lang="ru-RU" altLang="en-US" sz="2000" b="0">
                <a:solidFill>
                  <a:srgbClr val="0033CC"/>
                </a:solidFill>
              </a:rPr>
              <a:t>;</a:t>
            </a:r>
            <a:r>
              <a:rPr lang="en-US" altLang="en-US" sz="2000" b="0">
                <a:solidFill>
                  <a:srgbClr val="0033CC"/>
                </a:solidFill>
              </a:rPr>
              <a:t> B={0,1}</a:t>
            </a:r>
          </a:p>
          <a:p>
            <a:pPr eaLnBrk="1" hangingPunct="1">
              <a:spcBef>
                <a:spcPct val="50000"/>
              </a:spcBef>
            </a:pPr>
            <a:r>
              <a:rPr lang="en-US" altLang="en-US" sz="2000" b="0"/>
              <a:t>x</a:t>
            </a:r>
            <a:r>
              <a:rPr lang="en-US" altLang="en-US" sz="2000" b="0" baseline="-25000"/>
              <a:t>1</a:t>
            </a:r>
            <a:r>
              <a:rPr lang="en-US" altLang="en-US" sz="2000" b="0"/>
              <a:t>,x</a:t>
            </a:r>
            <a:r>
              <a:rPr lang="en-US" altLang="en-US" sz="2000" b="0" baseline="-25000"/>
              <a:t>2</a:t>
            </a:r>
            <a:r>
              <a:rPr lang="en-US" altLang="en-US" sz="2000" b="0"/>
              <a:t> . . . are variables</a:t>
            </a:r>
          </a:p>
          <a:p>
            <a:pPr eaLnBrk="1" hangingPunct="1">
              <a:spcBef>
                <a:spcPct val="50000"/>
              </a:spcBef>
            </a:pPr>
            <a:r>
              <a:rPr lang="en-US" altLang="en-US" sz="2000" b="0"/>
              <a:t>x</a:t>
            </a:r>
            <a:r>
              <a:rPr lang="en-US" altLang="en-US" sz="2000" b="0" baseline="-25000"/>
              <a:t>1</a:t>
            </a:r>
            <a:r>
              <a:rPr lang="en-US" altLang="en-US" sz="2000" b="0"/>
              <a:t>, </a:t>
            </a:r>
            <a:r>
              <a:rPr lang="en-US" altLang="en-US" sz="2000" b="0">
                <a:sym typeface="Symbol" panose="05050102010706020507" pitchFamily="18" charset="2"/>
              </a:rPr>
              <a:t></a:t>
            </a:r>
            <a:r>
              <a:rPr lang="en-US" altLang="en-US" sz="2000" b="0"/>
              <a:t>x</a:t>
            </a:r>
            <a:r>
              <a:rPr lang="en-US" altLang="en-US" sz="2000" b="0" baseline="-25000"/>
              <a:t>1</a:t>
            </a:r>
            <a:r>
              <a:rPr lang="en-US" altLang="en-US" sz="2000" b="0"/>
              <a:t>, x</a:t>
            </a:r>
            <a:r>
              <a:rPr lang="en-US" altLang="en-US" sz="2000" b="0" baseline="-25000"/>
              <a:t>2</a:t>
            </a:r>
            <a:r>
              <a:rPr lang="en-US" altLang="en-US" sz="2000" b="0"/>
              <a:t>, </a:t>
            </a:r>
            <a:r>
              <a:rPr lang="en-US" altLang="en-US" sz="2000" b="0">
                <a:sym typeface="Symbol" panose="05050102010706020507" pitchFamily="18" charset="2"/>
              </a:rPr>
              <a:t></a:t>
            </a:r>
            <a:r>
              <a:rPr lang="en-US" altLang="en-US" sz="2000" b="0"/>
              <a:t>x</a:t>
            </a:r>
            <a:r>
              <a:rPr lang="en-US" altLang="en-US" sz="2000" b="0" baseline="-25000"/>
              <a:t>2</a:t>
            </a:r>
            <a:r>
              <a:rPr lang="en-US" altLang="en-US" sz="2000" b="0"/>
              <a:t> , . . . are literals</a:t>
            </a:r>
          </a:p>
          <a:p>
            <a:pPr eaLnBrk="1" hangingPunct="1">
              <a:spcBef>
                <a:spcPct val="50000"/>
              </a:spcBef>
            </a:pPr>
            <a:r>
              <a:rPr lang="en-US" altLang="en-US" sz="2000" b="0"/>
              <a:t>each vertex of B</a:t>
            </a:r>
            <a:r>
              <a:rPr lang="en-US" altLang="en-US" sz="2000" b="0" baseline="30000"/>
              <a:t>n</a:t>
            </a:r>
            <a:r>
              <a:rPr lang="en-US" altLang="en-US" sz="2000" b="0"/>
              <a:t> is mapped to 0 or 1</a:t>
            </a:r>
          </a:p>
          <a:p>
            <a:pPr eaLnBrk="1" hangingPunct="1"/>
            <a:r>
              <a:rPr lang="en-US" altLang="en-US" sz="2000" b="0"/>
              <a:t>the </a:t>
            </a:r>
            <a:r>
              <a:rPr lang="en-US" altLang="en-US" sz="2000" b="0">
                <a:solidFill>
                  <a:srgbClr val="0000FF"/>
                </a:solidFill>
              </a:rPr>
              <a:t>onset</a:t>
            </a:r>
            <a:r>
              <a:rPr lang="en-US" altLang="en-US" sz="2000" b="0">
                <a:solidFill>
                  <a:srgbClr val="FF0000"/>
                </a:solidFill>
              </a:rPr>
              <a:t> </a:t>
            </a:r>
            <a:r>
              <a:rPr lang="en-US" altLang="en-US" sz="2000" b="0"/>
              <a:t>of </a:t>
            </a:r>
            <a:r>
              <a:rPr lang="en-US" altLang="en-US" sz="2000" b="0" i="1"/>
              <a:t>f</a:t>
            </a:r>
            <a:r>
              <a:rPr lang="en-US" altLang="en-US" sz="2000" b="0"/>
              <a:t> is</a:t>
            </a:r>
            <a:r>
              <a:rPr lang="en-US" altLang="en-US" sz="2000" b="0">
                <a:solidFill>
                  <a:srgbClr val="FF0000"/>
                </a:solidFill>
              </a:rPr>
              <a:t> </a:t>
            </a:r>
            <a:r>
              <a:rPr lang="en-US" altLang="en-US" sz="2000" b="0"/>
              <a:t>{x|</a:t>
            </a:r>
            <a:r>
              <a:rPr lang="en-US" altLang="en-US" sz="2000" b="0" i="1"/>
              <a:t>f</a:t>
            </a:r>
            <a:r>
              <a:rPr lang="en-US" altLang="en-US" sz="2000" b="0"/>
              <a:t>(x)=1} =</a:t>
            </a:r>
            <a:r>
              <a:rPr lang="en-US" altLang="en-US" sz="2000" b="0" i="1"/>
              <a:t>f </a:t>
            </a:r>
            <a:r>
              <a:rPr lang="en-US" altLang="en-US" sz="2000" b="0" baseline="30000"/>
              <a:t>1</a:t>
            </a:r>
            <a:r>
              <a:rPr lang="en-US" altLang="en-US" sz="2000" b="0"/>
              <a:t> </a:t>
            </a:r>
          </a:p>
          <a:p>
            <a:pPr eaLnBrk="1" hangingPunct="1"/>
            <a:r>
              <a:rPr lang="en-US" altLang="en-US" sz="2000" b="0"/>
              <a:t>the </a:t>
            </a:r>
            <a:r>
              <a:rPr lang="en-US" altLang="en-US" sz="2000" b="0">
                <a:solidFill>
                  <a:srgbClr val="0000FF"/>
                </a:solidFill>
              </a:rPr>
              <a:t>offset</a:t>
            </a:r>
            <a:r>
              <a:rPr lang="en-US" altLang="en-US" sz="2000" b="0">
                <a:solidFill>
                  <a:srgbClr val="FF0000"/>
                </a:solidFill>
              </a:rPr>
              <a:t> </a:t>
            </a:r>
            <a:r>
              <a:rPr lang="en-US" altLang="en-US" sz="2000" b="0"/>
              <a:t>of </a:t>
            </a:r>
            <a:r>
              <a:rPr lang="en-US" altLang="en-US" sz="2000" b="0" i="1"/>
              <a:t>f</a:t>
            </a:r>
            <a:r>
              <a:rPr lang="en-US" altLang="en-US" sz="2000" b="0"/>
              <a:t> is</a:t>
            </a:r>
            <a:r>
              <a:rPr lang="en-US" altLang="en-US" sz="2000" b="0">
                <a:solidFill>
                  <a:srgbClr val="FF0000"/>
                </a:solidFill>
              </a:rPr>
              <a:t> </a:t>
            </a:r>
            <a:r>
              <a:rPr lang="en-US" altLang="en-US" sz="2000" b="0"/>
              <a:t>{x|</a:t>
            </a:r>
            <a:r>
              <a:rPr lang="en-US" altLang="en-US" sz="2000" b="0" i="1"/>
              <a:t>f</a:t>
            </a:r>
            <a:r>
              <a:rPr lang="en-US" altLang="en-US" sz="2000" b="0"/>
              <a:t>(x)=0} =</a:t>
            </a:r>
            <a:r>
              <a:rPr lang="en-US" altLang="en-US" sz="2000" b="0" i="1"/>
              <a:t>f </a:t>
            </a:r>
            <a:r>
              <a:rPr lang="en-US" altLang="en-US" sz="2000" b="0" baseline="30000"/>
              <a:t>0</a:t>
            </a:r>
            <a:r>
              <a:rPr lang="en-US" altLang="en-US" sz="2000" b="0"/>
              <a:t> </a:t>
            </a:r>
          </a:p>
          <a:p>
            <a:pPr eaLnBrk="1" hangingPunct="1"/>
            <a:r>
              <a:rPr lang="en-US" altLang="en-US" sz="2000" b="0"/>
              <a:t>if </a:t>
            </a:r>
            <a:r>
              <a:rPr lang="en-US" altLang="en-US" sz="2000" b="0" i="1"/>
              <a:t>f </a:t>
            </a:r>
            <a:r>
              <a:rPr lang="en-US" altLang="en-US" sz="2000" b="0" baseline="30000"/>
              <a:t>1</a:t>
            </a:r>
            <a:r>
              <a:rPr lang="en-US" altLang="en-US" sz="2000" b="0"/>
              <a:t> = B</a:t>
            </a:r>
            <a:r>
              <a:rPr lang="en-US" altLang="en-US" sz="2000" b="0" baseline="30000"/>
              <a:t>n</a:t>
            </a:r>
            <a:r>
              <a:rPr lang="en-US" altLang="en-US" sz="2000" b="0"/>
              <a:t>, </a:t>
            </a:r>
            <a:r>
              <a:rPr lang="en-US" altLang="en-US" sz="2000" b="0" i="1"/>
              <a:t>f</a:t>
            </a:r>
            <a:r>
              <a:rPr lang="en-US" altLang="en-US" sz="2000" b="0"/>
              <a:t> is the </a:t>
            </a:r>
            <a:r>
              <a:rPr lang="en-US" altLang="en-US" sz="2000" b="0">
                <a:solidFill>
                  <a:srgbClr val="0000FF"/>
                </a:solidFill>
              </a:rPr>
              <a:t>tautology</a:t>
            </a:r>
            <a:r>
              <a:rPr lang="en-US" altLang="en-US" sz="2000" b="0"/>
              <a:t>, i.e. </a:t>
            </a:r>
            <a:r>
              <a:rPr lang="en-US" altLang="en-US" sz="2000" b="0" i="1"/>
              <a:t>f</a:t>
            </a:r>
            <a:r>
              <a:rPr lang="en-US" altLang="en-US" sz="2000" b="0"/>
              <a:t> </a:t>
            </a:r>
            <a:r>
              <a:rPr lang="en-US" altLang="en-US" sz="2000" b="0">
                <a:sym typeface="Symbol" panose="05050102010706020507" pitchFamily="18" charset="2"/>
              </a:rPr>
              <a:t> 1 </a:t>
            </a:r>
          </a:p>
          <a:p>
            <a:pPr eaLnBrk="1" hangingPunct="1"/>
            <a:r>
              <a:rPr lang="en-US" altLang="en-US" sz="2000" b="0"/>
              <a:t>if </a:t>
            </a:r>
            <a:r>
              <a:rPr lang="en-US" altLang="en-US" sz="2000" b="0" i="1"/>
              <a:t>f </a:t>
            </a:r>
            <a:r>
              <a:rPr lang="en-US" altLang="en-US" sz="2000" b="0" baseline="30000"/>
              <a:t>0</a:t>
            </a:r>
            <a:r>
              <a:rPr lang="en-US" altLang="en-US" sz="2000" b="0"/>
              <a:t> = B</a:t>
            </a:r>
            <a:r>
              <a:rPr lang="en-US" altLang="en-US" sz="2000" b="0" baseline="30000"/>
              <a:t>n</a:t>
            </a:r>
            <a:r>
              <a:rPr lang="en-US" altLang="en-US" sz="2000" b="0"/>
              <a:t> (</a:t>
            </a:r>
            <a:r>
              <a:rPr lang="en-US" altLang="en-US" sz="2000" b="0" i="1"/>
              <a:t>f </a:t>
            </a:r>
            <a:r>
              <a:rPr lang="en-US" altLang="en-US" sz="2000" b="0" baseline="30000"/>
              <a:t>1</a:t>
            </a:r>
            <a:r>
              <a:rPr lang="en-US" altLang="en-US" sz="2000" b="0"/>
              <a:t> = </a:t>
            </a:r>
            <a:r>
              <a:rPr lang="en-US" altLang="en-US" sz="2000" b="0">
                <a:sym typeface="Symbol" panose="05050102010706020507" pitchFamily="18" charset="2"/>
              </a:rPr>
              <a:t>)</a:t>
            </a:r>
            <a:r>
              <a:rPr lang="en-US" altLang="en-US" sz="2000" b="0"/>
              <a:t>, </a:t>
            </a:r>
            <a:r>
              <a:rPr lang="en-US" altLang="en-US" sz="2000" b="0" i="1"/>
              <a:t>f</a:t>
            </a:r>
            <a:r>
              <a:rPr lang="en-US" altLang="en-US" sz="2000" b="0"/>
              <a:t>  is </a:t>
            </a:r>
            <a:r>
              <a:rPr lang="en-US" altLang="en-US" sz="2000" b="0">
                <a:solidFill>
                  <a:srgbClr val="0000FF"/>
                </a:solidFill>
              </a:rPr>
              <a:t>not satisfiable</a:t>
            </a:r>
          </a:p>
          <a:p>
            <a:pPr eaLnBrk="1" hangingPunct="1"/>
            <a:r>
              <a:rPr lang="en-US" altLang="en-US" sz="2000" b="0"/>
              <a:t>if f(x) = g(x) for all x </a:t>
            </a:r>
            <a:r>
              <a:rPr lang="en-US" altLang="en-US" sz="2000" b="0">
                <a:sym typeface="Symbol" panose="05050102010706020507" pitchFamily="18" charset="2"/>
              </a:rPr>
              <a:t></a:t>
            </a:r>
            <a:r>
              <a:rPr lang="en-US" altLang="en-US" sz="2000" b="0"/>
              <a:t>B</a:t>
            </a:r>
            <a:r>
              <a:rPr lang="en-US" altLang="en-US" sz="2000" b="0" baseline="30000"/>
              <a:t>n</a:t>
            </a:r>
            <a:r>
              <a:rPr lang="en-US" altLang="en-US" sz="2000" b="0"/>
              <a:t>, then f and g are</a:t>
            </a:r>
            <a:r>
              <a:rPr lang="en-US" altLang="en-US" sz="2000" b="0">
                <a:solidFill>
                  <a:srgbClr val="FF0000"/>
                </a:solidFill>
              </a:rPr>
              <a:t> </a:t>
            </a:r>
            <a:r>
              <a:rPr lang="en-US" altLang="en-US" sz="2000" b="0">
                <a:solidFill>
                  <a:srgbClr val="0000FF"/>
                </a:solidFill>
              </a:rPr>
              <a:t>equivalent</a:t>
            </a:r>
          </a:p>
          <a:p>
            <a:pPr eaLnBrk="1" hangingPunct="1"/>
            <a:r>
              <a:rPr lang="en-US" altLang="en-US" sz="2000" b="0"/>
              <a:t>Write simply </a:t>
            </a:r>
            <a:r>
              <a:rPr lang="en-US" altLang="en-US" sz="2000" b="0" i="1"/>
              <a:t>f</a:t>
            </a:r>
            <a:r>
              <a:rPr lang="en-US" altLang="en-US" sz="2000" b="0"/>
              <a:t>  instead of </a:t>
            </a:r>
            <a:r>
              <a:rPr lang="en-US" altLang="en-US" sz="2000" b="0" i="1"/>
              <a:t>f </a:t>
            </a:r>
            <a:r>
              <a:rPr lang="en-US" altLang="en-US" sz="2000" b="0" i="1" baseline="30000"/>
              <a:t>1</a:t>
            </a:r>
            <a:endParaRPr lang="en-US" altLang="en-US" sz="2000" b="0" baseline="-25000"/>
          </a:p>
        </p:txBody>
      </p:sp>
      <p:sp>
        <p:nvSpPr>
          <p:cNvPr id="4" name="Title 3">
            <a:extLst>
              <a:ext uri="{FF2B5EF4-FFF2-40B4-BE49-F238E27FC236}">
                <a16:creationId xmlns:a16="http://schemas.microsoft.com/office/drawing/2014/main" id="{9941D14B-05E3-3A7C-8806-848DC394E598}"/>
              </a:ext>
            </a:extLst>
          </p:cNvPr>
          <p:cNvSpPr>
            <a:spLocks noGrp="1"/>
          </p:cNvSpPr>
          <p:nvPr>
            <p:ph type="title"/>
          </p:nvPr>
        </p:nvSpPr>
        <p:spPr>
          <a:xfrm>
            <a:off x="0" y="183401"/>
            <a:ext cx="11612880" cy="704088"/>
          </a:xfrm>
        </p:spPr>
        <p:txBody>
          <a:bodyPr>
            <a:normAutofit/>
          </a:bodyPr>
          <a:lstStyle/>
          <a:p>
            <a:r>
              <a:rPr lang="en-US"/>
              <a:t>Representation of Boolean  Functions</a:t>
            </a:r>
            <a:endParaRPr lang="en-US" dirty="0"/>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8">
            <a:extLst>
              <a:ext uri="{FF2B5EF4-FFF2-40B4-BE49-F238E27FC236}">
                <a16:creationId xmlns:a16="http://schemas.microsoft.com/office/drawing/2014/main" id="{BE0142D6-0E51-EB23-E1C1-9C416292A25B}"/>
              </a:ext>
            </a:extLst>
          </p:cNvPr>
          <p:cNvSpPr>
            <a:spLocks noGrp="1" noChangeArrowheads="1"/>
          </p:cNvSpPr>
          <p:nvPr>
            <p:ph type="title"/>
          </p:nvPr>
        </p:nvSpPr>
        <p:spPr>
          <a:xfrm>
            <a:off x="-1" y="183402"/>
            <a:ext cx="11612880" cy="704088"/>
          </a:xfrm>
        </p:spPr>
        <p:txBody>
          <a:bodyPr>
            <a:normAutofit/>
          </a:bodyPr>
          <a:lstStyle/>
          <a:p>
            <a:r>
              <a:rPr lang="en-US" altLang="en-US"/>
              <a:t>Truth Tables (1)</a:t>
            </a:r>
            <a:endParaRPr lang="ru-RU" altLang="en-US" dirty="0"/>
          </a:p>
        </p:txBody>
      </p:sp>
      <p:sp>
        <p:nvSpPr>
          <p:cNvPr id="7191" name="Content Placeholder 10">
            <a:extLst>
              <a:ext uri="{FF2B5EF4-FFF2-40B4-BE49-F238E27FC236}">
                <a16:creationId xmlns:a16="http://schemas.microsoft.com/office/drawing/2014/main" id="{A294311B-9325-432B-A4B1-2CAF437EEE5D}"/>
              </a:ext>
            </a:extLst>
          </p:cNvPr>
          <p:cNvSpPr>
            <a:spLocks noGrp="1"/>
          </p:cNvSpPr>
          <p:nvPr>
            <p:ph type="body" sz="quarter" idx="10"/>
          </p:nvPr>
        </p:nvSpPr>
        <p:spPr>
          <a:xfrm>
            <a:off x="457200" y="1188720"/>
            <a:ext cx="11277922" cy="5185186"/>
          </a:xfrm>
        </p:spPr>
        <p:txBody>
          <a:bodyPr/>
          <a:lstStyle/>
          <a:p>
            <a:r>
              <a:rPr lang="en-US" dirty="0"/>
              <a:t>The truth table for n-variable function f(x1, x2, . . . </a:t>
            </a:r>
            <a:r>
              <a:rPr lang="en-US" dirty="0" err="1"/>
              <a:t>xn</a:t>
            </a:r>
            <a:r>
              <a:rPr lang="en-US" dirty="0"/>
              <a:t>) is a table of its values at each of 2n vertices of Bn.</a:t>
            </a:r>
            <a:endParaRPr lang="ru-RU" dirty="0"/>
          </a:p>
          <a:p>
            <a:pPr lvl="1"/>
            <a:r>
              <a:rPr lang="en-US" dirty="0"/>
              <a:t>There are 2n vertices in input space Bn (2n rows in the truth table).There are 2^2^n distinct logic functions. Each subset of vertices is a distinct logic function: f </a:t>
            </a:r>
            <a:r>
              <a:rPr lang="en-US" dirty="0">
                <a:sym typeface="Symbol" pitchFamily="18" charset="2"/>
              </a:rPr>
              <a:t></a:t>
            </a:r>
            <a:r>
              <a:rPr lang="en-US" dirty="0"/>
              <a:t> Bn Intractable for large n, but canonical (sole).</a:t>
            </a:r>
          </a:p>
          <a:p>
            <a:endParaRPr lang="en-US" dirty="0"/>
          </a:p>
          <a:p>
            <a:endParaRPr lang="en-US" dirty="0"/>
          </a:p>
          <a:p>
            <a:endParaRPr lang="en-US" dirty="0"/>
          </a:p>
          <a:p>
            <a:endParaRPr lang="en-US" dirty="0"/>
          </a:p>
          <a:p>
            <a:endParaRPr lang="en-US" dirty="0"/>
          </a:p>
          <a:p>
            <a:r>
              <a:rPr lang="en-US" dirty="0"/>
              <a:t>Canonical means if two functions are the same, canonical representation of each one is isomorphic.</a:t>
            </a:r>
            <a:endParaRPr lang="ru-RU" dirty="0"/>
          </a:p>
          <a:p>
            <a:endParaRPr lang="en-US" dirty="0"/>
          </a:p>
          <a:p>
            <a:endParaRPr lang="en-US" dirty="0"/>
          </a:p>
          <a:p>
            <a:endParaRPr lang="ru-RU" dirty="0"/>
          </a:p>
        </p:txBody>
      </p:sp>
      <p:graphicFrame>
        <p:nvGraphicFramePr>
          <p:cNvPr id="10" name="Table 9">
            <a:extLst>
              <a:ext uri="{FF2B5EF4-FFF2-40B4-BE49-F238E27FC236}">
                <a16:creationId xmlns:a16="http://schemas.microsoft.com/office/drawing/2014/main" id="{AC1AB2CB-8568-4E79-AB61-F7BBB7E1F71C}"/>
              </a:ext>
            </a:extLst>
          </p:cNvPr>
          <p:cNvGraphicFramePr>
            <a:graphicFrameLocks noGrp="1"/>
          </p:cNvGraphicFramePr>
          <p:nvPr>
            <p:extLst>
              <p:ext uri="{D42A27DB-BD31-4B8C-83A1-F6EECF244321}">
                <p14:modId xmlns:p14="http://schemas.microsoft.com/office/powerpoint/2010/main" val="1859210553"/>
              </p:ext>
            </p:extLst>
          </p:nvPr>
        </p:nvGraphicFramePr>
        <p:xfrm>
          <a:off x="3105829" y="3002089"/>
          <a:ext cx="5112886" cy="2590670"/>
        </p:xfrm>
        <a:graphic>
          <a:graphicData uri="http://schemas.openxmlformats.org/drawingml/2006/table">
            <a:tbl>
              <a:tblPr firstRow="1" bandRow="1">
                <a:tableStyleId>{5C22544A-7EE6-4342-B048-85BDC9FD1C3A}</a:tableStyleId>
              </a:tblPr>
              <a:tblGrid>
                <a:gridCol w="2556443">
                  <a:extLst>
                    <a:ext uri="{9D8B030D-6E8A-4147-A177-3AD203B41FA5}">
                      <a16:colId xmlns:a16="http://schemas.microsoft.com/office/drawing/2014/main" val="20000"/>
                    </a:ext>
                  </a:extLst>
                </a:gridCol>
                <a:gridCol w="2556443">
                  <a:extLst>
                    <a:ext uri="{9D8B030D-6E8A-4147-A177-3AD203B41FA5}">
                      <a16:colId xmlns:a16="http://schemas.microsoft.com/office/drawing/2014/main" val="20001"/>
                    </a:ext>
                  </a:extLst>
                </a:gridCol>
              </a:tblGrid>
              <a:tr h="377539">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bg1"/>
                          </a:solidFill>
                          <a:effectLst/>
                          <a:latin typeface="Arial" charset="0"/>
                          <a:cs typeface="Arial" charset="0"/>
                        </a:rPr>
                        <a:t>x</a:t>
                      </a:r>
                      <a:r>
                        <a:rPr kumimoji="0" lang="en-US" sz="2000" b="0" i="0" u="none" strike="noStrike" cap="none" normalizeH="0" baseline="-30000" dirty="0">
                          <a:ln>
                            <a:noFill/>
                          </a:ln>
                          <a:solidFill>
                            <a:schemeClr val="bg1"/>
                          </a:solidFill>
                          <a:effectLst/>
                          <a:latin typeface="Arial" charset="0"/>
                          <a:cs typeface="Arial" charset="0"/>
                        </a:rPr>
                        <a:t>1</a:t>
                      </a:r>
                      <a:r>
                        <a:rPr kumimoji="0" lang="en-US" sz="2000" b="0" i="0" u="none" strike="noStrike" cap="none" normalizeH="0" baseline="0" dirty="0">
                          <a:ln>
                            <a:noFill/>
                          </a:ln>
                          <a:solidFill>
                            <a:schemeClr val="bg1"/>
                          </a:solidFill>
                          <a:effectLst/>
                          <a:latin typeface="Arial" charset="0"/>
                          <a:cs typeface="Arial" charset="0"/>
                        </a:rPr>
                        <a:t>x</a:t>
                      </a:r>
                      <a:r>
                        <a:rPr kumimoji="0" lang="en-US" sz="2000" b="0" i="0" u="none" strike="noStrike" cap="none" normalizeH="0" baseline="-30000" dirty="0">
                          <a:ln>
                            <a:noFill/>
                          </a:ln>
                          <a:solidFill>
                            <a:schemeClr val="bg1"/>
                          </a:solidFill>
                          <a:effectLst/>
                          <a:latin typeface="Arial" charset="0"/>
                          <a:cs typeface="Arial" charset="0"/>
                        </a:rPr>
                        <a:t>2</a:t>
                      </a:r>
                      <a:r>
                        <a:rPr kumimoji="0" lang="en-US" sz="2000" b="0" i="0" u="none" strike="noStrike" cap="none" normalizeH="0" baseline="0" dirty="0">
                          <a:ln>
                            <a:noFill/>
                          </a:ln>
                          <a:solidFill>
                            <a:schemeClr val="bg1"/>
                          </a:solidFill>
                          <a:effectLst/>
                          <a:latin typeface="Arial" charset="0"/>
                          <a:cs typeface="Arial" charset="0"/>
                        </a:rPr>
                        <a:t> . . .  x</a:t>
                      </a:r>
                      <a:r>
                        <a:rPr kumimoji="0" lang="en-US" sz="2000" b="0" i="0" u="none" strike="noStrike" cap="none" normalizeH="0" baseline="-30000" dirty="0">
                          <a:ln>
                            <a:noFill/>
                          </a:ln>
                          <a:solidFill>
                            <a:schemeClr val="bg1"/>
                          </a:solidFill>
                          <a:effectLst/>
                          <a:latin typeface="Arial" charset="0"/>
                          <a:cs typeface="Arial" charset="0"/>
                        </a:rPr>
                        <a:t>n</a:t>
                      </a:r>
                      <a:endParaRPr kumimoji="0" lang="en-US" sz="2000" b="0" i="0" u="none" strike="noStrike" cap="none" normalizeH="0" baseline="0" dirty="0">
                        <a:ln>
                          <a:noFill/>
                        </a:ln>
                        <a:solidFill>
                          <a:schemeClr val="bg1"/>
                        </a:solidFill>
                        <a:effectLst/>
                        <a:latin typeface="Arial" charset="0"/>
                        <a:cs typeface="Arial" charset="0"/>
                      </a:endParaRPr>
                    </a:p>
                  </a:txBody>
                  <a:tcPr marL="209162" marR="209162" marT="45707" marB="45707"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bg1"/>
                          </a:solidFill>
                          <a:effectLst/>
                          <a:latin typeface="Arial" charset="0"/>
                          <a:cs typeface="Arial" charset="0"/>
                        </a:rPr>
                        <a:t>f(x</a:t>
                      </a:r>
                      <a:r>
                        <a:rPr kumimoji="0" lang="en-US" sz="2000" b="0" i="0" u="none" strike="noStrike" cap="none" normalizeH="0" baseline="-30000" dirty="0">
                          <a:ln>
                            <a:noFill/>
                          </a:ln>
                          <a:solidFill>
                            <a:schemeClr val="bg1"/>
                          </a:solidFill>
                          <a:effectLst/>
                          <a:latin typeface="Arial" charset="0"/>
                          <a:cs typeface="Arial" charset="0"/>
                        </a:rPr>
                        <a:t>1</a:t>
                      </a:r>
                      <a:r>
                        <a:rPr kumimoji="0" lang="en-US" sz="2000" b="0" i="0" u="none" strike="noStrike" cap="none" normalizeH="0" baseline="0" dirty="0">
                          <a:ln>
                            <a:noFill/>
                          </a:ln>
                          <a:solidFill>
                            <a:schemeClr val="bg1"/>
                          </a:solidFill>
                          <a:effectLst/>
                          <a:latin typeface="Arial" charset="0"/>
                          <a:cs typeface="Arial" charset="0"/>
                        </a:rPr>
                        <a:t>,x</a:t>
                      </a:r>
                      <a:r>
                        <a:rPr kumimoji="0" lang="en-US" sz="2000" b="0" i="0" u="none" strike="noStrike" cap="none" normalizeH="0" baseline="-30000" dirty="0">
                          <a:ln>
                            <a:noFill/>
                          </a:ln>
                          <a:solidFill>
                            <a:schemeClr val="bg1"/>
                          </a:solidFill>
                          <a:effectLst/>
                          <a:latin typeface="Arial" charset="0"/>
                          <a:cs typeface="Arial" charset="0"/>
                        </a:rPr>
                        <a:t>2</a:t>
                      </a:r>
                      <a:r>
                        <a:rPr kumimoji="0" lang="en-US" sz="2000" b="0" i="0" u="none" strike="noStrike" cap="none" normalizeH="0" baseline="0" dirty="0">
                          <a:ln>
                            <a:noFill/>
                          </a:ln>
                          <a:solidFill>
                            <a:schemeClr val="bg1"/>
                          </a:solidFill>
                          <a:effectLst/>
                          <a:latin typeface="Arial" charset="0"/>
                          <a:cs typeface="Arial" charset="0"/>
                        </a:rPr>
                        <a:t>, . . . x</a:t>
                      </a:r>
                      <a:r>
                        <a:rPr kumimoji="0" lang="en-US" sz="2000" b="0" i="0" u="none" strike="noStrike" cap="none" normalizeH="0" baseline="-30000" dirty="0">
                          <a:ln>
                            <a:noFill/>
                          </a:ln>
                          <a:solidFill>
                            <a:schemeClr val="bg1"/>
                          </a:solidFill>
                          <a:effectLst/>
                          <a:latin typeface="Arial" charset="0"/>
                          <a:cs typeface="Arial" charset="0"/>
                        </a:rPr>
                        <a:t>n</a:t>
                      </a:r>
                      <a:r>
                        <a:rPr kumimoji="0" lang="en-US" sz="2000" b="0" i="0" u="none" strike="noStrike" cap="none" normalizeH="0" baseline="0" dirty="0">
                          <a:ln>
                            <a:noFill/>
                          </a:ln>
                          <a:solidFill>
                            <a:schemeClr val="bg1"/>
                          </a:solidFill>
                          <a:effectLst/>
                          <a:latin typeface="Arial" charset="0"/>
                          <a:cs typeface="Arial" charset="0"/>
                        </a:rPr>
                        <a:t>)</a:t>
                      </a:r>
                    </a:p>
                  </a:txBody>
                  <a:tcPr marL="209162" marR="209162" marT="45707" marB="45707" horzOverflow="overflow"/>
                </a:tc>
                <a:extLst>
                  <a:ext uri="{0D108BD9-81ED-4DB2-BD59-A6C34878D82A}">
                    <a16:rowId xmlns:a16="http://schemas.microsoft.com/office/drawing/2014/main" val="10000"/>
                  </a:ext>
                </a:extLst>
              </a:tr>
              <a:tr h="377539">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000" b="0" i="0" u="none" strike="noStrike" cap="none" normalizeH="0" baseline="0">
                          <a:ln>
                            <a:noFill/>
                          </a:ln>
                          <a:solidFill>
                            <a:schemeClr val="tx1"/>
                          </a:solidFill>
                          <a:effectLst/>
                          <a:latin typeface="Arial" charset="0"/>
                          <a:cs typeface="Arial" charset="0"/>
                        </a:rPr>
                        <a:t>0 0  . . . 0 0</a:t>
                      </a:r>
                    </a:p>
                  </a:txBody>
                  <a:tcPr marL="209162" marR="209162" marT="45707" marB="45707"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000" b="0" i="0" u="none" strike="noStrike" cap="none" normalizeH="0" baseline="0" dirty="0">
                          <a:ln>
                            <a:noFill/>
                          </a:ln>
                          <a:solidFill>
                            <a:schemeClr val="tx1"/>
                          </a:solidFill>
                          <a:effectLst/>
                          <a:latin typeface="Arial" charset="0"/>
                          <a:cs typeface="Arial" charset="0"/>
                        </a:rPr>
                        <a:t>0</a:t>
                      </a:r>
                    </a:p>
                  </a:txBody>
                  <a:tcPr marL="209162" marR="209162" marT="45707" marB="45707" horzOverflow="overflow"/>
                </a:tc>
                <a:extLst>
                  <a:ext uri="{0D108BD9-81ED-4DB2-BD59-A6C34878D82A}">
                    <a16:rowId xmlns:a16="http://schemas.microsoft.com/office/drawing/2014/main" val="10001"/>
                  </a:ext>
                </a:extLst>
              </a:tr>
              <a:tr h="377539">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000" b="0" i="0" u="none" strike="noStrike" cap="none" normalizeH="0" baseline="0">
                          <a:ln>
                            <a:noFill/>
                          </a:ln>
                          <a:solidFill>
                            <a:schemeClr val="tx1"/>
                          </a:solidFill>
                          <a:effectLst/>
                          <a:latin typeface="Arial" charset="0"/>
                          <a:cs typeface="Arial" charset="0"/>
                        </a:rPr>
                        <a:t>0 0  . . . 0 1</a:t>
                      </a:r>
                    </a:p>
                  </a:txBody>
                  <a:tcPr marL="209162" marR="209162" marT="45707" marB="45707"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000" b="0" i="0" u="none" strike="noStrike" cap="none" normalizeH="0" baseline="0" dirty="0">
                          <a:ln>
                            <a:noFill/>
                          </a:ln>
                          <a:solidFill>
                            <a:schemeClr val="tx1"/>
                          </a:solidFill>
                          <a:effectLst/>
                          <a:latin typeface="Arial" charset="0"/>
                          <a:cs typeface="Arial" charset="0"/>
                        </a:rPr>
                        <a:t>1</a:t>
                      </a:r>
                    </a:p>
                  </a:txBody>
                  <a:tcPr marL="209162" marR="209162" marT="45707" marB="45707" horzOverflow="overflow"/>
                </a:tc>
                <a:extLst>
                  <a:ext uri="{0D108BD9-81ED-4DB2-BD59-A6C34878D82A}">
                    <a16:rowId xmlns:a16="http://schemas.microsoft.com/office/drawing/2014/main" val="10002"/>
                  </a:ext>
                </a:extLst>
              </a:tr>
              <a:tr h="958406">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000" b="0" i="0" u="none" strike="noStrike" cap="none" normalizeH="0" baseline="0" dirty="0">
                          <a:ln>
                            <a:noFill/>
                          </a:ln>
                          <a:solidFill>
                            <a:schemeClr val="tx1"/>
                          </a:solidFill>
                          <a:effectLst/>
                          <a:latin typeface="Arial" charset="0"/>
                          <a:cs typeface="Arial" charset="0"/>
                        </a:rPr>
                        <a:t>.</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ru-RU" sz="2000" b="0" i="0" u="none" strike="noStrike" cap="none" normalizeH="0" baseline="0" dirty="0">
                          <a:ln>
                            <a:noFill/>
                          </a:ln>
                          <a:solidFill>
                            <a:schemeClr val="tx1"/>
                          </a:solidFill>
                          <a:effectLst/>
                          <a:latin typeface="Arial" charset="0"/>
                          <a:cs typeface="Arial" charset="0"/>
                        </a:rPr>
                        <a:t>.</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ru-RU" sz="2000" b="0" i="0" u="none" strike="noStrike" cap="none" normalizeH="0" baseline="0" dirty="0">
                          <a:ln>
                            <a:noFill/>
                          </a:ln>
                          <a:solidFill>
                            <a:schemeClr val="tx1"/>
                          </a:solidFill>
                          <a:effectLst/>
                          <a:latin typeface="Arial" charset="0"/>
                          <a:cs typeface="Arial" charset="0"/>
                        </a:rPr>
                        <a:t>.</a:t>
                      </a:r>
                    </a:p>
                  </a:txBody>
                  <a:tcPr marL="209162" marR="209162" marT="45707" marB="45707"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000" b="0" i="0" u="none" strike="noStrike" cap="none" normalizeH="0" baseline="0" dirty="0">
                          <a:ln>
                            <a:noFill/>
                          </a:ln>
                          <a:solidFill>
                            <a:schemeClr val="tx1"/>
                          </a:solidFill>
                          <a:effectLst/>
                          <a:latin typeface="Arial" charset="0"/>
                          <a:cs typeface="Arial" charset="0"/>
                        </a:rPr>
                        <a:t>.</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ru-RU" sz="2000" b="0" i="0" u="none" strike="noStrike" cap="none" normalizeH="0" baseline="0" dirty="0">
                          <a:ln>
                            <a:noFill/>
                          </a:ln>
                          <a:solidFill>
                            <a:schemeClr val="tx1"/>
                          </a:solidFill>
                          <a:effectLst/>
                          <a:latin typeface="Arial" charset="0"/>
                          <a:cs typeface="Arial" charset="0"/>
                        </a:rPr>
                        <a:t>.</a:t>
                      </a: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ru-RU" sz="2000" b="0" i="0" u="none" strike="noStrike" cap="none" normalizeH="0" baseline="0" dirty="0">
                          <a:ln>
                            <a:noFill/>
                          </a:ln>
                          <a:solidFill>
                            <a:schemeClr val="tx1"/>
                          </a:solidFill>
                          <a:effectLst/>
                          <a:latin typeface="Arial" charset="0"/>
                          <a:cs typeface="Arial" charset="0"/>
                        </a:rPr>
                        <a:t>.</a:t>
                      </a:r>
                    </a:p>
                  </a:txBody>
                  <a:tcPr marL="209162" marR="209162" marT="45707" marB="45707" horzOverflow="overflow"/>
                </a:tc>
                <a:extLst>
                  <a:ext uri="{0D108BD9-81ED-4DB2-BD59-A6C34878D82A}">
                    <a16:rowId xmlns:a16="http://schemas.microsoft.com/office/drawing/2014/main" val="10003"/>
                  </a:ext>
                </a:extLst>
              </a:tr>
              <a:tr h="377539">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000" b="0" i="0" u="none" strike="noStrike" cap="none" normalizeH="0" baseline="0">
                          <a:ln>
                            <a:noFill/>
                          </a:ln>
                          <a:solidFill>
                            <a:schemeClr val="tx1"/>
                          </a:solidFill>
                          <a:effectLst/>
                          <a:latin typeface="Arial" charset="0"/>
                          <a:cs typeface="Arial" charset="0"/>
                        </a:rPr>
                        <a:t>1 1  . . . 1 1</a:t>
                      </a:r>
                    </a:p>
                  </a:txBody>
                  <a:tcPr marL="209162" marR="209162" marT="45707" marB="45707"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000" b="0" i="0" u="none" strike="noStrike" cap="none" normalizeH="0" baseline="0" dirty="0">
                          <a:ln>
                            <a:noFill/>
                          </a:ln>
                          <a:solidFill>
                            <a:schemeClr val="tx1"/>
                          </a:solidFill>
                          <a:effectLst/>
                          <a:latin typeface="Arial" charset="0"/>
                          <a:cs typeface="Arial" charset="0"/>
                        </a:rPr>
                        <a:t>1</a:t>
                      </a:r>
                    </a:p>
                  </a:txBody>
                  <a:tcPr marL="209162" marR="209162" marT="45707" marB="45707" horzOverflow="overflow"/>
                </a:tc>
                <a:extLst>
                  <a:ext uri="{0D108BD9-81ED-4DB2-BD59-A6C34878D82A}">
                    <a16:rowId xmlns:a16="http://schemas.microsoft.com/office/drawing/2014/main" val="10004"/>
                  </a:ext>
                </a:extLst>
              </a:tr>
            </a:tbl>
          </a:graphicData>
        </a:graphic>
      </p:graphicFrame>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68" name="Title 38">
            <a:extLst>
              <a:ext uri="{FF2B5EF4-FFF2-40B4-BE49-F238E27FC236}">
                <a16:creationId xmlns:a16="http://schemas.microsoft.com/office/drawing/2014/main" id="{FE508F38-5666-24E7-D838-7F03F40351D3}"/>
              </a:ext>
            </a:extLst>
          </p:cNvPr>
          <p:cNvSpPr>
            <a:spLocks noGrp="1" noChangeArrowheads="1"/>
          </p:cNvSpPr>
          <p:nvPr>
            <p:ph type="title"/>
          </p:nvPr>
        </p:nvSpPr>
        <p:spPr/>
        <p:txBody>
          <a:bodyPr>
            <a:normAutofit/>
          </a:bodyPr>
          <a:lstStyle/>
          <a:p>
            <a:r>
              <a:rPr lang="en-US" altLang="en-US"/>
              <a:t>Truth Tables (2)</a:t>
            </a:r>
            <a:endParaRPr lang="ru-RU" altLang="en-US" dirty="0"/>
          </a:p>
        </p:txBody>
      </p:sp>
      <p:sp>
        <p:nvSpPr>
          <p:cNvPr id="18434" name="Content Placeholder 42">
            <a:extLst>
              <a:ext uri="{FF2B5EF4-FFF2-40B4-BE49-F238E27FC236}">
                <a16:creationId xmlns:a16="http://schemas.microsoft.com/office/drawing/2014/main" id="{DC7CD00E-D369-9BCB-AEAE-5463FAB21C9B}"/>
              </a:ext>
            </a:extLst>
          </p:cNvPr>
          <p:cNvSpPr>
            <a:spLocks noGrp="1" noChangeArrowheads="1"/>
          </p:cNvSpPr>
          <p:nvPr>
            <p:ph type="body" sz="quarter" idx="10"/>
          </p:nvPr>
        </p:nvSpPr>
        <p:spPr/>
        <p:txBody>
          <a:bodyPr/>
          <a:lstStyle/>
          <a:p>
            <a:pPr>
              <a:buFont typeface="Wingdings" panose="05000000000000000000" pitchFamily="2" charset="2"/>
              <a:buNone/>
            </a:pPr>
            <a:endParaRPr lang="en-US" altLang="en-US"/>
          </a:p>
          <a:p>
            <a:pPr>
              <a:buFont typeface="Wingdings" panose="05000000000000000000" pitchFamily="2" charset="2"/>
              <a:buNone/>
            </a:pPr>
            <a:endParaRPr lang="en-US" altLang="en-US"/>
          </a:p>
          <a:p>
            <a:pPr>
              <a:buFont typeface="Wingdings" panose="05000000000000000000" pitchFamily="2" charset="2"/>
              <a:buNone/>
            </a:pPr>
            <a:endParaRPr lang="en-US" altLang="en-US"/>
          </a:p>
          <a:p>
            <a:pPr>
              <a:buFont typeface="Wingdings" panose="05000000000000000000" pitchFamily="2" charset="2"/>
              <a:buNone/>
            </a:pPr>
            <a:endParaRPr lang="en-US" altLang="en-US"/>
          </a:p>
          <a:p>
            <a:pPr>
              <a:buFont typeface="Wingdings" panose="05000000000000000000" pitchFamily="2" charset="2"/>
              <a:buNone/>
            </a:pPr>
            <a:endParaRPr lang="en-US" altLang="en-US"/>
          </a:p>
          <a:p>
            <a:pPr>
              <a:buFont typeface="Wingdings" panose="05000000000000000000" pitchFamily="2" charset="2"/>
              <a:buNone/>
            </a:pPr>
            <a:endParaRPr lang="en-US" altLang="en-US"/>
          </a:p>
          <a:p>
            <a:pPr>
              <a:buFont typeface="Wingdings" panose="05000000000000000000" pitchFamily="2" charset="2"/>
              <a:buNone/>
            </a:pPr>
            <a:r>
              <a:rPr lang="en-US" altLang="en-US"/>
              <a:t>                                  y = f(x</a:t>
            </a:r>
            <a:r>
              <a:rPr lang="en-US" altLang="en-US" baseline="-25000"/>
              <a:t>1</a:t>
            </a:r>
            <a:r>
              <a:rPr lang="en-US" altLang="en-US"/>
              <a:t>,x</a:t>
            </a:r>
            <a:r>
              <a:rPr lang="en-US" altLang="en-US" baseline="-25000"/>
              <a:t>2</a:t>
            </a:r>
            <a:r>
              <a:rPr lang="en-US" altLang="en-US"/>
              <a:t>,x</a:t>
            </a:r>
            <a:r>
              <a:rPr lang="en-US" altLang="en-US" baseline="-25000"/>
              <a:t>3</a:t>
            </a:r>
            <a:r>
              <a:rPr lang="en-US" altLang="en-US"/>
              <a:t>) = x</a:t>
            </a:r>
            <a:r>
              <a:rPr lang="en-US" altLang="en-US" baseline="-25000"/>
              <a:t>3 </a:t>
            </a:r>
            <a:r>
              <a:rPr lang="en-US" altLang="en-US"/>
              <a:t>  (2-cube)</a:t>
            </a:r>
            <a:endParaRPr lang="ru-RU" altLang="en-US"/>
          </a:p>
          <a:p>
            <a:pPr>
              <a:buFont typeface="Wingdings" panose="05000000000000000000" pitchFamily="2" charset="2"/>
              <a:buNone/>
            </a:pPr>
            <a:endParaRPr lang="ru-RU" altLang="en-US"/>
          </a:p>
        </p:txBody>
      </p:sp>
      <p:grpSp>
        <p:nvGrpSpPr>
          <p:cNvPr id="18435" name="Group 35">
            <a:extLst>
              <a:ext uri="{FF2B5EF4-FFF2-40B4-BE49-F238E27FC236}">
                <a16:creationId xmlns:a16="http://schemas.microsoft.com/office/drawing/2014/main" id="{5F7BDA06-9D16-F854-A7E8-D046D2FB65FA}"/>
              </a:ext>
            </a:extLst>
          </p:cNvPr>
          <p:cNvGrpSpPr>
            <a:grpSpLocks/>
          </p:cNvGrpSpPr>
          <p:nvPr/>
        </p:nvGrpSpPr>
        <p:grpSpPr bwMode="auto">
          <a:xfrm>
            <a:off x="6100763" y="1895475"/>
            <a:ext cx="3365500" cy="2438400"/>
            <a:chOff x="4576763" y="1844675"/>
            <a:chExt cx="3365500" cy="2438400"/>
          </a:xfrm>
        </p:grpSpPr>
        <p:sp>
          <p:nvSpPr>
            <p:cNvPr id="18469" name="Text Box 39">
              <a:extLst>
                <a:ext uri="{FF2B5EF4-FFF2-40B4-BE49-F238E27FC236}">
                  <a16:creationId xmlns:a16="http://schemas.microsoft.com/office/drawing/2014/main" id="{989744AF-E3DB-D092-F29D-9838CFF4436F}"/>
                </a:ext>
              </a:extLst>
            </p:cNvPr>
            <p:cNvSpPr txBox="1">
              <a:spLocks noChangeArrowheads="1"/>
            </p:cNvSpPr>
            <p:nvPr/>
          </p:nvSpPr>
          <p:spPr bwMode="auto">
            <a:xfrm>
              <a:off x="5765800" y="1844675"/>
              <a:ext cx="5762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t>x</a:t>
              </a:r>
              <a:r>
                <a:rPr lang="en-US" altLang="en-US" b="0" baseline="-25000"/>
                <a:t>1</a:t>
              </a:r>
              <a:endParaRPr lang="ru-RU" altLang="en-US" b="0"/>
            </a:p>
          </p:txBody>
        </p:sp>
        <p:sp>
          <p:nvSpPr>
            <p:cNvPr id="18470" name="Text Box 40">
              <a:extLst>
                <a:ext uri="{FF2B5EF4-FFF2-40B4-BE49-F238E27FC236}">
                  <a16:creationId xmlns:a16="http://schemas.microsoft.com/office/drawing/2014/main" id="{26D902D8-54E5-D246-7730-02AA36F0571C}"/>
                </a:ext>
              </a:extLst>
            </p:cNvPr>
            <p:cNvSpPr txBox="1">
              <a:spLocks noChangeArrowheads="1"/>
            </p:cNvSpPr>
            <p:nvPr/>
          </p:nvSpPr>
          <p:spPr bwMode="auto">
            <a:xfrm>
              <a:off x="4576763" y="3825875"/>
              <a:ext cx="5762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t>x</a:t>
              </a:r>
              <a:r>
                <a:rPr lang="en-US" altLang="en-US" b="0" baseline="-25000"/>
                <a:t>3</a:t>
              </a:r>
              <a:endParaRPr lang="ru-RU" altLang="en-US" b="0"/>
            </a:p>
          </p:txBody>
        </p:sp>
        <p:sp>
          <p:nvSpPr>
            <p:cNvPr id="18471" name="Line 41">
              <a:extLst>
                <a:ext uri="{FF2B5EF4-FFF2-40B4-BE49-F238E27FC236}">
                  <a16:creationId xmlns:a16="http://schemas.microsoft.com/office/drawing/2014/main" id="{1342D7FC-C34D-E748-E980-ABB76B4FC77D}"/>
                </a:ext>
              </a:extLst>
            </p:cNvPr>
            <p:cNvSpPr>
              <a:spLocks noChangeShapeType="1"/>
            </p:cNvSpPr>
            <p:nvPr/>
          </p:nvSpPr>
          <p:spPr bwMode="auto">
            <a:xfrm flipV="1">
              <a:off x="5753100" y="1984375"/>
              <a:ext cx="0" cy="15113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8472" name="AutoShape 42">
              <a:extLst>
                <a:ext uri="{FF2B5EF4-FFF2-40B4-BE49-F238E27FC236}">
                  <a16:creationId xmlns:a16="http://schemas.microsoft.com/office/drawing/2014/main" id="{3159CE26-8122-2A36-D496-1AD5F390CF0A}"/>
                </a:ext>
              </a:extLst>
            </p:cNvPr>
            <p:cNvSpPr>
              <a:spLocks noChangeArrowheads="1"/>
            </p:cNvSpPr>
            <p:nvPr/>
          </p:nvSpPr>
          <p:spPr bwMode="auto">
            <a:xfrm>
              <a:off x="5437188" y="2568575"/>
              <a:ext cx="1214437" cy="1214438"/>
            </a:xfrm>
            <a:prstGeom prst="cube">
              <a:avLst>
                <a:gd name="adj"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18473" name="Oval 43">
              <a:extLst>
                <a:ext uri="{FF2B5EF4-FFF2-40B4-BE49-F238E27FC236}">
                  <a16:creationId xmlns:a16="http://schemas.microsoft.com/office/drawing/2014/main" id="{F28FAD98-4BBE-523B-E021-AA5EC470CD11}"/>
                </a:ext>
              </a:extLst>
            </p:cNvPr>
            <p:cNvSpPr>
              <a:spLocks noChangeArrowheads="1"/>
            </p:cNvSpPr>
            <p:nvPr/>
          </p:nvSpPr>
          <p:spPr bwMode="auto">
            <a:xfrm>
              <a:off x="5337175" y="2778125"/>
              <a:ext cx="193675" cy="193675"/>
            </a:xfrm>
            <a:prstGeom prst="ellipse">
              <a:avLst/>
            </a:prstGeom>
            <a:solidFill>
              <a:srgbClr val="CC3300"/>
            </a:solidFill>
            <a:ln w="95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solidFill>
                  <a:srgbClr val="CC3300"/>
                </a:solidFill>
              </a:endParaRPr>
            </a:p>
          </p:txBody>
        </p:sp>
        <p:sp>
          <p:nvSpPr>
            <p:cNvPr id="18474" name="Line 44">
              <a:extLst>
                <a:ext uri="{FF2B5EF4-FFF2-40B4-BE49-F238E27FC236}">
                  <a16:creationId xmlns:a16="http://schemas.microsoft.com/office/drawing/2014/main" id="{B2790C7A-ADE2-7128-4FC7-2685716D7E91}"/>
                </a:ext>
              </a:extLst>
            </p:cNvPr>
            <p:cNvSpPr>
              <a:spLocks noChangeShapeType="1"/>
            </p:cNvSpPr>
            <p:nvPr/>
          </p:nvSpPr>
          <p:spPr bwMode="auto">
            <a:xfrm>
              <a:off x="5537200" y="2871788"/>
              <a:ext cx="7207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75" name="Oval 45">
              <a:extLst>
                <a:ext uri="{FF2B5EF4-FFF2-40B4-BE49-F238E27FC236}">
                  <a16:creationId xmlns:a16="http://schemas.microsoft.com/office/drawing/2014/main" id="{7B1F6BDA-35F5-5227-B89E-64B8B6558FEF}"/>
                </a:ext>
              </a:extLst>
            </p:cNvPr>
            <p:cNvSpPr>
              <a:spLocks noChangeArrowheads="1"/>
            </p:cNvSpPr>
            <p:nvPr/>
          </p:nvSpPr>
          <p:spPr bwMode="auto">
            <a:xfrm>
              <a:off x="6251575" y="2778125"/>
              <a:ext cx="193675" cy="193675"/>
            </a:xfrm>
            <a:prstGeom prst="ellipse">
              <a:avLst/>
            </a:prstGeom>
            <a:solidFill>
              <a:srgbClr val="CC3300"/>
            </a:solidFill>
            <a:ln w="95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solidFill>
                  <a:srgbClr val="CC3300"/>
                </a:solidFill>
              </a:endParaRPr>
            </a:p>
          </p:txBody>
        </p:sp>
        <p:sp>
          <p:nvSpPr>
            <p:cNvPr id="18476" name="Oval 46">
              <a:extLst>
                <a:ext uri="{FF2B5EF4-FFF2-40B4-BE49-F238E27FC236}">
                  <a16:creationId xmlns:a16="http://schemas.microsoft.com/office/drawing/2014/main" id="{C69BAB30-5F90-E82A-5E83-DA63AA5A3C17}"/>
                </a:ext>
              </a:extLst>
            </p:cNvPr>
            <p:cNvSpPr>
              <a:spLocks noChangeArrowheads="1"/>
            </p:cNvSpPr>
            <p:nvPr/>
          </p:nvSpPr>
          <p:spPr bwMode="auto">
            <a:xfrm>
              <a:off x="5668963" y="2487613"/>
              <a:ext cx="193675" cy="193675"/>
            </a:xfrm>
            <a:prstGeom prst="ellipse">
              <a:avLst/>
            </a:prstGeom>
            <a:solidFill>
              <a:srgbClr val="0000FF"/>
            </a:solidFill>
            <a:ln w="95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18477" name="Oval 47">
              <a:extLst>
                <a:ext uri="{FF2B5EF4-FFF2-40B4-BE49-F238E27FC236}">
                  <a16:creationId xmlns:a16="http://schemas.microsoft.com/office/drawing/2014/main" id="{2E0FA3CF-C970-80CF-9F5A-E0DE89B2AB19}"/>
                </a:ext>
              </a:extLst>
            </p:cNvPr>
            <p:cNvSpPr>
              <a:spLocks noChangeArrowheads="1"/>
            </p:cNvSpPr>
            <p:nvPr/>
          </p:nvSpPr>
          <p:spPr bwMode="auto">
            <a:xfrm>
              <a:off x="6569075" y="2487613"/>
              <a:ext cx="193675" cy="193675"/>
            </a:xfrm>
            <a:prstGeom prst="ellipse">
              <a:avLst/>
            </a:prstGeom>
            <a:solidFill>
              <a:srgbClr val="0000FF"/>
            </a:solidFill>
            <a:ln w="95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18478" name="Line 48">
              <a:extLst>
                <a:ext uri="{FF2B5EF4-FFF2-40B4-BE49-F238E27FC236}">
                  <a16:creationId xmlns:a16="http://schemas.microsoft.com/office/drawing/2014/main" id="{B3D21DAD-0238-2AD7-A351-90B81D8CEEEE}"/>
                </a:ext>
              </a:extLst>
            </p:cNvPr>
            <p:cNvSpPr>
              <a:spLocks noChangeShapeType="1"/>
            </p:cNvSpPr>
            <p:nvPr/>
          </p:nvSpPr>
          <p:spPr bwMode="auto">
            <a:xfrm>
              <a:off x="5765800" y="2667000"/>
              <a:ext cx="0" cy="7191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79" name="Line 49">
              <a:extLst>
                <a:ext uri="{FF2B5EF4-FFF2-40B4-BE49-F238E27FC236}">
                  <a16:creationId xmlns:a16="http://schemas.microsoft.com/office/drawing/2014/main" id="{9471AC70-FE2F-82DC-BF48-4838D1CF8E11}"/>
                </a:ext>
              </a:extLst>
            </p:cNvPr>
            <p:cNvSpPr>
              <a:spLocks noChangeShapeType="1"/>
            </p:cNvSpPr>
            <p:nvPr/>
          </p:nvSpPr>
          <p:spPr bwMode="auto">
            <a:xfrm flipH="1">
              <a:off x="5005388" y="3540125"/>
              <a:ext cx="719137" cy="576263"/>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grpSp>
          <p:nvGrpSpPr>
            <p:cNvPr id="18480" name="Group 50">
              <a:extLst>
                <a:ext uri="{FF2B5EF4-FFF2-40B4-BE49-F238E27FC236}">
                  <a16:creationId xmlns:a16="http://schemas.microsoft.com/office/drawing/2014/main" id="{D9F1BBE3-4513-82D6-B94F-4789FD702243}"/>
                </a:ext>
              </a:extLst>
            </p:cNvPr>
            <p:cNvGrpSpPr>
              <a:grpSpLocks/>
            </p:cNvGrpSpPr>
            <p:nvPr/>
          </p:nvGrpSpPr>
          <p:grpSpPr bwMode="auto">
            <a:xfrm>
              <a:off x="5329238" y="3698875"/>
              <a:ext cx="1108075" cy="193675"/>
              <a:chOff x="1130" y="1557"/>
              <a:chExt cx="698" cy="122"/>
            </a:xfrm>
          </p:grpSpPr>
          <p:sp>
            <p:nvSpPr>
              <p:cNvPr id="18494" name="Oval 51">
                <a:extLst>
                  <a:ext uri="{FF2B5EF4-FFF2-40B4-BE49-F238E27FC236}">
                    <a16:creationId xmlns:a16="http://schemas.microsoft.com/office/drawing/2014/main" id="{8E3625A2-5E58-B87B-DC84-FCDE0C78E3A8}"/>
                  </a:ext>
                </a:extLst>
              </p:cNvPr>
              <p:cNvSpPr>
                <a:spLocks noChangeArrowheads="1"/>
              </p:cNvSpPr>
              <p:nvPr/>
            </p:nvSpPr>
            <p:spPr bwMode="auto">
              <a:xfrm>
                <a:off x="1130" y="1557"/>
                <a:ext cx="122" cy="122"/>
              </a:xfrm>
              <a:prstGeom prst="ellipse">
                <a:avLst/>
              </a:prstGeom>
              <a:solidFill>
                <a:srgbClr val="CC3300"/>
              </a:solidFill>
              <a:ln w="95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solidFill>
                    <a:srgbClr val="CC3300"/>
                  </a:solidFill>
                </a:endParaRPr>
              </a:p>
            </p:txBody>
          </p:sp>
          <p:sp>
            <p:nvSpPr>
              <p:cNvPr id="18495" name="Line 52">
                <a:extLst>
                  <a:ext uri="{FF2B5EF4-FFF2-40B4-BE49-F238E27FC236}">
                    <a16:creationId xmlns:a16="http://schemas.microsoft.com/office/drawing/2014/main" id="{F80DE893-7B8D-C08B-5F8E-F40F70CF87E4}"/>
                  </a:ext>
                </a:extLst>
              </p:cNvPr>
              <p:cNvSpPr>
                <a:spLocks noChangeShapeType="1"/>
              </p:cNvSpPr>
              <p:nvPr/>
            </p:nvSpPr>
            <p:spPr bwMode="auto">
              <a:xfrm>
                <a:off x="1256" y="1616"/>
                <a:ext cx="4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96" name="Oval 53">
                <a:extLst>
                  <a:ext uri="{FF2B5EF4-FFF2-40B4-BE49-F238E27FC236}">
                    <a16:creationId xmlns:a16="http://schemas.microsoft.com/office/drawing/2014/main" id="{F0277ED3-7BDB-75F0-162E-9B5F800BADA0}"/>
                  </a:ext>
                </a:extLst>
              </p:cNvPr>
              <p:cNvSpPr>
                <a:spLocks noChangeArrowheads="1"/>
              </p:cNvSpPr>
              <p:nvPr/>
            </p:nvSpPr>
            <p:spPr bwMode="auto">
              <a:xfrm>
                <a:off x="1706" y="1557"/>
                <a:ext cx="122" cy="122"/>
              </a:xfrm>
              <a:prstGeom prst="ellipse">
                <a:avLst/>
              </a:prstGeom>
              <a:solidFill>
                <a:srgbClr val="CC3300"/>
              </a:solidFill>
              <a:ln w="95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solidFill>
                    <a:srgbClr val="CC3300"/>
                  </a:solidFill>
                </a:endParaRPr>
              </a:p>
            </p:txBody>
          </p:sp>
        </p:grpSp>
        <p:sp>
          <p:nvSpPr>
            <p:cNvPr id="18481" name="Line 54">
              <a:extLst>
                <a:ext uri="{FF2B5EF4-FFF2-40B4-BE49-F238E27FC236}">
                  <a16:creationId xmlns:a16="http://schemas.microsoft.com/office/drawing/2014/main" id="{A92A2E69-5507-7D66-D58C-652958993B26}"/>
                </a:ext>
              </a:extLst>
            </p:cNvPr>
            <p:cNvSpPr>
              <a:spLocks noChangeShapeType="1"/>
            </p:cNvSpPr>
            <p:nvPr/>
          </p:nvSpPr>
          <p:spPr bwMode="auto">
            <a:xfrm>
              <a:off x="5840413" y="3481388"/>
              <a:ext cx="1439862"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8482" name="Oval 55">
              <a:extLst>
                <a:ext uri="{FF2B5EF4-FFF2-40B4-BE49-F238E27FC236}">
                  <a16:creationId xmlns:a16="http://schemas.microsoft.com/office/drawing/2014/main" id="{45391671-094F-2EB6-4F70-1BC5BA3269DF}"/>
                </a:ext>
              </a:extLst>
            </p:cNvPr>
            <p:cNvSpPr>
              <a:spLocks noChangeArrowheads="1"/>
            </p:cNvSpPr>
            <p:nvPr/>
          </p:nvSpPr>
          <p:spPr bwMode="auto">
            <a:xfrm>
              <a:off x="5665788" y="3386138"/>
              <a:ext cx="198437" cy="182562"/>
            </a:xfrm>
            <a:prstGeom prst="ellipse">
              <a:avLst/>
            </a:prstGeom>
            <a:solidFill>
              <a:srgbClr val="0000FF"/>
            </a:solidFill>
            <a:ln w="95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18483" name="Line 56">
              <a:extLst>
                <a:ext uri="{FF2B5EF4-FFF2-40B4-BE49-F238E27FC236}">
                  <a16:creationId xmlns:a16="http://schemas.microsoft.com/office/drawing/2014/main" id="{F90C44F0-0C6B-92EE-2694-2A57495D497B}"/>
                </a:ext>
              </a:extLst>
            </p:cNvPr>
            <p:cNvSpPr>
              <a:spLocks noChangeShapeType="1"/>
            </p:cNvSpPr>
            <p:nvPr/>
          </p:nvSpPr>
          <p:spPr bwMode="auto">
            <a:xfrm>
              <a:off x="5872163" y="3475038"/>
              <a:ext cx="7413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84" name="Oval 57">
              <a:extLst>
                <a:ext uri="{FF2B5EF4-FFF2-40B4-BE49-F238E27FC236}">
                  <a16:creationId xmlns:a16="http://schemas.microsoft.com/office/drawing/2014/main" id="{45DB29C7-85FB-4FD4-84EB-F247E175687C}"/>
                </a:ext>
              </a:extLst>
            </p:cNvPr>
            <p:cNvSpPr>
              <a:spLocks noChangeArrowheads="1"/>
            </p:cNvSpPr>
            <p:nvPr/>
          </p:nvSpPr>
          <p:spPr bwMode="auto">
            <a:xfrm>
              <a:off x="6564313" y="3386138"/>
              <a:ext cx="198437" cy="182562"/>
            </a:xfrm>
            <a:prstGeom prst="ellipse">
              <a:avLst/>
            </a:prstGeom>
            <a:solidFill>
              <a:srgbClr val="0000FF"/>
            </a:solidFill>
            <a:ln w="95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18485" name="Text Box 58">
              <a:extLst>
                <a:ext uri="{FF2B5EF4-FFF2-40B4-BE49-F238E27FC236}">
                  <a16:creationId xmlns:a16="http://schemas.microsoft.com/office/drawing/2014/main" id="{0473C52D-8028-3F04-A67C-7F0B9883AAB9}"/>
                </a:ext>
              </a:extLst>
            </p:cNvPr>
            <p:cNvSpPr txBox="1">
              <a:spLocks noChangeArrowheads="1"/>
            </p:cNvSpPr>
            <p:nvPr/>
          </p:nvSpPr>
          <p:spPr bwMode="auto">
            <a:xfrm>
              <a:off x="5797550" y="3135313"/>
              <a:ext cx="5762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000</a:t>
              </a:r>
              <a:endParaRPr lang="ru-RU" altLang="en-US" sz="1800" b="0"/>
            </a:p>
          </p:txBody>
        </p:sp>
        <p:sp>
          <p:nvSpPr>
            <p:cNvPr id="18486" name="Text Box 59">
              <a:extLst>
                <a:ext uri="{FF2B5EF4-FFF2-40B4-BE49-F238E27FC236}">
                  <a16:creationId xmlns:a16="http://schemas.microsoft.com/office/drawing/2014/main" id="{2B47A923-E773-418A-809E-F179631B3148}"/>
                </a:ext>
              </a:extLst>
            </p:cNvPr>
            <p:cNvSpPr txBox="1">
              <a:spLocks noChangeArrowheads="1"/>
            </p:cNvSpPr>
            <p:nvPr/>
          </p:nvSpPr>
          <p:spPr bwMode="auto">
            <a:xfrm>
              <a:off x="7366000" y="3276600"/>
              <a:ext cx="5762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t>x</a:t>
              </a:r>
              <a:r>
                <a:rPr lang="en-US" altLang="en-US" b="0" baseline="-25000"/>
                <a:t>2</a:t>
              </a:r>
              <a:endParaRPr lang="ru-RU" altLang="en-US" b="0"/>
            </a:p>
          </p:txBody>
        </p:sp>
        <p:sp>
          <p:nvSpPr>
            <p:cNvPr id="18487" name="Text Box 60">
              <a:extLst>
                <a:ext uri="{FF2B5EF4-FFF2-40B4-BE49-F238E27FC236}">
                  <a16:creationId xmlns:a16="http://schemas.microsoft.com/office/drawing/2014/main" id="{3E4E0D01-D201-D7C0-2D77-94BAA34532D2}"/>
                </a:ext>
              </a:extLst>
            </p:cNvPr>
            <p:cNvSpPr txBox="1">
              <a:spLocks noChangeArrowheads="1"/>
            </p:cNvSpPr>
            <p:nvPr/>
          </p:nvSpPr>
          <p:spPr bwMode="auto">
            <a:xfrm>
              <a:off x="4786313" y="3500438"/>
              <a:ext cx="57626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001</a:t>
              </a:r>
              <a:endParaRPr lang="ru-RU" altLang="en-US" sz="1800" b="0"/>
            </a:p>
          </p:txBody>
        </p:sp>
        <p:sp>
          <p:nvSpPr>
            <p:cNvPr id="18488" name="Text Box 61">
              <a:extLst>
                <a:ext uri="{FF2B5EF4-FFF2-40B4-BE49-F238E27FC236}">
                  <a16:creationId xmlns:a16="http://schemas.microsoft.com/office/drawing/2014/main" id="{3C8905E8-D229-B8BD-289C-5F883CADB009}"/>
                </a:ext>
              </a:extLst>
            </p:cNvPr>
            <p:cNvSpPr txBox="1">
              <a:spLocks noChangeArrowheads="1"/>
            </p:cNvSpPr>
            <p:nvPr/>
          </p:nvSpPr>
          <p:spPr bwMode="auto">
            <a:xfrm>
              <a:off x="6637338" y="3530600"/>
              <a:ext cx="57626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010</a:t>
              </a:r>
              <a:endParaRPr lang="ru-RU" altLang="en-US" sz="1800" b="0"/>
            </a:p>
          </p:txBody>
        </p:sp>
        <p:sp>
          <p:nvSpPr>
            <p:cNvPr id="18489" name="Text Box 62">
              <a:extLst>
                <a:ext uri="{FF2B5EF4-FFF2-40B4-BE49-F238E27FC236}">
                  <a16:creationId xmlns:a16="http://schemas.microsoft.com/office/drawing/2014/main" id="{2C93AF4A-1913-4723-CBF4-B331544F64C0}"/>
                </a:ext>
              </a:extLst>
            </p:cNvPr>
            <p:cNvSpPr txBox="1">
              <a:spLocks noChangeArrowheads="1"/>
            </p:cNvSpPr>
            <p:nvPr/>
          </p:nvSpPr>
          <p:spPr bwMode="auto">
            <a:xfrm>
              <a:off x="6164263" y="3838575"/>
              <a:ext cx="57626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011</a:t>
              </a:r>
              <a:endParaRPr lang="ru-RU" altLang="en-US" sz="1800" b="0"/>
            </a:p>
          </p:txBody>
        </p:sp>
        <p:sp>
          <p:nvSpPr>
            <p:cNvPr id="18490" name="Text Box 63">
              <a:extLst>
                <a:ext uri="{FF2B5EF4-FFF2-40B4-BE49-F238E27FC236}">
                  <a16:creationId xmlns:a16="http://schemas.microsoft.com/office/drawing/2014/main" id="{BBBFAD98-15E7-0EC5-6B71-2DDC85708D62}"/>
                </a:ext>
              </a:extLst>
            </p:cNvPr>
            <p:cNvSpPr txBox="1">
              <a:spLocks noChangeArrowheads="1"/>
            </p:cNvSpPr>
            <p:nvPr/>
          </p:nvSpPr>
          <p:spPr bwMode="auto">
            <a:xfrm>
              <a:off x="5795963" y="2219325"/>
              <a:ext cx="57626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100</a:t>
              </a:r>
              <a:endParaRPr lang="ru-RU" altLang="en-US" sz="1800" b="0"/>
            </a:p>
          </p:txBody>
        </p:sp>
        <p:sp>
          <p:nvSpPr>
            <p:cNvPr id="18491" name="Text Box 64">
              <a:extLst>
                <a:ext uri="{FF2B5EF4-FFF2-40B4-BE49-F238E27FC236}">
                  <a16:creationId xmlns:a16="http://schemas.microsoft.com/office/drawing/2014/main" id="{F9B659D8-A8BF-0067-D264-B24AF484115D}"/>
                </a:ext>
              </a:extLst>
            </p:cNvPr>
            <p:cNvSpPr txBox="1">
              <a:spLocks noChangeArrowheads="1"/>
            </p:cNvSpPr>
            <p:nvPr/>
          </p:nvSpPr>
          <p:spPr bwMode="auto">
            <a:xfrm>
              <a:off x="6743700" y="2271713"/>
              <a:ext cx="5762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110</a:t>
              </a:r>
              <a:endParaRPr lang="ru-RU" altLang="en-US" sz="1800" b="0"/>
            </a:p>
          </p:txBody>
        </p:sp>
        <p:sp>
          <p:nvSpPr>
            <p:cNvPr id="18492" name="Text Box 65">
              <a:extLst>
                <a:ext uri="{FF2B5EF4-FFF2-40B4-BE49-F238E27FC236}">
                  <a16:creationId xmlns:a16="http://schemas.microsoft.com/office/drawing/2014/main" id="{0596C610-13ED-A70D-CD26-F2CD4D4F38CF}"/>
                </a:ext>
              </a:extLst>
            </p:cNvPr>
            <p:cNvSpPr txBox="1">
              <a:spLocks noChangeArrowheads="1"/>
            </p:cNvSpPr>
            <p:nvPr/>
          </p:nvSpPr>
          <p:spPr bwMode="auto">
            <a:xfrm>
              <a:off x="6424613" y="2741613"/>
              <a:ext cx="57626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111</a:t>
              </a:r>
              <a:endParaRPr lang="ru-RU" altLang="en-US" sz="1800" b="0"/>
            </a:p>
          </p:txBody>
        </p:sp>
        <p:sp>
          <p:nvSpPr>
            <p:cNvPr id="18493" name="Text Box 66">
              <a:extLst>
                <a:ext uri="{FF2B5EF4-FFF2-40B4-BE49-F238E27FC236}">
                  <a16:creationId xmlns:a16="http://schemas.microsoft.com/office/drawing/2014/main" id="{ED9972A8-FE34-9D8A-B749-A6327955B321}"/>
                </a:ext>
              </a:extLst>
            </p:cNvPr>
            <p:cNvSpPr txBox="1">
              <a:spLocks noChangeArrowheads="1"/>
            </p:cNvSpPr>
            <p:nvPr/>
          </p:nvSpPr>
          <p:spPr bwMode="auto">
            <a:xfrm>
              <a:off x="4784725" y="2678113"/>
              <a:ext cx="5762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101</a:t>
              </a:r>
              <a:endParaRPr lang="ru-RU" altLang="en-US" sz="1800" b="0"/>
            </a:p>
          </p:txBody>
        </p:sp>
      </p:grpSp>
      <p:graphicFrame>
        <p:nvGraphicFramePr>
          <p:cNvPr id="35" name="Table 34">
            <a:extLst>
              <a:ext uri="{FF2B5EF4-FFF2-40B4-BE49-F238E27FC236}">
                <a16:creationId xmlns:a16="http://schemas.microsoft.com/office/drawing/2014/main" id="{CD3BCBD4-DBEF-467D-AAAA-BEC8FC17A6AD}"/>
              </a:ext>
            </a:extLst>
          </p:cNvPr>
          <p:cNvGraphicFramePr>
            <a:graphicFrameLocks noGrp="1"/>
          </p:cNvGraphicFramePr>
          <p:nvPr/>
        </p:nvGraphicFramePr>
        <p:xfrm>
          <a:off x="2387601" y="1666876"/>
          <a:ext cx="2805113" cy="3895952"/>
        </p:xfrm>
        <a:graphic>
          <a:graphicData uri="http://schemas.openxmlformats.org/drawingml/2006/table">
            <a:tbl>
              <a:tblPr firstRow="1" bandRow="1">
                <a:tableStyleId>{5C22544A-7EE6-4342-B048-85BDC9FD1C3A}</a:tableStyleId>
              </a:tblPr>
              <a:tblGrid>
                <a:gridCol w="1389325">
                  <a:extLst>
                    <a:ext uri="{9D8B030D-6E8A-4147-A177-3AD203B41FA5}">
                      <a16:colId xmlns:a16="http://schemas.microsoft.com/office/drawing/2014/main" val="20000"/>
                    </a:ext>
                  </a:extLst>
                </a:gridCol>
                <a:gridCol w="1415788">
                  <a:extLst>
                    <a:ext uri="{9D8B030D-6E8A-4147-A177-3AD203B41FA5}">
                      <a16:colId xmlns:a16="http://schemas.microsoft.com/office/drawing/2014/main" val="20001"/>
                    </a:ext>
                  </a:extLst>
                </a:gridCol>
              </a:tblGrid>
              <a:tr h="482480">
                <a:tc>
                  <a:txBody>
                    <a:bodyPr/>
                    <a:lstStyle/>
                    <a:p>
                      <a:pPr marL="0" marR="0" lvl="0" indent="0" algn="justLow" defTabSz="914400" rtl="0" eaLnBrk="1" fontAlgn="base" latinLnBrk="0" hangingPunct="1">
                        <a:lnSpc>
                          <a:spcPct val="100000"/>
                        </a:lnSpc>
                        <a:spcBef>
                          <a:spcPct val="0"/>
                        </a:spcBef>
                        <a:spcAft>
                          <a:spcPct val="0"/>
                        </a:spcAft>
                        <a:buClrTx/>
                        <a:buSzTx/>
                        <a:buFontTx/>
                        <a:buNone/>
                        <a:tabLst/>
                      </a:pPr>
                      <a:r>
                        <a:rPr kumimoji="0" lang="en-US" sz="2200" u="none" strike="noStrike" cap="none" normalizeH="0" baseline="0" dirty="0">
                          <a:ln>
                            <a:noFill/>
                          </a:ln>
                          <a:effectLst/>
                        </a:rPr>
                        <a:t>x</a:t>
                      </a:r>
                      <a:r>
                        <a:rPr kumimoji="0" lang="en-US" sz="2200" u="none" strike="noStrike" cap="none" normalizeH="0" baseline="-30000" dirty="0">
                          <a:ln>
                            <a:noFill/>
                          </a:ln>
                          <a:effectLst/>
                        </a:rPr>
                        <a:t>1</a:t>
                      </a:r>
                      <a:r>
                        <a:rPr kumimoji="0" lang="en-US" sz="2200" u="none" strike="noStrike" cap="none" normalizeH="0" baseline="0" dirty="0">
                          <a:ln>
                            <a:noFill/>
                          </a:ln>
                          <a:effectLst/>
                        </a:rPr>
                        <a:t>x</a:t>
                      </a:r>
                      <a:r>
                        <a:rPr kumimoji="0" lang="en-US" sz="2200" u="none" strike="noStrike" cap="none" normalizeH="0" baseline="-30000" dirty="0">
                          <a:ln>
                            <a:noFill/>
                          </a:ln>
                          <a:effectLst/>
                        </a:rPr>
                        <a:t>2 </a:t>
                      </a:r>
                      <a:r>
                        <a:rPr kumimoji="0" lang="en-US" sz="2200" u="none" strike="noStrike" cap="none" normalizeH="0" baseline="0" dirty="0">
                          <a:ln>
                            <a:noFill/>
                          </a:ln>
                          <a:effectLst/>
                        </a:rPr>
                        <a:t>x</a:t>
                      </a:r>
                      <a:r>
                        <a:rPr kumimoji="0" lang="en-US" sz="2200" u="none" strike="noStrike" cap="none" normalizeH="0" baseline="-30000" dirty="0">
                          <a:ln>
                            <a:noFill/>
                          </a:ln>
                          <a:effectLst/>
                        </a:rPr>
                        <a:t>3</a:t>
                      </a:r>
                      <a:endParaRPr kumimoji="0" lang="en-US" sz="2200" b="0" i="0" u="none" strike="noStrike" cap="none" normalizeH="0" baseline="0" dirty="0">
                        <a:ln>
                          <a:noFill/>
                        </a:ln>
                        <a:solidFill>
                          <a:schemeClr val="tx1"/>
                        </a:solidFill>
                        <a:effectLst/>
                        <a:latin typeface="Arial" charset="0"/>
                        <a:cs typeface="Arial" charset="0"/>
                      </a:endParaRPr>
                    </a:p>
                  </a:txBody>
                  <a:tcPr marL="91415" marR="91415" marT="45702" marB="45702" horzOverflow="overflow"/>
                </a:tc>
                <a:tc>
                  <a:txBody>
                    <a:bodyPr/>
                    <a:lstStyle/>
                    <a:p>
                      <a:pPr marL="0" marR="0" lvl="0" indent="0" algn="justLow" defTabSz="914400" rtl="0" eaLnBrk="1" fontAlgn="base" latinLnBrk="0" hangingPunct="1">
                        <a:lnSpc>
                          <a:spcPct val="100000"/>
                        </a:lnSpc>
                        <a:spcBef>
                          <a:spcPct val="0"/>
                        </a:spcBef>
                        <a:spcAft>
                          <a:spcPct val="0"/>
                        </a:spcAft>
                        <a:buClrTx/>
                        <a:buSzTx/>
                        <a:buFontTx/>
                        <a:buNone/>
                        <a:tabLst/>
                      </a:pPr>
                      <a:r>
                        <a:rPr kumimoji="0" lang="en-US" sz="2200" u="none" strike="noStrike" cap="none" normalizeH="0" baseline="0" dirty="0">
                          <a:ln>
                            <a:noFill/>
                          </a:ln>
                          <a:effectLst/>
                        </a:rPr>
                        <a:t>f(x</a:t>
                      </a:r>
                      <a:r>
                        <a:rPr kumimoji="0" lang="en-US" sz="2200" u="none" strike="noStrike" cap="none" normalizeH="0" baseline="-30000" dirty="0">
                          <a:ln>
                            <a:noFill/>
                          </a:ln>
                          <a:effectLst/>
                        </a:rPr>
                        <a:t>1</a:t>
                      </a:r>
                      <a:r>
                        <a:rPr kumimoji="0" lang="en-US" sz="2200" u="none" strike="noStrike" cap="none" normalizeH="0" baseline="0" dirty="0">
                          <a:ln>
                            <a:noFill/>
                          </a:ln>
                          <a:effectLst/>
                        </a:rPr>
                        <a:t>,x</a:t>
                      </a:r>
                      <a:r>
                        <a:rPr kumimoji="0" lang="en-US" sz="2200" u="none" strike="noStrike" cap="none" normalizeH="0" baseline="-30000" dirty="0">
                          <a:ln>
                            <a:noFill/>
                          </a:ln>
                          <a:effectLst/>
                        </a:rPr>
                        <a:t>2</a:t>
                      </a:r>
                      <a:r>
                        <a:rPr kumimoji="0" lang="en-US" sz="2200" u="none" strike="noStrike" cap="none" normalizeH="0" baseline="0" dirty="0">
                          <a:ln>
                            <a:noFill/>
                          </a:ln>
                          <a:effectLst/>
                        </a:rPr>
                        <a:t>,x</a:t>
                      </a:r>
                      <a:r>
                        <a:rPr kumimoji="0" lang="en-US" sz="2200" u="none" strike="noStrike" cap="none" normalizeH="0" baseline="-25000" dirty="0">
                          <a:ln>
                            <a:noFill/>
                          </a:ln>
                          <a:effectLst/>
                        </a:rPr>
                        <a:t>3</a:t>
                      </a:r>
                      <a:r>
                        <a:rPr kumimoji="0" lang="en-US" sz="2200" u="none" strike="noStrike" cap="none" normalizeH="0" baseline="0" dirty="0">
                          <a:ln>
                            <a:noFill/>
                          </a:ln>
                          <a:effectLst/>
                        </a:rPr>
                        <a:t>)</a:t>
                      </a:r>
                      <a:endParaRPr kumimoji="0" lang="en-US" sz="2200" b="0" i="0" u="none" strike="noStrike" cap="none" normalizeH="0" baseline="0" dirty="0">
                        <a:ln>
                          <a:noFill/>
                        </a:ln>
                        <a:solidFill>
                          <a:schemeClr val="tx1"/>
                        </a:solidFill>
                        <a:effectLst/>
                        <a:latin typeface="Arial" charset="0"/>
                        <a:cs typeface="Arial" charset="0"/>
                      </a:endParaRPr>
                    </a:p>
                  </a:txBody>
                  <a:tcPr marL="91415" marR="91415" marT="45702" marB="45702" horzOverflow="overflow"/>
                </a:tc>
                <a:extLst>
                  <a:ext uri="{0D108BD9-81ED-4DB2-BD59-A6C34878D82A}">
                    <a16:rowId xmlns:a16="http://schemas.microsoft.com/office/drawing/2014/main" val="10000"/>
                  </a:ext>
                </a:extLst>
              </a:tr>
              <a:tr h="42665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2200" u="none" strike="noStrike" cap="none" normalizeH="0" baseline="0">
                          <a:ln>
                            <a:noFill/>
                          </a:ln>
                          <a:effectLst/>
                        </a:rPr>
                        <a:t>0 0 0</a:t>
                      </a:r>
                      <a:endParaRPr kumimoji="0" lang="ru-RU" sz="2200" b="0" i="0" u="none" strike="noStrike" cap="none" normalizeH="0" baseline="0">
                        <a:ln>
                          <a:noFill/>
                        </a:ln>
                        <a:solidFill>
                          <a:schemeClr val="tx1"/>
                        </a:solidFill>
                        <a:effectLst/>
                        <a:latin typeface="Arial" charset="0"/>
                        <a:cs typeface="Arial" charset="0"/>
                      </a:endParaRPr>
                    </a:p>
                  </a:txBody>
                  <a:tcPr marL="91415" marR="91415" marT="45702" marB="45702"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2200" u="none" strike="noStrike" cap="none" normalizeH="0" baseline="0" dirty="0">
                          <a:ln>
                            <a:noFill/>
                          </a:ln>
                          <a:effectLst/>
                        </a:rPr>
                        <a:t>0</a:t>
                      </a:r>
                      <a:endParaRPr kumimoji="0" lang="ru-RU" sz="2200" b="0" i="0" u="none" strike="noStrike" cap="none" normalizeH="0" baseline="0" dirty="0">
                        <a:ln>
                          <a:noFill/>
                        </a:ln>
                        <a:solidFill>
                          <a:schemeClr val="tx1"/>
                        </a:solidFill>
                        <a:effectLst/>
                        <a:latin typeface="Arial" charset="0"/>
                        <a:cs typeface="Arial" charset="0"/>
                      </a:endParaRPr>
                    </a:p>
                  </a:txBody>
                  <a:tcPr marL="91415" marR="91415" marT="45702" marB="45702" horzOverflow="overflow"/>
                </a:tc>
                <a:extLst>
                  <a:ext uri="{0D108BD9-81ED-4DB2-BD59-A6C34878D82A}">
                    <a16:rowId xmlns:a16="http://schemas.microsoft.com/office/drawing/2014/main" val="10001"/>
                  </a:ext>
                </a:extLst>
              </a:tr>
              <a:tr h="42665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2200" u="none" strike="noStrike" cap="none" normalizeH="0" baseline="0">
                          <a:ln>
                            <a:noFill/>
                          </a:ln>
                          <a:effectLst/>
                        </a:rPr>
                        <a:t>0 0 1</a:t>
                      </a:r>
                      <a:endParaRPr kumimoji="0" lang="ru-RU" sz="2200" b="0" i="0" u="none" strike="noStrike" cap="none" normalizeH="0" baseline="0">
                        <a:ln>
                          <a:noFill/>
                        </a:ln>
                        <a:solidFill>
                          <a:schemeClr val="tx1"/>
                        </a:solidFill>
                        <a:effectLst/>
                        <a:latin typeface="Arial" charset="0"/>
                        <a:cs typeface="Arial" charset="0"/>
                      </a:endParaRPr>
                    </a:p>
                  </a:txBody>
                  <a:tcPr marL="91415" marR="91415" marT="45702" marB="45702"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2200" u="none" strike="noStrike" cap="none" normalizeH="0" baseline="0" dirty="0">
                          <a:ln>
                            <a:noFill/>
                          </a:ln>
                          <a:effectLst/>
                        </a:rPr>
                        <a:t>1</a:t>
                      </a:r>
                      <a:endParaRPr kumimoji="0" lang="ru-RU" sz="2200" b="0" i="0" u="none" strike="noStrike" cap="none" normalizeH="0" baseline="0" dirty="0">
                        <a:ln>
                          <a:noFill/>
                        </a:ln>
                        <a:solidFill>
                          <a:srgbClr val="0000FF"/>
                        </a:solidFill>
                        <a:effectLst/>
                        <a:latin typeface="Arial" charset="0"/>
                        <a:cs typeface="Arial" charset="0"/>
                      </a:endParaRPr>
                    </a:p>
                  </a:txBody>
                  <a:tcPr marL="91415" marR="91415" marT="45702" marB="45702" horzOverflow="overflow"/>
                </a:tc>
                <a:extLst>
                  <a:ext uri="{0D108BD9-81ED-4DB2-BD59-A6C34878D82A}">
                    <a16:rowId xmlns:a16="http://schemas.microsoft.com/office/drawing/2014/main" val="10002"/>
                  </a:ext>
                </a:extLst>
              </a:tr>
              <a:tr h="42665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200" u="none" strike="noStrike" cap="none" normalizeH="0" baseline="0">
                          <a:ln>
                            <a:noFill/>
                          </a:ln>
                          <a:effectLst/>
                        </a:rPr>
                        <a:t>0 1 0</a:t>
                      </a:r>
                      <a:endParaRPr kumimoji="0" lang="ru-RU" sz="2200" b="0" i="0" u="none" strike="noStrike" cap="none" normalizeH="0" baseline="0">
                        <a:ln>
                          <a:noFill/>
                        </a:ln>
                        <a:solidFill>
                          <a:schemeClr val="tx1"/>
                        </a:solidFill>
                        <a:effectLst/>
                        <a:latin typeface="Arial" charset="0"/>
                        <a:cs typeface="Arial" charset="0"/>
                      </a:endParaRPr>
                    </a:p>
                  </a:txBody>
                  <a:tcPr marL="91415" marR="91415" marT="45702" marB="45702"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200" u="none" strike="noStrike" cap="none" normalizeH="0" baseline="0" dirty="0">
                          <a:ln>
                            <a:noFill/>
                          </a:ln>
                          <a:effectLst/>
                        </a:rPr>
                        <a:t>0</a:t>
                      </a:r>
                      <a:endParaRPr kumimoji="0" lang="ru-RU" sz="2200" b="0" i="0" u="none" strike="noStrike" cap="none" normalizeH="0" baseline="0" dirty="0">
                        <a:ln>
                          <a:noFill/>
                        </a:ln>
                        <a:solidFill>
                          <a:schemeClr val="tx1"/>
                        </a:solidFill>
                        <a:effectLst/>
                        <a:latin typeface="Arial" charset="0"/>
                        <a:cs typeface="Arial" charset="0"/>
                      </a:endParaRPr>
                    </a:p>
                  </a:txBody>
                  <a:tcPr marL="91415" marR="91415" marT="45702" marB="45702" horzOverflow="overflow"/>
                </a:tc>
                <a:extLst>
                  <a:ext uri="{0D108BD9-81ED-4DB2-BD59-A6C34878D82A}">
                    <a16:rowId xmlns:a16="http://schemas.microsoft.com/office/drawing/2014/main" val="10003"/>
                  </a:ext>
                </a:extLst>
              </a:tr>
              <a:tr h="42665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200" u="none" strike="noStrike" cap="none" normalizeH="0" baseline="0">
                          <a:ln>
                            <a:noFill/>
                          </a:ln>
                          <a:effectLst/>
                        </a:rPr>
                        <a:t>0</a:t>
                      </a:r>
                      <a:r>
                        <a:rPr kumimoji="0" lang="ru-RU" sz="2200" u="none" strike="noStrike" cap="none" normalizeH="0" baseline="0">
                          <a:ln>
                            <a:noFill/>
                          </a:ln>
                          <a:effectLst/>
                        </a:rPr>
                        <a:t> 1 1</a:t>
                      </a:r>
                      <a:endParaRPr kumimoji="0" lang="ru-RU" sz="2200" b="0" i="0" u="none" strike="noStrike" cap="none" normalizeH="0" baseline="0">
                        <a:ln>
                          <a:noFill/>
                        </a:ln>
                        <a:solidFill>
                          <a:schemeClr val="tx1"/>
                        </a:solidFill>
                        <a:effectLst/>
                        <a:latin typeface="Arial" charset="0"/>
                        <a:cs typeface="Arial" charset="0"/>
                      </a:endParaRPr>
                    </a:p>
                  </a:txBody>
                  <a:tcPr marL="91415" marR="91415" marT="45702" marB="45702"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2200" u="none" strike="noStrike" cap="none" normalizeH="0" baseline="0" dirty="0">
                          <a:ln>
                            <a:noFill/>
                          </a:ln>
                          <a:effectLst/>
                        </a:rPr>
                        <a:t>1</a:t>
                      </a:r>
                      <a:endParaRPr kumimoji="0" lang="ru-RU" sz="2200" b="0" i="0" u="none" strike="noStrike" cap="none" normalizeH="0" baseline="0" dirty="0">
                        <a:ln>
                          <a:noFill/>
                        </a:ln>
                        <a:solidFill>
                          <a:srgbClr val="0000FF"/>
                        </a:solidFill>
                        <a:effectLst/>
                        <a:latin typeface="Arial" charset="0"/>
                        <a:cs typeface="Arial" charset="0"/>
                      </a:endParaRPr>
                    </a:p>
                  </a:txBody>
                  <a:tcPr marL="91415" marR="91415" marT="45702" marB="45702" horzOverflow="overflow"/>
                </a:tc>
                <a:extLst>
                  <a:ext uri="{0D108BD9-81ED-4DB2-BD59-A6C34878D82A}">
                    <a16:rowId xmlns:a16="http://schemas.microsoft.com/office/drawing/2014/main" val="10004"/>
                  </a:ext>
                </a:extLst>
              </a:tr>
              <a:tr h="42665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200" u="none" strike="noStrike" cap="none" normalizeH="0" baseline="0">
                          <a:ln>
                            <a:noFill/>
                          </a:ln>
                          <a:effectLst/>
                        </a:rPr>
                        <a:t>1 0 0</a:t>
                      </a:r>
                      <a:endParaRPr kumimoji="0" lang="ru-RU" sz="2200" b="0" i="0" u="none" strike="noStrike" cap="none" normalizeH="0" baseline="0">
                        <a:ln>
                          <a:noFill/>
                        </a:ln>
                        <a:solidFill>
                          <a:schemeClr val="tx1"/>
                        </a:solidFill>
                        <a:effectLst/>
                        <a:latin typeface="Arial" charset="0"/>
                        <a:cs typeface="Arial" charset="0"/>
                      </a:endParaRPr>
                    </a:p>
                  </a:txBody>
                  <a:tcPr marL="91415" marR="91415" marT="45702" marB="45702"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200" u="none" strike="noStrike" cap="none" normalizeH="0" baseline="0">
                          <a:ln>
                            <a:noFill/>
                          </a:ln>
                          <a:effectLst/>
                        </a:rPr>
                        <a:t>0</a:t>
                      </a:r>
                      <a:endParaRPr kumimoji="0" lang="ru-RU" sz="2200" b="0" i="0" u="none" strike="noStrike" cap="none" normalizeH="0" baseline="0">
                        <a:ln>
                          <a:noFill/>
                        </a:ln>
                        <a:solidFill>
                          <a:schemeClr val="tx1"/>
                        </a:solidFill>
                        <a:effectLst/>
                        <a:latin typeface="Arial" charset="0"/>
                        <a:cs typeface="Arial" charset="0"/>
                      </a:endParaRPr>
                    </a:p>
                  </a:txBody>
                  <a:tcPr marL="91415" marR="91415" marT="45702" marB="45702" horzOverflow="overflow"/>
                </a:tc>
                <a:extLst>
                  <a:ext uri="{0D108BD9-81ED-4DB2-BD59-A6C34878D82A}">
                    <a16:rowId xmlns:a16="http://schemas.microsoft.com/office/drawing/2014/main" val="10005"/>
                  </a:ext>
                </a:extLst>
              </a:tr>
              <a:tr h="42665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200" u="none" strike="noStrike" cap="none" normalizeH="0" baseline="0">
                          <a:ln>
                            <a:noFill/>
                          </a:ln>
                          <a:effectLst/>
                        </a:rPr>
                        <a:t>1 0 1</a:t>
                      </a:r>
                      <a:endParaRPr kumimoji="0" lang="ru-RU" sz="2200" b="0" i="0" u="none" strike="noStrike" cap="none" normalizeH="0" baseline="0">
                        <a:ln>
                          <a:noFill/>
                        </a:ln>
                        <a:solidFill>
                          <a:schemeClr val="tx1"/>
                        </a:solidFill>
                        <a:effectLst/>
                        <a:latin typeface="Arial" charset="0"/>
                        <a:cs typeface="Arial" charset="0"/>
                      </a:endParaRPr>
                    </a:p>
                  </a:txBody>
                  <a:tcPr marL="91415" marR="91415" marT="45702" marB="45702"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200" u="none" strike="noStrike" cap="none" normalizeH="0" baseline="0" dirty="0">
                          <a:ln>
                            <a:noFill/>
                          </a:ln>
                          <a:effectLst/>
                        </a:rPr>
                        <a:t>1</a:t>
                      </a:r>
                      <a:endParaRPr kumimoji="0" lang="ru-RU" sz="2200" b="0" i="0" u="none" strike="noStrike" cap="none" normalizeH="0" baseline="0" dirty="0">
                        <a:ln>
                          <a:noFill/>
                        </a:ln>
                        <a:solidFill>
                          <a:srgbClr val="0000FF"/>
                        </a:solidFill>
                        <a:effectLst/>
                        <a:latin typeface="Arial" charset="0"/>
                        <a:cs typeface="Arial" charset="0"/>
                      </a:endParaRPr>
                    </a:p>
                  </a:txBody>
                  <a:tcPr marL="91415" marR="91415" marT="45702" marB="45702" horzOverflow="overflow"/>
                </a:tc>
                <a:extLst>
                  <a:ext uri="{0D108BD9-81ED-4DB2-BD59-A6C34878D82A}">
                    <a16:rowId xmlns:a16="http://schemas.microsoft.com/office/drawing/2014/main" val="10006"/>
                  </a:ext>
                </a:extLst>
              </a:tr>
              <a:tr h="42665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200" u="none" strike="noStrike" cap="none" normalizeH="0" baseline="0">
                          <a:ln>
                            <a:noFill/>
                          </a:ln>
                          <a:effectLst/>
                        </a:rPr>
                        <a:t>1 1 0</a:t>
                      </a:r>
                      <a:endParaRPr kumimoji="0" lang="ru-RU" sz="2200" b="0" i="0" u="none" strike="noStrike" cap="none" normalizeH="0" baseline="0">
                        <a:ln>
                          <a:noFill/>
                        </a:ln>
                        <a:solidFill>
                          <a:schemeClr val="tx1"/>
                        </a:solidFill>
                        <a:effectLst/>
                        <a:latin typeface="Arial" charset="0"/>
                        <a:cs typeface="Arial" charset="0"/>
                      </a:endParaRPr>
                    </a:p>
                  </a:txBody>
                  <a:tcPr marL="91415" marR="91415" marT="45702" marB="45702"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200" u="none" strike="noStrike" cap="none" normalizeH="0" baseline="0" dirty="0">
                          <a:ln>
                            <a:noFill/>
                          </a:ln>
                          <a:effectLst/>
                        </a:rPr>
                        <a:t>0</a:t>
                      </a:r>
                      <a:endParaRPr kumimoji="0" lang="ru-RU" sz="2200" b="0" i="0" u="none" strike="noStrike" cap="none" normalizeH="0" baseline="0" dirty="0">
                        <a:ln>
                          <a:noFill/>
                        </a:ln>
                        <a:solidFill>
                          <a:schemeClr val="tx1"/>
                        </a:solidFill>
                        <a:effectLst/>
                        <a:latin typeface="Arial" charset="0"/>
                        <a:cs typeface="Arial" charset="0"/>
                      </a:endParaRPr>
                    </a:p>
                  </a:txBody>
                  <a:tcPr marL="91415" marR="91415" marT="45702" marB="45702" horzOverflow="overflow"/>
                </a:tc>
                <a:extLst>
                  <a:ext uri="{0D108BD9-81ED-4DB2-BD59-A6C34878D82A}">
                    <a16:rowId xmlns:a16="http://schemas.microsoft.com/office/drawing/2014/main" val="10007"/>
                  </a:ext>
                </a:extLst>
              </a:tr>
              <a:tr h="42665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200" u="none" strike="noStrike" cap="none" normalizeH="0" baseline="0" dirty="0">
                          <a:ln>
                            <a:noFill/>
                          </a:ln>
                          <a:effectLst/>
                        </a:rPr>
                        <a:t>1 1 1</a:t>
                      </a:r>
                      <a:endParaRPr kumimoji="0" lang="ru-RU" sz="2200" b="0" i="0" u="none" strike="noStrike" cap="none" normalizeH="0" baseline="0" dirty="0">
                        <a:ln>
                          <a:noFill/>
                        </a:ln>
                        <a:solidFill>
                          <a:schemeClr val="tx1"/>
                        </a:solidFill>
                        <a:effectLst/>
                        <a:latin typeface="Arial" charset="0"/>
                        <a:cs typeface="Arial" charset="0"/>
                      </a:endParaRPr>
                    </a:p>
                  </a:txBody>
                  <a:tcPr marL="91415" marR="91415" marT="45702" marB="45702"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200" u="none" strike="noStrike" cap="none" normalizeH="0" baseline="0" dirty="0">
                          <a:ln>
                            <a:noFill/>
                          </a:ln>
                          <a:effectLst/>
                        </a:rPr>
                        <a:t>1</a:t>
                      </a:r>
                      <a:endParaRPr kumimoji="0" lang="ru-RU" sz="2200" b="0" i="0" u="none" strike="noStrike" cap="none" normalizeH="0" baseline="0" dirty="0">
                        <a:ln>
                          <a:noFill/>
                        </a:ln>
                        <a:solidFill>
                          <a:srgbClr val="0000FF"/>
                        </a:solidFill>
                        <a:effectLst/>
                        <a:latin typeface="Arial" charset="0"/>
                        <a:cs typeface="Arial" charset="0"/>
                      </a:endParaRPr>
                    </a:p>
                  </a:txBody>
                  <a:tcPr marL="91415" marR="91415" marT="45702" marB="45702" horzOverflow="overflow"/>
                </a:tc>
                <a:extLst>
                  <a:ext uri="{0D108BD9-81ED-4DB2-BD59-A6C34878D82A}">
                    <a16:rowId xmlns:a16="http://schemas.microsoft.com/office/drawing/2014/main" val="10008"/>
                  </a:ext>
                </a:extLst>
              </a:tr>
            </a:tbl>
          </a:graphicData>
        </a:graphic>
      </p:graphicFrame>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4">
            <a:extLst>
              <a:ext uri="{FF2B5EF4-FFF2-40B4-BE49-F238E27FC236}">
                <a16:creationId xmlns:a16="http://schemas.microsoft.com/office/drawing/2014/main" id="{4D1DFF72-BF5B-7402-EC0E-181C925B3E35}"/>
              </a:ext>
            </a:extLst>
          </p:cNvPr>
          <p:cNvSpPr>
            <a:spLocks noGrp="1" noChangeArrowheads="1"/>
          </p:cNvSpPr>
          <p:nvPr>
            <p:ph type="title"/>
          </p:nvPr>
        </p:nvSpPr>
        <p:spPr>
          <a:xfrm>
            <a:off x="-1" y="183402"/>
            <a:ext cx="11612880" cy="704088"/>
          </a:xfrm>
        </p:spPr>
        <p:txBody>
          <a:bodyPr>
            <a:normAutofit/>
          </a:bodyPr>
          <a:lstStyle/>
          <a:p>
            <a:r>
              <a:rPr lang="en-US" altLang="en-US"/>
              <a:t>Algebraic Representation of Logic Function</a:t>
            </a:r>
            <a:endParaRPr lang="ru-RU" altLang="en-US" dirty="0"/>
          </a:p>
        </p:txBody>
      </p:sp>
      <p:sp>
        <p:nvSpPr>
          <p:cNvPr id="6" name="Content Placeholder 5">
            <a:extLst>
              <a:ext uri="{FF2B5EF4-FFF2-40B4-BE49-F238E27FC236}">
                <a16:creationId xmlns:a16="http://schemas.microsoft.com/office/drawing/2014/main" id="{1C357F43-3CAF-4522-948A-4A4ECADB0D29}"/>
              </a:ext>
            </a:extLst>
          </p:cNvPr>
          <p:cNvSpPr>
            <a:spLocks noGrp="1"/>
          </p:cNvSpPr>
          <p:nvPr>
            <p:ph type="body" sz="quarter" idx="10"/>
          </p:nvPr>
        </p:nvSpPr>
        <p:spPr>
          <a:xfrm>
            <a:off x="457200" y="1188720"/>
            <a:ext cx="11277922" cy="5185186"/>
          </a:xfrm>
        </p:spPr>
        <p:txBody>
          <a:bodyPr/>
          <a:lstStyle/>
          <a:p>
            <a:r>
              <a:rPr lang="en-US" dirty="0"/>
              <a:t>A product term: a single literal or a logical product (conjunction) of two or more literals</a:t>
            </a:r>
          </a:p>
          <a:p>
            <a:r>
              <a:rPr lang="en-US" dirty="0"/>
              <a:t>A sum-of-product (SOP): a logical sum of product terms (disjunction)</a:t>
            </a:r>
          </a:p>
          <a:p>
            <a:r>
              <a:rPr lang="en-US" dirty="0"/>
              <a:t>A sum term: a single literal or a logical sum of two or more literals</a:t>
            </a:r>
          </a:p>
          <a:p>
            <a:r>
              <a:rPr lang="en-US" dirty="0"/>
              <a:t>A product-of-sums (POS): a logical product of sum terms</a:t>
            </a:r>
          </a:p>
          <a:p>
            <a:r>
              <a:rPr lang="en-US" dirty="0"/>
              <a:t>A normal term: no variable appears more than once</a:t>
            </a:r>
          </a:p>
          <a:p>
            <a:r>
              <a:rPr lang="en-US" dirty="0"/>
              <a:t>A </a:t>
            </a:r>
            <a:r>
              <a:rPr lang="en-US" dirty="0" err="1"/>
              <a:t>minterm</a:t>
            </a:r>
            <a:r>
              <a:rPr lang="en-US" dirty="0"/>
              <a:t>: normal product term with n literals (n-variable function)</a:t>
            </a:r>
          </a:p>
          <a:p>
            <a:r>
              <a:rPr lang="en-US" dirty="0"/>
              <a:t>A maxterm: normal sum term with n literals.</a:t>
            </a:r>
            <a:endParaRPr lang="ru-RU" dirty="0"/>
          </a:p>
          <a:p>
            <a:endParaRPr lang="ru-RU" dirty="0"/>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6A38A4B-14F7-BD2F-D985-9140023751D2}"/>
              </a:ext>
            </a:extLst>
          </p:cNvPr>
          <p:cNvSpPr>
            <a:spLocks noGrp="1"/>
          </p:cNvSpPr>
          <p:nvPr>
            <p:ph type="title"/>
          </p:nvPr>
        </p:nvSpPr>
        <p:spPr>
          <a:xfrm>
            <a:off x="-1" y="183402"/>
            <a:ext cx="11612880" cy="704088"/>
          </a:xfrm>
        </p:spPr>
        <p:txBody>
          <a:bodyPr>
            <a:normAutofit/>
          </a:bodyPr>
          <a:lstStyle/>
          <a:p>
            <a:r>
              <a:rPr lang="en-US"/>
              <a:t>Logical Expressions. Shannon’s Expansion</a:t>
            </a:r>
            <a:endParaRPr lang="en-US" dirty="0"/>
          </a:p>
        </p:txBody>
      </p:sp>
      <p:sp>
        <p:nvSpPr>
          <p:cNvPr id="8" name="Text Placeholder 7">
            <a:extLst>
              <a:ext uri="{FF2B5EF4-FFF2-40B4-BE49-F238E27FC236}">
                <a16:creationId xmlns:a16="http://schemas.microsoft.com/office/drawing/2014/main" id="{357B2738-FDB6-9111-675E-3E3ADD8631A3}"/>
              </a:ext>
            </a:extLst>
          </p:cNvPr>
          <p:cNvSpPr>
            <a:spLocks noGrp="1"/>
          </p:cNvSpPr>
          <p:nvPr>
            <p:ph type="body" sz="quarter" idx="10"/>
          </p:nvPr>
        </p:nvSpPr>
        <p:spPr>
          <a:xfrm>
            <a:off x="457039" y="1123405"/>
            <a:ext cx="11277922" cy="5185186"/>
          </a:xfrm>
        </p:spPr>
        <p:txBody>
          <a:bodyPr/>
          <a:lstStyle/>
          <a:p>
            <a:r>
              <a:rPr lang="en-US" sz="1800" dirty="0"/>
              <a:t>Lemma:</a:t>
            </a:r>
          </a:p>
          <a:p>
            <a:r>
              <a:rPr lang="en-US" sz="1800" dirty="0"/>
              <a:t>Any </a:t>
            </a:r>
            <a:r>
              <a:rPr lang="en-US" sz="1800" dirty="0" err="1"/>
              <a:t>boolean</a:t>
            </a:r>
            <a:r>
              <a:rPr lang="en-US" sz="1800" dirty="0"/>
              <a:t> function f(x1,x2,…</a:t>
            </a:r>
            <a:r>
              <a:rPr lang="en-US" sz="1800" dirty="0" err="1"/>
              <a:t>xn</a:t>
            </a:r>
            <a:r>
              <a:rPr lang="en-US" sz="1800" dirty="0"/>
              <a:t>) can be represented thus: f(x1,x2,…</a:t>
            </a:r>
            <a:r>
              <a:rPr lang="en-US" sz="1800" dirty="0" err="1"/>
              <a:t>xn</a:t>
            </a:r>
            <a:r>
              <a:rPr lang="en-US" sz="1800" dirty="0"/>
              <a:t>) = ~</a:t>
            </a:r>
            <a:r>
              <a:rPr lang="en-US" sz="1800" dirty="0" err="1"/>
              <a:t>xi·f</a:t>
            </a:r>
            <a:r>
              <a:rPr lang="en-US" sz="1800" dirty="0"/>
              <a:t>(x1,x2,…0,…</a:t>
            </a:r>
            <a:r>
              <a:rPr lang="en-US" sz="1800" dirty="0" err="1"/>
              <a:t>xn</a:t>
            </a:r>
            <a:r>
              <a:rPr lang="en-US" sz="1800" dirty="0"/>
              <a:t>)+ </a:t>
            </a:r>
            <a:r>
              <a:rPr lang="en-US" sz="1800" dirty="0" err="1"/>
              <a:t>xi·f</a:t>
            </a:r>
            <a:r>
              <a:rPr lang="en-US" sz="1800" dirty="0"/>
              <a:t>(x1,x2…1,…</a:t>
            </a:r>
            <a:r>
              <a:rPr lang="en-US" sz="1800" dirty="0" err="1"/>
              <a:t>xn</a:t>
            </a:r>
            <a:r>
              <a:rPr lang="en-US" sz="1800" dirty="0"/>
              <a:t>).</a:t>
            </a:r>
          </a:p>
          <a:p>
            <a:r>
              <a:rPr lang="en-US" sz="1800" dirty="0"/>
              <a:t>Proof: substitution</a:t>
            </a:r>
          </a:p>
          <a:p>
            <a:pPr lvl="1"/>
            <a:r>
              <a:rPr lang="en-US" sz="1800" dirty="0"/>
              <a:t> Let xi =0, then f = f(x1,x2…0,…</a:t>
            </a:r>
            <a:r>
              <a:rPr lang="en-US" sz="1800" dirty="0" err="1"/>
              <a:t>xn</a:t>
            </a:r>
            <a:r>
              <a:rPr lang="en-US" sz="1800" dirty="0"/>
              <a:t>).</a:t>
            </a:r>
          </a:p>
          <a:p>
            <a:pPr lvl="1"/>
            <a:r>
              <a:rPr lang="en-US" sz="1800" dirty="0"/>
              <a:t> Let xi=1, then f = f(x1,x2…1,…</a:t>
            </a:r>
            <a:r>
              <a:rPr lang="en-US" sz="1800" dirty="0" err="1"/>
              <a:t>xn</a:t>
            </a:r>
            <a:r>
              <a:rPr lang="en-US" sz="1800" dirty="0"/>
              <a:t>)</a:t>
            </a:r>
          </a:p>
          <a:p>
            <a:r>
              <a:rPr lang="en-US" sz="1800" dirty="0"/>
              <a:t>The decomposition f by all variables in series:</a:t>
            </a:r>
          </a:p>
          <a:p>
            <a:r>
              <a:rPr lang="en-US" sz="1800" dirty="0"/>
              <a:t>The decomposition by x1: f(x1,x2,…</a:t>
            </a:r>
            <a:r>
              <a:rPr lang="en-US" sz="1800" dirty="0" err="1"/>
              <a:t>xn</a:t>
            </a:r>
            <a:r>
              <a:rPr lang="en-US" sz="1800" dirty="0"/>
              <a:t>) = ~x1·f(0,x2,…</a:t>
            </a:r>
            <a:r>
              <a:rPr lang="en-US" sz="1800" dirty="0" err="1"/>
              <a:t>xn</a:t>
            </a:r>
            <a:r>
              <a:rPr lang="en-US" sz="1800" dirty="0"/>
              <a:t>)+x1·f(1,x2,…</a:t>
            </a:r>
            <a:r>
              <a:rPr lang="en-US" sz="1800" dirty="0" err="1"/>
              <a:t>xn</a:t>
            </a:r>
            <a:r>
              <a:rPr lang="en-US" sz="1800" dirty="0"/>
              <a:t>).</a:t>
            </a:r>
          </a:p>
          <a:p>
            <a:r>
              <a:rPr lang="en-US" sz="1800" dirty="0"/>
              <a:t>The decomposition by x1, x2: f(x1,x2,…</a:t>
            </a:r>
            <a:r>
              <a:rPr lang="en-US" sz="1800" dirty="0" err="1"/>
              <a:t>xn</a:t>
            </a:r>
            <a:r>
              <a:rPr lang="en-US" sz="1800" dirty="0"/>
              <a:t>)=~x1·~x2 ·f(0,0,x3…</a:t>
            </a:r>
            <a:r>
              <a:rPr lang="en-US" sz="1800" dirty="0" err="1"/>
              <a:t>xn</a:t>
            </a:r>
            <a:r>
              <a:rPr lang="en-US" sz="1800" dirty="0"/>
              <a:t>) + ~x1·x2·f(0,1,x3,…</a:t>
            </a:r>
            <a:r>
              <a:rPr lang="en-US" sz="1800" dirty="0" err="1"/>
              <a:t>xn</a:t>
            </a:r>
            <a:r>
              <a:rPr lang="en-US" sz="1800" dirty="0"/>
              <a:t>) + +x1·~x2·f(1,0,x3,…</a:t>
            </a:r>
            <a:r>
              <a:rPr lang="en-US" sz="1800" dirty="0" err="1"/>
              <a:t>xn</a:t>
            </a:r>
            <a:r>
              <a:rPr lang="en-US" sz="1800" dirty="0"/>
              <a:t>) + x1·x2·f(1,1,x3,…</a:t>
            </a:r>
            <a:r>
              <a:rPr lang="en-US" sz="1800" dirty="0" err="1"/>
              <a:t>xn</a:t>
            </a:r>
            <a:r>
              <a:rPr lang="en-US" sz="1800" dirty="0"/>
              <a:t>).</a:t>
            </a:r>
          </a:p>
          <a:p>
            <a:r>
              <a:rPr lang="en-US" sz="1800" dirty="0"/>
              <a:t>The decomposition by all variables:</a:t>
            </a:r>
          </a:p>
          <a:p>
            <a:r>
              <a:rPr lang="en-US" sz="1800" dirty="0"/>
              <a:t>f(x1,x2,…</a:t>
            </a:r>
            <a:r>
              <a:rPr lang="en-US" sz="1800" dirty="0" err="1"/>
              <a:t>xn</a:t>
            </a:r>
            <a:r>
              <a:rPr lang="en-US" sz="1800" dirty="0"/>
              <a:t>)=~x1·~x2…~</a:t>
            </a:r>
            <a:r>
              <a:rPr lang="en-US" sz="1800" dirty="0" err="1"/>
              <a:t>xn</a:t>
            </a:r>
            <a:r>
              <a:rPr lang="en-US" sz="1800" dirty="0"/>
              <a:t>· f(0,0,…0) + ~x1·~x2 …~xn-1 </a:t>
            </a:r>
            <a:r>
              <a:rPr lang="en-US" sz="1800" dirty="0" err="1"/>
              <a:t>xn</a:t>
            </a:r>
            <a:endParaRPr lang="en-US" sz="1800" dirty="0"/>
          </a:p>
          <a:p>
            <a:r>
              <a:rPr lang="en-US" sz="1800" dirty="0"/>
              <a:t>·f(0,0,…1) +~ x1·~x2…xn-1~xn· f(0,0,…1,0) +… + x1·x2 …</a:t>
            </a:r>
            <a:r>
              <a:rPr lang="en-US" sz="1800" dirty="0" err="1"/>
              <a:t>xn·f</a:t>
            </a:r>
            <a:r>
              <a:rPr lang="en-US" sz="1800" dirty="0"/>
              <a:t>(1,1,…1).</a:t>
            </a:r>
          </a:p>
          <a:p>
            <a:r>
              <a:rPr lang="en-US" sz="1800" dirty="0"/>
              <a:t>Only </a:t>
            </a:r>
            <a:r>
              <a:rPr lang="en-US" sz="1800" dirty="0" err="1"/>
              <a:t>minterms</a:t>
            </a:r>
            <a:r>
              <a:rPr lang="en-US" sz="1800" dirty="0"/>
              <a:t> are remained in formulation.</a:t>
            </a:r>
          </a:p>
          <a:p>
            <a:endParaRPr lang="en-US" sz="1800" dirty="0"/>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Line 8">
            <a:extLst>
              <a:ext uri="{FF2B5EF4-FFF2-40B4-BE49-F238E27FC236}">
                <a16:creationId xmlns:a16="http://schemas.microsoft.com/office/drawing/2014/main" id="{23515684-7DA7-E8DE-9409-12957592DC26}"/>
              </a:ext>
            </a:extLst>
          </p:cNvPr>
          <p:cNvSpPr>
            <a:spLocks noChangeShapeType="1"/>
          </p:cNvSpPr>
          <p:nvPr/>
        </p:nvSpPr>
        <p:spPr bwMode="auto">
          <a:xfrm>
            <a:off x="650615" y="4123604"/>
            <a:ext cx="4041775"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79" name="Line 9">
            <a:extLst>
              <a:ext uri="{FF2B5EF4-FFF2-40B4-BE49-F238E27FC236}">
                <a16:creationId xmlns:a16="http://schemas.microsoft.com/office/drawing/2014/main" id="{E1FFB65C-3CF4-064F-4EF2-B6B35D85B3A4}"/>
              </a:ext>
            </a:extLst>
          </p:cNvPr>
          <p:cNvSpPr>
            <a:spLocks noChangeShapeType="1"/>
          </p:cNvSpPr>
          <p:nvPr/>
        </p:nvSpPr>
        <p:spPr bwMode="auto">
          <a:xfrm>
            <a:off x="620453" y="4033116"/>
            <a:ext cx="4071937"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80" name="Line 10">
            <a:extLst>
              <a:ext uri="{FF2B5EF4-FFF2-40B4-BE49-F238E27FC236}">
                <a16:creationId xmlns:a16="http://schemas.microsoft.com/office/drawing/2014/main" id="{96EA5718-A073-5F36-BDCE-31F73DD28AC7}"/>
              </a:ext>
            </a:extLst>
          </p:cNvPr>
          <p:cNvSpPr>
            <a:spLocks noChangeShapeType="1"/>
          </p:cNvSpPr>
          <p:nvPr/>
        </p:nvSpPr>
        <p:spPr bwMode="auto">
          <a:xfrm flipV="1">
            <a:off x="522028" y="4522066"/>
            <a:ext cx="4700587"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81" name="Title 6">
            <a:extLst>
              <a:ext uri="{FF2B5EF4-FFF2-40B4-BE49-F238E27FC236}">
                <a16:creationId xmlns:a16="http://schemas.microsoft.com/office/drawing/2014/main" id="{7FA4A115-0FC0-2C8B-F346-48F6D9D99000}"/>
              </a:ext>
            </a:extLst>
          </p:cNvPr>
          <p:cNvSpPr>
            <a:spLocks noGrp="1" noChangeArrowheads="1"/>
          </p:cNvSpPr>
          <p:nvPr>
            <p:ph type="title"/>
          </p:nvPr>
        </p:nvSpPr>
        <p:spPr>
          <a:xfrm>
            <a:off x="-1" y="183402"/>
            <a:ext cx="11612880" cy="704088"/>
          </a:xfrm>
        </p:spPr>
        <p:txBody>
          <a:bodyPr>
            <a:normAutofit fontScale="90000"/>
          </a:bodyPr>
          <a:lstStyle/>
          <a:p>
            <a:r>
              <a:rPr lang="en-US" altLang="en-US"/>
              <a:t>Canonical Forms of Representation    Functions (DNF and CNF)</a:t>
            </a:r>
            <a:endParaRPr lang="ru-RU" altLang="en-US" dirty="0"/>
          </a:p>
        </p:txBody>
      </p:sp>
      <p:sp>
        <p:nvSpPr>
          <p:cNvPr id="24582" name="Content Placeholder 8">
            <a:extLst>
              <a:ext uri="{FF2B5EF4-FFF2-40B4-BE49-F238E27FC236}">
                <a16:creationId xmlns:a16="http://schemas.microsoft.com/office/drawing/2014/main" id="{F8F3827B-1DFB-2CF6-DB62-8E149BF8A76A}"/>
              </a:ext>
            </a:extLst>
          </p:cNvPr>
          <p:cNvSpPr>
            <a:spLocks noGrp="1" noChangeArrowheads="1"/>
          </p:cNvSpPr>
          <p:nvPr>
            <p:ph type="body" sz="quarter" idx="10"/>
          </p:nvPr>
        </p:nvSpPr>
        <p:spPr>
          <a:xfrm>
            <a:off x="457200" y="1189038"/>
            <a:ext cx="11277600" cy="5184775"/>
          </a:xfrm>
        </p:spPr>
        <p:txBody>
          <a:bodyPr/>
          <a:lstStyle/>
          <a:p>
            <a:r>
              <a:rPr lang="en-US" altLang="en-US" dirty="0"/>
              <a:t>Canonical Sum of Products: sum of the </a:t>
            </a:r>
            <a:r>
              <a:rPr lang="en-US" altLang="en-US" dirty="0" err="1"/>
              <a:t>minterms</a:t>
            </a:r>
            <a:r>
              <a:rPr lang="en-US" altLang="en-US" dirty="0"/>
              <a:t> corresponding to  1-values of  function.</a:t>
            </a:r>
          </a:p>
          <a:p>
            <a:r>
              <a:rPr lang="en-US" altLang="en-US" dirty="0"/>
              <a:t>f(x1,x2, . . .</a:t>
            </a:r>
            <a:r>
              <a:rPr lang="en-US" altLang="en-US" dirty="0" err="1"/>
              <a:t>xn</a:t>
            </a:r>
            <a:r>
              <a:rPr lang="en-US" altLang="en-US" dirty="0"/>
              <a:t>) = </a:t>
            </a:r>
            <a:r>
              <a:rPr lang="en-US" altLang="en-US" dirty="0">
                <a:sym typeface="Symbol" panose="05050102010706020507" pitchFamily="18" charset="2"/>
              </a:rPr>
              <a:t></a:t>
            </a:r>
            <a:r>
              <a:rPr lang="en-US" altLang="en-US" dirty="0"/>
              <a:t> (</a:t>
            </a:r>
            <a:r>
              <a:rPr lang="en-US" altLang="en-US" dirty="0">
                <a:sym typeface="Symbol" panose="05050102010706020507" pitchFamily="18" charset="2"/>
              </a:rPr>
              <a:t></a:t>
            </a:r>
            <a:r>
              <a:rPr lang="en-US" altLang="en-US" dirty="0"/>
              <a:t>1 </a:t>
            </a:r>
            <a:r>
              <a:rPr lang="en-US" altLang="en-US" dirty="0">
                <a:sym typeface="Symbol" panose="05050102010706020507" pitchFamily="18" charset="2"/>
              </a:rPr>
              <a:t></a:t>
            </a:r>
            <a:r>
              <a:rPr lang="en-US" altLang="en-US" dirty="0"/>
              <a:t> 2… </a:t>
            </a:r>
            <a:r>
              <a:rPr lang="en-US" altLang="en-US" dirty="0">
                <a:sym typeface="Symbol" panose="05050102010706020507" pitchFamily="18" charset="2"/>
              </a:rPr>
              <a:t></a:t>
            </a:r>
            <a:r>
              <a:rPr lang="en-US" altLang="en-US" dirty="0"/>
              <a:t> n) x</a:t>
            </a:r>
            <a:r>
              <a:rPr lang="en-US" altLang="en-US" dirty="0">
                <a:sym typeface="Symbol" panose="05050102010706020507" pitchFamily="18" charset="2"/>
              </a:rPr>
              <a:t>11 x2 2…</a:t>
            </a:r>
            <a:r>
              <a:rPr lang="en-US" altLang="en-US" dirty="0" err="1">
                <a:sym typeface="Symbol" panose="05050102010706020507" pitchFamily="18" charset="2"/>
              </a:rPr>
              <a:t>xn</a:t>
            </a:r>
            <a:r>
              <a:rPr lang="en-US" altLang="en-US" dirty="0">
                <a:sym typeface="Symbol" panose="05050102010706020507" pitchFamily="18" charset="2"/>
              </a:rPr>
              <a:t> n, </a:t>
            </a:r>
          </a:p>
          <a:p>
            <a:pPr lvl="1"/>
            <a:r>
              <a:rPr lang="en-US" altLang="en-US" dirty="0">
                <a:sym typeface="Symbol" panose="05050102010706020507" pitchFamily="18" charset="2"/>
              </a:rPr>
              <a:t>where (</a:t>
            </a:r>
            <a:r>
              <a:rPr lang="en-US" altLang="en-US" dirty="0"/>
              <a:t>1 </a:t>
            </a:r>
            <a:r>
              <a:rPr lang="en-US" altLang="en-US" dirty="0">
                <a:sym typeface="Symbol" panose="05050102010706020507" pitchFamily="18" charset="2"/>
              </a:rPr>
              <a:t></a:t>
            </a:r>
            <a:r>
              <a:rPr lang="en-US" altLang="en-US" dirty="0"/>
              <a:t> 2… </a:t>
            </a:r>
            <a:r>
              <a:rPr lang="en-US" altLang="en-US" dirty="0">
                <a:sym typeface="Symbol" panose="05050102010706020507" pitchFamily="18" charset="2"/>
              </a:rPr>
              <a:t></a:t>
            </a:r>
            <a:r>
              <a:rPr lang="en-US" altLang="en-US" dirty="0"/>
              <a:t> n)</a:t>
            </a:r>
            <a:r>
              <a:rPr lang="en-US" altLang="en-US" dirty="0">
                <a:sym typeface="Symbol" panose="05050102010706020507" pitchFamily="18" charset="2"/>
              </a:rPr>
              <a:t>f1</a:t>
            </a:r>
            <a:br>
              <a:rPr lang="en-US" altLang="en-US" dirty="0">
                <a:sym typeface="Symbol" panose="05050102010706020507" pitchFamily="18" charset="2"/>
              </a:rPr>
            </a:br>
            <a:r>
              <a:rPr lang="en-US" altLang="en-US" dirty="0" err="1"/>
              <a:t>x</a:t>
            </a:r>
            <a:r>
              <a:rPr lang="en-US" altLang="en-US" dirty="0" err="1">
                <a:sym typeface="Symbol" panose="05050102010706020507" pitchFamily="18" charset="2"/>
              </a:rPr>
              <a:t>ii</a:t>
            </a:r>
            <a:r>
              <a:rPr lang="en-US" altLang="en-US" dirty="0">
                <a:sym typeface="Symbol" panose="05050102010706020507" pitchFamily="18" charset="2"/>
              </a:rPr>
              <a:t> =~xi, if </a:t>
            </a:r>
            <a:r>
              <a:rPr lang="en-US" altLang="en-US" dirty="0" err="1"/>
              <a:t>i</a:t>
            </a:r>
            <a:r>
              <a:rPr lang="en-US" altLang="en-US" dirty="0"/>
              <a:t> =0; </a:t>
            </a:r>
            <a:r>
              <a:rPr lang="en-US" altLang="en-US" dirty="0" err="1"/>
              <a:t>x</a:t>
            </a:r>
            <a:r>
              <a:rPr lang="en-US" altLang="en-US" dirty="0" err="1">
                <a:sym typeface="Symbol" panose="05050102010706020507" pitchFamily="18" charset="2"/>
              </a:rPr>
              <a:t>ii</a:t>
            </a:r>
            <a:r>
              <a:rPr lang="en-US" altLang="en-US" dirty="0">
                <a:sym typeface="Symbol" panose="05050102010706020507" pitchFamily="18" charset="2"/>
              </a:rPr>
              <a:t> =xi, if </a:t>
            </a:r>
            <a:r>
              <a:rPr lang="en-US" altLang="en-US" dirty="0" err="1"/>
              <a:t>i</a:t>
            </a:r>
            <a:r>
              <a:rPr lang="en-US" altLang="en-US" dirty="0"/>
              <a:t> =1; </a:t>
            </a:r>
          </a:p>
          <a:p>
            <a:r>
              <a:rPr lang="en-US" altLang="en-US" dirty="0">
                <a:sym typeface="Symbol" panose="05050102010706020507" pitchFamily="18" charset="2"/>
              </a:rPr>
              <a:t>Canonical Product of Sums: product of the maxterm corresponding </a:t>
            </a:r>
            <a:r>
              <a:rPr lang="ru-RU" altLang="en-US" dirty="0">
                <a:sym typeface="Symbol" panose="05050102010706020507" pitchFamily="18" charset="2"/>
              </a:rPr>
              <a:t> </a:t>
            </a:r>
            <a:r>
              <a:rPr lang="en-US" altLang="en-US" dirty="0">
                <a:sym typeface="Symbol" panose="05050102010706020507" pitchFamily="18" charset="2"/>
              </a:rPr>
              <a:t>to</a:t>
            </a:r>
          </a:p>
          <a:p>
            <a:pPr marL="274320" lvl="1" indent="0">
              <a:buNone/>
            </a:pPr>
            <a:r>
              <a:rPr lang="en-US" altLang="en-US" dirty="0">
                <a:sym typeface="Symbol" panose="05050102010706020507" pitchFamily="18" charset="2"/>
              </a:rPr>
              <a:t>0-values of function. </a:t>
            </a:r>
          </a:p>
          <a:p>
            <a:pPr marL="274320" lvl="1" indent="0">
              <a:buNone/>
            </a:pPr>
            <a:r>
              <a:rPr lang="en-US" altLang="en-US" dirty="0">
                <a:sym typeface="Symbol" panose="05050102010706020507" pitchFamily="18" charset="2"/>
              </a:rPr>
              <a:t>f = </a:t>
            </a:r>
            <a:r>
              <a:rPr lang="ru-RU" altLang="en-US" dirty="0">
                <a:sym typeface="Symbol" panose="05050102010706020507" pitchFamily="18" charset="2"/>
              </a:rPr>
              <a:t>(</a:t>
            </a:r>
            <a:r>
              <a:rPr lang="en-US" altLang="en-US" dirty="0">
                <a:sym typeface="Symbol" panose="05050102010706020507" pitchFamily="18" charset="2"/>
              </a:rPr>
              <a:t></a:t>
            </a:r>
            <a:r>
              <a:rPr lang="ru-RU" altLang="en-US" dirty="0">
                <a:sym typeface="Symbol" panose="05050102010706020507" pitchFamily="18" charset="2"/>
              </a:rPr>
              <a:t>1, </a:t>
            </a:r>
            <a:r>
              <a:rPr lang="en-US" altLang="en-US" dirty="0">
                <a:sym typeface="Symbol" panose="05050102010706020507" pitchFamily="18" charset="2"/>
              </a:rPr>
              <a:t></a:t>
            </a:r>
            <a:r>
              <a:rPr lang="ru-RU" altLang="en-US" dirty="0">
                <a:sym typeface="Symbol" panose="05050102010706020507" pitchFamily="18" charset="2"/>
              </a:rPr>
              <a:t>2,. . . </a:t>
            </a:r>
            <a:r>
              <a:rPr lang="en-US" altLang="en-US" dirty="0">
                <a:sym typeface="Symbol" panose="05050102010706020507" pitchFamily="18" charset="2"/>
              </a:rPr>
              <a:t>n) f1 x11 x22 . . . </a:t>
            </a:r>
            <a:r>
              <a:rPr lang="en-US" altLang="en-US" dirty="0" err="1">
                <a:sym typeface="Symbol" panose="05050102010706020507" pitchFamily="18" charset="2"/>
              </a:rPr>
              <a:t>Xnn</a:t>
            </a:r>
            <a:r>
              <a:rPr lang="en-US" altLang="en-US" dirty="0">
                <a:sym typeface="Symbol" panose="05050102010706020507" pitchFamily="18" charset="2"/>
              </a:rPr>
              <a:t> =</a:t>
            </a:r>
          </a:p>
          <a:p>
            <a:pPr marL="274320" lvl="1" indent="0">
              <a:buNone/>
            </a:pPr>
            <a:r>
              <a:rPr lang="en-US" altLang="en-US" dirty="0">
                <a:sym typeface="Symbol" panose="05050102010706020507" pitchFamily="18" charset="2"/>
              </a:rPr>
              <a:t> = (1, 2,. . . n)  f1 (x1~</a:t>
            </a:r>
            <a:r>
              <a:rPr lang="ru-RU" altLang="en-US" dirty="0">
                <a:sym typeface="Symbol" panose="05050102010706020507" pitchFamily="18" charset="2"/>
              </a:rPr>
              <a:t></a:t>
            </a:r>
            <a:r>
              <a:rPr lang="en-US" altLang="en-US" dirty="0">
                <a:sym typeface="Symbol" panose="05050102010706020507" pitchFamily="18" charset="2"/>
              </a:rPr>
              <a:t>1</a:t>
            </a:r>
            <a:r>
              <a:rPr lang="ru-RU" altLang="en-US" dirty="0">
                <a:sym typeface="Symbol" panose="05050102010706020507" pitchFamily="18" charset="2"/>
              </a:rPr>
              <a:t>+</a:t>
            </a:r>
            <a:r>
              <a:rPr lang="en-US" altLang="en-US" dirty="0">
                <a:sym typeface="Symbol" panose="05050102010706020507" pitchFamily="18" charset="2"/>
              </a:rPr>
              <a:t> x2 ~</a:t>
            </a:r>
            <a:r>
              <a:rPr lang="ru-RU" altLang="en-US" dirty="0">
                <a:sym typeface="Symbol" panose="05050102010706020507" pitchFamily="18" charset="2"/>
              </a:rPr>
              <a:t></a:t>
            </a:r>
            <a:r>
              <a:rPr lang="en-US" altLang="en-US" dirty="0">
                <a:sym typeface="Symbol" panose="05050102010706020507" pitchFamily="18" charset="2"/>
              </a:rPr>
              <a:t>2 </a:t>
            </a:r>
            <a:r>
              <a:rPr lang="ru-RU" altLang="en-US" dirty="0">
                <a:sym typeface="Symbol" panose="05050102010706020507" pitchFamily="18" charset="2"/>
              </a:rPr>
              <a:t>+</a:t>
            </a:r>
            <a:r>
              <a:rPr lang="en-US" altLang="en-US" dirty="0">
                <a:sym typeface="Symbol" panose="05050102010706020507" pitchFamily="18" charset="2"/>
              </a:rPr>
              <a:t> . . . </a:t>
            </a:r>
            <a:r>
              <a:rPr lang="ru-RU" altLang="en-US" dirty="0">
                <a:sym typeface="Symbol" panose="05050102010706020507" pitchFamily="18" charset="2"/>
              </a:rPr>
              <a:t>+</a:t>
            </a:r>
            <a:r>
              <a:rPr lang="en-US" altLang="en-US" dirty="0">
                <a:sym typeface="Symbol" panose="05050102010706020507" pitchFamily="18" charset="2"/>
              </a:rPr>
              <a:t> </a:t>
            </a:r>
            <a:r>
              <a:rPr lang="en-US" altLang="en-US" dirty="0" err="1">
                <a:sym typeface="Symbol" panose="05050102010706020507" pitchFamily="18" charset="2"/>
              </a:rPr>
              <a:t>xn</a:t>
            </a:r>
            <a:r>
              <a:rPr lang="en-US" altLang="en-US" dirty="0">
                <a:sym typeface="Symbol" panose="05050102010706020507" pitchFamily="18" charset="2"/>
              </a:rPr>
              <a:t> ~</a:t>
            </a:r>
            <a:r>
              <a:rPr lang="ru-RU" altLang="en-US" dirty="0">
                <a:sym typeface="Symbol" panose="05050102010706020507" pitchFamily="18" charset="2"/>
              </a:rPr>
              <a:t></a:t>
            </a:r>
            <a:r>
              <a:rPr lang="en-US" altLang="en-US" dirty="0">
                <a:sym typeface="Symbol" panose="05050102010706020507" pitchFamily="18" charset="2"/>
              </a:rPr>
              <a:t>n) </a:t>
            </a:r>
          </a:p>
          <a:p>
            <a:pPr marL="274320" lvl="1" indent="0">
              <a:buNone/>
            </a:pPr>
            <a:r>
              <a:rPr lang="en-US" altLang="en-US" dirty="0">
                <a:sym typeface="Symbol" panose="05050102010706020507" pitchFamily="18" charset="2"/>
              </a:rPr>
              <a:t>f =  (1, 2,. .. n)  f0 (x1~</a:t>
            </a:r>
            <a:r>
              <a:rPr lang="ru-RU" altLang="en-US" dirty="0">
                <a:sym typeface="Symbol" panose="05050102010706020507" pitchFamily="18" charset="2"/>
              </a:rPr>
              <a:t></a:t>
            </a:r>
            <a:r>
              <a:rPr lang="en-US" altLang="en-US" dirty="0">
                <a:sym typeface="Symbol" panose="05050102010706020507" pitchFamily="18" charset="2"/>
              </a:rPr>
              <a:t>1</a:t>
            </a:r>
            <a:r>
              <a:rPr lang="ru-RU" altLang="en-US" dirty="0">
                <a:sym typeface="Symbol" panose="05050102010706020507" pitchFamily="18" charset="2"/>
              </a:rPr>
              <a:t>+</a:t>
            </a:r>
            <a:r>
              <a:rPr lang="en-US" altLang="en-US" dirty="0">
                <a:sym typeface="Symbol" panose="05050102010706020507" pitchFamily="18" charset="2"/>
              </a:rPr>
              <a:t> x2 ~</a:t>
            </a:r>
            <a:r>
              <a:rPr lang="ru-RU" altLang="en-US" dirty="0">
                <a:sym typeface="Symbol" panose="05050102010706020507" pitchFamily="18" charset="2"/>
              </a:rPr>
              <a:t></a:t>
            </a:r>
            <a:r>
              <a:rPr lang="en-US" altLang="en-US" dirty="0">
                <a:sym typeface="Symbol" panose="05050102010706020507" pitchFamily="18" charset="2"/>
              </a:rPr>
              <a:t>2 </a:t>
            </a:r>
            <a:r>
              <a:rPr lang="ru-RU" altLang="en-US" dirty="0">
                <a:sym typeface="Symbol" panose="05050102010706020507" pitchFamily="18" charset="2"/>
              </a:rPr>
              <a:t>+</a:t>
            </a:r>
            <a:r>
              <a:rPr lang="en-US" altLang="en-US" dirty="0">
                <a:sym typeface="Symbol" panose="05050102010706020507" pitchFamily="18" charset="2"/>
              </a:rPr>
              <a:t> . . . </a:t>
            </a:r>
            <a:r>
              <a:rPr lang="ru-RU" altLang="en-US" dirty="0">
                <a:sym typeface="Symbol" panose="05050102010706020507" pitchFamily="18" charset="2"/>
              </a:rPr>
              <a:t>+</a:t>
            </a:r>
            <a:r>
              <a:rPr lang="en-US" altLang="en-US" dirty="0">
                <a:sym typeface="Symbol" panose="05050102010706020507" pitchFamily="18" charset="2"/>
              </a:rPr>
              <a:t> </a:t>
            </a:r>
            <a:r>
              <a:rPr lang="en-US" altLang="en-US" dirty="0" err="1">
                <a:sym typeface="Symbol" panose="05050102010706020507" pitchFamily="18" charset="2"/>
              </a:rPr>
              <a:t>xn</a:t>
            </a:r>
            <a:r>
              <a:rPr lang="en-US" altLang="en-US" dirty="0">
                <a:sym typeface="Symbol" panose="05050102010706020507" pitchFamily="18" charset="2"/>
              </a:rPr>
              <a:t> ~</a:t>
            </a:r>
            <a:r>
              <a:rPr lang="ru-RU" altLang="en-US" dirty="0">
                <a:sym typeface="Symbol" panose="05050102010706020507" pitchFamily="18" charset="2"/>
              </a:rPr>
              <a:t></a:t>
            </a:r>
            <a:r>
              <a:rPr lang="en-US" altLang="en-US" dirty="0">
                <a:sym typeface="Symbol" panose="05050102010706020507" pitchFamily="18" charset="2"/>
              </a:rPr>
              <a:t>n) </a:t>
            </a:r>
          </a:p>
          <a:p>
            <a:r>
              <a:rPr lang="en-US" altLang="en-US" dirty="0">
                <a:sym typeface="Symbol" panose="05050102010706020507" pitchFamily="18" charset="2"/>
              </a:rPr>
              <a:t>Canonical </a:t>
            </a:r>
            <a:r>
              <a:rPr lang="ru-RU" altLang="en-US" dirty="0">
                <a:sym typeface="Symbol" panose="05050102010706020507" pitchFamily="18" charset="2"/>
              </a:rPr>
              <a:t> </a:t>
            </a:r>
            <a:r>
              <a:rPr lang="en-US" altLang="en-US" dirty="0">
                <a:sym typeface="Symbol" panose="05050102010706020507" pitchFamily="18" charset="2"/>
              </a:rPr>
              <a:t>forms are unique. </a:t>
            </a:r>
          </a:p>
          <a:p>
            <a:endParaRPr lang="ru-RU" altLang="en-US" dirty="0"/>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626" name="Group 49">
            <a:extLst>
              <a:ext uri="{FF2B5EF4-FFF2-40B4-BE49-F238E27FC236}">
                <a16:creationId xmlns:a16="http://schemas.microsoft.com/office/drawing/2014/main" id="{6094541E-DADC-B0A9-4E74-1F3820B22546}"/>
              </a:ext>
            </a:extLst>
          </p:cNvPr>
          <p:cNvGrpSpPr>
            <a:grpSpLocks/>
          </p:cNvGrpSpPr>
          <p:nvPr/>
        </p:nvGrpSpPr>
        <p:grpSpPr bwMode="auto">
          <a:xfrm>
            <a:off x="2813050" y="1638301"/>
            <a:ext cx="6280150" cy="5078313"/>
            <a:chOff x="717550" y="1135063"/>
            <a:chExt cx="6280150" cy="6258903"/>
          </a:xfrm>
        </p:grpSpPr>
        <p:sp>
          <p:nvSpPr>
            <p:cNvPr id="26628" name="Text Box 55">
              <a:extLst>
                <a:ext uri="{FF2B5EF4-FFF2-40B4-BE49-F238E27FC236}">
                  <a16:creationId xmlns:a16="http://schemas.microsoft.com/office/drawing/2014/main" id="{1562D7CA-BE42-4498-2449-E5FFAC7D7ADC}"/>
                </a:ext>
              </a:extLst>
            </p:cNvPr>
            <p:cNvSpPr txBox="1">
              <a:spLocks noChangeArrowheads="1"/>
            </p:cNvSpPr>
            <p:nvPr/>
          </p:nvSpPr>
          <p:spPr bwMode="auto">
            <a:xfrm>
              <a:off x="717550" y="1135063"/>
              <a:ext cx="2736850" cy="62589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dirty="0"/>
                <a:t>			B</a:t>
              </a:r>
              <a:r>
                <a:rPr lang="en-US" altLang="en-US" b="0" baseline="30000" dirty="0"/>
                <a:t>0</a:t>
              </a:r>
              <a:r>
                <a:rPr lang="en-US" altLang="en-US" b="0" dirty="0"/>
                <a:t> </a:t>
              </a:r>
            </a:p>
            <a:p>
              <a:pPr eaLnBrk="1" hangingPunct="1">
                <a:spcBef>
                  <a:spcPct val="50000"/>
                </a:spcBef>
              </a:pPr>
              <a:r>
                <a:rPr lang="en-US" altLang="en-US" b="0" dirty="0"/>
                <a:t>f(x</a:t>
              </a:r>
              <a:r>
                <a:rPr lang="en-US" altLang="en-US" b="0" baseline="-25000" dirty="0"/>
                <a:t>1</a:t>
              </a:r>
              <a:r>
                <a:rPr lang="en-US" altLang="en-US" b="0" dirty="0"/>
                <a:t>)		B</a:t>
              </a:r>
              <a:r>
                <a:rPr lang="en-US" altLang="en-US" b="0" baseline="30000" dirty="0"/>
                <a:t>1</a:t>
              </a:r>
              <a:endParaRPr lang="en-US" altLang="en-US" b="0" dirty="0"/>
            </a:p>
            <a:p>
              <a:pPr eaLnBrk="1" hangingPunct="1">
                <a:spcBef>
                  <a:spcPct val="50000"/>
                </a:spcBef>
              </a:pPr>
              <a:endParaRPr lang="en-US" altLang="en-US" b="0" dirty="0"/>
            </a:p>
            <a:p>
              <a:pPr eaLnBrk="1" hangingPunct="1">
                <a:spcBef>
                  <a:spcPct val="50000"/>
                </a:spcBef>
              </a:pPr>
              <a:r>
                <a:rPr lang="en-US" altLang="en-US" b="0" dirty="0"/>
                <a:t>f(x</a:t>
              </a:r>
              <a:r>
                <a:rPr lang="en-US" altLang="en-US" b="0" baseline="-25000" dirty="0"/>
                <a:t>1</a:t>
              </a:r>
              <a:r>
                <a:rPr lang="en-US" altLang="en-US" b="0" dirty="0"/>
                <a:t>,x</a:t>
              </a:r>
              <a:r>
                <a:rPr lang="en-US" altLang="en-US" b="0" baseline="-25000" dirty="0"/>
                <a:t>2</a:t>
              </a:r>
              <a:r>
                <a:rPr lang="en-US" altLang="en-US" b="0" dirty="0"/>
                <a:t>)		B</a:t>
              </a:r>
              <a:r>
                <a:rPr lang="en-US" altLang="en-US" b="0" baseline="30000" dirty="0"/>
                <a:t>2</a:t>
              </a:r>
            </a:p>
            <a:p>
              <a:pPr eaLnBrk="1" hangingPunct="1">
                <a:spcBef>
                  <a:spcPct val="50000"/>
                </a:spcBef>
              </a:pPr>
              <a:endParaRPr lang="en-US" altLang="en-US" b="0" baseline="30000" dirty="0"/>
            </a:p>
            <a:p>
              <a:pPr eaLnBrk="1" hangingPunct="1">
                <a:spcBef>
                  <a:spcPct val="50000"/>
                </a:spcBef>
              </a:pPr>
              <a:endParaRPr lang="en-US" altLang="en-US" b="0" dirty="0"/>
            </a:p>
            <a:p>
              <a:pPr eaLnBrk="1" hangingPunct="1">
                <a:spcBef>
                  <a:spcPct val="50000"/>
                </a:spcBef>
              </a:pPr>
              <a:endParaRPr lang="en-US" altLang="en-US" b="0" dirty="0"/>
            </a:p>
            <a:p>
              <a:pPr eaLnBrk="1" hangingPunct="1">
                <a:spcBef>
                  <a:spcPct val="50000"/>
                </a:spcBef>
              </a:pPr>
              <a:r>
                <a:rPr lang="en-US" altLang="en-US" b="0" dirty="0"/>
                <a:t>f(x</a:t>
              </a:r>
              <a:r>
                <a:rPr lang="en-US" altLang="en-US" b="0" baseline="-25000" dirty="0"/>
                <a:t>1</a:t>
              </a:r>
              <a:r>
                <a:rPr lang="en-US" altLang="en-US" b="0" dirty="0"/>
                <a:t>,x</a:t>
              </a:r>
              <a:r>
                <a:rPr lang="en-US" altLang="en-US" b="0" baseline="-25000" dirty="0"/>
                <a:t>2</a:t>
              </a:r>
              <a:r>
                <a:rPr lang="en-US" altLang="en-US" b="0" dirty="0"/>
                <a:t>,x</a:t>
              </a:r>
              <a:r>
                <a:rPr lang="en-US" altLang="en-US" b="0" baseline="-25000" dirty="0"/>
                <a:t>3</a:t>
              </a:r>
              <a:r>
                <a:rPr lang="en-US" altLang="en-US" b="0" dirty="0"/>
                <a:t> )	 B</a:t>
              </a:r>
              <a:r>
                <a:rPr lang="en-US" altLang="en-US" b="0" baseline="30000" dirty="0"/>
                <a:t>3</a:t>
              </a:r>
              <a:endParaRPr lang="en-US" altLang="en-US" b="0" dirty="0"/>
            </a:p>
            <a:p>
              <a:pPr eaLnBrk="1" hangingPunct="1">
                <a:spcBef>
                  <a:spcPct val="50000"/>
                </a:spcBef>
              </a:pPr>
              <a:endParaRPr lang="en-US" altLang="en-US" b="0" dirty="0"/>
            </a:p>
            <a:p>
              <a:pPr eaLnBrk="1" hangingPunct="1">
                <a:spcBef>
                  <a:spcPct val="50000"/>
                </a:spcBef>
              </a:pPr>
              <a:endParaRPr lang="ru-RU" altLang="en-US" b="0" baseline="30000" dirty="0"/>
            </a:p>
          </p:txBody>
        </p:sp>
        <p:sp>
          <p:nvSpPr>
            <p:cNvPr id="26629" name="Rectangle 101">
              <a:extLst>
                <a:ext uri="{FF2B5EF4-FFF2-40B4-BE49-F238E27FC236}">
                  <a16:creationId xmlns:a16="http://schemas.microsoft.com/office/drawing/2014/main" id="{B6B1BF3A-A6E2-31B2-157B-6AD2652634E1}"/>
                </a:ext>
              </a:extLst>
            </p:cNvPr>
            <p:cNvSpPr>
              <a:spLocks noChangeArrowheads="1"/>
            </p:cNvSpPr>
            <p:nvPr/>
          </p:nvSpPr>
          <p:spPr bwMode="auto">
            <a:xfrm>
              <a:off x="3517900" y="1135063"/>
              <a:ext cx="3479800" cy="4987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26630" name="Oval 56">
              <a:extLst>
                <a:ext uri="{FF2B5EF4-FFF2-40B4-BE49-F238E27FC236}">
                  <a16:creationId xmlns:a16="http://schemas.microsoft.com/office/drawing/2014/main" id="{80A10D76-FD78-E98B-0422-8607B517B973}"/>
                </a:ext>
              </a:extLst>
            </p:cNvPr>
            <p:cNvSpPr>
              <a:spLocks noChangeArrowheads="1"/>
            </p:cNvSpPr>
            <p:nvPr/>
          </p:nvSpPr>
          <p:spPr bwMode="auto">
            <a:xfrm>
              <a:off x="4237038" y="1319212"/>
              <a:ext cx="195263" cy="225395"/>
            </a:xfrm>
            <a:prstGeom prst="ellipse">
              <a:avLst/>
            </a:prstGeom>
            <a:solidFill>
              <a:srgbClr val="0000FF"/>
            </a:solidFill>
            <a:ln w="95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26631" name="Oval 57">
              <a:extLst>
                <a:ext uri="{FF2B5EF4-FFF2-40B4-BE49-F238E27FC236}">
                  <a16:creationId xmlns:a16="http://schemas.microsoft.com/office/drawing/2014/main" id="{5F08CC70-61C9-B15C-4514-667BF61B98C9}"/>
                </a:ext>
              </a:extLst>
            </p:cNvPr>
            <p:cNvSpPr>
              <a:spLocks noChangeArrowheads="1"/>
            </p:cNvSpPr>
            <p:nvPr/>
          </p:nvSpPr>
          <p:spPr bwMode="auto">
            <a:xfrm>
              <a:off x="4240213" y="2566638"/>
              <a:ext cx="195263" cy="225395"/>
            </a:xfrm>
            <a:prstGeom prst="ellipse">
              <a:avLst/>
            </a:prstGeom>
            <a:solidFill>
              <a:srgbClr val="0000FF"/>
            </a:solidFill>
            <a:ln w="25400">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26632" name="Line 58">
              <a:extLst>
                <a:ext uri="{FF2B5EF4-FFF2-40B4-BE49-F238E27FC236}">
                  <a16:creationId xmlns:a16="http://schemas.microsoft.com/office/drawing/2014/main" id="{A805B0B8-2F53-DD5B-4D79-3310D16625ED}"/>
                </a:ext>
              </a:extLst>
            </p:cNvPr>
            <p:cNvSpPr>
              <a:spLocks noChangeShapeType="1"/>
            </p:cNvSpPr>
            <p:nvPr/>
          </p:nvSpPr>
          <p:spPr bwMode="auto">
            <a:xfrm>
              <a:off x="4441825" y="2674938"/>
              <a:ext cx="7239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33" name="Oval 59">
              <a:extLst>
                <a:ext uri="{FF2B5EF4-FFF2-40B4-BE49-F238E27FC236}">
                  <a16:creationId xmlns:a16="http://schemas.microsoft.com/office/drawing/2014/main" id="{BDBE2797-7F51-84CE-890A-986B2CD72B13}"/>
                </a:ext>
              </a:extLst>
            </p:cNvPr>
            <p:cNvSpPr>
              <a:spLocks noChangeArrowheads="1"/>
            </p:cNvSpPr>
            <p:nvPr/>
          </p:nvSpPr>
          <p:spPr bwMode="auto">
            <a:xfrm>
              <a:off x="5159375" y="2581273"/>
              <a:ext cx="193675" cy="225395"/>
            </a:xfrm>
            <a:prstGeom prst="ellipse">
              <a:avLst/>
            </a:prstGeom>
            <a:solidFill>
              <a:srgbClr val="0000FF"/>
            </a:solidFill>
            <a:ln w="25400">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26634" name="Line 60">
              <a:extLst>
                <a:ext uri="{FF2B5EF4-FFF2-40B4-BE49-F238E27FC236}">
                  <a16:creationId xmlns:a16="http://schemas.microsoft.com/office/drawing/2014/main" id="{DD794873-C2B3-818C-19B7-F257D5FB959A}"/>
                </a:ext>
              </a:extLst>
            </p:cNvPr>
            <p:cNvSpPr>
              <a:spLocks noChangeShapeType="1"/>
            </p:cNvSpPr>
            <p:nvPr/>
          </p:nvSpPr>
          <p:spPr bwMode="auto">
            <a:xfrm>
              <a:off x="4338831" y="2233379"/>
              <a:ext cx="0" cy="1296023"/>
            </a:xfrm>
            <a:prstGeom prst="line">
              <a:avLst/>
            </a:prstGeom>
            <a:noFill/>
            <a:ln w="25400">
              <a:solidFill>
                <a:schemeClr val="tx1"/>
              </a:solidFill>
              <a:round/>
              <a:headEnd type="triangle" w="lg" len="lg"/>
              <a:tailEnd type="none" w="lg" len="lg"/>
            </a:ln>
            <a:extLst>
              <a:ext uri="{909E8E84-426E-40DD-AFC4-6F175D3DCCD1}">
                <a14:hiddenFill xmlns:a14="http://schemas.microsoft.com/office/drawing/2010/main">
                  <a:noFill/>
                </a14:hiddenFill>
              </a:ext>
            </a:extLst>
          </p:spPr>
          <p:txBody>
            <a:bodyPr/>
            <a:lstStyle/>
            <a:p>
              <a:endParaRPr lang="en-US"/>
            </a:p>
          </p:txBody>
        </p:sp>
        <p:sp>
          <p:nvSpPr>
            <p:cNvPr id="26635" name="Line 61">
              <a:extLst>
                <a:ext uri="{FF2B5EF4-FFF2-40B4-BE49-F238E27FC236}">
                  <a16:creationId xmlns:a16="http://schemas.microsoft.com/office/drawing/2014/main" id="{09D8468C-A4A1-F1FB-E5D4-A3FDBA3A51D2}"/>
                </a:ext>
              </a:extLst>
            </p:cNvPr>
            <p:cNvSpPr>
              <a:spLocks noChangeShapeType="1"/>
            </p:cNvSpPr>
            <p:nvPr/>
          </p:nvSpPr>
          <p:spPr bwMode="auto">
            <a:xfrm>
              <a:off x="5268088" y="2775299"/>
              <a:ext cx="0" cy="68745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36" name="Line 62">
              <a:extLst>
                <a:ext uri="{FF2B5EF4-FFF2-40B4-BE49-F238E27FC236}">
                  <a16:creationId xmlns:a16="http://schemas.microsoft.com/office/drawing/2014/main" id="{9E86CD0B-06EC-6690-C583-8DF3B202DCF1}"/>
                </a:ext>
              </a:extLst>
            </p:cNvPr>
            <p:cNvSpPr>
              <a:spLocks noChangeShapeType="1"/>
            </p:cNvSpPr>
            <p:nvPr/>
          </p:nvSpPr>
          <p:spPr bwMode="auto">
            <a:xfrm>
              <a:off x="4308475" y="1968500"/>
              <a:ext cx="1520825" cy="0"/>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grpSp>
          <p:nvGrpSpPr>
            <p:cNvPr id="26637" name="Group 63">
              <a:extLst>
                <a:ext uri="{FF2B5EF4-FFF2-40B4-BE49-F238E27FC236}">
                  <a16:creationId xmlns:a16="http://schemas.microsoft.com/office/drawing/2014/main" id="{9FF84798-B1E5-5CF2-84B1-93B5BE24A4F3}"/>
                </a:ext>
              </a:extLst>
            </p:cNvPr>
            <p:cNvGrpSpPr>
              <a:grpSpLocks/>
            </p:cNvGrpSpPr>
            <p:nvPr/>
          </p:nvGrpSpPr>
          <p:grpSpPr bwMode="auto">
            <a:xfrm>
              <a:off x="4267200" y="1874838"/>
              <a:ext cx="1114425" cy="225425"/>
              <a:chOff x="1130" y="1557"/>
              <a:chExt cx="698" cy="142"/>
            </a:xfrm>
          </p:grpSpPr>
          <p:sp>
            <p:nvSpPr>
              <p:cNvPr id="26672" name="Oval 64">
                <a:extLst>
                  <a:ext uri="{FF2B5EF4-FFF2-40B4-BE49-F238E27FC236}">
                    <a16:creationId xmlns:a16="http://schemas.microsoft.com/office/drawing/2014/main" id="{C399B77F-DE11-2734-880C-EA258CA82C2B}"/>
                  </a:ext>
                </a:extLst>
              </p:cNvPr>
              <p:cNvSpPr>
                <a:spLocks noChangeArrowheads="1"/>
              </p:cNvSpPr>
              <p:nvPr/>
            </p:nvSpPr>
            <p:spPr bwMode="auto">
              <a:xfrm>
                <a:off x="1130" y="1557"/>
                <a:ext cx="122" cy="142"/>
              </a:xfrm>
              <a:prstGeom prst="ellipse">
                <a:avLst/>
              </a:prstGeom>
              <a:solidFill>
                <a:srgbClr val="0000FF"/>
              </a:solidFill>
              <a:ln w="95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26673" name="Line 65">
                <a:extLst>
                  <a:ext uri="{FF2B5EF4-FFF2-40B4-BE49-F238E27FC236}">
                    <a16:creationId xmlns:a16="http://schemas.microsoft.com/office/drawing/2014/main" id="{6AABFF88-CFF1-2DAF-F1FA-E2110C0BAAB7}"/>
                  </a:ext>
                </a:extLst>
              </p:cNvPr>
              <p:cNvSpPr>
                <a:spLocks noChangeShapeType="1"/>
              </p:cNvSpPr>
              <p:nvPr/>
            </p:nvSpPr>
            <p:spPr bwMode="auto">
              <a:xfrm>
                <a:off x="1256" y="1616"/>
                <a:ext cx="4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74" name="Oval 66">
                <a:extLst>
                  <a:ext uri="{FF2B5EF4-FFF2-40B4-BE49-F238E27FC236}">
                    <a16:creationId xmlns:a16="http://schemas.microsoft.com/office/drawing/2014/main" id="{0BD3F61C-EE2B-6595-6E5A-4C9ED929BCE1}"/>
                  </a:ext>
                </a:extLst>
              </p:cNvPr>
              <p:cNvSpPr>
                <a:spLocks noChangeArrowheads="1"/>
              </p:cNvSpPr>
              <p:nvPr/>
            </p:nvSpPr>
            <p:spPr bwMode="auto">
              <a:xfrm>
                <a:off x="1706" y="1557"/>
                <a:ext cx="122" cy="142"/>
              </a:xfrm>
              <a:prstGeom prst="ellipse">
                <a:avLst/>
              </a:prstGeom>
              <a:solidFill>
                <a:srgbClr val="0000FF"/>
              </a:solidFill>
              <a:ln w="95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grpSp>
        <p:sp>
          <p:nvSpPr>
            <p:cNvPr id="26638" name="Text Box 67">
              <a:extLst>
                <a:ext uri="{FF2B5EF4-FFF2-40B4-BE49-F238E27FC236}">
                  <a16:creationId xmlns:a16="http://schemas.microsoft.com/office/drawing/2014/main" id="{41B0D91C-0BAA-D0A8-4F4B-F57C95FC9BDB}"/>
                </a:ext>
              </a:extLst>
            </p:cNvPr>
            <p:cNvSpPr txBox="1">
              <a:spLocks noChangeArrowheads="1"/>
            </p:cNvSpPr>
            <p:nvPr/>
          </p:nvSpPr>
          <p:spPr bwMode="auto">
            <a:xfrm>
              <a:off x="5829300" y="1752600"/>
              <a:ext cx="579438" cy="568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t>x</a:t>
              </a:r>
              <a:r>
                <a:rPr lang="en-US" altLang="en-US" b="0" baseline="-25000"/>
                <a:t>1</a:t>
              </a:r>
              <a:endParaRPr lang="ru-RU" altLang="en-US" b="0"/>
            </a:p>
          </p:txBody>
        </p:sp>
        <p:grpSp>
          <p:nvGrpSpPr>
            <p:cNvPr id="26639" name="Group 68">
              <a:extLst>
                <a:ext uri="{FF2B5EF4-FFF2-40B4-BE49-F238E27FC236}">
                  <a16:creationId xmlns:a16="http://schemas.microsoft.com/office/drawing/2014/main" id="{00946997-D5E1-49CE-68C0-BC278881B866}"/>
                </a:ext>
              </a:extLst>
            </p:cNvPr>
            <p:cNvGrpSpPr>
              <a:grpSpLocks/>
            </p:cNvGrpSpPr>
            <p:nvPr/>
          </p:nvGrpSpPr>
          <p:grpSpPr bwMode="auto">
            <a:xfrm>
              <a:off x="4237038" y="3479800"/>
              <a:ext cx="1572003" cy="225425"/>
              <a:chOff x="1130" y="1557"/>
              <a:chExt cx="986" cy="142"/>
            </a:xfrm>
          </p:grpSpPr>
          <p:sp>
            <p:nvSpPr>
              <p:cNvPr id="26669" name="Oval 69">
                <a:extLst>
                  <a:ext uri="{FF2B5EF4-FFF2-40B4-BE49-F238E27FC236}">
                    <a16:creationId xmlns:a16="http://schemas.microsoft.com/office/drawing/2014/main" id="{845D3EB2-8988-96AF-04BD-2DE1AD94F070}"/>
                  </a:ext>
                </a:extLst>
              </p:cNvPr>
              <p:cNvSpPr>
                <a:spLocks noChangeArrowheads="1"/>
              </p:cNvSpPr>
              <p:nvPr/>
            </p:nvSpPr>
            <p:spPr bwMode="auto">
              <a:xfrm>
                <a:off x="1130" y="1557"/>
                <a:ext cx="122" cy="142"/>
              </a:xfrm>
              <a:prstGeom prst="ellipse">
                <a:avLst/>
              </a:prstGeom>
              <a:solidFill>
                <a:srgbClr val="0000FF"/>
              </a:solidFill>
              <a:ln w="25400">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26670" name="Line 70">
                <a:extLst>
                  <a:ext uri="{FF2B5EF4-FFF2-40B4-BE49-F238E27FC236}">
                    <a16:creationId xmlns:a16="http://schemas.microsoft.com/office/drawing/2014/main" id="{513BAEC8-B19D-1EE0-CD10-35E3DCD2D93F}"/>
                  </a:ext>
                </a:extLst>
              </p:cNvPr>
              <p:cNvSpPr>
                <a:spLocks noChangeShapeType="1"/>
              </p:cNvSpPr>
              <p:nvPr/>
            </p:nvSpPr>
            <p:spPr bwMode="auto">
              <a:xfrm>
                <a:off x="1256" y="1616"/>
                <a:ext cx="860" cy="0"/>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6671" name="Oval 71">
                <a:extLst>
                  <a:ext uri="{FF2B5EF4-FFF2-40B4-BE49-F238E27FC236}">
                    <a16:creationId xmlns:a16="http://schemas.microsoft.com/office/drawing/2014/main" id="{301F3795-CE8F-B497-9B38-56AAC9D070E8}"/>
                  </a:ext>
                </a:extLst>
              </p:cNvPr>
              <p:cNvSpPr>
                <a:spLocks noChangeArrowheads="1"/>
              </p:cNvSpPr>
              <p:nvPr/>
            </p:nvSpPr>
            <p:spPr bwMode="auto">
              <a:xfrm>
                <a:off x="1706" y="1557"/>
                <a:ext cx="122" cy="142"/>
              </a:xfrm>
              <a:prstGeom prst="ellipse">
                <a:avLst/>
              </a:prstGeom>
              <a:solidFill>
                <a:srgbClr val="0000FF"/>
              </a:solidFill>
              <a:ln w="25400">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grpSp>
        <p:sp>
          <p:nvSpPr>
            <p:cNvPr id="26640" name="Text Box 73">
              <a:extLst>
                <a:ext uri="{FF2B5EF4-FFF2-40B4-BE49-F238E27FC236}">
                  <a16:creationId xmlns:a16="http://schemas.microsoft.com/office/drawing/2014/main" id="{C6240CC9-EB72-D1D0-EAFA-D9C6AF58FD51}"/>
                </a:ext>
              </a:extLst>
            </p:cNvPr>
            <p:cNvSpPr txBox="1">
              <a:spLocks noChangeArrowheads="1"/>
            </p:cNvSpPr>
            <p:nvPr/>
          </p:nvSpPr>
          <p:spPr bwMode="auto">
            <a:xfrm>
              <a:off x="4713288" y="3629025"/>
              <a:ext cx="577850" cy="568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t>x</a:t>
              </a:r>
              <a:r>
                <a:rPr lang="en-US" altLang="en-US" b="0" baseline="-25000"/>
                <a:t>1</a:t>
              </a:r>
              <a:endParaRPr lang="ru-RU" altLang="en-US" b="0"/>
            </a:p>
          </p:txBody>
        </p:sp>
        <p:sp>
          <p:nvSpPr>
            <p:cNvPr id="26641" name="Text Box 74">
              <a:extLst>
                <a:ext uri="{FF2B5EF4-FFF2-40B4-BE49-F238E27FC236}">
                  <a16:creationId xmlns:a16="http://schemas.microsoft.com/office/drawing/2014/main" id="{71E68D1C-524C-A559-05EA-E7112A59C6AC}"/>
                </a:ext>
              </a:extLst>
            </p:cNvPr>
            <p:cNvSpPr txBox="1">
              <a:spLocks noChangeArrowheads="1"/>
            </p:cNvSpPr>
            <p:nvPr/>
          </p:nvSpPr>
          <p:spPr bwMode="auto">
            <a:xfrm>
              <a:off x="3517900" y="5610224"/>
              <a:ext cx="579438" cy="568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t>x</a:t>
              </a:r>
              <a:r>
                <a:rPr lang="en-US" altLang="en-US" b="0" baseline="-25000"/>
                <a:t>3</a:t>
              </a:r>
              <a:endParaRPr lang="ru-RU" altLang="en-US" b="0"/>
            </a:p>
          </p:txBody>
        </p:sp>
        <p:sp>
          <p:nvSpPr>
            <p:cNvPr id="26642" name="Line 75">
              <a:extLst>
                <a:ext uri="{FF2B5EF4-FFF2-40B4-BE49-F238E27FC236}">
                  <a16:creationId xmlns:a16="http://schemas.microsoft.com/office/drawing/2014/main" id="{9030D6F8-4624-9010-835F-CEAEC4AC75C5}"/>
                </a:ext>
              </a:extLst>
            </p:cNvPr>
            <p:cNvSpPr>
              <a:spLocks noChangeShapeType="1"/>
            </p:cNvSpPr>
            <p:nvPr/>
          </p:nvSpPr>
          <p:spPr bwMode="auto">
            <a:xfrm flipV="1">
              <a:off x="4699000" y="3768725"/>
              <a:ext cx="0" cy="151130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6643" name="AutoShape 76">
              <a:extLst>
                <a:ext uri="{FF2B5EF4-FFF2-40B4-BE49-F238E27FC236}">
                  <a16:creationId xmlns:a16="http://schemas.microsoft.com/office/drawing/2014/main" id="{0485F3B0-5035-F722-7D0B-257966529BED}"/>
                </a:ext>
              </a:extLst>
            </p:cNvPr>
            <p:cNvSpPr>
              <a:spLocks noChangeArrowheads="1"/>
            </p:cNvSpPr>
            <p:nvPr/>
          </p:nvSpPr>
          <p:spPr bwMode="auto">
            <a:xfrm>
              <a:off x="4383088" y="4352925"/>
              <a:ext cx="1219200" cy="1214438"/>
            </a:xfrm>
            <a:prstGeom prst="cube">
              <a:avLst>
                <a:gd name="adj"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26644" name="Oval 77">
              <a:extLst>
                <a:ext uri="{FF2B5EF4-FFF2-40B4-BE49-F238E27FC236}">
                  <a16:creationId xmlns:a16="http://schemas.microsoft.com/office/drawing/2014/main" id="{AFBFA14C-B830-7F7E-A25C-F8B44E073A7F}"/>
                </a:ext>
              </a:extLst>
            </p:cNvPr>
            <p:cNvSpPr>
              <a:spLocks noChangeArrowheads="1"/>
            </p:cNvSpPr>
            <p:nvPr/>
          </p:nvSpPr>
          <p:spPr bwMode="auto">
            <a:xfrm>
              <a:off x="4294188" y="4562474"/>
              <a:ext cx="195263" cy="225395"/>
            </a:xfrm>
            <a:prstGeom prst="ellipse">
              <a:avLst/>
            </a:prstGeom>
            <a:solidFill>
              <a:srgbClr val="0000FF"/>
            </a:solidFill>
            <a:ln w="95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26645" name="Line 78">
              <a:extLst>
                <a:ext uri="{FF2B5EF4-FFF2-40B4-BE49-F238E27FC236}">
                  <a16:creationId xmlns:a16="http://schemas.microsoft.com/office/drawing/2014/main" id="{EF1AE68C-0DFB-264B-04D1-47BF705319A6}"/>
                </a:ext>
              </a:extLst>
            </p:cNvPr>
            <p:cNvSpPr>
              <a:spLocks noChangeShapeType="1"/>
            </p:cNvSpPr>
            <p:nvPr/>
          </p:nvSpPr>
          <p:spPr bwMode="auto">
            <a:xfrm>
              <a:off x="4483100" y="4656138"/>
              <a:ext cx="7239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46" name="Oval 79">
              <a:extLst>
                <a:ext uri="{FF2B5EF4-FFF2-40B4-BE49-F238E27FC236}">
                  <a16:creationId xmlns:a16="http://schemas.microsoft.com/office/drawing/2014/main" id="{BC7FBFAB-6A3E-A9FB-28E8-D74BE4079FC9}"/>
                </a:ext>
              </a:extLst>
            </p:cNvPr>
            <p:cNvSpPr>
              <a:spLocks noChangeArrowheads="1"/>
            </p:cNvSpPr>
            <p:nvPr/>
          </p:nvSpPr>
          <p:spPr bwMode="auto">
            <a:xfrm>
              <a:off x="5212525" y="4562474"/>
              <a:ext cx="192024" cy="225395"/>
            </a:xfrm>
            <a:prstGeom prst="ellipse">
              <a:avLst/>
            </a:prstGeom>
            <a:solidFill>
              <a:srgbClr val="0000FF"/>
            </a:solidFill>
            <a:ln w="95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26647" name="Oval 80">
              <a:extLst>
                <a:ext uri="{FF2B5EF4-FFF2-40B4-BE49-F238E27FC236}">
                  <a16:creationId xmlns:a16="http://schemas.microsoft.com/office/drawing/2014/main" id="{8262783D-1C79-7929-37E8-ECE04794D281}"/>
                </a:ext>
              </a:extLst>
            </p:cNvPr>
            <p:cNvSpPr>
              <a:spLocks noChangeArrowheads="1"/>
            </p:cNvSpPr>
            <p:nvPr/>
          </p:nvSpPr>
          <p:spPr bwMode="auto">
            <a:xfrm>
              <a:off x="4614863" y="4271962"/>
              <a:ext cx="195263" cy="225395"/>
            </a:xfrm>
            <a:prstGeom prst="ellipse">
              <a:avLst/>
            </a:prstGeom>
            <a:solidFill>
              <a:srgbClr val="0000FF"/>
            </a:solidFill>
            <a:ln w="95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26648" name="Oval 81">
              <a:extLst>
                <a:ext uri="{FF2B5EF4-FFF2-40B4-BE49-F238E27FC236}">
                  <a16:creationId xmlns:a16="http://schemas.microsoft.com/office/drawing/2014/main" id="{7A1838B4-2453-13B5-E79F-72828F6AA0AC}"/>
                </a:ext>
              </a:extLst>
            </p:cNvPr>
            <p:cNvSpPr>
              <a:spLocks noChangeArrowheads="1"/>
            </p:cNvSpPr>
            <p:nvPr/>
          </p:nvSpPr>
          <p:spPr bwMode="auto">
            <a:xfrm>
              <a:off x="5519738" y="4271962"/>
              <a:ext cx="195263" cy="225395"/>
            </a:xfrm>
            <a:prstGeom prst="ellipse">
              <a:avLst/>
            </a:prstGeom>
            <a:solidFill>
              <a:srgbClr val="0000FF"/>
            </a:solidFill>
            <a:ln w="95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26649" name="Line 82">
              <a:extLst>
                <a:ext uri="{FF2B5EF4-FFF2-40B4-BE49-F238E27FC236}">
                  <a16:creationId xmlns:a16="http://schemas.microsoft.com/office/drawing/2014/main" id="{5ACD0370-58FC-1F52-CC51-0E3D8F9DCFE0}"/>
                </a:ext>
              </a:extLst>
            </p:cNvPr>
            <p:cNvSpPr>
              <a:spLocks noChangeShapeType="1"/>
            </p:cNvSpPr>
            <p:nvPr/>
          </p:nvSpPr>
          <p:spPr bwMode="auto">
            <a:xfrm>
              <a:off x="4713288" y="4451350"/>
              <a:ext cx="0" cy="7191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50" name="Line 83">
              <a:extLst>
                <a:ext uri="{FF2B5EF4-FFF2-40B4-BE49-F238E27FC236}">
                  <a16:creationId xmlns:a16="http://schemas.microsoft.com/office/drawing/2014/main" id="{06738878-6B5A-DA4B-6270-EE313114290E}"/>
                </a:ext>
              </a:extLst>
            </p:cNvPr>
            <p:cNvSpPr>
              <a:spLocks noChangeShapeType="1"/>
            </p:cNvSpPr>
            <p:nvPr/>
          </p:nvSpPr>
          <p:spPr bwMode="auto">
            <a:xfrm flipH="1">
              <a:off x="3948113" y="5324475"/>
              <a:ext cx="722313" cy="576263"/>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grpSp>
          <p:nvGrpSpPr>
            <p:cNvPr id="26651" name="Group 84">
              <a:extLst>
                <a:ext uri="{FF2B5EF4-FFF2-40B4-BE49-F238E27FC236}">
                  <a16:creationId xmlns:a16="http://schemas.microsoft.com/office/drawing/2014/main" id="{F1641DDF-9793-8514-F269-11E644F03F77}"/>
                </a:ext>
              </a:extLst>
            </p:cNvPr>
            <p:cNvGrpSpPr>
              <a:grpSpLocks/>
            </p:cNvGrpSpPr>
            <p:nvPr/>
          </p:nvGrpSpPr>
          <p:grpSpPr bwMode="auto">
            <a:xfrm>
              <a:off x="4273550" y="5483225"/>
              <a:ext cx="1146357" cy="225425"/>
              <a:chOff x="1130" y="1557"/>
              <a:chExt cx="718" cy="142"/>
            </a:xfrm>
          </p:grpSpPr>
          <p:sp>
            <p:nvSpPr>
              <p:cNvPr id="26666" name="Oval 85">
                <a:extLst>
                  <a:ext uri="{FF2B5EF4-FFF2-40B4-BE49-F238E27FC236}">
                    <a16:creationId xmlns:a16="http://schemas.microsoft.com/office/drawing/2014/main" id="{AB6A0EA1-4251-6802-5C25-E82216F2AC5C}"/>
                  </a:ext>
                </a:extLst>
              </p:cNvPr>
              <p:cNvSpPr>
                <a:spLocks noChangeArrowheads="1"/>
              </p:cNvSpPr>
              <p:nvPr/>
            </p:nvSpPr>
            <p:spPr bwMode="auto">
              <a:xfrm>
                <a:off x="1130" y="1557"/>
                <a:ext cx="122" cy="142"/>
              </a:xfrm>
              <a:prstGeom prst="ellipse">
                <a:avLst/>
              </a:prstGeom>
              <a:solidFill>
                <a:srgbClr val="0000FF"/>
              </a:solidFill>
              <a:ln w="95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26667" name="Line 86">
                <a:extLst>
                  <a:ext uri="{FF2B5EF4-FFF2-40B4-BE49-F238E27FC236}">
                    <a16:creationId xmlns:a16="http://schemas.microsoft.com/office/drawing/2014/main" id="{57EE9833-3202-5FC6-8265-E27E3CD238F6}"/>
                  </a:ext>
                </a:extLst>
              </p:cNvPr>
              <p:cNvSpPr>
                <a:spLocks noChangeShapeType="1"/>
              </p:cNvSpPr>
              <p:nvPr/>
            </p:nvSpPr>
            <p:spPr bwMode="auto">
              <a:xfrm>
                <a:off x="1256" y="1616"/>
                <a:ext cx="4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68" name="Oval 87">
                <a:extLst>
                  <a:ext uri="{FF2B5EF4-FFF2-40B4-BE49-F238E27FC236}">
                    <a16:creationId xmlns:a16="http://schemas.microsoft.com/office/drawing/2014/main" id="{42D5209E-C197-DB01-5E51-A13BD30D04E1}"/>
                  </a:ext>
                </a:extLst>
              </p:cNvPr>
              <p:cNvSpPr>
                <a:spLocks noChangeArrowheads="1"/>
              </p:cNvSpPr>
              <p:nvPr/>
            </p:nvSpPr>
            <p:spPr bwMode="auto">
              <a:xfrm>
                <a:off x="1728" y="1557"/>
                <a:ext cx="120" cy="142"/>
              </a:xfrm>
              <a:prstGeom prst="ellipse">
                <a:avLst/>
              </a:prstGeom>
              <a:solidFill>
                <a:srgbClr val="0000FF"/>
              </a:solidFill>
              <a:ln w="95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grpSp>
        <p:sp>
          <p:nvSpPr>
            <p:cNvPr id="26652" name="Line 88">
              <a:extLst>
                <a:ext uri="{FF2B5EF4-FFF2-40B4-BE49-F238E27FC236}">
                  <a16:creationId xmlns:a16="http://schemas.microsoft.com/office/drawing/2014/main" id="{9AEB6F0E-2E98-AB9A-6D85-7EB1955293AB}"/>
                </a:ext>
              </a:extLst>
            </p:cNvPr>
            <p:cNvSpPr>
              <a:spLocks noChangeShapeType="1"/>
            </p:cNvSpPr>
            <p:nvPr/>
          </p:nvSpPr>
          <p:spPr bwMode="auto">
            <a:xfrm>
              <a:off x="4787900" y="5265738"/>
              <a:ext cx="1446213"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6653" name="Oval 89">
              <a:extLst>
                <a:ext uri="{FF2B5EF4-FFF2-40B4-BE49-F238E27FC236}">
                  <a16:creationId xmlns:a16="http://schemas.microsoft.com/office/drawing/2014/main" id="{F26BF68B-F120-BC78-0B6A-00B0EA990A66}"/>
                </a:ext>
              </a:extLst>
            </p:cNvPr>
            <p:cNvSpPr>
              <a:spLocks noChangeArrowheads="1"/>
            </p:cNvSpPr>
            <p:nvPr/>
          </p:nvSpPr>
          <p:spPr bwMode="auto">
            <a:xfrm>
              <a:off x="4611688" y="5170486"/>
              <a:ext cx="182880" cy="225395"/>
            </a:xfrm>
            <a:prstGeom prst="ellipse">
              <a:avLst/>
            </a:prstGeom>
            <a:solidFill>
              <a:srgbClr val="0000FF"/>
            </a:solidFill>
            <a:ln w="95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26654" name="Line 90">
              <a:extLst>
                <a:ext uri="{FF2B5EF4-FFF2-40B4-BE49-F238E27FC236}">
                  <a16:creationId xmlns:a16="http://schemas.microsoft.com/office/drawing/2014/main" id="{2104050E-6191-2DBA-05A5-B8ECD8A591FD}"/>
                </a:ext>
              </a:extLst>
            </p:cNvPr>
            <p:cNvSpPr>
              <a:spLocks noChangeShapeType="1"/>
            </p:cNvSpPr>
            <p:nvPr/>
          </p:nvSpPr>
          <p:spPr bwMode="auto">
            <a:xfrm>
              <a:off x="4819650" y="5259388"/>
              <a:ext cx="74453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55" name="Oval 91">
              <a:extLst>
                <a:ext uri="{FF2B5EF4-FFF2-40B4-BE49-F238E27FC236}">
                  <a16:creationId xmlns:a16="http://schemas.microsoft.com/office/drawing/2014/main" id="{251FAFD3-201A-0367-F8B9-E1272D698E32}"/>
                </a:ext>
              </a:extLst>
            </p:cNvPr>
            <p:cNvSpPr>
              <a:spLocks noChangeArrowheads="1"/>
            </p:cNvSpPr>
            <p:nvPr/>
          </p:nvSpPr>
          <p:spPr bwMode="auto">
            <a:xfrm>
              <a:off x="5514975" y="5170486"/>
              <a:ext cx="200025" cy="225395"/>
            </a:xfrm>
            <a:prstGeom prst="ellipse">
              <a:avLst/>
            </a:prstGeom>
            <a:solidFill>
              <a:srgbClr val="0000FF"/>
            </a:solidFill>
            <a:ln w="95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26656" name="Text Box 92">
              <a:extLst>
                <a:ext uri="{FF2B5EF4-FFF2-40B4-BE49-F238E27FC236}">
                  <a16:creationId xmlns:a16="http://schemas.microsoft.com/office/drawing/2014/main" id="{8231FDAC-A6E7-A4FA-F5CF-E5F3B0A45393}"/>
                </a:ext>
              </a:extLst>
            </p:cNvPr>
            <p:cNvSpPr txBox="1">
              <a:spLocks noChangeArrowheads="1"/>
            </p:cNvSpPr>
            <p:nvPr/>
          </p:nvSpPr>
          <p:spPr bwMode="auto">
            <a:xfrm>
              <a:off x="4745038" y="4919663"/>
              <a:ext cx="577850" cy="455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000</a:t>
              </a:r>
              <a:endParaRPr lang="ru-RU" altLang="en-US" sz="1800" b="0"/>
            </a:p>
          </p:txBody>
        </p:sp>
        <p:sp>
          <p:nvSpPr>
            <p:cNvPr id="26657" name="Text Box 93">
              <a:extLst>
                <a:ext uri="{FF2B5EF4-FFF2-40B4-BE49-F238E27FC236}">
                  <a16:creationId xmlns:a16="http://schemas.microsoft.com/office/drawing/2014/main" id="{AC61C852-E5A6-7DE7-A685-2ED5F2381FE6}"/>
                </a:ext>
              </a:extLst>
            </p:cNvPr>
            <p:cNvSpPr txBox="1">
              <a:spLocks noChangeArrowheads="1"/>
            </p:cNvSpPr>
            <p:nvPr/>
          </p:nvSpPr>
          <p:spPr bwMode="auto">
            <a:xfrm>
              <a:off x="4312912" y="2031291"/>
              <a:ext cx="579438" cy="568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t>x</a:t>
              </a:r>
              <a:r>
                <a:rPr lang="en-US" altLang="en-US" b="0" baseline="-25000"/>
                <a:t>2</a:t>
              </a:r>
              <a:endParaRPr lang="ru-RU" altLang="en-US" b="0"/>
            </a:p>
          </p:txBody>
        </p:sp>
        <p:sp>
          <p:nvSpPr>
            <p:cNvPr id="26658" name="Text Box 94">
              <a:extLst>
                <a:ext uri="{FF2B5EF4-FFF2-40B4-BE49-F238E27FC236}">
                  <a16:creationId xmlns:a16="http://schemas.microsoft.com/office/drawing/2014/main" id="{B81B7A48-0C5E-AE58-ED1A-3DA2FEC3F2F2}"/>
                </a:ext>
              </a:extLst>
            </p:cNvPr>
            <p:cNvSpPr txBox="1">
              <a:spLocks noChangeArrowheads="1"/>
            </p:cNvSpPr>
            <p:nvPr/>
          </p:nvSpPr>
          <p:spPr bwMode="auto">
            <a:xfrm>
              <a:off x="3768725" y="5335588"/>
              <a:ext cx="577850" cy="455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001</a:t>
              </a:r>
              <a:endParaRPr lang="ru-RU" altLang="en-US" sz="1800" b="0"/>
            </a:p>
          </p:txBody>
        </p:sp>
        <p:sp>
          <p:nvSpPr>
            <p:cNvPr id="26659" name="Text Box 95">
              <a:extLst>
                <a:ext uri="{FF2B5EF4-FFF2-40B4-BE49-F238E27FC236}">
                  <a16:creationId xmlns:a16="http://schemas.microsoft.com/office/drawing/2014/main" id="{69002EB4-5B90-8B8D-2C81-778A1A14D4C9}"/>
                </a:ext>
              </a:extLst>
            </p:cNvPr>
            <p:cNvSpPr txBox="1">
              <a:spLocks noChangeArrowheads="1"/>
            </p:cNvSpPr>
            <p:nvPr/>
          </p:nvSpPr>
          <p:spPr bwMode="auto">
            <a:xfrm>
              <a:off x="5588000" y="5314950"/>
              <a:ext cx="579438" cy="455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010</a:t>
              </a:r>
              <a:endParaRPr lang="ru-RU" altLang="en-US" sz="1800" b="0"/>
            </a:p>
          </p:txBody>
        </p:sp>
        <p:sp>
          <p:nvSpPr>
            <p:cNvPr id="26660" name="Text Box 96">
              <a:extLst>
                <a:ext uri="{FF2B5EF4-FFF2-40B4-BE49-F238E27FC236}">
                  <a16:creationId xmlns:a16="http://schemas.microsoft.com/office/drawing/2014/main" id="{A41B1B9E-F876-9B23-C90E-CBD7BAF03A93}"/>
                </a:ext>
              </a:extLst>
            </p:cNvPr>
            <p:cNvSpPr txBox="1">
              <a:spLocks noChangeArrowheads="1"/>
            </p:cNvSpPr>
            <p:nvPr/>
          </p:nvSpPr>
          <p:spPr bwMode="auto">
            <a:xfrm>
              <a:off x="5113338" y="5622925"/>
              <a:ext cx="577850" cy="455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011</a:t>
              </a:r>
              <a:endParaRPr lang="ru-RU" altLang="en-US" sz="1800" b="0"/>
            </a:p>
          </p:txBody>
        </p:sp>
        <p:sp>
          <p:nvSpPr>
            <p:cNvPr id="26661" name="Text Box 97">
              <a:extLst>
                <a:ext uri="{FF2B5EF4-FFF2-40B4-BE49-F238E27FC236}">
                  <a16:creationId xmlns:a16="http://schemas.microsoft.com/office/drawing/2014/main" id="{6E382A96-F7EE-175E-4B95-EE834F87B7E1}"/>
                </a:ext>
              </a:extLst>
            </p:cNvPr>
            <p:cNvSpPr txBox="1">
              <a:spLocks noChangeArrowheads="1"/>
            </p:cNvSpPr>
            <p:nvPr/>
          </p:nvSpPr>
          <p:spPr bwMode="auto">
            <a:xfrm>
              <a:off x="4751388" y="4003675"/>
              <a:ext cx="577850" cy="455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100</a:t>
              </a:r>
              <a:endParaRPr lang="ru-RU" altLang="en-US" sz="1800" b="0"/>
            </a:p>
          </p:txBody>
        </p:sp>
        <p:sp>
          <p:nvSpPr>
            <p:cNvPr id="26662" name="Text Box 98">
              <a:extLst>
                <a:ext uri="{FF2B5EF4-FFF2-40B4-BE49-F238E27FC236}">
                  <a16:creationId xmlns:a16="http://schemas.microsoft.com/office/drawing/2014/main" id="{22E2283C-366A-99CB-942E-5473D6C8C5E1}"/>
                </a:ext>
              </a:extLst>
            </p:cNvPr>
            <p:cNvSpPr txBox="1">
              <a:spLocks noChangeArrowheads="1"/>
            </p:cNvSpPr>
            <p:nvPr/>
          </p:nvSpPr>
          <p:spPr bwMode="auto">
            <a:xfrm>
              <a:off x="5695950" y="4056063"/>
              <a:ext cx="577850" cy="455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110</a:t>
              </a:r>
              <a:endParaRPr lang="ru-RU" altLang="en-US" sz="1800" b="0"/>
            </a:p>
          </p:txBody>
        </p:sp>
        <p:sp>
          <p:nvSpPr>
            <p:cNvPr id="26663" name="Text Box 99">
              <a:extLst>
                <a:ext uri="{FF2B5EF4-FFF2-40B4-BE49-F238E27FC236}">
                  <a16:creationId xmlns:a16="http://schemas.microsoft.com/office/drawing/2014/main" id="{A0D0DDEB-1A36-0D45-11B6-A5144BD653FD}"/>
                </a:ext>
              </a:extLst>
            </p:cNvPr>
            <p:cNvSpPr txBox="1">
              <a:spLocks noChangeArrowheads="1"/>
            </p:cNvSpPr>
            <p:nvPr/>
          </p:nvSpPr>
          <p:spPr bwMode="auto">
            <a:xfrm>
              <a:off x="5375275" y="4525963"/>
              <a:ext cx="577850" cy="455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111</a:t>
              </a:r>
              <a:endParaRPr lang="ru-RU" altLang="en-US" sz="1800" b="0"/>
            </a:p>
          </p:txBody>
        </p:sp>
        <p:sp>
          <p:nvSpPr>
            <p:cNvPr id="26664" name="Text Box 100">
              <a:extLst>
                <a:ext uri="{FF2B5EF4-FFF2-40B4-BE49-F238E27FC236}">
                  <a16:creationId xmlns:a16="http://schemas.microsoft.com/office/drawing/2014/main" id="{CA0A64DE-95CB-DD02-1EF5-B489AB79E3E3}"/>
                </a:ext>
              </a:extLst>
            </p:cNvPr>
            <p:cNvSpPr txBox="1">
              <a:spLocks noChangeArrowheads="1"/>
            </p:cNvSpPr>
            <p:nvPr/>
          </p:nvSpPr>
          <p:spPr bwMode="auto">
            <a:xfrm>
              <a:off x="3802063" y="4462463"/>
              <a:ext cx="579438" cy="455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b="0"/>
                <a:t>101</a:t>
              </a:r>
              <a:endParaRPr lang="ru-RU" altLang="en-US" sz="1800" b="0"/>
            </a:p>
          </p:txBody>
        </p:sp>
        <p:sp>
          <p:nvSpPr>
            <p:cNvPr id="26665" name="Text Box 67">
              <a:extLst>
                <a:ext uri="{FF2B5EF4-FFF2-40B4-BE49-F238E27FC236}">
                  <a16:creationId xmlns:a16="http://schemas.microsoft.com/office/drawing/2014/main" id="{D3C3B21B-79AE-17A9-AE0E-A0EE62FCBD1E}"/>
                </a:ext>
              </a:extLst>
            </p:cNvPr>
            <p:cNvSpPr txBox="1">
              <a:spLocks noChangeArrowheads="1"/>
            </p:cNvSpPr>
            <p:nvPr/>
          </p:nvSpPr>
          <p:spPr bwMode="auto">
            <a:xfrm>
              <a:off x="5769923" y="3304023"/>
              <a:ext cx="579438" cy="568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t>x</a:t>
              </a:r>
              <a:r>
                <a:rPr lang="en-US" altLang="en-US" b="0" baseline="-25000"/>
                <a:t>1</a:t>
              </a:r>
              <a:endParaRPr lang="ru-RU" altLang="en-US" b="0"/>
            </a:p>
          </p:txBody>
        </p:sp>
      </p:grpSp>
      <p:sp>
        <p:nvSpPr>
          <p:cNvPr id="26627" name="Title 50">
            <a:extLst>
              <a:ext uri="{FF2B5EF4-FFF2-40B4-BE49-F238E27FC236}">
                <a16:creationId xmlns:a16="http://schemas.microsoft.com/office/drawing/2014/main" id="{F6B03C68-DF99-FD1A-E576-04243F182818}"/>
              </a:ext>
            </a:extLst>
          </p:cNvPr>
          <p:cNvSpPr>
            <a:spLocks noGrp="1" noChangeArrowheads="1"/>
          </p:cNvSpPr>
          <p:nvPr>
            <p:ph type="title"/>
          </p:nvPr>
        </p:nvSpPr>
        <p:spPr/>
        <p:txBody>
          <a:bodyPr>
            <a:normAutofit/>
          </a:bodyPr>
          <a:lstStyle/>
          <a:p>
            <a:r>
              <a:rPr lang="en-US" altLang="en-US"/>
              <a:t>Cubical Representation (n-Cube)</a:t>
            </a:r>
            <a:endParaRPr lang="ru-RU" altLang="en-US" dirty="0"/>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32" name="Title 130">
            <a:extLst>
              <a:ext uri="{FF2B5EF4-FFF2-40B4-BE49-F238E27FC236}">
                <a16:creationId xmlns:a16="http://schemas.microsoft.com/office/drawing/2014/main" id="{C14024C2-53EA-047D-43A9-3EB6EDFD7848}"/>
              </a:ext>
            </a:extLst>
          </p:cNvPr>
          <p:cNvSpPr>
            <a:spLocks noGrp="1" noChangeArrowheads="1"/>
          </p:cNvSpPr>
          <p:nvPr>
            <p:ph type="title"/>
          </p:nvPr>
        </p:nvSpPr>
        <p:spPr/>
        <p:txBody>
          <a:bodyPr>
            <a:normAutofit/>
          </a:bodyPr>
          <a:lstStyle/>
          <a:p>
            <a:r>
              <a:rPr lang="en-US" altLang="en-US"/>
              <a:t>n-Cube (2)</a:t>
            </a:r>
            <a:endParaRPr lang="ru-RU" altLang="en-US" dirty="0"/>
          </a:p>
        </p:txBody>
      </p:sp>
      <p:sp>
        <p:nvSpPr>
          <p:cNvPr id="28674" name="Content Placeholder 131">
            <a:extLst>
              <a:ext uri="{FF2B5EF4-FFF2-40B4-BE49-F238E27FC236}">
                <a16:creationId xmlns:a16="http://schemas.microsoft.com/office/drawing/2014/main" id="{3057FB1C-D38B-F437-55FC-8555B1D34DC8}"/>
              </a:ext>
            </a:extLst>
          </p:cNvPr>
          <p:cNvSpPr>
            <a:spLocks noGrp="1" noChangeArrowheads="1"/>
          </p:cNvSpPr>
          <p:nvPr>
            <p:ph type="body" sz="quarter" idx="10"/>
          </p:nvPr>
        </p:nvSpPr>
        <p:spPr/>
        <p:txBody>
          <a:bodyPr/>
          <a:lstStyle/>
          <a:p>
            <a:pPr>
              <a:buFont typeface="Wingdings" panose="05000000000000000000" pitchFamily="2" charset="2"/>
              <a:buNone/>
            </a:pPr>
            <a:r>
              <a:rPr lang="en-US" altLang="en-US" sz="2000"/>
              <a:t>          f(x</a:t>
            </a:r>
            <a:r>
              <a:rPr lang="en-US" altLang="en-US" sz="2000" baseline="-25000"/>
              <a:t>1</a:t>
            </a:r>
            <a:r>
              <a:rPr lang="en-US" altLang="en-US" sz="2000"/>
              <a:t>,x</a:t>
            </a:r>
            <a:r>
              <a:rPr lang="en-US" altLang="en-US" sz="2000" baseline="-25000"/>
              <a:t>2</a:t>
            </a:r>
            <a:r>
              <a:rPr lang="en-US" altLang="en-US" sz="2000"/>
              <a:t>,x</a:t>
            </a:r>
            <a:r>
              <a:rPr lang="en-US" altLang="en-US" sz="2000" baseline="-25000"/>
              <a:t>3</a:t>
            </a:r>
            <a:r>
              <a:rPr lang="en-US" altLang="en-US" sz="2000"/>
              <a:t>,x</a:t>
            </a:r>
            <a:r>
              <a:rPr lang="en-US" altLang="en-US" sz="2000" baseline="-25000"/>
              <a:t>4</a:t>
            </a:r>
            <a:r>
              <a:rPr lang="en-US" altLang="en-US" sz="2000"/>
              <a:t>)                                            </a:t>
            </a:r>
          </a:p>
          <a:p>
            <a:pPr>
              <a:buFont typeface="Wingdings" panose="05000000000000000000" pitchFamily="2" charset="2"/>
              <a:buNone/>
            </a:pPr>
            <a:r>
              <a:rPr lang="en-US" altLang="en-US" sz="2000"/>
              <a:t>                                                                      B</a:t>
            </a:r>
            <a:r>
              <a:rPr lang="en-US" altLang="en-US" sz="2000" baseline="30000"/>
              <a:t>4</a:t>
            </a:r>
            <a:endParaRPr lang="ru-RU" altLang="en-US" sz="2000"/>
          </a:p>
          <a:p>
            <a:pPr>
              <a:buFont typeface="Wingdings" panose="05000000000000000000" pitchFamily="2" charset="2"/>
              <a:buNone/>
            </a:pPr>
            <a:endParaRPr lang="en-US" altLang="en-US" sz="2000"/>
          </a:p>
          <a:p>
            <a:pPr>
              <a:buFont typeface="Wingdings" panose="05000000000000000000" pitchFamily="2" charset="2"/>
              <a:buNone/>
            </a:pPr>
            <a:endParaRPr lang="en-US" altLang="en-US" sz="2000"/>
          </a:p>
          <a:p>
            <a:pPr>
              <a:buFont typeface="Wingdings" panose="05000000000000000000" pitchFamily="2" charset="2"/>
              <a:buNone/>
            </a:pPr>
            <a:endParaRPr lang="en-US" altLang="en-US" sz="2000"/>
          </a:p>
          <a:p>
            <a:pPr>
              <a:buFont typeface="Wingdings" panose="05000000000000000000" pitchFamily="2" charset="2"/>
              <a:buNone/>
            </a:pPr>
            <a:endParaRPr lang="en-US" altLang="en-US" sz="2000"/>
          </a:p>
          <a:p>
            <a:pPr>
              <a:buFont typeface="Wingdings" panose="05000000000000000000" pitchFamily="2" charset="2"/>
              <a:buNone/>
            </a:pPr>
            <a:endParaRPr lang="en-US" altLang="en-US" sz="2000"/>
          </a:p>
          <a:p>
            <a:pPr>
              <a:buFont typeface="Wingdings" panose="05000000000000000000" pitchFamily="2" charset="2"/>
              <a:buNone/>
            </a:pPr>
            <a:endParaRPr lang="en-US" altLang="en-US" sz="2000"/>
          </a:p>
          <a:p>
            <a:pPr>
              <a:buFont typeface="Wingdings" panose="05000000000000000000" pitchFamily="2" charset="2"/>
              <a:buNone/>
            </a:pPr>
            <a:r>
              <a:rPr lang="en-US" altLang="en-US" sz="2000">
                <a:solidFill>
                  <a:srgbClr val="FF3300"/>
                </a:solidFill>
              </a:rPr>
              <a:t>						</a:t>
            </a:r>
          </a:p>
          <a:p>
            <a:pPr algn="ctr">
              <a:buFont typeface="Wingdings" panose="05000000000000000000" pitchFamily="2" charset="2"/>
              <a:buNone/>
            </a:pPr>
            <a:r>
              <a:rPr lang="en-US" altLang="en-US" sz="2000">
                <a:solidFill>
                  <a:srgbClr val="FF3300"/>
                </a:solidFill>
              </a:rPr>
              <a:t>						</a:t>
            </a:r>
            <a:r>
              <a:rPr lang="en-US" altLang="en-US" sz="1800">
                <a:solidFill>
                  <a:srgbClr val="0000FF"/>
                </a:solidFill>
              </a:rPr>
              <a:t>K</a:t>
            </a:r>
            <a:r>
              <a:rPr lang="en-US" altLang="en-US" sz="1800"/>
              <a:t>-cube is the corresponding</a:t>
            </a:r>
          </a:p>
          <a:p>
            <a:pPr algn="ctr">
              <a:buFont typeface="Wingdings" panose="05000000000000000000" pitchFamily="2" charset="2"/>
              <a:buNone/>
            </a:pPr>
            <a:r>
              <a:rPr lang="en-US" altLang="en-US" sz="1800"/>
              <a:t>						product of </a:t>
            </a:r>
            <a:r>
              <a:rPr lang="en-US" altLang="en-US" sz="1800">
                <a:solidFill>
                  <a:srgbClr val="0000FF"/>
                </a:solidFill>
              </a:rPr>
              <a:t>n-k</a:t>
            </a:r>
            <a:r>
              <a:rPr lang="en-US" altLang="en-US" sz="1800">
                <a:solidFill>
                  <a:srgbClr val="FF3300"/>
                </a:solidFill>
              </a:rPr>
              <a:t> </a:t>
            </a:r>
            <a:r>
              <a:rPr lang="en-US" altLang="en-US" sz="1800"/>
              <a:t>literals</a:t>
            </a:r>
            <a:endParaRPr lang="ru-RU" altLang="en-US" sz="1800" dirty="0"/>
          </a:p>
        </p:txBody>
      </p:sp>
      <p:sp>
        <p:nvSpPr>
          <p:cNvPr id="28675" name="AutoShape 127">
            <a:extLst>
              <a:ext uri="{FF2B5EF4-FFF2-40B4-BE49-F238E27FC236}">
                <a16:creationId xmlns:a16="http://schemas.microsoft.com/office/drawing/2014/main" id="{7E6EA0D4-460E-00AD-A7AF-59ADEA9CFF20}"/>
              </a:ext>
            </a:extLst>
          </p:cNvPr>
          <p:cNvSpPr>
            <a:spLocks noChangeArrowheads="1"/>
          </p:cNvSpPr>
          <p:nvPr/>
        </p:nvSpPr>
        <p:spPr bwMode="auto">
          <a:xfrm>
            <a:off x="3889375" y="3810001"/>
            <a:ext cx="1041400" cy="969963"/>
          </a:xfrm>
          <a:prstGeom prst="cube">
            <a:avLst>
              <a:gd name="adj" fmla="val 25000"/>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200" b="0">
              <a:solidFill>
                <a:schemeClr val="tx2"/>
              </a:solidFill>
            </a:endParaRPr>
          </a:p>
        </p:txBody>
      </p:sp>
      <p:sp>
        <p:nvSpPr>
          <p:cNvPr id="28676" name="Oval 128">
            <a:extLst>
              <a:ext uri="{FF2B5EF4-FFF2-40B4-BE49-F238E27FC236}">
                <a16:creationId xmlns:a16="http://schemas.microsoft.com/office/drawing/2014/main" id="{E340B97F-6CAA-787E-B067-00F717B39A8B}"/>
              </a:ext>
            </a:extLst>
          </p:cNvPr>
          <p:cNvSpPr>
            <a:spLocks noChangeArrowheads="1"/>
          </p:cNvSpPr>
          <p:nvPr/>
        </p:nvSpPr>
        <p:spPr bwMode="auto">
          <a:xfrm>
            <a:off x="3803650" y="3976689"/>
            <a:ext cx="165100" cy="155575"/>
          </a:xfrm>
          <a:prstGeom prst="ellipse">
            <a:avLst/>
          </a:prstGeom>
          <a:solidFill>
            <a:srgbClr val="0000FF"/>
          </a:solidFill>
          <a:ln w="25400">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200" b="0">
              <a:solidFill>
                <a:schemeClr val="tx2"/>
              </a:solidFill>
            </a:endParaRPr>
          </a:p>
        </p:txBody>
      </p:sp>
      <p:sp>
        <p:nvSpPr>
          <p:cNvPr id="13396" name="Line 129">
            <a:extLst>
              <a:ext uri="{FF2B5EF4-FFF2-40B4-BE49-F238E27FC236}">
                <a16:creationId xmlns:a16="http://schemas.microsoft.com/office/drawing/2014/main" id="{79F73B66-A09E-407C-BE89-77D4531C44FA}"/>
              </a:ext>
            </a:extLst>
          </p:cNvPr>
          <p:cNvSpPr>
            <a:spLocks noChangeShapeType="1"/>
          </p:cNvSpPr>
          <p:nvPr/>
        </p:nvSpPr>
        <p:spPr bwMode="auto">
          <a:xfrm>
            <a:off x="3975100" y="4051300"/>
            <a:ext cx="617538" cy="0"/>
          </a:xfrm>
          <a:prstGeom prst="line">
            <a:avLst/>
          </a:prstGeom>
          <a:noFill/>
          <a:ln w="25400">
            <a:solidFill>
              <a:schemeClr val="tx1">
                <a:lumMod val="85000"/>
                <a:lumOff val="15000"/>
              </a:schemeClr>
            </a:solidFill>
            <a:round/>
            <a:headEnd/>
            <a:tailEnd/>
          </a:ln>
        </p:spPr>
        <p:txBody>
          <a:bodyPr/>
          <a:lstStyle/>
          <a:p>
            <a:pPr eaLnBrk="1" hangingPunct="1">
              <a:defRPr/>
            </a:pPr>
            <a:endParaRPr lang="en-US" sz="1200" dirty="0">
              <a:latin typeface="Arial" charset="0"/>
            </a:endParaRPr>
          </a:p>
        </p:txBody>
      </p:sp>
      <p:sp>
        <p:nvSpPr>
          <p:cNvPr id="28678" name="Oval 130">
            <a:extLst>
              <a:ext uri="{FF2B5EF4-FFF2-40B4-BE49-F238E27FC236}">
                <a16:creationId xmlns:a16="http://schemas.microsoft.com/office/drawing/2014/main" id="{A3E109CE-3181-F2CA-F16A-0C3C741961C1}"/>
              </a:ext>
            </a:extLst>
          </p:cNvPr>
          <p:cNvSpPr>
            <a:spLocks noChangeArrowheads="1"/>
          </p:cNvSpPr>
          <p:nvPr/>
        </p:nvSpPr>
        <p:spPr bwMode="auto">
          <a:xfrm>
            <a:off x="4587875" y="3976689"/>
            <a:ext cx="165100" cy="155575"/>
          </a:xfrm>
          <a:prstGeom prst="ellipse">
            <a:avLst/>
          </a:prstGeom>
          <a:solidFill>
            <a:srgbClr val="0000FF"/>
          </a:solidFill>
          <a:ln w="25400">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200" b="0">
              <a:solidFill>
                <a:srgbClr val="00CCFF"/>
              </a:solidFill>
            </a:endParaRPr>
          </a:p>
        </p:txBody>
      </p:sp>
      <p:sp>
        <p:nvSpPr>
          <p:cNvPr id="28679" name="Oval 131">
            <a:extLst>
              <a:ext uri="{FF2B5EF4-FFF2-40B4-BE49-F238E27FC236}">
                <a16:creationId xmlns:a16="http://schemas.microsoft.com/office/drawing/2014/main" id="{0B891D27-6694-B72A-4A0B-DA297C16B15C}"/>
              </a:ext>
            </a:extLst>
          </p:cNvPr>
          <p:cNvSpPr>
            <a:spLocks noChangeArrowheads="1"/>
          </p:cNvSpPr>
          <p:nvPr/>
        </p:nvSpPr>
        <p:spPr bwMode="auto">
          <a:xfrm>
            <a:off x="4087814" y="3744914"/>
            <a:ext cx="166687" cy="153987"/>
          </a:xfrm>
          <a:prstGeom prst="ellipse">
            <a:avLst/>
          </a:prstGeom>
          <a:solidFill>
            <a:srgbClr val="0000FF"/>
          </a:solidFill>
          <a:ln w="25400">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200" b="0">
              <a:solidFill>
                <a:schemeClr val="tx2"/>
              </a:solidFill>
            </a:endParaRPr>
          </a:p>
        </p:txBody>
      </p:sp>
      <p:sp>
        <p:nvSpPr>
          <p:cNvPr id="28680" name="Oval 132">
            <a:extLst>
              <a:ext uri="{FF2B5EF4-FFF2-40B4-BE49-F238E27FC236}">
                <a16:creationId xmlns:a16="http://schemas.microsoft.com/office/drawing/2014/main" id="{D1331037-4967-FEBF-C557-932EF40FF48E}"/>
              </a:ext>
            </a:extLst>
          </p:cNvPr>
          <p:cNvSpPr>
            <a:spLocks noChangeArrowheads="1"/>
          </p:cNvSpPr>
          <p:nvPr/>
        </p:nvSpPr>
        <p:spPr bwMode="auto">
          <a:xfrm>
            <a:off x="4859339" y="3744914"/>
            <a:ext cx="166687" cy="153987"/>
          </a:xfrm>
          <a:prstGeom prst="ellipse">
            <a:avLst/>
          </a:prstGeom>
          <a:solidFill>
            <a:srgbClr val="0000FF"/>
          </a:solidFill>
          <a:ln w="25400">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200" b="0">
              <a:solidFill>
                <a:schemeClr val="tx2"/>
              </a:solidFill>
            </a:endParaRPr>
          </a:p>
        </p:txBody>
      </p:sp>
      <p:sp>
        <p:nvSpPr>
          <p:cNvPr id="13400" name="Line 133">
            <a:extLst>
              <a:ext uri="{FF2B5EF4-FFF2-40B4-BE49-F238E27FC236}">
                <a16:creationId xmlns:a16="http://schemas.microsoft.com/office/drawing/2014/main" id="{4453FF65-73A2-4F3F-9D23-C077816A477C}"/>
              </a:ext>
            </a:extLst>
          </p:cNvPr>
          <p:cNvSpPr>
            <a:spLocks noChangeShapeType="1"/>
          </p:cNvSpPr>
          <p:nvPr/>
        </p:nvSpPr>
        <p:spPr bwMode="auto">
          <a:xfrm>
            <a:off x="4170363" y="3887789"/>
            <a:ext cx="0" cy="574675"/>
          </a:xfrm>
          <a:prstGeom prst="line">
            <a:avLst/>
          </a:prstGeom>
          <a:noFill/>
          <a:ln w="25400">
            <a:solidFill>
              <a:schemeClr val="accent1">
                <a:lumMod val="20000"/>
                <a:lumOff val="80000"/>
              </a:schemeClr>
            </a:solidFill>
            <a:round/>
            <a:headEnd/>
            <a:tailEnd/>
          </a:ln>
        </p:spPr>
        <p:txBody>
          <a:bodyPr/>
          <a:lstStyle/>
          <a:p>
            <a:pPr eaLnBrk="1" hangingPunct="1">
              <a:defRPr/>
            </a:pPr>
            <a:endParaRPr lang="en-US" sz="1200" dirty="0">
              <a:latin typeface="Arial" charset="0"/>
            </a:endParaRPr>
          </a:p>
        </p:txBody>
      </p:sp>
      <p:sp>
        <p:nvSpPr>
          <p:cNvPr id="28682" name="Oval 136">
            <a:extLst>
              <a:ext uri="{FF2B5EF4-FFF2-40B4-BE49-F238E27FC236}">
                <a16:creationId xmlns:a16="http://schemas.microsoft.com/office/drawing/2014/main" id="{DE61ECCC-9BB9-02C3-C8EF-7C1C5BFB2F44}"/>
              </a:ext>
            </a:extLst>
          </p:cNvPr>
          <p:cNvSpPr>
            <a:spLocks noChangeArrowheads="1"/>
          </p:cNvSpPr>
          <p:nvPr/>
        </p:nvSpPr>
        <p:spPr bwMode="auto">
          <a:xfrm>
            <a:off x="3797300" y="4713289"/>
            <a:ext cx="165100" cy="155575"/>
          </a:xfrm>
          <a:prstGeom prst="ellipse">
            <a:avLst/>
          </a:prstGeom>
          <a:solidFill>
            <a:srgbClr val="0000FF"/>
          </a:solidFill>
          <a:ln w="25400">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200" b="0">
              <a:solidFill>
                <a:schemeClr val="tx2"/>
              </a:solidFill>
            </a:endParaRPr>
          </a:p>
        </p:txBody>
      </p:sp>
      <p:sp>
        <p:nvSpPr>
          <p:cNvPr id="13439" name="Line 137">
            <a:extLst>
              <a:ext uri="{FF2B5EF4-FFF2-40B4-BE49-F238E27FC236}">
                <a16:creationId xmlns:a16="http://schemas.microsoft.com/office/drawing/2014/main" id="{72384D9F-78D0-4E60-BD05-E8A6850B06B0}"/>
              </a:ext>
            </a:extLst>
          </p:cNvPr>
          <p:cNvSpPr>
            <a:spLocks noChangeShapeType="1"/>
          </p:cNvSpPr>
          <p:nvPr/>
        </p:nvSpPr>
        <p:spPr bwMode="auto">
          <a:xfrm>
            <a:off x="3968750" y="4787900"/>
            <a:ext cx="617538" cy="0"/>
          </a:xfrm>
          <a:prstGeom prst="line">
            <a:avLst/>
          </a:prstGeom>
          <a:noFill/>
          <a:ln w="25400">
            <a:solidFill>
              <a:schemeClr val="accent1">
                <a:lumMod val="20000"/>
                <a:lumOff val="80000"/>
              </a:schemeClr>
            </a:solidFill>
            <a:round/>
            <a:headEnd/>
            <a:tailEnd/>
          </a:ln>
        </p:spPr>
        <p:txBody>
          <a:bodyPr/>
          <a:lstStyle/>
          <a:p>
            <a:pPr eaLnBrk="1" hangingPunct="1">
              <a:defRPr/>
            </a:pPr>
            <a:endParaRPr lang="en-US" sz="1200" dirty="0">
              <a:latin typeface="Arial" charset="0"/>
            </a:endParaRPr>
          </a:p>
        </p:txBody>
      </p:sp>
      <p:sp>
        <p:nvSpPr>
          <p:cNvPr id="28684" name="Oval 138">
            <a:extLst>
              <a:ext uri="{FF2B5EF4-FFF2-40B4-BE49-F238E27FC236}">
                <a16:creationId xmlns:a16="http://schemas.microsoft.com/office/drawing/2014/main" id="{264ECD36-A0DC-2190-5DE4-8A04B1B0F0BA}"/>
              </a:ext>
            </a:extLst>
          </p:cNvPr>
          <p:cNvSpPr>
            <a:spLocks noChangeArrowheads="1"/>
          </p:cNvSpPr>
          <p:nvPr/>
        </p:nvSpPr>
        <p:spPr bwMode="auto">
          <a:xfrm>
            <a:off x="4579939" y="4713289"/>
            <a:ext cx="166687" cy="155575"/>
          </a:xfrm>
          <a:prstGeom prst="ellipse">
            <a:avLst/>
          </a:prstGeom>
          <a:solidFill>
            <a:srgbClr val="0000FF"/>
          </a:solidFill>
          <a:ln w="25400">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200" b="0">
              <a:solidFill>
                <a:schemeClr val="tx2"/>
              </a:solidFill>
            </a:endParaRPr>
          </a:p>
        </p:txBody>
      </p:sp>
      <p:sp>
        <p:nvSpPr>
          <p:cNvPr id="28685" name="Oval 140">
            <a:extLst>
              <a:ext uri="{FF2B5EF4-FFF2-40B4-BE49-F238E27FC236}">
                <a16:creationId xmlns:a16="http://schemas.microsoft.com/office/drawing/2014/main" id="{649D4A44-B1B0-2AF8-FBB6-737B929AD078}"/>
              </a:ext>
            </a:extLst>
          </p:cNvPr>
          <p:cNvSpPr>
            <a:spLocks noChangeArrowheads="1"/>
          </p:cNvSpPr>
          <p:nvPr/>
        </p:nvSpPr>
        <p:spPr bwMode="auto">
          <a:xfrm>
            <a:off x="4084638" y="4462463"/>
            <a:ext cx="169862" cy="146050"/>
          </a:xfrm>
          <a:prstGeom prst="ellipse">
            <a:avLst/>
          </a:prstGeom>
          <a:solidFill>
            <a:srgbClr val="0000FF"/>
          </a:solidFill>
          <a:ln w="25400">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200" b="0">
              <a:solidFill>
                <a:schemeClr val="tx2"/>
              </a:solidFill>
            </a:endParaRPr>
          </a:p>
        </p:txBody>
      </p:sp>
      <p:sp>
        <p:nvSpPr>
          <p:cNvPr id="13403" name="Line 141">
            <a:extLst>
              <a:ext uri="{FF2B5EF4-FFF2-40B4-BE49-F238E27FC236}">
                <a16:creationId xmlns:a16="http://schemas.microsoft.com/office/drawing/2014/main" id="{08070857-7418-48FD-B6BC-7117C3474E0A}"/>
              </a:ext>
            </a:extLst>
          </p:cNvPr>
          <p:cNvSpPr>
            <a:spLocks noChangeShapeType="1"/>
          </p:cNvSpPr>
          <p:nvPr/>
        </p:nvSpPr>
        <p:spPr bwMode="auto">
          <a:xfrm>
            <a:off x="4262438" y="4533900"/>
            <a:ext cx="635000" cy="0"/>
          </a:xfrm>
          <a:prstGeom prst="line">
            <a:avLst/>
          </a:prstGeom>
          <a:noFill/>
          <a:ln w="25400">
            <a:solidFill>
              <a:schemeClr val="accent1">
                <a:lumMod val="20000"/>
                <a:lumOff val="80000"/>
              </a:schemeClr>
            </a:solidFill>
            <a:round/>
            <a:headEnd/>
            <a:tailEnd/>
          </a:ln>
        </p:spPr>
        <p:txBody>
          <a:bodyPr/>
          <a:lstStyle/>
          <a:p>
            <a:pPr eaLnBrk="1" hangingPunct="1">
              <a:defRPr/>
            </a:pPr>
            <a:endParaRPr lang="en-US" sz="1200" dirty="0">
              <a:latin typeface="Arial" charset="0"/>
            </a:endParaRPr>
          </a:p>
        </p:txBody>
      </p:sp>
      <p:sp>
        <p:nvSpPr>
          <p:cNvPr id="28687" name="Oval 142">
            <a:extLst>
              <a:ext uri="{FF2B5EF4-FFF2-40B4-BE49-F238E27FC236}">
                <a16:creationId xmlns:a16="http://schemas.microsoft.com/office/drawing/2014/main" id="{CCBD2A0E-4087-2960-346D-658ED526A2A3}"/>
              </a:ext>
            </a:extLst>
          </p:cNvPr>
          <p:cNvSpPr>
            <a:spLocks noChangeArrowheads="1"/>
          </p:cNvSpPr>
          <p:nvPr/>
        </p:nvSpPr>
        <p:spPr bwMode="auto">
          <a:xfrm>
            <a:off x="4856163" y="4462463"/>
            <a:ext cx="169862" cy="146050"/>
          </a:xfrm>
          <a:prstGeom prst="ellipse">
            <a:avLst/>
          </a:prstGeom>
          <a:solidFill>
            <a:srgbClr val="0000FF"/>
          </a:solidFill>
          <a:ln w="25400">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200" b="0">
              <a:solidFill>
                <a:schemeClr val="tx2"/>
              </a:solidFill>
            </a:endParaRPr>
          </a:p>
        </p:txBody>
      </p:sp>
      <p:sp>
        <p:nvSpPr>
          <p:cNvPr id="28688" name="Text Box 143">
            <a:extLst>
              <a:ext uri="{FF2B5EF4-FFF2-40B4-BE49-F238E27FC236}">
                <a16:creationId xmlns:a16="http://schemas.microsoft.com/office/drawing/2014/main" id="{C3480854-2112-C6CE-2832-EF3A93AE7AC5}"/>
              </a:ext>
            </a:extLst>
          </p:cNvPr>
          <p:cNvSpPr txBox="1">
            <a:spLocks noChangeArrowheads="1"/>
          </p:cNvSpPr>
          <p:nvPr/>
        </p:nvSpPr>
        <p:spPr bwMode="auto">
          <a:xfrm>
            <a:off x="4197350" y="4135438"/>
            <a:ext cx="7000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0000</a:t>
            </a:r>
            <a:endParaRPr lang="ru-RU" altLang="en-US" sz="1400"/>
          </a:p>
        </p:txBody>
      </p:sp>
      <p:sp>
        <p:nvSpPr>
          <p:cNvPr id="28689" name="Text Box 145">
            <a:extLst>
              <a:ext uri="{FF2B5EF4-FFF2-40B4-BE49-F238E27FC236}">
                <a16:creationId xmlns:a16="http://schemas.microsoft.com/office/drawing/2014/main" id="{77E1BA0B-8FA9-DB72-2C99-4332532D498C}"/>
              </a:ext>
            </a:extLst>
          </p:cNvPr>
          <p:cNvSpPr txBox="1">
            <a:spLocks noChangeArrowheads="1"/>
          </p:cNvSpPr>
          <p:nvPr/>
        </p:nvSpPr>
        <p:spPr bwMode="auto">
          <a:xfrm>
            <a:off x="3651251" y="4891089"/>
            <a:ext cx="7270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0001</a:t>
            </a:r>
            <a:endParaRPr lang="ru-RU" altLang="en-US" sz="1400"/>
          </a:p>
        </p:txBody>
      </p:sp>
      <p:sp>
        <p:nvSpPr>
          <p:cNvPr id="28690" name="Text Box 147">
            <a:extLst>
              <a:ext uri="{FF2B5EF4-FFF2-40B4-BE49-F238E27FC236}">
                <a16:creationId xmlns:a16="http://schemas.microsoft.com/office/drawing/2014/main" id="{6912C9C9-3B11-E19B-169A-F13BE93AE502}"/>
              </a:ext>
            </a:extLst>
          </p:cNvPr>
          <p:cNvSpPr txBox="1">
            <a:spLocks noChangeArrowheads="1"/>
          </p:cNvSpPr>
          <p:nvPr/>
        </p:nvSpPr>
        <p:spPr bwMode="auto">
          <a:xfrm>
            <a:off x="4513264" y="4824414"/>
            <a:ext cx="67627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0011</a:t>
            </a:r>
            <a:endParaRPr lang="ru-RU" altLang="en-US" sz="1200"/>
          </a:p>
        </p:txBody>
      </p:sp>
      <p:sp>
        <p:nvSpPr>
          <p:cNvPr id="28691" name="Text Box 148">
            <a:extLst>
              <a:ext uri="{FF2B5EF4-FFF2-40B4-BE49-F238E27FC236}">
                <a16:creationId xmlns:a16="http://schemas.microsoft.com/office/drawing/2014/main" id="{1E9AD9C1-28F8-80BE-B80D-B34E2815C103}"/>
              </a:ext>
            </a:extLst>
          </p:cNvPr>
          <p:cNvSpPr txBox="1">
            <a:spLocks noChangeArrowheads="1"/>
          </p:cNvSpPr>
          <p:nvPr/>
        </p:nvSpPr>
        <p:spPr bwMode="auto">
          <a:xfrm>
            <a:off x="4159250" y="3530600"/>
            <a:ext cx="8270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0100</a:t>
            </a:r>
            <a:endParaRPr lang="ru-RU" altLang="en-US" sz="1400"/>
          </a:p>
        </p:txBody>
      </p:sp>
      <p:sp>
        <p:nvSpPr>
          <p:cNvPr id="28692" name="Text Box 149">
            <a:extLst>
              <a:ext uri="{FF2B5EF4-FFF2-40B4-BE49-F238E27FC236}">
                <a16:creationId xmlns:a16="http://schemas.microsoft.com/office/drawing/2014/main" id="{67891FDC-B3FD-7063-6E88-CD6F15AB9F63}"/>
              </a:ext>
            </a:extLst>
          </p:cNvPr>
          <p:cNvSpPr txBox="1">
            <a:spLocks noChangeArrowheads="1"/>
          </p:cNvSpPr>
          <p:nvPr/>
        </p:nvSpPr>
        <p:spPr bwMode="auto">
          <a:xfrm>
            <a:off x="5008564" y="3571875"/>
            <a:ext cx="6381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0110</a:t>
            </a:r>
            <a:endParaRPr lang="ru-RU" altLang="en-US" sz="1400"/>
          </a:p>
        </p:txBody>
      </p:sp>
      <p:sp>
        <p:nvSpPr>
          <p:cNvPr id="28693" name="Text Box 150">
            <a:extLst>
              <a:ext uri="{FF2B5EF4-FFF2-40B4-BE49-F238E27FC236}">
                <a16:creationId xmlns:a16="http://schemas.microsoft.com/office/drawing/2014/main" id="{972FDEFF-9E7B-C9C9-3CBA-F81E904CD654}"/>
              </a:ext>
            </a:extLst>
          </p:cNvPr>
          <p:cNvSpPr txBox="1">
            <a:spLocks noChangeArrowheads="1"/>
          </p:cNvSpPr>
          <p:nvPr/>
        </p:nvSpPr>
        <p:spPr bwMode="auto">
          <a:xfrm>
            <a:off x="5065713" y="4432300"/>
            <a:ext cx="8683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0110</a:t>
            </a:r>
            <a:endParaRPr lang="ru-RU" altLang="en-US" sz="1400"/>
          </a:p>
        </p:txBody>
      </p:sp>
      <p:sp>
        <p:nvSpPr>
          <p:cNvPr id="28694" name="Text Box 151">
            <a:extLst>
              <a:ext uri="{FF2B5EF4-FFF2-40B4-BE49-F238E27FC236}">
                <a16:creationId xmlns:a16="http://schemas.microsoft.com/office/drawing/2014/main" id="{EAF4F3F0-F302-0C9C-961C-08575DD56A8A}"/>
              </a:ext>
            </a:extLst>
          </p:cNvPr>
          <p:cNvSpPr txBox="1">
            <a:spLocks noChangeArrowheads="1"/>
          </p:cNvSpPr>
          <p:nvPr/>
        </p:nvSpPr>
        <p:spPr bwMode="auto">
          <a:xfrm>
            <a:off x="3224214" y="3875088"/>
            <a:ext cx="8286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0101</a:t>
            </a:r>
            <a:endParaRPr lang="ru-RU" altLang="en-US" sz="1400"/>
          </a:p>
        </p:txBody>
      </p:sp>
      <p:sp>
        <p:nvSpPr>
          <p:cNvPr id="13412" name="Line 154">
            <a:extLst>
              <a:ext uri="{FF2B5EF4-FFF2-40B4-BE49-F238E27FC236}">
                <a16:creationId xmlns:a16="http://schemas.microsoft.com/office/drawing/2014/main" id="{EA9DF7CA-2690-49D9-A7FB-50DEFBE2FB60}"/>
              </a:ext>
            </a:extLst>
          </p:cNvPr>
          <p:cNvSpPr>
            <a:spLocks noChangeShapeType="1"/>
          </p:cNvSpPr>
          <p:nvPr/>
        </p:nvSpPr>
        <p:spPr bwMode="auto">
          <a:xfrm flipV="1">
            <a:off x="3930650" y="4570414"/>
            <a:ext cx="184150" cy="173037"/>
          </a:xfrm>
          <a:prstGeom prst="line">
            <a:avLst/>
          </a:prstGeom>
          <a:noFill/>
          <a:ln w="25400">
            <a:solidFill>
              <a:schemeClr val="accent1">
                <a:lumMod val="20000"/>
                <a:lumOff val="80000"/>
              </a:schemeClr>
            </a:solidFill>
            <a:round/>
            <a:headEnd/>
            <a:tailEnd/>
          </a:ln>
        </p:spPr>
        <p:txBody>
          <a:bodyPr/>
          <a:lstStyle/>
          <a:p>
            <a:pPr eaLnBrk="1" hangingPunct="1">
              <a:defRPr/>
            </a:pPr>
            <a:endParaRPr lang="en-US" sz="1200" dirty="0">
              <a:latin typeface="Arial" charset="0"/>
            </a:endParaRPr>
          </a:p>
        </p:txBody>
      </p:sp>
      <p:sp>
        <p:nvSpPr>
          <p:cNvPr id="28696" name="AutoShape 156">
            <a:extLst>
              <a:ext uri="{FF2B5EF4-FFF2-40B4-BE49-F238E27FC236}">
                <a16:creationId xmlns:a16="http://schemas.microsoft.com/office/drawing/2014/main" id="{B3EABC14-46F0-6052-E50A-CC56DE56F888}"/>
              </a:ext>
            </a:extLst>
          </p:cNvPr>
          <p:cNvSpPr>
            <a:spLocks noChangeArrowheads="1"/>
          </p:cNvSpPr>
          <p:nvPr/>
        </p:nvSpPr>
        <p:spPr bwMode="auto">
          <a:xfrm>
            <a:off x="3125789" y="2840039"/>
            <a:ext cx="2581275" cy="2408237"/>
          </a:xfrm>
          <a:prstGeom prst="cube">
            <a:avLst>
              <a:gd name="adj" fmla="val 25000"/>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200" b="0">
              <a:solidFill>
                <a:schemeClr val="tx2"/>
              </a:solidFill>
            </a:endParaRPr>
          </a:p>
        </p:txBody>
      </p:sp>
      <p:sp>
        <p:nvSpPr>
          <p:cNvPr id="28697" name="Line 157">
            <a:extLst>
              <a:ext uri="{FF2B5EF4-FFF2-40B4-BE49-F238E27FC236}">
                <a16:creationId xmlns:a16="http://schemas.microsoft.com/office/drawing/2014/main" id="{5B28B551-785A-8C85-5A2E-EDC2CA4AE844}"/>
              </a:ext>
            </a:extLst>
          </p:cNvPr>
          <p:cNvSpPr>
            <a:spLocks noChangeShapeType="1"/>
          </p:cNvSpPr>
          <p:nvPr/>
        </p:nvSpPr>
        <p:spPr bwMode="auto">
          <a:xfrm flipH="1">
            <a:off x="3768726" y="4646613"/>
            <a:ext cx="19145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415" name="Line 158">
            <a:extLst>
              <a:ext uri="{FF2B5EF4-FFF2-40B4-BE49-F238E27FC236}">
                <a16:creationId xmlns:a16="http://schemas.microsoft.com/office/drawing/2014/main" id="{0F461135-63FB-4114-83DF-6C29F41AEA50}"/>
              </a:ext>
            </a:extLst>
          </p:cNvPr>
          <p:cNvSpPr>
            <a:spLocks noChangeShapeType="1"/>
          </p:cNvSpPr>
          <p:nvPr/>
        </p:nvSpPr>
        <p:spPr bwMode="auto">
          <a:xfrm>
            <a:off x="3768725" y="2840039"/>
            <a:ext cx="0" cy="1812925"/>
          </a:xfrm>
          <a:prstGeom prst="line">
            <a:avLst/>
          </a:prstGeom>
          <a:noFill/>
          <a:ln w="25400">
            <a:solidFill>
              <a:schemeClr val="tx1">
                <a:lumMod val="85000"/>
                <a:lumOff val="15000"/>
              </a:schemeClr>
            </a:solidFill>
            <a:round/>
            <a:headEnd/>
            <a:tailEnd/>
          </a:ln>
        </p:spPr>
        <p:txBody>
          <a:bodyPr/>
          <a:lstStyle/>
          <a:p>
            <a:pPr eaLnBrk="1" hangingPunct="1">
              <a:defRPr/>
            </a:pPr>
            <a:endParaRPr lang="en-US" sz="1200" dirty="0">
              <a:latin typeface="Arial" charset="0"/>
            </a:endParaRPr>
          </a:p>
        </p:txBody>
      </p:sp>
      <p:sp>
        <p:nvSpPr>
          <p:cNvPr id="28699" name="Line 159">
            <a:extLst>
              <a:ext uri="{FF2B5EF4-FFF2-40B4-BE49-F238E27FC236}">
                <a16:creationId xmlns:a16="http://schemas.microsoft.com/office/drawing/2014/main" id="{CE42F272-A9F3-7ADB-2183-1943190C7781}"/>
              </a:ext>
            </a:extLst>
          </p:cNvPr>
          <p:cNvSpPr>
            <a:spLocks noChangeShapeType="1"/>
          </p:cNvSpPr>
          <p:nvPr/>
        </p:nvSpPr>
        <p:spPr bwMode="auto">
          <a:xfrm flipH="1">
            <a:off x="3114675" y="4624388"/>
            <a:ext cx="654050" cy="6223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00" name="Text Box 160">
            <a:extLst>
              <a:ext uri="{FF2B5EF4-FFF2-40B4-BE49-F238E27FC236}">
                <a16:creationId xmlns:a16="http://schemas.microsoft.com/office/drawing/2014/main" id="{A82A0C5A-CB92-20A6-7478-5CD66084B714}"/>
              </a:ext>
            </a:extLst>
          </p:cNvPr>
          <p:cNvSpPr txBox="1">
            <a:spLocks noChangeArrowheads="1"/>
          </p:cNvSpPr>
          <p:nvPr/>
        </p:nvSpPr>
        <p:spPr bwMode="auto">
          <a:xfrm>
            <a:off x="4884738" y="3932238"/>
            <a:ext cx="7667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0111</a:t>
            </a:r>
            <a:endParaRPr lang="ru-RU" altLang="en-US" sz="1400"/>
          </a:p>
        </p:txBody>
      </p:sp>
      <p:sp>
        <p:nvSpPr>
          <p:cNvPr id="13418" name="Oval 161">
            <a:extLst>
              <a:ext uri="{FF2B5EF4-FFF2-40B4-BE49-F238E27FC236}">
                <a16:creationId xmlns:a16="http://schemas.microsoft.com/office/drawing/2014/main" id="{5E879569-9A07-45FD-96FE-F48865A6F5B2}"/>
              </a:ext>
            </a:extLst>
          </p:cNvPr>
          <p:cNvSpPr>
            <a:spLocks noChangeArrowheads="1"/>
          </p:cNvSpPr>
          <p:nvPr/>
        </p:nvSpPr>
        <p:spPr bwMode="auto">
          <a:xfrm>
            <a:off x="5583239" y="4540250"/>
            <a:ext cx="231775" cy="215900"/>
          </a:xfrm>
          <a:prstGeom prst="ellipse">
            <a:avLst/>
          </a:prstGeom>
          <a:solidFill>
            <a:schemeClr val="tx1">
              <a:lumMod val="50000"/>
              <a:lumOff val="50000"/>
            </a:schemeClr>
          </a:solidFill>
          <a:ln w="25400">
            <a:solidFill>
              <a:schemeClr val="tx1">
                <a:lumMod val="85000"/>
                <a:lumOff val="15000"/>
              </a:schemeClr>
            </a:solidFill>
            <a:round/>
            <a:headEnd/>
            <a:tailEnd/>
          </a:ln>
        </p:spPr>
        <p:txBody>
          <a:bodyPr wrap="none" anchor="ctr"/>
          <a:lstStyle/>
          <a:p>
            <a:pPr eaLnBrk="1" hangingPunct="1">
              <a:defRPr/>
            </a:pPr>
            <a:endParaRPr lang="ru-RU" sz="1200">
              <a:solidFill>
                <a:schemeClr val="tx2"/>
              </a:solidFill>
              <a:latin typeface="Arial" charset="0"/>
            </a:endParaRPr>
          </a:p>
        </p:txBody>
      </p:sp>
      <p:sp>
        <p:nvSpPr>
          <p:cNvPr id="13419" name="Oval 162">
            <a:extLst>
              <a:ext uri="{FF2B5EF4-FFF2-40B4-BE49-F238E27FC236}">
                <a16:creationId xmlns:a16="http://schemas.microsoft.com/office/drawing/2014/main" id="{A7BD383A-4262-4B4F-8774-9BAC3023D15C}"/>
              </a:ext>
            </a:extLst>
          </p:cNvPr>
          <p:cNvSpPr>
            <a:spLocks noChangeArrowheads="1"/>
          </p:cNvSpPr>
          <p:nvPr/>
        </p:nvSpPr>
        <p:spPr bwMode="auto">
          <a:xfrm>
            <a:off x="5594351" y="2744788"/>
            <a:ext cx="231775" cy="215900"/>
          </a:xfrm>
          <a:prstGeom prst="ellipse">
            <a:avLst/>
          </a:prstGeom>
          <a:solidFill>
            <a:schemeClr val="tx1">
              <a:lumMod val="50000"/>
              <a:lumOff val="50000"/>
            </a:schemeClr>
          </a:solidFill>
          <a:ln w="25400">
            <a:solidFill>
              <a:schemeClr val="tx1">
                <a:lumMod val="85000"/>
                <a:lumOff val="15000"/>
              </a:schemeClr>
            </a:solidFill>
            <a:round/>
            <a:headEnd/>
            <a:tailEnd/>
          </a:ln>
        </p:spPr>
        <p:txBody>
          <a:bodyPr wrap="none" anchor="ctr"/>
          <a:lstStyle/>
          <a:p>
            <a:pPr eaLnBrk="1" hangingPunct="1">
              <a:defRPr/>
            </a:pPr>
            <a:endParaRPr lang="ru-RU" sz="1200">
              <a:solidFill>
                <a:schemeClr val="tx2"/>
              </a:solidFill>
              <a:latin typeface="Arial" charset="0"/>
            </a:endParaRPr>
          </a:p>
        </p:txBody>
      </p:sp>
      <p:sp>
        <p:nvSpPr>
          <p:cNvPr id="13420" name="Oval 163">
            <a:extLst>
              <a:ext uri="{FF2B5EF4-FFF2-40B4-BE49-F238E27FC236}">
                <a16:creationId xmlns:a16="http://schemas.microsoft.com/office/drawing/2014/main" id="{4F5BF65E-8A99-4D7D-8E48-61DF7977CC2D}"/>
              </a:ext>
            </a:extLst>
          </p:cNvPr>
          <p:cNvSpPr>
            <a:spLocks noChangeArrowheads="1"/>
          </p:cNvSpPr>
          <p:nvPr/>
        </p:nvSpPr>
        <p:spPr bwMode="auto">
          <a:xfrm>
            <a:off x="4953001" y="3333750"/>
            <a:ext cx="231775" cy="215900"/>
          </a:xfrm>
          <a:prstGeom prst="ellipse">
            <a:avLst/>
          </a:prstGeom>
          <a:solidFill>
            <a:schemeClr val="tx1">
              <a:lumMod val="50000"/>
              <a:lumOff val="50000"/>
            </a:schemeClr>
          </a:solidFill>
          <a:ln w="25400">
            <a:solidFill>
              <a:schemeClr val="tx1">
                <a:lumMod val="85000"/>
                <a:lumOff val="15000"/>
              </a:schemeClr>
            </a:solidFill>
            <a:round/>
            <a:headEnd/>
            <a:tailEnd/>
          </a:ln>
        </p:spPr>
        <p:txBody>
          <a:bodyPr wrap="none" anchor="ctr"/>
          <a:lstStyle/>
          <a:p>
            <a:pPr eaLnBrk="1" hangingPunct="1">
              <a:defRPr/>
            </a:pPr>
            <a:endParaRPr lang="ru-RU" sz="1200">
              <a:solidFill>
                <a:schemeClr val="tx2"/>
              </a:solidFill>
              <a:latin typeface="Arial" charset="0"/>
            </a:endParaRPr>
          </a:p>
        </p:txBody>
      </p:sp>
      <p:sp>
        <p:nvSpPr>
          <p:cNvPr id="13421" name="Oval 164">
            <a:extLst>
              <a:ext uri="{FF2B5EF4-FFF2-40B4-BE49-F238E27FC236}">
                <a16:creationId xmlns:a16="http://schemas.microsoft.com/office/drawing/2014/main" id="{801F4C1B-E647-4F9D-A26B-6F507D8061BB}"/>
              </a:ext>
            </a:extLst>
          </p:cNvPr>
          <p:cNvSpPr>
            <a:spLocks noChangeArrowheads="1"/>
          </p:cNvSpPr>
          <p:nvPr/>
        </p:nvSpPr>
        <p:spPr bwMode="auto">
          <a:xfrm>
            <a:off x="3659189" y="2744788"/>
            <a:ext cx="231775" cy="215900"/>
          </a:xfrm>
          <a:prstGeom prst="ellipse">
            <a:avLst/>
          </a:prstGeom>
          <a:solidFill>
            <a:schemeClr val="tx1">
              <a:lumMod val="50000"/>
              <a:lumOff val="50000"/>
            </a:schemeClr>
          </a:solidFill>
          <a:ln w="25400">
            <a:solidFill>
              <a:schemeClr val="tx1">
                <a:lumMod val="85000"/>
                <a:lumOff val="15000"/>
              </a:schemeClr>
            </a:solidFill>
            <a:round/>
            <a:headEnd/>
            <a:tailEnd/>
          </a:ln>
        </p:spPr>
        <p:txBody>
          <a:bodyPr wrap="none" anchor="ctr"/>
          <a:lstStyle/>
          <a:p>
            <a:pPr eaLnBrk="1" hangingPunct="1">
              <a:defRPr/>
            </a:pPr>
            <a:endParaRPr lang="ru-RU" sz="1200">
              <a:solidFill>
                <a:schemeClr val="tx2"/>
              </a:solidFill>
              <a:latin typeface="Arial" charset="0"/>
            </a:endParaRPr>
          </a:p>
        </p:txBody>
      </p:sp>
      <p:sp>
        <p:nvSpPr>
          <p:cNvPr id="13422" name="Oval 165">
            <a:extLst>
              <a:ext uri="{FF2B5EF4-FFF2-40B4-BE49-F238E27FC236}">
                <a16:creationId xmlns:a16="http://schemas.microsoft.com/office/drawing/2014/main" id="{4B780F5C-74BD-48C5-B529-1EFCC2AC0084}"/>
              </a:ext>
            </a:extLst>
          </p:cNvPr>
          <p:cNvSpPr>
            <a:spLocks noChangeArrowheads="1"/>
          </p:cNvSpPr>
          <p:nvPr/>
        </p:nvSpPr>
        <p:spPr bwMode="auto">
          <a:xfrm>
            <a:off x="3017839" y="3332163"/>
            <a:ext cx="231775" cy="215900"/>
          </a:xfrm>
          <a:prstGeom prst="ellipse">
            <a:avLst/>
          </a:prstGeom>
          <a:solidFill>
            <a:schemeClr val="tx1">
              <a:lumMod val="50000"/>
              <a:lumOff val="50000"/>
            </a:schemeClr>
          </a:solidFill>
          <a:ln w="25400">
            <a:solidFill>
              <a:schemeClr val="tx1">
                <a:lumMod val="85000"/>
                <a:lumOff val="15000"/>
              </a:schemeClr>
            </a:solidFill>
            <a:round/>
            <a:headEnd/>
            <a:tailEnd/>
          </a:ln>
        </p:spPr>
        <p:txBody>
          <a:bodyPr wrap="none" anchor="ctr"/>
          <a:lstStyle/>
          <a:p>
            <a:pPr algn="ctr" eaLnBrk="1" hangingPunct="1">
              <a:defRPr/>
            </a:pPr>
            <a:endParaRPr lang="ru-RU" sz="1200">
              <a:solidFill>
                <a:schemeClr val="tx2"/>
              </a:solidFill>
              <a:latin typeface="Arial" charset="0"/>
            </a:endParaRPr>
          </a:p>
        </p:txBody>
      </p:sp>
      <p:sp>
        <p:nvSpPr>
          <p:cNvPr id="13423" name="Oval 166">
            <a:extLst>
              <a:ext uri="{FF2B5EF4-FFF2-40B4-BE49-F238E27FC236}">
                <a16:creationId xmlns:a16="http://schemas.microsoft.com/office/drawing/2014/main" id="{BF6FBCAE-D546-4817-864A-A7325EEB8061}"/>
              </a:ext>
            </a:extLst>
          </p:cNvPr>
          <p:cNvSpPr>
            <a:spLocks noChangeArrowheads="1"/>
          </p:cNvSpPr>
          <p:nvPr/>
        </p:nvSpPr>
        <p:spPr bwMode="auto">
          <a:xfrm>
            <a:off x="2995614" y="5126038"/>
            <a:ext cx="230187" cy="215900"/>
          </a:xfrm>
          <a:prstGeom prst="ellipse">
            <a:avLst/>
          </a:prstGeom>
          <a:solidFill>
            <a:schemeClr val="tx1">
              <a:lumMod val="50000"/>
              <a:lumOff val="50000"/>
            </a:schemeClr>
          </a:solidFill>
          <a:ln w="25400">
            <a:solidFill>
              <a:schemeClr val="tx1">
                <a:lumMod val="85000"/>
                <a:lumOff val="15000"/>
              </a:schemeClr>
            </a:solidFill>
            <a:round/>
            <a:headEnd/>
            <a:tailEnd/>
          </a:ln>
        </p:spPr>
        <p:txBody>
          <a:bodyPr wrap="none" anchor="ctr"/>
          <a:lstStyle/>
          <a:p>
            <a:pPr algn="ctr" eaLnBrk="1" hangingPunct="1">
              <a:defRPr/>
            </a:pPr>
            <a:endParaRPr lang="ru-RU" sz="1200">
              <a:solidFill>
                <a:schemeClr val="tx2"/>
              </a:solidFill>
              <a:latin typeface="Arial" charset="0"/>
            </a:endParaRPr>
          </a:p>
        </p:txBody>
      </p:sp>
      <p:sp>
        <p:nvSpPr>
          <p:cNvPr id="13424" name="Oval 167">
            <a:extLst>
              <a:ext uri="{FF2B5EF4-FFF2-40B4-BE49-F238E27FC236}">
                <a16:creationId xmlns:a16="http://schemas.microsoft.com/office/drawing/2014/main" id="{43ABD902-52D0-4537-A111-C4EC3E3B8F88}"/>
              </a:ext>
            </a:extLst>
          </p:cNvPr>
          <p:cNvSpPr>
            <a:spLocks noChangeArrowheads="1"/>
          </p:cNvSpPr>
          <p:nvPr/>
        </p:nvSpPr>
        <p:spPr bwMode="auto">
          <a:xfrm>
            <a:off x="4954589" y="5148263"/>
            <a:ext cx="231775" cy="214312"/>
          </a:xfrm>
          <a:prstGeom prst="ellipse">
            <a:avLst/>
          </a:prstGeom>
          <a:solidFill>
            <a:schemeClr val="tx1">
              <a:lumMod val="50000"/>
              <a:lumOff val="50000"/>
            </a:schemeClr>
          </a:solidFill>
          <a:ln w="25400">
            <a:solidFill>
              <a:schemeClr val="tx1">
                <a:lumMod val="85000"/>
                <a:lumOff val="15000"/>
              </a:schemeClr>
            </a:solidFill>
            <a:round/>
            <a:headEnd/>
            <a:tailEnd/>
          </a:ln>
        </p:spPr>
        <p:txBody>
          <a:bodyPr wrap="none" anchor="ctr"/>
          <a:lstStyle/>
          <a:p>
            <a:pPr algn="ctr" eaLnBrk="1" hangingPunct="1">
              <a:defRPr/>
            </a:pPr>
            <a:endParaRPr lang="ru-RU" sz="1200">
              <a:solidFill>
                <a:schemeClr val="tx2"/>
              </a:solidFill>
              <a:latin typeface="Arial" charset="0"/>
            </a:endParaRPr>
          </a:p>
        </p:txBody>
      </p:sp>
      <p:sp>
        <p:nvSpPr>
          <p:cNvPr id="28708" name="Line 168">
            <a:extLst>
              <a:ext uri="{FF2B5EF4-FFF2-40B4-BE49-F238E27FC236}">
                <a16:creationId xmlns:a16="http://schemas.microsoft.com/office/drawing/2014/main" id="{37ED2D0E-702C-C90A-063B-2D6C421BA002}"/>
              </a:ext>
            </a:extLst>
          </p:cNvPr>
          <p:cNvSpPr>
            <a:spLocks noChangeShapeType="1"/>
          </p:cNvSpPr>
          <p:nvPr/>
        </p:nvSpPr>
        <p:spPr bwMode="auto">
          <a:xfrm>
            <a:off x="3830638" y="2960689"/>
            <a:ext cx="304800" cy="784225"/>
          </a:xfrm>
          <a:prstGeom prst="line">
            <a:avLst/>
          </a:prstGeom>
          <a:noFill/>
          <a:ln w="25400">
            <a:solidFill>
              <a:srgbClr val="0099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09" name="Line 169">
            <a:extLst>
              <a:ext uri="{FF2B5EF4-FFF2-40B4-BE49-F238E27FC236}">
                <a16:creationId xmlns:a16="http://schemas.microsoft.com/office/drawing/2014/main" id="{487D52BB-2DFE-DC29-3C97-BD500B4ACC36}"/>
              </a:ext>
            </a:extLst>
          </p:cNvPr>
          <p:cNvSpPr>
            <a:spLocks noChangeShapeType="1"/>
          </p:cNvSpPr>
          <p:nvPr/>
        </p:nvSpPr>
        <p:spPr bwMode="auto">
          <a:xfrm flipV="1">
            <a:off x="4967288" y="2954338"/>
            <a:ext cx="679450" cy="804862"/>
          </a:xfrm>
          <a:prstGeom prst="line">
            <a:avLst/>
          </a:prstGeom>
          <a:noFill/>
          <a:ln w="25400">
            <a:solidFill>
              <a:srgbClr val="0099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10" name="Line 170">
            <a:extLst>
              <a:ext uri="{FF2B5EF4-FFF2-40B4-BE49-F238E27FC236}">
                <a16:creationId xmlns:a16="http://schemas.microsoft.com/office/drawing/2014/main" id="{3C2436F7-6D50-8988-E95D-9052AAA21BF5}"/>
              </a:ext>
            </a:extLst>
          </p:cNvPr>
          <p:cNvSpPr>
            <a:spLocks noChangeShapeType="1"/>
          </p:cNvSpPr>
          <p:nvPr/>
        </p:nvSpPr>
        <p:spPr bwMode="auto">
          <a:xfrm>
            <a:off x="5027613" y="4527550"/>
            <a:ext cx="563562" cy="63500"/>
          </a:xfrm>
          <a:prstGeom prst="line">
            <a:avLst/>
          </a:prstGeom>
          <a:noFill/>
          <a:ln w="25400">
            <a:solidFill>
              <a:srgbClr val="0099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11" name="Line 171">
            <a:extLst>
              <a:ext uri="{FF2B5EF4-FFF2-40B4-BE49-F238E27FC236}">
                <a16:creationId xmlns:a16="http://schemas.microsoft.com/office/drawing/2014/main" id="{D513909D-D7E1-D94A-0FDD-B58308EDAD3C}"/>
              </a:ext>
            </a:extLst>
          </p:cNvPr>
          <p:cNvSpPr>
            <a:spLocks noChangeShapeType="1"/>
          </p:cNvSpPr>
          <p:nvPr/>
        </p:nvSpPr>
        <p:spPr bwMode="auto">
          <a:xfrm>
            <a:off x="4719639" y="4854575"/>
            <a:ext cx="263525" cy="319088"/>
          </a:xfrm>
          <a:prstGeom prst="line">
            <a:avLst/>
          </a:prstGeom>
          <a:noFill/>
          <a:ln w="25400">
            <a:solidFill>
              <a:srgbClr val="0099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12" name="Line 172">
            <a:extLst>
              <a:ext uri="{FF2B5EF4-FFF2-40B4-BE49-F238E27FC236}">
                <a16:creationId xmlns:a16="http://schemas.microsoft.com/office/drawing/2014/main" id="{C84F9A09-061F-DDDF-FB42-C8582EC2FCEB}"/>
              </a:ext>
            </a:extLst>
          </p:cNvPr>
          <p:cNvSpPr>
            <a:spLocks noChangeShapeType="1"/>
          </p:cNvSpPr>
          <p:nvPr/>
        </p:nvSpPr>
        <p:spPr bwMode="auto">
          <a:xfrm flipH="1">
            <a:off x="3216275" y="4797425"/>
            <a:ext cx="577850" cy="368300"/>
          </a:xfrm>
          <a:prstGeom prst="line">
            <a:avLst/>
          </a:prstGeom>
          <a:noFill/>
          <a:ln w="25400">
            <a:solidFill>
              <a:srgbClr val="0099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13" name="Line 173">
            <a:extLst>
              <a:ext uri="{FF2B5EF4-FFF2-40B4-BE49-F238E27FC236}">
                <a16:creationId xmlns:a16="http://schemas.microsoft.com/office/drawing/2014/main" id="{9CA4193D-F6BF-01F0-59CB-7999595A5365}"/>
              </a:ext>
            </a:extLst>
          </p:cNvPr>
          <p:cNvSpPr>
            <a:spLocks noChangeShapeType="1"/>
          </p:cNvSpPr>
          <p:nvPr/>
        </p:nvSpPr>
        <p:spPr bwMode="auto">
          <a:xfrm flipV="1">
            <a:off x="3789364" y="4508501"/>
            <a:ext cx="312737" cy="119063"/>
          </a:xfrm>
          <a:prstGeom prst="line">
            <a:avLst/>
          </a:prstGeom>
          <a:noFill/>
          <a:ln w="25400">
            <a:solidFill>
              <a:srgbClr val="0099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14" name="Line 174">
            <a:extLst>
              <a:ext uri="{FF2B5EF4-FFF2-40B4-BE49-F238E27FC236}">
                <a16:creationId xmlns:a16="http://schemas.microsoft.com/office/drawing/2014/main" id="{A53836A7-7CAC-0C1F-548D-03B6A2C4CED2}"/>
              </a:ext>
            </a:extLst>
          </p:cNvPr>
          <p:cNvSpPr>
            <a:spLocks noChangeShapeType="1"/>
          </p:cNvSpPr>
          <p:nvPr/>
        </p:nvSpPr>
        <p:spPr bwMode="auto">
          <a:xfrm>
            <a:off x="3238500" y="3530600"/>
            <a:ext cx="571500" cy="471488"/>
          </a:xfrm>
          <a:prstGeom prst="line">
            <a:avLst/>
          </a:prstGeom>
          <a:noFill/>
          <a:ln w="25400">
            <a:solidFill>
              <a:srgbClr val="0099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15" name="Text Box 175">
            <a:extLst>
              <a:ext uri="{FF2B5EF4-FFF2-40B4-BE49-F238E27FC236}">
                <a16:creationId xmlns:a16="http://schemas.microsoft.com/office/drawing/2014/main" id="{C6008BF3-1C2F-F31F-8FE4-E677BEE4FC4B}"/>
              </a:ext>
            </a:extLst>
          </p:cNvPr>
          <p:cNvSpPr txBox="1">
            <a:spLocks noChangeArrowheads="1"/>
          </p:cNvSpPr>
          <p:nvPr/>
        </p:nvSpPr>
        <p:spPr bwMode="auto">
          <a:xfrm>
            <a:off x="5095876" y="5238751"/>
            <a:ext cx="6762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1011</a:t>
            </a:r>
            <a:endParaRPr lang="ru-RU" altLang="en-US" sz="1200"/>
          </a:p>
        </p:txBody>
      </p:sp>
      <p:sp>
        <p:nvSpPr>
          <p:cNvPr id="28716" name="Text Box 176">
            <a:extLst>
              <a:ext uri="{FF2B5EF4-FFF2-40B4-BE49-F238E27FC236}">
                <a16:creationId xmlns:a16="http://schemas.microsoft.com/office/drawing/2014/main" id="{D4039B2D-9AC6-48B0-6388-5E9942A2E286}"/>
              </a:ext>
            </a:extLst>
          </p:cNvPr>
          <p:cNvSpPr txBox="1">
            <a:spLocks noChangeArrowheads="1"/>
          </p:cNvSpPr>
          <p:nvPr/>
        </p:nvSpPr>
        <p:spPr bwMode="auto">
          <a:xfrm>
            <a:off x="5743575" y="4581525"/>
            <a:ext cx="819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1100</a:t>
            </a:r>
            <a:endParaRPr lang="ru-RU" altLang="en-US" sz="1400"/>
          </a:p>
        </p:txBody>
      </p:sp>
      <p:sp>
        <p:nvSpPr>
          <p:cNvPr id="28717" name="Text Box 177">
            <a:extLst>
              <a:ext uri="{FF2B5EF4-FFF2-40B4-BE49-F238E27FC236}">
                <a16:creationId xmlns:a16="http://schemas.microsoft.com/office/drawing/2014/main" id="{2E9D18C7-8860-11E3-B11F-EA5B3AD02DC2}"/>
              </a:ext>
            </a:extLst>
          </p:cNvPr>
          <p:cNvSpPr txBox="1">
            <a:spLocks noChangeArrowheads="1"/>
          </p:cNvSpPr>
          <p:nvPr/>
        </p:nvSpPr>
        <p:spPr bwMode="auto">
          <a:xfrm>
            <a:off x="5710239" y="2574925"/>
            <a:ext cx="7508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1110</a:t>
            </a:r>
            <a:endParaRPr lang="ru-RU" altLang="en-US" sz="1400"/>
          </a:p>
        </p:txBody>
      </p:sp>
      <p:sp>
        <p:nvSpPr>
          <p:cNvPr id="28718" name="Text Box 178">
            <a:extLst>
              <a:ext uri="{FF2B5EF4-FFF2-40B4-BE49-F238E27FC236}">
                <a16:creationId xmlns:a16="http://schemas.microsoft.com/office/drawing/2014/main" id="{ECB8EFC6-A166-B6E7-CC79-5AB1D2E7AE5A}"/>
              </a:ext>
            </a:extLst>
          </p:cNvPr>
          <p:cNvSpPr txBox="1">
            <a:spLocks noChangeArrowheads="1"/>
          </p:cNvSpPr>
          <p:nvPr/>
        </p:nvSpPr>
        <p:spPr bwMode="auto">
          <a:xfrm>
            <a:off x="3827464" y="2587625"/>
            <a:ext cx="8270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1100</a:t>
            </a:r>
            <a:endParaRPr lang="ru-RU" altLang="en-US" sz="1400"/>
          </a:p>
        </p:txBody>
      </p:sp>
      <p:sp>
        <p:nvSpPr>
          <p:cNvPr id="28719" name="Text Box 179">
            <a:extLst>
              <a:ext uri="{FF2B5EF4-FFF2-40B4-BE49-F238E27FC236}">
                <a16:creationId xmlns:a16="http://schemas.microsoft.com/office/drawing/2014/main" id="{3D5BEE15-30F8-2696-A47E-B38E631F8E4D}"/>
              </a:ext>
            </a:extLst>
          </p:cNvPr>
          <p:cNvSpPr txBox="1">
            <a:spLocks noChangeArrowheads="1"/>
          </p:cNvSpPr>
          <p:nvPr/>
        </p:nvSpPr>
        <p:spPr bwMode="auto">
          <a:xfrm>
            <a:off x="2616200" y="3462338"/>
            <a:ext cx="7762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1101</a:t>
            </a:r>
            <a:endParaRPr lang="ru-RU" altLang="en-US" sz="1400"/>
          </a:p>
        </p:txBody>
      </p:sp>
      <p:sp>
        <p:nvSpPr>
          <p:cNvPr id="28720" name="Text Box 180">
            <a:extLst>
              <a:ext uri="{FF2B5EF4-FFF2-40B4-BE49-F238E27FC236}">
                <a16:creationId xmlns:a16="http://schemas.microsoft.com/office/drawing/2014/main" id="{B45C3609-18FD-75CE-E853-CF513E63A7A9}"/>
              </a:ext>
            </a:extLst>
          </p:cNvPr>
          <p:cNvSpPr txBox="1">
            <a:spLocks noChangeArrowheads="1"/>
          </p:cNvSpPr>
          <p:nvPr/>
        </p:nvSpPr>
        <p:spPr bwMode="auto">
          <a:xfrm>
            <a:off x="3248025" y="4473575"/>
            <a:ext cx="8001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1000</a:t>
            </a:r>
            <a:endParaRPr lang="ru-RU" altLang="en-US" sz="1400"/>
          </a:p>
        </p:txBody>
      </p:sp>
      <p:sp>
        <p:nvSpPr>
          <p:cNvPr id="28721" name="Line 184">
            <a:extLst>
              <a:ext uri="{FF2B5EF4-FFF2-40B4-BE49-F238E27FC236}">
                <a16:creationId xmlns:a16="http://schemas.microsoft.com/office/drawing/2014/main" id="{08DF73F1-2ACD-5765-C99F-5106494D3F2A}"/>
              </a:ext>
            </a:extLst>
          </p:cNvPr>
          <p:cNvSpPr>
            <a:spLocks noChangeShapeType="1"/>
          </p:cNvSpPr>
          <p:nvPr/>
        </p:nvSpPr>
        <p:spPr bwMode="auto">
          <a:xfrm flipH="1">
            <a:off x="2681289" y="5402264"/>
            <a:ext cx="185737" cy="173037"/>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722" name="Text Box 185">
            <a:extLst>
              <a:ext uri="{FF2B5EF4-FFF2-40B4-BE49-F238E27FC236}">
                <a16:creationId xmlns:a16="http://schemas.microsoft.com/office/drawing/2014/main" id="{23717613-F3ED-6D46-0ACA-21BC196685A0}"/>
              </a:ext>
            </a:extLst>
          </p:cNvPr>
          <p:cNvSpPr txBox="1">
            <a:spLocks noChangeArrowheads="1"/>
          </p:cNvSpPr>
          <p:nvPr/>
        </p:nvSpPr>
        <p:spPr bwMode="auto">
          <a:xfrm>
            <a:off x="2466976" y="3649664"/>
            <a:ext cx="493713"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b="0"/>
              <a:t>x</a:t>
            </a:r>
            <a:r>
              <a:rPr lang="en-US" altLang="en-US" sz="1200" b="0" baseline="-25000"/>
              <a:t>2</a:t>
            </a:r>
            <a:endParaRPr lang="ru-RU" altLang="en-US" sz="1200" b="0"/>
          </a:p>
        </p:txBody>
      </p:sp>
      <p:sp>
        <p:nvSpPr>
          <p:cNvPr id="28723" name="Text Box 186">
            <a:extLst>
              <a:ext uri="{FF2B5EF4-FFF2-40B4-BE49-F238E27FC236}">
                <a16:creationId xmlns:a16="http://schemas.microsoft.com/office/drawing/2014/main" id="{5511C573-2AEC-F4ED-DE48-19FD5D7C5D47}"/>
              </a:ext>
            </a:extLst>
          </p:cNvPr>
          <p:cNvSpPr txBox="1">
            <a:spLocks noChangeArrowheads="1"/>
          </p:cNvSpPr>
          <p:nvPr/>
        </p:nvSpPr>
        <p:spPr bwMode="auto">
          <a:xfrm>
            <a:off x="4843463" y="5348289"/>
            <a:ext cx="493712"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b="0"/>
              <a:t>x</a:t>
            </a:r>
            <a:r>
              <a:rPr lang="en-US" altLang="en-US" sz="1200" b="0" baseline="-25000"/>
              <a:t>3</a:t>
            </a:r>
            <a:endParaRPr lang="ru-RU" altLang="en-US" sz="1200" b="0"/>
          </a:p>
        </p:txBody>
      </p:sp>
      <p:grpSp>
        <p:nvGrpSpPr>
          <p:cNvPr id="28724" name="Group 155">
            <a:extLst>
              <a:ext uri="{FF2B5EF4-FFF2-40B4-BE49-F238E27FC236}">
                <a16:creationId xmlns:a16="http://schemas.microsoft.com/office/drawing/2014/main" id="{11460D94-5E1D-3794-0300-007D1869A913}"/>
              </a:ext>
            </a:extLst>
          </p:cNvPr>
          <p:cNvGrpSpPr>
            <a:grpSpLocks/>
          </p:cNvGrpSpPr>
          <p:nvPr/>
        </p:nvGrpSpPr>
        <p:grpSpPr bwMode="auto">
          <a:xfrm>
            <a:off x="2690814" y="3740150"/>
            <a:ext cx="2346325" cy="1938338"/>
            <a:chOff x="179388" y="3717925"/>
            <a:chExt cx="2736850" cy="2422108"/>
          </a:xfrm>
        </p:grpSpPr>
        <p:sp>
          <p:nvSpPr>
            <p:cNvPr id="28789" name="Line 182">
              <a:extLst>
                <a:ext uri="{FF2B5EF4-FFF2-40B4-BE49-F238E27FC236}">
                  <a16:creationId xmlns:a16="http://schemas.microsoft.com/office/drawing/2014/main" id="{18D3F9B0-71F6-A0F7-E69E-63EBD3CB3C85}"/>
                </a:ext>
              </a:extLst>
            </p:cNvPr>
            <p:cNvSpPr>
              <a:spLocks noChangeShapeType="1"/>
            </p:cNvSpPr>
            <p:nvPr/>
          </p:nvSpPr>
          <p:spPr bwMode="auto">
            <a:xfrm>
              <a:off x="395288" y="5807075"/>
              <a:ext cx="252095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790" name="Line 183">
              <a:extLst>
                <a:ext uri="{FF2B5EF4-FFF2-40B4-BE49-F238E27FC236}">
                  <a16:creationId xmlns:a16="http://schemas.microsoft.com/office/drawing/2014/main" id="{06BD28A6-490A-AF75-18A7-1345D4D5C4DC}"/>
                </a:ext>
              </a:extLst>
            </p:cNvPr>
            <p:cNvSpPr>
              <a:spLocks noChangeShapeType="1"/>
            </p:cNvSpPr>
            <p:nvPr/>
          </p:nvSpPr>
          <p:spPr bwMode="auto">
            <a:xfrm flipV="1">
              <a:off x="395288" y="3717925"/>
              <a:ext cx="0" cy="208915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791" name="Text Box 187">
              <a:extLst>
                <a:ext uri="{FF2B5EF4-FFF2-40B4-BE49-F238E27FC236}">
                  <a16:creationId xmlns:a16="http://schemas.microsoft.com/office/drawing/2014/main" id="{52F17236-9D9A-87C0-CA12-9BBB0F922F81}"/>
                </a:ext>
              </a:extLst>
            </p:cNvPr>
            <p:cNvSpPr txBox="1">
              <a:spLocks noChangeArrowheads="1"/>
            </p:cNvSpPr>
            <p:nvPr/>
          </p:nvSpPr>
          <p:spPr bwMode="auto">
            <a:xfrm>
              <a:off x="179388" y="5796851"/>
              <a:ext cx="575887" cy="343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b="0"/>
                <a:t>x</a:t>
              </a:r>
              <a:r>
                <a:rPr lang="en-US" altLang="en-US" sz="1200" b="0" baseline="-25000"/>
                <a:t>4</a:t>
              </a:r>
              <a:endParaRPr lang="ru-RU" altLang="en-US" sz="1200" b="0"/>
            </a:p>
          </p:txBody>
        </p:sp>
      </p:grpSp>
      <p:sp>
        <p:nvSpPr>
          <p:cNvPr id="28725" name="Line 188">
            <a:extLst>
              <a:ext uri="{FF2B5EF4-FFF2-40B4-BE49-F238E27FC236}">
                <a16:creationId xmlns:a16="http://schemas.microsoft.com/office/drawing/2014/main" id="{13C801E4-2D29-4B04-0B80-374F4C9E2128}"/>
              </a:ext>
            </a:extLst>
          </p:cNvPr>
          <p:cNvSpPr>
            <a:spLocks noChangeShapeType="1"/>
          </p:cNvSpPr>
          <p:nvPr/>
        </p:nvSpPr>
        <p:spPr bwMode="auto">
          <a:xfrm flipV="1">
            <a:off x="4843464" y="4178301"/>
            <a:ext cx="998537" cy="42863"/>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28726" name="Text Box 189">
            <a:extLst>
              <a:ext uri="{FF2B5EF4-FFF2-40B4-BE49-F238E27FC236}">
                <a16:creationId xmlns:a16="http://schemas.microsoft.com/office/drawing/2014/main" id="{F555CEC5-EC50-DA05-FB5F-E8F2B89520B7}"/>
              </a:ext>
            </a:extLst>
          </p:cNvPr>
          <p:cNvSpPr txBox="1">
            <a:spLocks noChangeArrowheads="1"/>
          </p:cNvSpPr>
          <p:nvPr/>
        </p:nvSpPr>
        <p:spPr bwMode="auto">
          <a:xfrm>
            <a:off x="5741988" y="3902076"/>
            <a:ext cx="7937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b="0"/>
              <a:t>x</a:t>
            </a:r>
            <a:r>
              <a:rPr lang="en-US" altLang="en-US" sz="1200" b="0" baseline="-25000"/>
              <a:t>1</a:t>
            </a:r>
            <a:r>
              <a:rPr lang="en-US" altLang="en-US" sz="1200" b="0"/>
              <a:t>=0</a:t>
            </a:r>
            <a:endParaRPr lang="ru-RU" altLang="en-US" sz="1200" b="0"/>
          </a:p>
        </p:txBody>
      </p:sp>
      <p:sp>
        <p:nvSpPr>
          <p:cNvPr id="28727" name="Text Box 190">
            <a:extLst>
              <a:ext uri="{FF2B5EF4-FFF2-40B4-BE49-F238E27FC236}">
                <a16:creationId xmlns:a16="http://schemas.microsoft.com/office/drawing/2014/main" id="{9A5D7C49-E241-983B-C142-4537E9C34C1A}"/>
              </a:ext>
            </a:extLst>
          </p:cNvPr>
          <p:cNvSpPr txBox="1">
            <a:spLocks noChangeArrowheads="1"/>
          </p:cNvSpPr>
          <p:nvPr/>
        </p:nvSpPr>
        <p:spPr bwMode="auto">
          <a:xfrm>
            <a:off x="5768975" y="4965700"/>
            <a:ext cx="7937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b="0"/>
              <a:t>x</a:t>
            </a:r>
            <a:r>
              <a:rPr lang="en-US" altLang="en-US" sz="1200" b="0" baseline="-25000"/>
              <a:t>1</a:t>
            </a:r>
            <a:r>
              <a:rPr lang="en-US" altLang="en-US" sz="1200" b="0"/>
              <a:t>=1</a:t>
            </a:r>
            <a:endParaRPr lang="ru-RU" altLang="en-US" sz="1200" b="0"/>
          </a:p>
        </p:txBody>
      </p:sp>
      <p:sp>
        <p:nvSpPr>
          <p:cNvPr id="28728" name="Line 191">
            <a:extLst>
              <a:ext uri="{FF2B5EF4-FFF2-40B4-BE49-F238E27FC236}">
                <a16:creationId xmlns:a16="http://schemas.microsoft.com/office/drawing/2014/main" id="{1A20EF09-2259-8558-3FFA-2437A05E0A5D}"/>
              </a:ext>
            </a:extLst>
          </p:cNvPr>
          <p:cNvSpPr>
            <a:spLocks noChangeShapeType="1"/>
          </p:cNvSpPr>
          <p:nvPr/>
        </p:nvSpPr>
        <p:spPr bwMode="auto">
          <a:xfrm>
            <a:off x="5160964" y="4816475"/>
            <a:ext cx="865187" cy="230188"/>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28729" name="Line 194">
            <a:extLst>
              <a:ext uri="{FF2B5EF4-FFF2-40B4-BE49-F238E27FC236}">
                <a16:creationId xmlns:a16="http://schemas.microsoft.com/office/drawing/2014/main" id="{3714B528-1AFA-2F6B-2CF8-CD6F79B65D6D}"/>
              </a:ext>
            </a:extLst>
          </p:cNvPr>
          <p:cNvSpPr>
            <a:spLocks noChangeShapeType="1"/>
          </p:cNvSpPr>
          <p:nvPr/>
        </p:nvSpPr>
        <p:spPr bwMode="auto">
          <a:xfrm>
            <a:off x="5621339" y="2098675"/>
            <a:ext cx="371475"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730" name="Line 195">
            <a:extLst>
              <a:ext uri="{FF2B5EF4-FFF2-40B4-BE49-F238E27FC236}">
                <a16:creationId xmlns:a16="http://schemas.microsoft.com/office/drawing/2014/main" id="{1673CE61-E339-FBED-3F07-ECF08E87DDE6}"/>
              </a:ext>
            </a:extLst>
          </p:cNvPr>
          <p:cNvSpPr>
            <a:spLocks noChangeShapeType="1"/>
          </p:cNvSpPr>
          <p:nvPr/>
        </p:nvSpPr>
        <p:spPr bwMode="auto">
          <a:xfrm>
            <a:off x="5589588" y="2222500"/>
            <a:ext cx="0" cy="31115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nvGrpSpPr>
          <p:cNvPr id="28731" name="Group 129">
            <a:extLst>
              <a:ext uri="{FF2B5EF4-FFF2-40B4-BE49-F238E27FC236}">
                <a16:creationId xmlns:a16="http://schemas.microsoft.com/office/drawing/2014/main" id="{145B6927-35BF-BFDD-F2C9-FF2FBB7A8445}"/>
              </a:ext>
            </a:extLst>
          </p:cNvPr>
          <p:cNvGrpSpPr>
            <a:grpSpLocks/>
          </p:cNvGrpSpPr>
          <p:nvPr/>
        </p:nvGrpSpPr>
        <p:grpSpPr bwMode="auto">
          <a:xfrm>
            <a:off x="6518276" y="1839913"/>
            <a:ext cx="3787775" cy="2233612"/>
            <a:chOff x="4976813" y="1692275"/>
            <a:chExt cx="3805237" cy="2233613"/>
          </a:xfrm>
        </p:grpSpPr>
        <p:sp>
          <p:nvSpPr>
            <p:cNvPr id="28733" name="Text Box 103">
              <a:extLst>
                <a:ext uri="{FF2B5EF4-FFF2-40B4-BE49-F238E27FC236}">
                  <a16:creationId xmlns:a16="http://schemas.microsoft.com/office/drawing/2014/main" id="{F3767DA6-AFFA-7FF8-6AEC-6A0AB09B05E6}"/>
                </a:ext>
              </a:extLst>
            </p:cNvPr>
            <p:cNvSpPr txBox="1">
              <a:spLocks noChangeArrowheads="1"/>
            </p:cNvSpPr>
            <p:nvPr/>
          </p:nvSpPr>
          <p:spPr bwMode="auto">
            <a:xfrm>
              <a:off x="8288338" y="2941638"/>
              <a:ext cx="49371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b="0"/>
                <a:t>x</a:t>
              </a:r>
              <a:r>
                <a:rPr lang="en-US" altLang="en-US" sz="1200" b="0" baseline="-25000"/>
                <a:t>3</a:t>
              </a:r>
              <a:endParaRPr lang="ru-RU" altLang="en-US" sz="1200" b="0"/>
            </a:p>
          </p:txBody>
        </p:sp>
        <p:sp>
          <p:nvSpPr>
            <p:cNvPr id="28734" name="AutoShape 48">
              <a:extLst>
                <a:ext uri="{FF2B5EF4-FFF2-40B4-BE49-F238E27FC236}">
                  <a16:creationId xmlns:a16="http://schemas.microsoft.com/office/drawing/2014/main" id="{9F5B6CE4-B631-C625-92ED-ED8851873069}"/>
                </a:ext>
              </a:extLst>
            </p:cNvPr>
            <p:cNvSpPr>
              <a:spLocks noChangeArrowheads="1"/>
            </p:cNvSpPr>
            <p:nvPr/>
          </p:nvSpPr>
          <p:spPr bwMode="auto">
            <a:xfrm>
              <a:off x="6784975" y="2617788"/>
              <a:ext cx="1065213" cy="995362"/>
            </a:xfrm>
            <a:prstGeom prst="cube">
              <a:avLst>
                <a:gd name="adj"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200" b="0"/>
            </a:p>
          </p:txBody>
        </p:sp>
        <p:grpSp>
          <p:nvGrpSpPr>
            <p:cNvPr id="28" name="Group 56">
              <a:extLst>
                <a:ext uri="{FF2B5EF4-FFF2-40B4-BE49-F238E27FC236}">
                  <a16:creationId xmlns:a16="http://schemas.microsoft.com/office/drawing/2014/main" id="{E79D2958-D025-4270-855D-CB920C2293F3}"/>
                </a:ext>
              </a:extLst>
            </p:cNvPr>
            <p:cNvGrpSpPr>
              <a:grpSpLocks/>
            </p:cNvGrpSpPr>
            <p:nvPr/>
          </p:nvGrpSpPr>
          <p:grpSpPr bwMode="auto">
            <a:xfrm>
              <a:off x="6661701" y="3521276"/>
              <a:ext cx="950872" cy="154392"/>
              <a:chOff x="1130" y="1557"/>
              <a:chExt cx="698" cy="122"/>
            </a:xfrm>
            <a:solidFill>
              <a:srgbClr val="00B0F0"/>
            </a:solidFill>
          </p:grpSpPr>
          <p:sp>
            <p:nvSpPr>
              <p:cNvPr id="13380" name="Oval 57">
                <a:extLst>
                  <a:ext uri="{FF2B5EF4-FFF2-40B4-BE49-F238E27FC236}">
                    <a16:creationId xmlns:a16="http://schemas.microsoft.com/office/drawing/2014/main" id="{C40FC82B-109B-4BBE-985D-8E1B651E5074}"/>
                  </a:ext>
                </a:extLst>
              </p:cNvPr>
              <p:cNvSpPr>
                <a:spLocks noChangeArrowheads="1"/>
              </p:cNvSpPr>
              <p:nvPr/>
            </p:nvSpPr>
            <p:spPr bwMode="auto">
              <a:xfrm>
                <a:off x="1130" y="1557"/>
                <a:ext cx="122" cy="122"/>
              </a:xfrm>
              <a:prstGeom prst="ellipse">
                <a:avLst/>
              </a:prstGeom>
              <a:solidFill>
                <a:srgbClr val="0000FF"/>
              </a:solidFill>
              <a:ln w="9525">
                <a:solidFill>
                  <a:schemeClr val="tx1"/>
                </a:solidFill>
                <a:round/>
                <a:headEnd/>
                <a:tailEnd/>
              </a:ln>
            </p:spPr>
            <p:txBody>
              <a:bodyPr wrap="none" anchor="ctr"/>
              <a:lstStyle/>
              <a:p>
                <a:pPr eaLnBrk="1" hangingPunct="1">
                  <a:defRPr/>
                </a:pPr>
                <a:endParaRPr lang="ru-RU" sz="1200">
                  <a:latin typeface="Arial" charset="0"/>
                </a:endParaRPr>
              </a:p>
            </p:txBody>
          </p:sp>
          <p:sp>
            <p:nvSpPr>
              <p:cNvPr id="13381" name="Line 58">
                <a:extLst>
                  <a:ext uri="{FF2B5EF4-FFF2-40B4-BE49-F238E27FC236}">
                    <a16:creationId xmlns:a16="http://schemas.microsoft.com/office/drawing/2014/main" id="{C079CBEF-3AD8-4D03-BEDF-D5BDCC287203}"/>
                  </a:ext>
                </a:extLst>
              </p:cNvPr>
              <p:cNvSpPr>
                <a:spLocks noChangeShapeType="1"/>
              </p:cNvSpPr>
              <p:nvPr/>
            </p:nvSpPr>
            <p:spPr bwMode="auto">
              <a:xfrm>
                <a:off x="1256" y="1616"/>
                <a:ext cx="454" cy="0"/>
              </a:xfrm>
              <a:prstGeom prst="line">
                <a:avLst/>
              </a:prstGeom>
              <a:grpFill/>
              <a:ln w="9525">
                <a:solidFill>
                  <a:schemeClr val="tx1"/>
                </a:solidFill>
                <a:round/>
                <a:headEnd/>
                <a:tailEnd/>
              </a:ln>
            </p:spPr>
            <p:txBody>
              <a:bodyPr/>
              <a:lstStyle/>
              <a:p>
                <a:pPr eaLnBrk="1" hangingPunct="1">
                  <a:defRPr/>
                </a:pPr>
                <a:endParaRPr lang="en-US" sz="1200" dirty="0">
                  <a:latin typeface="Arial" charset="0"/>
                </a:endParaRPr>
              </a:p>
            </p:txBody>
          </p:sp>
          <p:sp>
            <p:nvSpPr>
              <p:cNvPr id="13382" name="Oval 59">
                <a:extLst>
                  <a:ext uri="{FF2B5EF4-FFF2-40B4-BE49-F238E27FC236}">
                    <a16:creationId xmlns:a16="http://schemas.microsoft.com/office/drawing/2014/main" id="{0ED82510-02C9-498B-A1FD-D6127FAEA3CD}"/>
                  </a:ext>
                </a:extLst>
              </p:cNvPr>
              <p:cNvSpPr>
                <a:spLocks noChangeArrowheads="1"/>
              </p:cNvSpPr>
              <p:nvPr/>
            </p:nvSpPr>
            <p:spPr bwMode="auto">
              <a:xfrm>
                <a:off x="1706" y="1557"/>
                <a:ext cx="122" cy="122"/>
              </a:xfrm>
              <a:prstGeom prst="ellipse">
                <a:avLst/>
              </a:prstGeom>
              <a:solidFill>
                <a:srgbClr val="0000FF"/>
              </a:solidFill>
              <a:ln w="9525">
                <a:solidFill>
                  <a:schemeClr val="tx1"/>
                </a:solidFill>
                <a:round/>
                <a:headEnd/>
                <a:tailEnd/>
              </a:ln>
            </p:spPr>
            <p:txBody>
              <a:bodyPr wrap="none" anchor="ctr"/>
              <a:lstStyle/>
              <a:p>
                <a:pPr eaLnBrk="1" hangingPunct="1">
                  <a:defRPr/>
                </a:pPr>
                <a:endParaRPr lang="ru-RU" sz="1200">
                  <a:latin typeface="Arial" charset="0"/>
                </a:endParaRPr>
              </a:p>
            </p:txBody>
          </p:sp>
        </p:grpSp>
        <p:sp>
          <p:nvSpPr>
            <p:cNvPr id="28736" name="Line 47">
              <a:extLst>
                <a:ext uri="{FF2B5EF4-FFF2-40B4-BE49-F238E27FC236}">
                  <a16:creationId xmlns:a16="http://schemas.microsoft.com/office/drawing/2014/main" id="{0D1A16AE-AE82-A35F-A0C2-A4D7043CE352}"/>
                </a:ext>
              </a:extLst>
            </p:cNvPr>
            <p:cNvSpPr>
              <a:spLocks noChangeShapeType="1"/>
            </p:cNvSpPr>
            <p:nvPr/>
          </p:nvSpPr>
          <p:spPr bwMode="auto">
            <a:xfrm flipV="1">
              <a:off x="7056438" y="2149475"/>
              <a:ext cx="0" cy="1209675"/>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8737" name="Oval 49">
              <a:extLst>
                <a:ext uri="{FF2B5EF4-FFF2-40B4-BE49-F238E27FC236}">
                  <a16:creationId xmlns:a16="http://schemas.microsoft.com/office/drawing/2014/main" id="{181B518D-A519-78D5-A00E-36351AFD4111}"/>
                </a:ext>
              </a:extLst>
            </p:cNvPr>
            <p:cNvSpPr>
              <a:spLocks noChangeArrowheads="1"/>
            </p:cNvSpPr>
            <p:nvPr/>
          </p:nvSpPr>
          <p:spPr bwMode="auto">
            <a:xfrm>
              <a:off x="6669088" y="2784475"/>
              <a:ext cx="166687" cy="155575"/>
            </a:xfrm>
            <a:prstGeom prst="ellipse">
              <a:avLst/>
            </a:prstGeom>
            <a:solidFill>
              <a:srgbClr val="0000FF"/>
            </a:solidFill>
            <a:ln w="95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200" b="0"/>
            </a:p>
          </p:txBody>
        </p:sp>
        <p:sp>
          <p:nvSpPr>
            <p:cNvPr id="28738" name="Line 50">
              <a:extLst>
                <a:ext uri="{FF2B5EF4-FFF2-40B4-BE49-F238E27FC236}">
                  <a16:creationId xmlns:a16="http://schemas.microsoft.com/office/drawing/2014/main" id="{7C77DF79-6900-B0D3-8ECE-F71E4380B2CF}"/>
                </a:ext>
              </a:extLst>
            </p:cNvPr>
            <p:cNvSpPr>
              <a:spLocks noChangeShapeType="1"/>
            </p:cNvSpPr>
            <p:nvPr/>
          </p:nvSpPr>
          <p:spPr bwMode="auto">
            <a:xfrm>
              <a:off x="6870700" y="2859088"/>
              <a:ext cx="6191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39" name="Oval 51">
              <a:extLst>
                <a:ext uri="{FF2B5EF4-FFF2-40B4-BE49-F238E27FC236}">
                  <a16:creationId xmlns:a16="http://schemas.microsoft.com/office/drawing/2014/main" id="{0237D989-D899-DEC1-E418-95BF2D1B2BD8}"/>
                </a:ext>
              </a:extLst>
            </p:cNvPr>
            <p:cNvSpPr>
              <a:spLocks noChangeArrowheads="1"/>
            </p:cNvSpPr>
            <p:nvPr/>
          </p:nvSpPr>
          <p:spPr bwMode="auto">
            <a:xfrm>
              <a:off x="7483475" y="2784475"/>
              <a:ext cx="166688" cy="155575"/>
            </a:xfrm>
            <a:prstGeom prst="ellipse">
              <a:avLst/>
            </a:prstGeom>
            <a:solidFill>
              <a:srgbClr val="0000FF"/>
            </a:solidFill>
            <a:ln w="95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200" b="0"/>
            </a:p>
          </p:txBody>
        </p:sp>
        <p:sp>
          <p:nvSpPr>
            <p:cNvPr id="28740" name="Oval 52">
              <a:extLst>
                <a:ext uri="{FF2B5EF4-FFF2-40B4-BE49-F238E27FC236}">
                  <a16:creationId xmlns:a16="http://schemas.microsoft.com/office/drawing/2014/main" id="{7A156EF3-7021-3E1E-B744-47C141A90380}"/>
                </a:ext>
              </a:extLst>
            </p:cNvPr>
            <p:cNvSpPr>
              <a:spLocks noChangeArrowheads="1"/>
            </p:cNvSpPr>
            <p:nvPr/>
          </p:nvSpPr>
          <p:spPr bwMode="auto">
            <a:xfrm>
              <a:off x="6985000" y="2552700"/>
              <a:ext cx="165100" cy="153988"/>
            </a:xfrm>
            <a:prstGeom prst="ellipse">
              <a:avLst/>
            </a:prstGeom>
            <a:solidFill>
              <a:srgbClr val="0000FF"/>
            </a:solidFill>
            <a:ln w="95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200" b="0"/>
            </a:p>
          </p:txBody>
        </p:sp>
        <p:sp>
          <p:nvSpPr>
            <p:cNvPr id="28741" name="Oval 53">
              <a:extLst>
                <a:ext uri="{FF2B5EF4-FFF2-40B4-BE49-F238E27FC236}">
                  <a16:creationId xmlns:a16="http://schemas.microsoft.com/office/drawing/2014/main" id="{4B82BDF4-C6A1-85A9-181B-7DDE92794D91}"/>
                </a:ext>
              </a:extLst>
            </p:cNvPr>
            <p:cNvSpPr>
              <a:spLocks noChangeArrowheads="1"/>
            </p:cNvSpPr>
            <p:nvPr/>
          </p:nvSpPr>
          <p:spPr bwMode="auto">
            <a:xfrm>
              <a:off x="7726363" y="2552700"/>
              <a:ext cx="165100" cy="153988"/>
            </a:xfrm>
            <a:prstGeom prst="ellipse">
              <a:avLst/>
            </a:prstGeom>
            <a:solidFill>
              <a:srgbClr val="0000FF"/>
            </a:solidFill>
            <a:ln w="95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200" b="0"/>
            </a:p>
          </p:txBody>
        </p:sp>
        <p:sp>
          <p:nvSpPr>
            <p:cNvPr id="28742" name="Line 54">
              <a:extLst>
                <a:ext uri="{FF2B5EF4-FFF2-40B4-BE49-F238E27FC236}">
                  <a16:creationId xmlns:a16="http://schemas.microsoft.com/office/drawing/2014/main" id="{4958A0C8-C7C1-CB25-F9B3-183113F87650}"/>
                </a:ext>
              </a:extLst>
            </p:cNvPr>
            <p:cNvSpPr>
              <a:spLocks noChangeShapeType="1"/>
            </p:cNvSpPr>
            <p:nvPr/>
          </p:nvSpPr>
          <p:spPr bwMode="auto">
            <a:xfrm>
              <a:off x="7067550" y="2695575"/>
              <a:ext cx="0" cy="5746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43" name="Line 55">
              <a:extLst>
                <a:ext uri="{FF2B5EF4-FFF2-40B4-BE49-F238E27FC236}">
                  <a16:creationId xmlns:a16="http://schemas.microsoft.com/office/drawing/2014/main" id="{F4B08C75-48A8-1325-9A69-C475A72E575E}"/>
                </a:ext>
              </a:extLst>
            </p:cNvPr>
            <p:cNvSpPr>
              <a:spLocks noChangeShapeType="1"/>
            </p:cNvSpPr>
            <p:nvPr/>
          </p:nvSpPr>
          <p:spPr bwMode="auto">
            <a:xfrm flipH="1">
              <a:off x="6415088" y="3394075"/>
              <a:ext cx="617537" cy="460375"/>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8744" name="Line 60">
              <a:extLst>
                <a:ext uri="{FF2B5EF4-FFF2-40B4-BE49-F238E27FC236}">
                  <a16:creationId xmlns:a16="http://schemas.microsoft.com/office/drawing/2014/main" id="{0C83A8C2-2783-9505-034D-BC403020C2B8}"/>
                </a:ext>
              </a:extLst>
            </p:cNvPr>
            <p:cNvSpPr>
              <a:spLocks noChangeShapeType="1"/>
            </p:cNvSpPr>
            <p:nvPr/>
          </p:nvSpPr>
          <p:spPr bwMode="auto">
            <a:xfrm>
              <a:off x="7131050" y="3346450"/>
              <a:ext cx="1235075"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8745" name="Oval 61">
              <a:extLst>
                <a:ext uri="{FF2B5EF4-FFF2-40B4-BE49-F238E27FC236}">
                  <a16:creationId xmlns:a16="http://schemas.microsoft.com/office/drawing/2014/main" id="{7B3A0E83-F27E-6CD3-9B5E-37FC7E61F7C5}"/>
                </a:ext>
              </a:extLst>
            </p:cNvPr>
            <p:cNvSpPr>
              <a:spLocks noChangeArrowheads="1"/>
            </p:cNvSpPr>
            <p:nvPr/>
          </p:nvSpPr>
          <p:spPr bwMode="auto">
            <a:xfrm>
              <a:off x="6972300" y="3276600"/>
              <a:ext cx="169863" cy="146050"/>
            </a:xfrm>
            <a:prstGeom prst="ellipse">
              <a:avLst/>
            </a:prstGeom>
            <a:solidFill>
              <a:srgbClr val="0000FF"/>
            </a:solidFill>
            <a:ln w="95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200" b="0"/>
            </a:p>
          </p:txBody>
        </p:sp>
        <p:sp>
          <p:nvSpPr>
            <p:cNvPr id="28746" name="Line 62">
              <a:extLst>
                <a:ext uri="{FF2B5EF4-FFF2-40B4-BE49-F238E27FC236}">
                  <a16:creationId xmlns:a16="http://schemas.microsoft.com/office/drawing/2014/main" id="{0245FD01-7F5B-76FC-A062-151F5A95914F}"/>
                </a:ext>
              </a:extLst>
            </p:cNvPr>
            <p:cNvSpPr>
              <a:spLocks noChangeShapeType="1"/>
            </p:cNvSpPr>
            <p:nvPr/>
          </p:nvSpPr>
          <p:spPr bwMode="auto">
            <a:xfrm>
              <a:off x="7158038" y="3341688"/>
              <a:ext cx="63658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47" name="Oval 63">
              <a:extLst>
                <a:ext uri="{FF2B5EF4-FFF2-40B4-BE49-F238E27FC236}">
                  <a16:creationId xmlns:a16="http://schemas.microsoft.com/office/drawing/2014/main" id="{D93419FD-BC2A-7814-3BD7-F959AF1CCF84}"/>
                </a:ext>
              </a:extLst>
            </p:cNvPr>
            <p:cNvSpPr>
              <a:spLocks noChangeArrowheads="1"/>
            </p:cNvSpPr>
            <p:nvPr/>
          </p:nvSpPr>
          <p:spPr bwMode="auto">
            <a:xfrm>
              <a:off x="7721600" y="3270250"/>
              <a:ext cx="169863" cy="146050"/>
            </a:xfrm>
            <a:prstGeom prst="ellipse">
              <a:avLst/>
            </a:prstGeom>
            <a:solidFill>
              <a:srgbClr val="0000FF"/>
            </a:solidFill>
            <a:ln w="9525">
              <a:solidFill>
                <a:schemeClr val="tx1"/>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200" b="0"/>
            </a:p>
          </p:txBody>
        </p:sp>
        <p:sp>
          <p:nvSpPr>
            <p:cNvPr id="28748" name="Text Box 65">
              <a:extLst>
                <a:ext uri="{FF2B5EF4-FFF2-40B4-BE49-F238E27FC236}">
                  <a16:creationId xmlns:a16="http://schemas.microsoft.com/office/drawing/2014/main" id="{DC80A5A7-1FCB-E544-AA27-0BB9CC48BAC4}"/>
                </a:ext>
              </a:extLst>
            </p:cNvPr>
            <p:cNvSpPr txBox="1">
              <a:spLocks noChangeArrowheads="1"/>
            </p:cNvSpPr>
            <p:nvPr/>
          </p:nvSpPr>
          <p:spPr bwMode="auto">
            <a:xfrm>
              <a:off x="8215313" y="3471863"/>
              <a:ext cx="49371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b="0"/>
                <a:t>x</a:t>
              </a:r>
              <a:r>
                <a:rPr lang="en-US" altLang="en-US" sz="1200" b="0" baseline="-25000"/>
                <a:t>1</a:t>
              </a:r>
              <a:endParaRPr lang="ru-RU" altLang="en-US" sz="1200" b="0"/>
            </a:p>
          </p:txBody>
        </p:sp>
        <p:sp>
          <p:nvSpPr>
            <p:cNvPr id="28749" name="Text Box 75">
              <a:extLst>
                <a:ext uri="{FF2B5EF4-FFF2-40B4-BE49-F238E27FC236}">
                  <a16:creationId xmlns:a16="http://schemas.microsoft.com/office/drawing/2014/main" id="{D7724781-ACDE-7F41-FFF0-D55D135970AE}"/>
                </a:ext>
              </a:extLst>
            </p:cNvPr>
            <p:cNvSpPr txBox="1">
              <a:spLocks noChangeArrowheads="1"/>
            </p:cNvSpPr>
            <p:nvPr/>
          </p:nvSpPr>
          <p:spPr bwMode="auto">
            <a:xfrm>
              <a:off x="5673725" y="1692275"/>
              <a:ext cx="49371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b="0"/>
                <a:t>x</a:t>
              </a:r>
              <a:r>
                <a:rPr lang="en-US" altLang="en-US" sz="1200" b="0" baseline="-25000"/>
                <a:t>2</a:t>
              </a:r>
              <a:endParaRPr lang="ru-RU" altLang="en-US" sz="1200" b="0"/>
            </a:p>
          </p:txBody>
        </p:sp>
        <p:sp>
          <p:nvSpPr>
            <p:cNvPr id="28750" name="Text Box 76">
              <a:extLst>
                <a:ext uri="{FF2B5EF4-FFF2-40B4-BE49-F238E27FC236}">
                  <a16:creationId xmlns:a16="http://schemas.microsoft.com/office/drawing/2014/main" id="{2A4576C6-29DB-DFB9-E249-CDE8B9F56FBB}"/>
                </a:ext>
              </a:extLst>
            </p:cNvPr>
            <p:cNvSpPr txBox="1">
              <a:spLocks noChangeArrowheads="1"/>
            </p:cNvSpPr>
            <p:nvPr/>
          </p:nvSpPr>
          <p:spPr bwMode="auto">
            <a:xfrm>
              <a:off x="5054600" y="3367088"/>
              <a:ext cx="493713"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b="0"/>
                <a:t>x</a:t>
              </a:r>
              <a:r>
                <a:rPr lang="en-US" altLang="en-US" sz="1200" b="0" baseline="-25000"/>
                <a:t>4</a:t>
              </a:r>
              <a:endParaRPr lang="ru-RU" altLang="en-US" sz="1200" b="0"/>
            </a:p>
          </p:txBody>
        </p:sp>
        <p:sp>
          <p:nvSpPr>
            <p:cNvPr id="28751" name="Line 77">
              <a:extLst>
                <a:ext uri="{FF2B5EF4-FFF2-40B4-BE49-F238E27FC236}">
                  <a16:creationId xmlns:a16="http://schemas.microsoft.com/office/drawing/2014/main" id="{FAF1985B-88E9-72FD-05DF-AF0D9F1C8801}"/>
                </a:ext>
              </a:extLst>
            </p:cNvPr>
            <p:cNvSpPr>
              <a:spLocks noChangeShapeType="1"/>
            </p:cNvSpPr>
            <p:nvPr/>
          </p:nvSpPr>
          <p:spPr bwMode="auto">
            <a:xfrm flipV="1">
              <a:off x="5662613" y="1803400"/>
              <a:ext cx="0" cy="1208088"/>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8752" name="AutoShape 78">
              <a:extLst>
                <a:ext uri="{FF2B5EF4-FFF2-40B4-BE49-F238E27FC236}">
                  <a16:creationId xmlns:a16="http://schemas.microsoft.com/office/drawing/2014/main" id="{F78BB140-68E5-5CDE-CD4B-4D8CD22082E6}"/>
                </a:ext>
              </a:extLst>
            </p:cNvPr>
            <p:cNvSpPr>
              <a:spLocks noChangeArrowheads="1"/>
            </p:cNvSpPr>
            <p:nvPr/>
          </p:nvSpPr>
          <p:spPr bwMode="auto">
            <a:xfrm>
              <a:off x="5391150" y="2270125"/>
              <a:ext cx="1041400" cy="971550"/>
            </a:xfrm>
            <a:prstGeom prst="cube">
              <a:avLst>
                <a:gd name="adj"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sz="1200" b="0"/>
            </a:p>
          </p:txBody>
        </p:sp>
        <p:sp>
          <p:nvSpPr>
            <p:cNvPr id="7" name="Oval 79">
              <a:extLst>
                <a:ext uri="{FF2B5EF4-FFF2-40B4-BE49-F238E27FC236}">
                  <a16:creationId xmlns:a16="http://schemas.microsoft.com/office/drawing/2014/main" id="{089FA109-2F30-4768-B298-4D212C0FE34F}"/>
                </a:ext>
              </a:extLst>
            </p:cNvPr>
            <p:cNvSpPr>
              <a:spLocks noChangeArrowheads="1"/>
            </p:cNvSpPr>
            <p:nvPr/>
          </p:nvSpPr>
          <p:spPr bwMode="auto">
            <a:xfrm>
              <a:off x="5305346" y="2438400"/>
              <a:ext cx="165861" cy="153987"/>
            </a:xfrm>
            <a:prstGeom prst="ellipse">
              <a:avLst/>
            </a:prstGeom>
            <a:solidFill>
              <a:schemeClr val="tx1">
                <a:lumMod val="50000"/>
                <a:lumOff val="50000"/>
              </a:schemeClr>
            </a:solidFill>
            <a:ln w="9525">
              <a:solidFill>
                <a:schemeClr val="tx1"/>
              </a:solidFill>
              <a:round/>
              <a:headEnd/>
              <a:tailEnd/>
            </a:ln>
          </p:spPr>
          <p:txBody>
            <a:bodyPr wrap="none" anchor="ctr"/>
            <a:lstStyle/>
            <a:p>
              <a:pPr eaLnBrk="1" hangingPunct="1">
                <a:defRPr/>
              </a:pPr>
              <a:endParaRPr lang="ru-RU" sz="1200">
                <a:latin typeface="Arial" charset="0"/>
              </a:endParaRPr>
            </a:p>
          </p:txBody>
        </p:sp>
        <p:sp>
          <p:nvSpPr>
            <p:cNvPr id="28754" name="Line 80">
              <a:extLst>
                <a:ext uri="{FF2B5EF4-FFF2-40B4-BE49-F238E27FC236}">
                  <a16:creationId xmlns:a16="http://schemas.microsoft.com/office/drawing/2014/main" id="{F390105A-9A54-95A8-A43D-9007F297D9B8}"/>
                </a:ext>
              </a:extLst>
            </p:cNvPr>
            <p:cNvSpPr>
              <a:spLocks noChangeShapeType="1"/>
            </p:cNvSpPr>
            <p:nvPr/>
          </p:nvSpPr>
          <p:spPr bwMode="auto">
            <a:xfrm>
              <a:off x="5476875" y="2513013"/>
              <a:ext cx="6191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 name="Oval 81">
              <a:extLst>
                <a:ext uri="{FF2B5EF4-FFF2-40B4-BE49-F238E27FC236}">
                  <a16:creationId xmlns:a16="http://schemas.microsoft.com/office/drawing/2014/main" id="{832B739F-379D-4655-BC64-71982DB675F5}"/>
                </a:ext>
              </a:extLst>
            </p:cNvPr>
            <p:cNvSpPr>
              <a:spLocks noChangeArrowheads="1"/>
            </p:cNvSpPr>
            <p:nvPr/>
          </p:nvSpPr>
          <p:spPr bwMode="auto">
            <a:xfrm>
              <a:off x="6089996" y="2438400"/>
              <a:ext cx="165861" cy="153987"/>
            </a:xfrm>
            <a:prstGeom prst="ellipse">
              <a:avLst/>
            </a:prstGeom>
            <a:solidFill>
              <a:schemeClr val="tx1">
                <a:lumMod val="50000"/>
                <a:lumOff val="50000"/>
              </a:schemeClr>
            </a:solidFill>
            <a:ln w="9525">
              <a:solidFill>
                <a:schemeClr val="tx1"/>
              </a:solidFill>
              <a:round/>
              <a:headEnd/>
              <a:tailEnd/>
            </a:ln>
          </p:spPr>
          <p:txBody>
            <a:bodyPr wrap="none" anchor="ctr"/>
            <a:lstStyle/>
            <a:p>
              <a:pPr eaLnBrk="1" hangingPunct="1">
                <a:defRPr/>
              </a:pPr>
              <a:endParaRPr lang="ru-RU" sz="1200">
                <a:latin typeface="Arial" charset="0"/>
              </a:endParaRPr>
            </a:p>
          </p:txBody>
        </p:sp>
        <p:sp>
          <p:nvSpPr>
            <p:cNvPr id="10" name="Oval 82">
              <a:extLst>
                <a:ext uri="{FF2B5EF4-FFF2-40B4-BE49-F238E27FC236}">
                  <a16:creationId xmlns:a16="http://schemas.microsoft.com/office/drawing/2014/main" id="{3349E58C-FB00-4ABA-BEF5-69B6ED6B6A5E}"/>
                </a:ext>
              </a:extLst>
            </p:cNvPr>
            <p:cNvSpPr>
              <a:spLocks noChangeArrowheads="1"/>
            </p:cNvSpPr>
            <p:nvPr/>
          </p:nvSpPr>
          <p:spPr bwMode="auto">
            <a:xfrm>
              <a:off x="5590819" y="2205037"/>
              <a:ext cx="165861" cy="155575"/>
            </a:xfrm>
            <a:prstGeom prst="ellipse">
              <a:avLst/>
            </a:prstGeom>
            <a:solidFill>
              <a:schemeClr val="tx1">
                <a:lumMod val="50000"/>
                <a:lumOff val="50000"/>
              </a:schemeClr>
            </a:solidFill>
            <a:ln w="9525">
              <a:solidFill>
                <a:schemeClr val="tx1"/>
              </a:solidFill>
              <a:round/>
              <a:headEnd/>
              <a:tailEnd/>
            </a:ln>
          </p:spPr>
          <p:txBody>
            <a:bodyPr wrap="none" anchor="ctr"/>
            <a:lstStyle/>
            <a:p>
              <a:pPr eaLnBrk="1" hangingPunct="1">
                <a:defRPr/>
              </a:pPr>
              <a:endParaRPr lang="ru-RU" sz="1200">
                <a:latin typeface="Arial" charset="0"/>
              </a:endParaRPr>
            </a:p>
          </p:txBody>
        </p:sp>
        <p:sp>
          <p:nvSpPr>
            <p:cNvPr id="13345" name="Oval 83">
              <a:extLst>
                <a:ext uri="{FF2B5EF4-FFF2-40B4-BE49-F238E27FC236}">
                  <a16:creationId xmlns:a16="http://schemas.microsoft.com/office/drawing/2014/main" id="{3DA1CD9F-7729-4611-A142-A2B9406DD6AC}"/>
                </a:ext>
              </a:extLst>
            </p:cNvPr>
            <p:cNvSpPr>
              <a:spLocks noChangeArrowheads="1"/>
            </p:cNvSpPr>
            <p:nvPr/>
          </p:nvSpPr>
          <p:spPr bwMode="auto">
            <a:xfrm>
              <a:off x="6362711" y="2205037"/>
              <a:ext cx="164266" cy="155575"/>
            </a:xfrm>
            <a:prstGeom prst="ellipse">
              <a:avLst/>
            </a:prstGeom>
            <a:solidFill>
              <a:schemeClr val="tx1">
                <a:lumMod val="50000"/>
                <a:lumOff val="50000"/>
              </a:schemeClr>
            </a:solidFill>
            <a:ln w="9525">
              <a:solidFill>
                <a:schemeClr val="tx1"/>
              </a:solidFill>
              <a:round/>
              <a:headEnd/>
              <a:tailEnd/>
            </a:ln>
          </p:spPr>
          <p:txBody>
            <a:bodyPr wrap="none" anchor="ctr"/>
            <a:lstStyle/>
            <a:p>
              <a:pPr eaLnBrk="1" hangingPunct="1">
                <a:defRPr/>
              </a:pPr>
              <a:endParaRPr lang="ru-RU" sz="1200">
                <a:latin typeface="Arial" charset="0"/>
              </a:endParaRPr>
            </a:p>
          </p:txBody>
        </p:sp>
        <p:sp>
          <p:nvSpPr>
            <p:cNvPr id="28758" name="Line 84">
              <a:extLst>
                <a:ext uri="{FF2B5EF4-FFF2-40B4-BE49-F238E27FC236}">
                  <a16:creationId xmlns:a16="http://schemas.microsoft.com/office/drawing/2014/main" id="{ACBD98B2-029C-2F7E-500B-10FC53AB963A}"/>
                </a:ext>
              </a:extLst>
            </p:cNvPr>
            <p:cNvSpPr>
              <a:spLocks noChangeShapeType="1"/>
            </p:cNvSpPr>
            <p:nvPr/>
          </p:nvSpPr>
          <p:spPr bwMode="auto">
            <a:xfrm>
              <a:off x="5673725" y="2349500"/>
              <a:ext cx="0" cy="5746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59" name="Line 85">
              <a:extLst>
                <a:ext uri="{FF2B5EF4-FFF2-40B4-BE49-F238E27FC236}">
                  <a16:creationId xmlns:a16="http://schemas.microsoft.com/office/drawing/2014/main" id="{9ADC6C30-2879-2AC3-8071-AD13CB107807}"/>
                </a:ext>
              </a:extLst>
            </p:cNvPr>
            <p:cNvSpPr>
              <a:spLocks noChangeShapeType="1"/>
            </p:cNvSpPr>
            <p:nvPr/>
          </p:nvSpPr>
          <p:spPr bwMode="auto">
            <a:xfrm flipH="1">
              <a:off x="5021263" y="3048000"/>
              <a:ext cx="617537" cy="460375"/>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grpSp>
          <p:nvGrpSpPr>
            <p:cNvPr id="29" name="Group 86">
              <a:extLst>
                <a:ext uri="{FF2B5EF4-FFF2-40B4-BE49-F238E27FC236}">
                  <a16:creationId xmlns:a16="http://schemas.microsoft.com/office/drawing/2014/main" id="{DF82AE27-EE64-4A5A-A2ED-41AE9673A0BE}"/>
                </a:ext>
              </a:extLst>
            </p:cNvPr>
            <p:cNvGrpSpPr>
              <a:grpSpLocks/>
            </p:cNvGrpSpPr>
            <p:nvPr/>
          </p:nvGrpSpPr>
          <p:grpSpPr bwMode="auto">
            <a:xfrm>
              <a:off x="5299131" y="3174479"/>
              <a:ext cx="950628" cy="154392"/>
              <a:chOff x="1130" y="1557"/>
              <a:chExt cx="698" cy="122"/>
            </a:xfrm>
            <a:solidFill>
              <a:schemeClr val="tx1">
                <a:lumMod val="50000"/>
                <a:lumOff val="50000"/>
              </a:schemeClr>
            </a:solidFill>
          </p:grpSpPr>
          <p:sp>
            <p:nvSpPr>
              <p:cNvPr id="11" name="Oval 87">
                <a:extLst>
                  <a:ext uri="{FF2B5EF4-FFF2-40B4-BE49-F238E27FC236}">
                    <a16:creationId xmlns:a16="http://schemas.microsoft.com/office/drawing/2014/main" id="{87BEAC20-ACAA-418A-815C-C31C83F2B002}"/>
                  </a:ext>
                </a:extLst>
              </p:cNvPr>
              <p:cNvSpPr>
                <a:spLocks noChangeArrowheads="1"/>
              </p:cNvSpPr>
              <p:nvPr/>
            </p:nvSpPr>
            <p:spPr bwMode="auto">
              <a:xfrm>
                <a:off x="1130" y="1557"/>
                <a:ext cx="122" cy="122"/>
              </a:xfrm>
              <a:prstGeom prst="ellipse">
                <a:avLst/>
              </a:prstGeom>
              <a:grpFill/>
              <a:ln w="9525">
                <a:solidFill>
                  <a:schemeClr val="tx1"/>
                </a:solidFill>
                <a:round/>
                <a:headEnd/>
                <a:tailEnd/>
              </a:ln>
            </p:spPr>
            <p:txBody>
              <a:bodyPr wrap="none" anchor="ctr"/>
              <a:lstStyle/>
              <a:p>
                <a:pPr eaLnBrk="1" hangingPunct="1">
                  <a:defRPr/>
                </a:pPr>
                <a:endParaRPr lang="ru-RU" sz="1200">
                  <a:latin typeface="Arial" charset="0"/>
                </a:endParaRPr>
              </a:p>
            </p:txBody>
          </p:sp>
          <p:sp>
            <p:nvSpPr>
              <p:cNvPr id="12" name="Line 88">
                <a:extLst>
                  <a:ext uri="{FF2B5EF4-FFF2-40B4-BE49-F238E27FC236}">
                    <a16:creationId xmlns:a16="http://schemas.microsoft.com/office/drawing/2014/main" id="{465A6D1D-A638-4D0C-A018-E91556BCBF6F}"/>
                  </a:ext>
                </a:extLst>
              </p:cNvPr>
              <p:cNvSpPr>
                <a:spLocks noChangeShapeType="1"/>
              </p:cNvSpPr>
              <p:nvPr/>
            </p:nvSpPr>
            <p:spPr bwMode="auto">
              <a:xfrm>
                <a:off x="1256" y="1616"/>
                <a:ext cx="454" cy="0"/>
              </a:xfrm>
              <a:prstGeom prst="line">
                <a:avLst/>
              </a:prstGeom>
              <a:grpFill/>
              <a:ln w="9525">
                <a:solidFill>
                  <a:schemeClr val="tx1"/>
                </a:solidFill>
                <a:round/>
                <a:headEnd/>
                <a:tailEnd/>
              </a:ln>
            </p:spPr>
            <p:txBody>
              <a:bodyPr/>
              <a:lstStyle/>
              <a:p>
                <a:pPr eaLnBrk="1" hangingPunct="1">
                  <a:defRPr/>
                </a:pPr>
                <a:endParaRPr lang="en-US" sz="1200" dirty="0">
                  <a:latin typeface="Arial" charset="0"/>
                </a:endParaRPr>
              </a:p>
            </p:txBody>
          </p:sp>
          <p:sp>
            <p:nvSpPr>
              <p:cNvPr id="13" name="Oval 89">
                <a:extLst>
                  <a:ext uri="{FF2B5EF4-FFF2-40B4-BE49-F238E27FC236}">
                    <a16:creationId xmlns:a16="http://schemas.microsoft.com/office/drawing/2014/main" id="{BE60B3DC-FC13-4120-ABCD-9EF77DB5C2EB}"/>
                  </a:ext>
                </a:extLst>
              </p:cNvPr>
              <p:cNvSpPr>
                <a:spLocks noChangeArrowheads="1"/>
              </p:cNvSpPr>
              <p:nvPr/>
            </p:nvSpPr>
            <p:spPr bwMode="auto">
              <a:xfrm>
                <a:off x="1706" y="1557"/>
                <a:ext cx="122" cy="122"/>
              </a:xfrm>
              <a:prstGeom prst="ellipse">
                <a:avLst/>
              </a:prstGeom>
              <a:grpFill/>
              <a:ln w="9525">
                <a:solidFill>
                  <a:schemeClr val="tx1"/>
                </a:solidFill>
                <a:round/>
                <a:headEnd/>
                <a:tailEnd/>
              </a:ln>
            </p:spPr>
            <p:txBody>
              <a:bodyPr wrap="none" anchor="ctr"/>
              <a:lstStyle/>
              <a:p>
                <a:pPr eaLnBrk="1" hangingPunct="1">
                  <a:defRPr/>
                </a:pPr>
                <a:endParaRPr lang="ru-RU" sz="1200">
                  <a:latin typeface="Arial" charset="0"/>
                </a:endParaRPr>
              </a:p>
            </p:txBody>
          </p:sp>
        </p:grpSp>
        <p:sp>
          <p:nvSpPr>
            <p:cNvPr id="28761" name="Line 90">
              <a:extLst>
                <a:ext uri="{FF2B5EF4-FFF2-40B4-BE49-F238E27FC236}">
                  <a16:creationId xmlns:a16="http://schemas.microsoft.com/office/drawing/2014/main" id="{0CA6B03C-B833-F7AB-A910-955CB3B41086}"/>
                </a:ext>
              </a:extLst>
            </p:cNvPr>
            <p:cNvSpPr>
              <a:spLocks noChangeShapeType="1"/>
            </p:cNvSpPr>
            <p:nvPr/>
          </p:nvSpPr>
          <p:spPr bwMode="auto">
            <a:xfrm>
              <a:off x="5737225" y="3000375"/>
              <a:ext cx="2963863"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6" name="Oval 91">
              <a:extLst>
                <a:ext uri="{FF2B5EF4-FFF2-40B4-BE49-F238E27FC236}">
                  <a16:creationId xmlns:a16="http://schemas.microsoft.com/office/drawing/2014/main" id="{DA54B1EE-9F78-4C84-BFA7-4078646BA18D}"/>
                </a:ext>
              </a:extLst>
            </p:cNvPr>
            <p:cNvSpPr>
              <a:spLocks noChangeArrowheads="1"/>
            </p:cNvSpPr>
            <p:nvPr/>
          </p:nvSpPr>
          <p:spPr bwMode="auto">
            <a:xfrm>
              <a:off x="5587629" y="2924176"/>
              <a:ext cx="170645" cy="146050"/>
            </a:xfrm>
            <a:prstGeom prst="ellipse">
              <a:avLst/>
            </a:prstGeom>
            <a:solidFill>
              <a:schemeClr val="tx1">
                <a:lumMod val="50000"/>
                <a:lumOff val="50000"/>
              </a:schemeClr>
            </a:solidFill>
            <a:ln w="9525">
              <a:solidFill>
                <a:schemeClr val="tx1"/>
              </a:solidFill>
              <a:round/>
              <a:headEnd/>
              <a:tailEnd/>
            </a:ln>
          </p:spPr>
          <p:txBody>
            <a:bodyPr wrap="none" anchor="ctr"/>
            <a:lstStyle/>
            <a:p>
              <a:pPr eaLnBrk="1" hangingPunct="1">
                <a:defRPr/>
              </a:pPr>
              <a:endParaRPr lang="ru-RU" sz="1200">
                <a:latin typeface="Arial" charset="0"/>
              </a:endParaRPr>
            </a:p>
          </p:txBody>
        </p:sp>
        <p:sp>
          <p:nvSpPr>
            <p:cNvPr id="28763" name="Line 92">
              <a:extLst>
                <a:ext uri="{FF2B5EF4-FFF2-40B4-BE49-F238E27FC236}">
                  <a16:creationId xmlns:a16="http://schemas.microsoft.com/office/drawing/2014/main" id="{8874A23F-F1EA-1C04-4103-4E24BFE0134B}"/>
                </a:ext>
              </a:extLst>
            </p:cNvPr>
            <p:cNvSpPr>
              <a:spLocks noChangeShapeType="1"/>
            </p:cNvSpPr>
            <p:nvPr/>
          </p:nvSpPr>
          <p:spPr bwMode="auto">
            <a:xfrm>
              <a:off x="5764213" y="2995613"/>
              <a:ext cx="63658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 name="Oval 93">
              <a:extLst>
                <a:ext uri="{FF2B5EF4-FFF2-40B4-BE49-F238E27FC236}">
                  <a16:creationId xmlns:a16="http://schemas.microsoft.com/office/drawing/2014/main" id="{377F6B25-FBFA-4ED4-8BC1-41F59C291956}"/>
                </a:ext>
              </a:extLst>
            </p:cNvPr>
            <p:cNvSpPr>
              <a:spLocks noChangeArrowheads="1"/>
            </p:cNvSpPr>
            <p:nvPr/>
          </p:nvSpPr>
          <p:spPr bwMode="auto">
            <a:xfrm>
              <a:off x="6357926" y="2924176"/>
              <a:ext cx="169051" cy="146050"/>
            </a:xfrm>
            <a:prstGeom prst="ellipse">
              <a:avLst/>
            </a:prstGeom>
            <a:solidFill>
              <a:schemeClr val="tx1">
                <a:lumMod val="50000"/>
                <a:lumOff val="50000"/>
              </a:schemeClr>
            </a:solidFill>
            <a:ln w="9525">
              <a:solidFill>
                <a:schemeClr val="tx1"/>
              </a:solidFill>
              <a:round/>
              <a:headEnd/>
              <a:tailEnd/>
            </a:ln>
          </p:spPr>
          <p:txBody>
            <a:bodyPr wrap="none" anchor="ctr"/>
            <a:lstStyle/>
            <a:p>
              <a:pPr eaLnBrk="1" hangingPunct="1">
                <a:defRPr/>
              </a:pPr>
              <a:endParaRPr lang="ru-RU" sz="1200">
                <a:latin typeface="Arial" charset="0"/>
              </a:endParaRPr>
            </a:p>
          </p:txBody>
        </p:sp>
        <p:sp>
          <p:nvSpPr>
            <p:cNvPr id="13406" name="Line 95">
              <a:extLst>
                <a:ext uri="{FF2B5EF4-FFF2-40B4-BE49-F238E27FC236}">
                  <a16:creationId xmlns:a16="http://schemas.microsoft.com/office/drawing/2014/main" id="{48130E34-5416-4A6A-9005-47B76FE6CBC0}"/>
                </a:ext>
              </a:extLst>
            </p:cNvPr>
            <p:cNvSpPr>
              <a:spLocks noChangeShapeType="1"/>
            </p:cNvSpPr>
            <p:nvPr/>
          </p:nvSpPr>
          <p:spPr bwMode="auto">
            <a:xfrm>
              <a:off x="5739136" y="2325687"/>
              <a:ext cx="1234390" cy="290513"/>
            </a:xfrm>
            <a:prstGeom prst="line">
              <a:avLst/>
            </a:prstGeom>
            <a:noFill/>
            <a:ln w="9525">
              <a:solidFill>
                <a:schemeClr val="accent1">
                  <a:lumMod val="20000"/>
                  <a:lumOff val="80000"/>
                </a:schemeClr>
              </a:solidFill>
              <a:round/>
              <a:headEnd/>
              <a:tailEnd/>
            </a:ln>
          </p:spPr>
          <p:txBody>
            <a:bodyPr/>
            <a:lstStyle/>
            <a:p>
              <a:pPr eaLnBrk="1" hangingPunct="1">
                <a:defRPr/>
              </a:pPr>
              <a:endParaRPr lang="ru-RU">
                <a:latin typeface="Arial" charset="0"/>
                <a:cs typeface="Arial" charset="0"/>
              </a:endParaRPr>
            </a:p>
          </p:txBody>
        </p:sp>
        <p:sp>
          <p:nvSpPr>
            <p:cNvPr id="13407" name="Line 96">
              <a:extLst>
                <a:ext uri="{FF2B5EF4-FFF2-40B4-BE49-F238E27FC236}">
                  <a16:creationId xmlns:a16="http://schemas.microsoft.com/office/drawing/2014/main" id="{4F26B7BA-7945-4793-B666-488E8472CE68}"/>
                </a:ext>
              </a:extLst>
            </p:cNvPr>
            <p:cNvSpPr>
              <a:spLocks noChangeShapeType="1"/>
            </p:cNvSpPr>
            <p:nvPr/>
          </p:nvSpPr>
          <p:spPr bwMode="auto">
            <a:xfrm>
              <a:off x="6534951" y="2293937"/>
              <a:ext cx="1234390" cy="288925"/>
            </a:xfrm>
            <a:prstGeom prst="line">
              <a:avLst/>
            </a:prstGeom>
            <a:noFill/>
            <a:ln w="9525">
              <a:solidFill>
                <a:schemeClr val="accent1">
                  <a:lumMod val="20000"/>
                  <a:lumOff val="80000"/>
                </a:schemeClr>
              </a:solidFill>
              <a:round/>
              <a:headEnd/>
              <a:tailEnd/>
            </a:ln>
          </p:spPr>
          <p:txBody>
            <a:bodyPr/>
            <a:lstStyle/>
            <a:p>
              <a:pPr eaLnBrk="1" hangingPunct="1">
                <a:defRPr/>
              </a:pPr>
              <a:endParaRPr lang="ru-RU">
                <a:latin typeface="Arial" charset="0"/>
                <a:cs typeface="Arial" charset="0"/>
              </a:endParaRPr>
            </a:p>
          </p:txBody>
        </p:sp>
        <p:sp>
          <p:nvSpPr>
            <p:cNvPr id="13408" name="Line 97">
              <a:extLst>
                <a:ext uri="{FF2B5EF4-FFF2-40B4-BE49-F238E27FC236}">
                  <a16:creationId xmlns:a16="http://schemas.microsoft.com/office/drawing/2014/main" id="{BC3724FD-BFA4-443E-9FCA-B4FB8F816B7E}"/>
                </a:ext>
              </a:extLst>
            </p:cNvPr>
            <p:cNvSpPr>
              <a:spLocks noChangeShapeType="1"/>
            </p:cNvSpPr>
            <p:nvPr/>
          </p:nvSpPr>
          <p:spPr bwMode="auto">
            <a:xfrm>
              <a:off x="6260642" y="2547937"/>
              <a:ext cx="1235984" cy="290513"/>
            </a:xfrm>
            <a:prstGeom prst="line">
              <a:avLst/>
            </a:prstGeom>
            <a:noFill/>
            <a:ln w="9525">
              <a:solidFill>
                <a:schemeClr val="accent1">
                  <a:lumMod val="20000"/>
                  <a:lumOff val="80000"/>
                </a:schemeClr>
              </a:solidFill>
              <a:round/>
              <a:headEnd/>
              <a:tailEnd/>
            </a:ln>
          </p:spPr>
          <p:txBody>
            <a:bodyPr/>
            <a:lstStyle/>
            <a:p>
              <a:pPr eaLnBrk="1" hangingPunct="1">
                <a:defRPr/>
              </a:pPr>
              <a:endParaRPr lang="ru-RU">
                <a:latin typeface="Arial" charset="0"/>
                <a:cs typeface="Arial" charset="0"/>
              </a:endParaRPr>
            </a:p>
          </p:txBody>
        </p:sp>
        <p:sp>
          <p:nvSpPr>
            <p:cNvPr id="13409" name="Line 98">
              <a:extLst>
                <a:ext uri="{FF2B5EF4-FFF2-40B4-BE49-F238E27FC236}">
                  <a16:creationId xmlns:a16="http://schemas.microsoft.com/office/drawing/2014/main" id="{63BB48CB-5979-4EE3-A4EE-550DE114A15A}"/>
                </a:ext>
              </a:extLst>
            </p:cNvPr>
            <p:cNvSpPr>
              <a:spLocks noChangeShapeType="1"/>
            </p:cNvSpPr>
            <p:nvPr/>
          </p:nvSpPr>
          <p:spPr bwMode="auto">
            <a:xfrm>
              <a:off x="5477586" y="2547937"/>
              <a:ext cx="1235985" cy="290513"/>
            </a:xfrm>
            <a:prstGeom prst="line">
              <a:avLst/>
            </a:prstGeom>
            <a:noFill/>
            <a:ln w="9525">
              <a:solidFill>
                <a:schemeClr val="accent1">
                  <a:lumMod val="20000"/>
                  <a:lumOff val="80000"/>
                </a:schemeClr>
              </a:solidFill>
              <a:round/>
              <a:headEnd/>
              <a:tailEnd/>
            </a:ln>
          </p:spPr>
          <p:txBody>
            <a:bodyPr/>
            <a:lstStyle/>
            <a:p>
              <a:pPr eaLnBrk="1" hangingPunct="1">
                <a:defRPr/>
              </a:pPr>
              <a:endParaRPr lang="ru-RU">
                <a:latin typeface="Arial" charset="0"/>
                <a:cs typeface="Arial" charset="0"/>
              </a:endParaRPr>
            </a:p>
          </p:txBody>
        </p:sp>
        <p:sp>
          <p:nvSpPr>
            <p:cNvPr id="13410" name="Line 99">
              <a:extLst>
                <a:ext uri="{FF2B5EF4-FFF2-40B4-BE49-F238E27FC236}">
                  <a16:creationId xmlns:a16="http://schemas.microsoft.com/office/drawing/2014/main" id="{E7259FC2-F5FC-475A-BB5F-D2C223F63BCF}"/>
                </a:ext>
              </a:extLst>
            </p:cNvPr>
            <p:cNvSpPr>
              <a:spLocks noChangeShapeType="1"/>
            </p:cNvSpPr>
            <p:nvPr/>
          </p:nvSpPr>
          <p:spPr bwMode="auto">
            <a:xfrm>
              <a:off x="6225556" y="3268663"/>
              <a:ext cx="1235984" cy="288925"/>
            </a:xfrm>
            <a:prstGeom prst="line">
              <a:avLst/>
            </a:prstGeom>
            <a:noFill/>
            <a:ln w="9525">
              <a:solidFill>
                <a:schemeClr val="accent1">
                  <a:lumMod val="20000"/>
                  <a:lumOff val="80000"/>
                </a:schemeClr>
              </a:solidFill>
              <a:round/>
              <a:headEnd/>
              <a:tailEnd/>
            </a:ln>
          </p:spPr>
          <p:txBody>
            <a:bodyPr/>
            <a:lstStyle/>
            <a:p>
              <a:pPr eaLnBrk="1" hangingPunct="1">
                <a:defRPr/>
              </a:pPr>
              <a:endParaRPr lang="ru-RU">
                <a:latin typeface="Arial" charset="0"/>
                <a:cs typeface="Arial" charset="0"/>
              </a:endParaRPr>
            </a:p>
          </p:txBody>
        </p:sp>
        <p:sp>
          <p:nvSpPr>
            <p:cNvPr id="13411" name="Line 100">
              <a:extLst>
                <a:ext uri="{FF2B5EF4-FFF2-40B4-BE49-F238E27FC236}">
                  <a16:creationId xmlns:a16="http://schemas.microsoft.com/office/drawing/2014/main" id="{0A28B490-D8E1-4DE5-8906-01292EA3B43F}"/>
                </a:ext>
              </a:extLst>
            </p:cNvPr>
            <p:cNvSpPr>
              <a:spLocks noChangeShapeType="1"/>
            </p:cNvSpPr>
            <p:nvPr/>
          </p:nvSpPr>
          <p:spPr bwMode="auto">
            <a:xfrm>
              <a:off x="5444095" y="3268663"/>
              <a:ext cx="1234390" cy="288925"/>
            </a:xfrm>
            <a:prstGeom prst="line">
              <a:avLst/>
            </a:prstGeom>
            <a:noFill/>
            <a:ln w="9525">
              <a:solidFill>
                <a:schemeClr val="accent1">
                  <a:lumMod val="20000"/>
                  <a:lumOff val="80000"/>
                </a:schemeClr>
              </a:solidFill>
              <a:round/>
              <a:headEnd/>
              <a:tailEnd/>
            </a:ln>
          </p:spPr>
          <p:txBody>
            <a:bodyPr/>
            <a:lstStyle/>
            <a:p>
              <a:pPr eaLnBrk="1" hangingPunct="1">
                <a:defRPr/>
              </a:pPr>
              <a:endParaRPr lang="ru-RU">
                <a:latin typeface="Arial" charset="0"/>
                <a:cs typeface="Arial" charset="0"/>
              </a:endParaRPr>
            </a:p>
          </p:txBody>
        </p:sp>
        <p:sp>
          <p:nvSpPr>
            <p:cNvPr id="28771" name="Line 101">
              <a:extLst>
                <a:ext uri="{FF2B5EF4-FFF2-40B4-BE49-F238E27FC236}">
                  <a16:creationId xmlns:a16="http://schemas.microsoft.com/office/drawing/2014/main" id="{9C4FEABB-70C8-C1AB-1A7E-D0D06D594D7A}"/>
                </a:ext>
              </a:extLst>
            </p:cNvPr>
            <p:cNvSpPr>
              <a:spLocks noChangeShapeType="1"/>
            </p:cNvSpPr>
            <p:nvPr/>
          </p:nvSpPr>
          <p:spPr bwMode="auto">
            <a:xfrm>
              <a:off x="5708650" y="3017838"/>
              <a:ext cx="2573338" cy="62865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7" name="Line 102">
              <a:extLst>
                <a:ext uri="{FF2B5EF4-FFF2-40B4-BE49-F238E27FC236}">
                  <a16:creationId xmlns:a16="http://schemas.microsoft.com/office/drawing/2014/main" id="{FA6383C0-0B11-4E5C-8274-B4EEFE53BA6E}"/>
                </a:ext>
              </a:extLst>
            </p:cNvPr>
            <p:cNvSpPr>
              <a:spLocks noChangeShapeType="1"/>
            </p:cNvSpPr>
            <p:nvPr/>
          </p:nvSpPr>
          <p:spPr bwMode="auto">
            <a:xfrm>
              <a:off x="6512624" y="3036888"/>
              <a:ext cx="1234390" cy="288925"/>
            </a:xfrm>
            <a:prstGeom prst="line">
              <a:avLst/>
            </a:prstGeom>
            <a:noFill/>
            <a:ln w="9525">
              <a:solidFill>
                <a:schemeClr val="accent1">
                  <a:lumMod val="20000"/>
                  <a:lumOff val="80000"/>
                </a:schemeClr>
              </a:solidFill>
              <a:round/>
              <a:headEnd/>
              <a:tailEnd/>
            </a:ln>
          </p:spPr>
          <p:txBody>
            <a:bodyPr/>
            <a:lstStyle/>
            <a:p>
              <a:pPr eaLnBrk="1" hangingPunct="1">
                <a:defRPr/>
              </a:pPr>
              <a:endParaRPr lang="ru-RU">
                <a:latin typeface="Arial" charset="0"/>
                <a:cs typeface="Arial" charset="0"/>
              </a:endParaRPr>
            </a:p>
          </p:txBody>
        </p:sp>
        <p:sp>
          <p:nvSpPr>
            <p:cNvPr id="28773" name="Text Box 104">
              <a:extLst>
                <a:ext uri="{FF2B5EF4-FFF2-40B4-BE49-F238E27FC236}">
                  <a16:creationId xmlns:a16="http://schemas.microsoft.com/office/drawing/2014/main" id="{D7AAF3FA-8891-C02B-A140-6A748E774AEC}"/>
                </a:ext>
              </a:extLst>
            </p:cNvPr>
            <p:cNvSpPr txBox="1">
              <a:spLocks noChangeArrowheads="1"/>
            </p:cNvSpPr>
            <p:nvPr/>
          </p:nvSpPr>
          <p:spPr bwMode="auto">
            <a:xfrm>
              <a:off x="5181600" y="2730500"/>
              <a:ext cx="6191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0000</a:t>
              </a:r>
              <a:endParaRPr lang="ru-RU" altLang="en-US" sz="1200"/>
            </a:p>
          </p:txBody>
        </p:sp>
        <p:sp>
          <p:nvSpPr>
            <p:cNvPr id="28774" name="Text Box 105">
              <a:extLst>
                <a:ext uri="{FF2B5EF4-FFF2-40B4-BE49-F238E27FC236}">
                  <a16:creationId xmlns:a16="http://schemas.microsoft.com/office/drawing/2014/main" id="{32A6B9AB-75C5-9CDC-7D82-911DD34BC2FA}"/>
                </a:ext>
              </a:extLst>
            </p:cNvPr>
            <p:cNvSpPr txBox="1">
              <a:spLocks noChangeArrowheads="1"/>
            </p:cNvSpPr>
            <p:nvPr/>
          </p:nvSpPr>
          <p:spPr bwMode="auto">
            <a:xfrm>
              <a:off x="7034213" y="3100388"/>
              <a:ext cx="7413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1000</a:t>
              </a:r>
              <a:endParaRPr lang="ru-RU" altLang="en-US" sz="1200"/>
            </a:p>
          </p:txBody>
        </p:sp>
        <p:sp>
          <p:nvSpPr>
            <p:cNvPr id="28775" name="Text Box 106">
              <a:extLst>
                <a:ext uri="{FF2B5EF4-FFF2-40B4-BE49-F238E27FC236}">
                  <a16:creationId xmlns:a16="http://schemas.microsoft.com/office/drawing/2014/main" id="{FC9A7168-A11C-8856-92D3-01241811A8E6}"/>
                </a:ext>
              </a:extLst>
            </p:cNvPr>
            <p:cNvSpPr txBox="1">
              <a:spLocks noChangeArrowheads="1"/>
            </p:cNvSpPr>
            <p:nvPr/>
          </p:nvSpPr>
          <p:spPr bwMode="auto">
            <a:xfrm>
              <a:off x="5924550" y="2728913"/>
              <a:ext cx="61753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0010</a:t>
              </a:r>
              <a:endParaRPr lang="ru-RU" altLang="en-US" sz="1200"/>
            </a:p>
          </p:txBody>
        </p:sp>
        <p:sp>
          <p:nvSpPr>
            <p:cNvPr id="28776" name="Text Box 107">
              <a:extLst>
                <a:ext uri="{FF2B5EF4-FFF2-40B4-BE49-F238E27FC236}">
                  <a16:creationId xmlns:a16="http://schemas.microsoft.com/office/drawing/2014/main" id="{765E95AF-5DD1-1A61-D463-BFECDFA5B61B}"/>
                </a:ext>
              </a:extLst>
            </p:cNvPr>
            <p:cNvSpPr txBox="1">
              <a:spLocks noChangeArrowheads="1"/>
            </p:cNvSpPr>
            <p:nvPr/>
          </p:nvSpPr>
          <p:spPr bwMode="auto">
            <a:xfrm>
              <a:off x="7802563" y="3074988"/>
              <a:ext cx="55562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1010</a:t>
              </a:r>
              <a:endParaRPr lang="ru-RU" altLang="en-US" sz="1200"/>
            </a:p>
          </p:txBody>
        </p:sp>
        <p:sp>
          <p:nvSpPr>
            <p:cNvPr id="28777" name="Text Box 108">
              <a:extLst>
                <a:ext uri="{FF2B5EF4-FFF2-40B4-BE49-F238E27FC236}">
                  <a16:creationId xmlns:a16="http://schemas.microsoft.com/office/drawing/2014/main" id="{65ECB00F-B76A-F1A8-FD51-9AC53BDB20D1}"/>
                </a:ext>
              </a:extLst>
            </p:cNvPr>
            <p:cNvSpPr txBox="1">
              <a:spLocks noChangeArrowheads="1"/>
            </p:cNvSpPr>
            <p:nvPr/>
          </p:nvSpPr>
          <p:spPr bwMode="auto">
            <a:xfrm>
              <a:off x="5614988" y="3017838"/>
              <a:ext cx="61753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0011</a:t>
              </a:r>
              <a:endParaRPr lang="ru-RU" altLang="en-US" sz="1200"/>
            </a:p>
          </p:txBody>
        </p:sp>
        <p:sp>
          <p:nvSpPr>
            <p:cNvPr id="28778" name="Text Box 110">
              <a:extLst>
                <a:ext uri="{FF2B5EF4-FFF2-40B4-BE49-F238E27FC236}">
                  <a16:creationId xmlns:a16="http://schemas.microsoft.com/office/drawing/2014/main" id="{31AE58A1-AAC6-61AC-E235-8188D8C04DD4}"/>
                </a:ext>
              </a:extLst>
            </p:cNvPr>
            <p:cNvSpPr txBox="1">
              <a:spLocks noChangeArrowheads="1"/>
            </p:cNvSpPr>
            <p:nvPr/>
          </p:nvSpPr>
          <p:spPr bwMode="auto">
            <a:xfrm>
              <a:off x="7327900" y="3649663"/>
              <a:ext cx="55403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1011</a:t>
              </a:r>
              <a:endParaRPr lang="ru-RU" altLang="en-US" sz="1200"/>
            </a:p>
          </p:txBody>
        </p:sp>
        <p:sp>
          <p:nvSpPr>
            <p:cNvPr id="28779" name="Text Box 111">
              <a:extLst>
                <a:ext uri="{FF2B5EF4-FFF2-40B4-BE49-F238E27FC236}">
                  <a16:creationId xmlns:a16="http://schemas.microsoft.com/office/drawing/2014/main" id="{2EE22CCD-ECB5-E75F-5369-7AC5478A6286}"/>
                </a:ext>
              </a:extLst>
            </p:cNvPr>
            <p:cNvSpPr txBox="1">
              <a:spLocks noChangeArrowheads="1"/>
            </p:cNvSpPr>
            <p:nvPr/>
          </p:nvSpPr>
          <p:spPr bwMode="auto">
            <a:xfrm>
              <a:off x="6164263" y="3478213"/>
              <a:ext cx="6191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1001</a:t>
              </a:r>
              <a:endParaRPr lang="ru-RU" altLang="en-US" sz="1200"/>
            </a:p>
          </p:txBody>
        </p:sp>
        <p:sp>
          <p:nvSpPr>
            <p:cNvPr id="28780" name="Text Box 112">
              <a:extLst>
                <a:ext uri="{FF2B5EF4-FFF2-40B4-BE49-F238E27FC236}">
                  <a16:creationId xmlns:a16="http://schemas.microsoft.com/office/drawing/2014/main" id="{FC681F74-AC57-8609-877D-9A6294D943FF}"/>
                </a:ext>
              </a:extLst>
            </p:cNvPr>
            <p:cNvSpPr txBox="1">
              <a:spLocks noChangeArrowheads="1"/>
            </p:cNvSpPr>
            <p:nvPr/>
          </p:nvSpPr>
          <p:spPr bwMode="auto">
            <a:xfrm>
              <a:off x="5121275" y="2038350"/>
              <a:ext cx="61753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0100</a:t>
              </a:r>
              <a:endParaRPr lang="ru-RU" altLang="en-US" sz="1200"/>
            </a:p>
          </p:txBody>
        </p:sp>
        <p:sp>
          <p:nvSpPr>
            <p:cNvPr id="28781" name="Text Box 113">
              <a:extLst>
                <a:ext uri="{FF2B5EF4-FFF2-40B4-BE49-F238E27FC236}">
                  <a16:creationId xmlns:a16="http://schemas.microsoft.com/office/drawing/2014/main" id="{F10A8B28-70A1-4E24-5EEF-5D25D2CADCC6}"/>
                </a:ext>
              </a:extLst>
            </p:cNvPr>
            <p:cNvSpPr txBox="1">
              <a:spLocks noChangeArrowheads="1"/>
            </p:cNvSpPr>
            <p:nvPr/>
          </p:nvSpPr>
          <p:spPr bwMode="auto">
            <a:xfrm>
              <a:off x="6048375" y="1970088"/>
              <a:ext cx="61753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0110</a:t>
              </a:r>
              <a:endParaRPr lang="ru-RU" altLang="en-US" sz="1200"/>
            </a:p>
          </p:txBody>
        </p:sp>
        <p:sp>
          <p:nvSpPr>
            <p:cNvPr id="28782" name="Text Box 114">
              <a:extLst>
                <a:ext uri="{FF2B5EF4-FFF2-40B4-BE49-F238E27FC236}">
                  <a16:creationId xmlns:a16="http://schemas.microsoft.com/office/drawing/2014/main" id="{02B392B4-C456-0A84-94EB-1DB33CDDF8ED}"/>
                </a:ext>
              </a:extLst>
            </p:cNvPr>
            <p:cNvSpPr txBox="1">
              <a:spLocks noChangeArrowheads="1"/>
            </p:cNvSpPr>
            <p:nvPr/>
          </p:nvSpPr>
          <p:spPr bwMode="auto">
            <a:xfrm>
              <a:off x="7064375" y="2384425"/>
              <a:ext cx="7413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1100</a:t>
              </a:r>
              <a:endParaRPr lang="ru-RU" altLang="en-US" sz="1200"/>
            </a:p>
          </p:txBody>
        </p:sp>
        <p:sp>
          <p:nvSpPr>
            <p:cNvPr id="28783" name="Text Box 115">
              <a:extLst>
                <a:ext uri="{FF2B5EF4-FFF2-40B4-BE49-F238E27FC236}">
                  <a16:creationId xmlns:a16="http://schemas.microsoft.com/office/drawing/2014/main" id="{A523FAF4-6977-7B1D-3A66-82A0ECD8CA8A}"/>
                </a:ext>
              </a:extLst>
            </p:cNvPr>
            <p:cNvSpPr txBox="1">
              <a:spLocks noChangeArrowheads="1"/>
            </p:cNvSpPr>
            <p:nvPr/>
          </p:nvSpPr>
          <p:spPr bwMode="auto">
            <a:xfrm>
              <a:off x="7866063" y="2441575"/>
              <a:ext cx="5556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1110</a:t>
              </a:r>
              <a:endParaRPr lang="ru-RU" altLang="en-US" sz="1200"/>
            </a:p>
          </p:txBody>
        </p:sp>
        <p:sp>
          <p:nvSpPr>
            <p:cNvPr id="28784" name="Text Box 116">
              <a:extLst>
                <a:ext uri="{FF2B5EF4-FFF2-40B4-BE49-F238E27FC236}">
                  <a16:creationId xmlns:a16="http://schemas.microsoft.com/office/drawing/2014/main" id="{CFFFFA60-971C-6EE1-70C2-846A0B2A961A}"/>
                </a:ext>
              </a:extLst>
            </p:cNvPr>
            <p:cNvSpPr txBox="1">
              <a:spLocks noChangeArrowheads="1"/>
            </p:cNvSpPr>
            <p:nvPr/>
          </p:nvSpPr>
          <p:spPr bwMode="auto">
            <a:xfrm>
              <a:off x="5692212" y="2174558"/>
              <a:ext cx="61753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0111</a:t>
              </a:r>
              <a:endParaRPr lang="ru-RU" altLang="en-US" sz="1200"/>
            </a:p>
          </p:txBody>
        </p:sp>
        <p:sp>
          <p:nvSpPr>
            <p:cNvPr id="28785" name="Text Box 117">
              <a:extLst>
                <a:ext uri="{FF2B5EF4-FFF2-40B4-BE49-F238E27FC236}">
                  <a16:creationId xmlns:a16="http://schemas.microsoft.com/office/drawing/2014/main" id="{55512649-D29C-C8BF-3449-91E3B87336CA}"/>
                </a:ext>
              </a:extLst>
            </p:cNvPr>
            <p:cNvSpPr txBox="1">
              <a:spLocks noChangeArrowheads="1"/>
            </p:cNvSpPr>
            <p:nvPr/>
          </p:nvSpPr>
          <p:spPr bwMode="auto">
            <a:xfrm>
              <a:off x="7602538" y="2730500"/>
              <a:ext cx="61753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1111</a:t>
              </a:r>
              <a:endParaRPr lang="ru-RU" altLang="en-US" sz="1200"/>
            </a:p>
          </p:txBody>
        </p:sp>
        <p:sp>
          <p:nvSpPr>
            <p:cNvPr id="28786" name="Text Box 196">
              <a:extLst>
                <a:ext uri="{FF2B5EF4-FFF2-40B4-BE49-F238E27FC236}">
                  <a16:creationId xmlns:a16="http://schemas.microsoft.com/office/drawing/2014/main" id="{2D6B73D6-72E0-7CAA-2043-0FE6B0BC2474}"/>
                </a:ext>
              </a:extLst>
            </p:cNvPr>
            <p:cNvSpPr txBox="1">
              <a:spLocks noChangeArrowheads="1"/>
            </p:cNvSpPr>
            <p:nvPr/>
          </p:nvSpPr>
          <p:spPr bwMode="auto">
            <a:xfrm>
              <a:off x="6461125" y="2584450"/>
              <a:ext cx="5556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1101</a:t>
              </a:r>
              <a:endParaRPr lang="ru-RU" altLang="en-US" sz="1200"/>
            </a:p>
          </p:txBody>
        </p:sp>
        <p:sp>
          <p:nvSpPr>
            <p:cNvPr id="28787" name="Text Box 198">
              <a:extLst>
                <a:ext uri="{FF2B5EF4-FFF2-40B4-BE49-F238E27FC236}">
                  <a16:creationId xmlns:a16="http://schemas.microsoft.com/office/drawing/2014/main" id="{869C23B7-E33A-A4B4-9BDF-56E4093D907B}"/>
                </a:ext>
              </a:extLst>
            </p:cNvPr>
            <p:cNvSpPr txBox="1">
              <a:spLocks noChangeArrowheads="1"/>
            </p:cNvSpPr>
            <p:nvPr/>
          </p:nvSpPr>
          <p:spPr bwMode="auto">
            <a:xfrm>
              <a:off x="4976813" y="2217738"/>
              <a:ext cx="61753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0101</a:t>
              </a:r>
              <a:endParaRPr lang="ru-RU" altLang="en-US" sz="1200"/>
            </a:p>
          </p:txBody>
        </p:sp>
        <p:sp>
          <p:nvSpPr>
            <p:cNvPr id="28788" name="Text Box 116">
              <a:extLst>
                <a:ext uri="{FF2B5EF4-FFF2-40B4-BE49-F238E27FC236}">
                  <a16:creationId xmlns:a16="http://schemas.microsoft.com/office/drawing/2014/main" id="{85C51AFF-A4D1-C458-38D6-624DECCD3252}"/>
                </a:ext>
              </a:extLst>
            </p:cNvPr>
            <p:cNvSpPr txBox="1">
              <a:spLocks noChangeArrowheads="1"/>
            </p:cNvSpPr>
            <p:nvPr/>
          </p:nvSpPr>
          <p:spPr bwMode="auto">
            <a:xfrm>
              <a:off x="5448300" y="2295525"/>
              <a:ext cx="61753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0111</a:t>
              </a:r>
              <a:endParaRPr lang="ru-RU" altLang="en-US" sz="1200"/>
            </a:p>
          </p:txBody>
        </p:sp>
      </p:gr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8F82D4AA-2AA6-0504-3E1A-D2D098030C5D}"/>
              </a:ext>
            </a:extLst>
          </p:cNvPr>
          <p:cNvSpPr>
            <a:spLocks noGrp="1" noChangeArrowheads="1"/>
          </p:cNvSpPr>
          <p:nvPr>
            <p:ph type="title"/>
          </p:nvPr>
        </p:nvSpPr>
        <p:spPr/>
        <p:txBody>
          <a:bodyPr/>
          <a:lstStyle/>
          <a:p>
            <a:r>
              <a:rPr lang="en-US" altLang="en-US"/>
              <a:t>Cubes</a:t>
            </a:r>
          </a:p>
        </p:txBody>
      </p:sp>
      <p:sp>
        <p:nvSpPr>
          <p:cNvPr id="30723" name="Content Placeholder 2">
            <a:extLst>
              <a:ext uri="{FF2B5EF4-FFF2-40B4-BE49-F238E27FC236}">
                <a16:creationId xmlns:a16="http://schemas.microsoft.com/office/drawing/2014/main" id="{68A32181-BD99-8B9F-DF7F-3CF3F9987C4A}"/>
              </a:ext>
            </a:extLst>
          </p:cNvPr>
          <p:cNvSpPr>
            <a:spLocks noGrp="1" noChangeArrowheads="1"/>
          </p:cNvSpPr>
          <p:nvPr>
            <p:ph type="body" sz="quarter" idx="10"/>
          </p:nvPr>
        </p:nvSpPr>
        <p:spPr/>
        <p:txBody>
          <a:bodyPr/>
          <a:lstStyle/>
          <a:p>
            <a:r>
              <a:rPr lang="en-US" altLang="en-US"/>
              <a:t>A subcube is a set of exactly 2</a:t>
            </a:r>
            <a:r>
              <a:rPr lang="en-US" altLang="en-US" baseline="30000"/>
              <a:t>m</a:t>
            </a:r>
            <a:r>
              <a:rPr lang="en-US" altLang="en-US"/>
              <a:t> adjacent vertices of a cube B</a:t>
            </a:r>
            <a:r>
              <a:rPr lang="en-US" altLang="en-US" baseline="30000"/>
              <a:t>n</a:t>
            </a:r>
            <a:r>
              <a:rPr lang="en-US" altLang="en-US"/>
              <a:t>.</a:t>
            </a:r>
            <a:endParaRPr lang="en-US" altLang="en-US" baseline="30000"/>
          </a:p>
          <a:p>
            <a:r>
              <a:rPr lang="en-US" altLang="en-US"/>
              <a:t>The product of literals is a cube.</a:t>
            </a:r>
          </a:p>
          <a:p>
            <a:pPr>
              <a:spcBef>
                <a:spcPct val="50000"/>
              </a:spcBef>
            </a:pPr>
            <a:r>
              <a:rPr lang="en-US" altLang="en-US"/>
              <a:t>If product of literals </a:t>
            </a:r>
            <a:r>
              <a:rPr lang="en-US" altLang="en-US">
                <a:solidFill>
                  <a:srgbClr val="0000FF"/>
                </a:solidFill>
              </a:rPr>
              <a:t>C </a:t>
            </a:r>
            <a:r>
              <a:rPr lang="en-US" altLang="en-US">
                <a:solidFill>
                  <a:srgbClr val="0000FF"/>
                </a:solidFill>
                <a:sym typeface="Symbol" panose="05050102010706020507" pitchFamily="18" charset="2"/>
              </a:rPr>
              <a:t> f , C </a:t>
            </a:r>
            <a:r>
              <a:rPr lang="en-US" altLang="en-US">
                <a:sym typeface="Symbol" panose="05050102010706020507" pitchFamily="18" charset="2"/>
              </a:rPr>
              <a:t>is a subcube, then </a:t>
            </a:r>
            <a:r>
              <a:rPr lang="en-US" altLang="en-US">
                <a:solidFill>
                  <a:srgbClr val="0000FF"/>
                </a:solidFill>
                <a:sym typeface="Symbol" panose="05050102010706020507" pitchFamily="18" charset="2"/>
              </a:rPr>
              <a:t>C</a:t>
            </a:r>
            <a:r>
              <a:rPr lang="en-US" altLang="en-US">
                <a:sym typeface="Symbol" panose="05050102010706020507" pitchFamily="18" charset="2"/>
              </a:rPr>
              <a:t> is </a:t>
            </a:r>
            <a:r>
              <a:rPr lang="en-US" altLang="en-US">
                <a:solidFill>
                  <a:srgbClr val="0000FF"/>
                </a:solidFill>
                <a:sym typeface="Symbol" panose="05050102010706020507" pitchFamily="18" charset="2"/>
              </a:rPr>
              <a:t>implicant </a:t>
            </a:r>
            <a:r>
              <a:rPr lang="en-US" altLang="en-US">
                <a:sym typeface="Symbol" panose="05050102010706020507" pitchFamily="18" charset="2"/>
              </a:rPr>
              <a:t>of </a:t>
            </a:r>
            <a:r>
              <a:rPr lang="en-US" altLang="en-US">
                <a:solidFill>
                  <a:srgbClr val="0000FF"/>
                </a:solidFill>
                <a:sym typeface="Symbol" panose="05050102010706020507" pitchFamily="18" charset="2"/>
              </a:rPr>
              <a:t>f.</a:t>
            </a:r>
          </a:p>
          <a:p>
            <a:pPr>
              <a:spcBef>
                <a:spcPct val="50000"/>
              </a:spcBef>
            </a:pPr>
            <a:r>
              <a:rPr lang="en-US" altLang="en-US">
                <a:sym typeface="Symbol" panose="05050102010706020507" pitchFamily="18" charset="2"/>
              </a:rPr>
              <a:t>If C has m literals, then cube |C| has 2</a:t>
            </a:r>
            <a:r>
              <a:rPr lang="en-US" altLang="en-US" baseline="30000">
                <a:sym typeface="Symbol" panose="05050102010706020507" pitchFamily="18" charset="2"/>
              </a:rPr>
              <a:t>n-m </a:t>
            </a:r>
            <a:r>
              <a:rPr lang="en-US" altLang="en-US">
                <a:sym typeface="Symbol" panose="05050102010706020507" pitchFamily="18" charset="2"/>
              </a:rPr>
              <a:t>vertices.1-cube covers two vertices of B</a:t>
            </a:r>
            <a:r>
              <a:rPr lang="en-US" altLang="en-US" baseline="30000">
                <a:sym typeface="Symbol" panose="05050102010706020507" pitchFamily="18" charset="2"/>
              </a:rPr>
              <a:t>n </a:t>
            </a:r>
            <a:r>
              <a:rPr lang="en-US" altLang="en-US">
                <a:sym typeface="Symbol" panose="05050102010706020507" pitchFamily="18" charset="2"/>
              </a:rPr>
              <a:t>and has n-1 literals. 0-cube (vertex) is minterm of </a:t>
            </a:r>
            <a:r>
              <a:rPr lang="en-US" altLang="en-US">
                <a:solidFill>
                  <a:srgbClr val="0000FF"/>
                </a:solidFill>
                <a:sym typeface="Symbol" panose="05050102010706020507" pitchFamily="18" charset="2"/>
              </a:rPr>
              <a:t>f</a:t>
            </a:r>
            <a:r>
              <a:rPr lang="en-US" altLang="en-US">
                <a:sym typeface="Symbol" panose="05050102010706020507" pitchFamily="18" charset="2"/>
              </a:rPr>
              <a:t> (has n literals).</a:t>
            </a:r>
          </a:p>
          <a:p>
            <a:endParaRPr lang="en-US" altLang="en-US"/>
          </a:p>
          <a:p>
            <a:endParaRPr lang="en-US"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B9A0D208-DA4B-4703-83B5-2C708F81054F}"/>
              </a:ext>
            </a:extLst>
          </p:cNvPr>
          <p:cNvGraphicFramePr>
            <a:graphicFrameLocks noGrp="1"/>
          </p:cNvGraphicFramePr>
          <p:nvPr>
            <p:extLst>
              <p:ext uri="{D42A27DB-BD31-4B8C-83A1-F6EECF244321}">
                <p14:modId xmlns:p14="http://schemas.microsoft.com/office/powerpoint/2010/main" val="1435343432"/>
              </p:ext>
            </p:extLst>
          </p:nvPr>
        </p:nvGraphicFramePr>
        <p:xfrm>
          <a:off x="7055589" y="1188720"/>
          <a:ext cx="2832100" cy="4181601"/>
        </p:xfrm>
        <a:graphic>
          <a:graphicData uri="http://schemas.openxmlformats.org/drawingml/2006/table">
            <a:tbl>
              <a:tblPr firstRow="1" bandRow="1">
                <a:tableStyleId>{5C22544A-7EE6-4342-B048-85BDC9FD1C3A}</a:tableStyleId>
              </a:tblPr>
              <a:tblGrid>
                <a:gridCol w="1416050">
                  <a:extLst>
                    <a:ext uri="{9D8B030D-6E8A-4147-A177-3AD203B41FA5}">
                      <a16:colId xmlns:a16="http://schemas.microsoft.com/office/drawing/2014/main" val="20000"/>
                    </a:ext>
                  </a:extLst>
                </a:gridCol>
                <a:gridCol w="1416050">
                  <a:extLst>
                    <a:ext uri="{9D8B030D-6E8A-4147-A177-3AD203B41FA5}">
                      <a16:colId xmlns:a16="http://schemas.microsoft.com/office/drawing/2014/main" val="20001"/>
                    </a:ext>
                  </a:extLst>
                </a:gridCol>
              </a:tblGrid>
              <a:tr h="52414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bg1"/>
                          </a:solidFill>
                          <a:effectLst/>
                          <a:latin typeface="Arial" charset="0"/>
                          <a:cs typeface="Times New Roman" pitchFamily="18" charset="0"/>
                        </a:rPr>
                        <a:t>x</a:t>
                      </a:r>
                      <a:r>
                        <a:rPr kumimoji="0" lang="en-US" sz="2000" b="0" i="0" u="none" strike="noStrike" cap="none" normalizeH="0" baseline="-30000" dirty="0">
                          <a:ln>
                            <a:noFill/>
                          </a:ln>
                          <a:solidFill>
                            <a:schemeClr val="bg1"/>
                          </a:solidFill>
                          <a:effectLst/>
                          <a:latin typeface="Arial" charset="0"/>
                          <a:cs typeface="Times New Roman" pitchFamily="18" charset="0"/>
                        </a:rPr>
                        <a:t>1</a:t>
                      </a:r>
                      <a:r>
                        <a:rPr kumimoji="0" lang="en-US" sz="2000" b="0" i="0" u="none" strike="noStrike" cap="none" normalizeH="0" baseline="0" dirty="0">
                          <a:ln>
                            <a:noFill/>
                          </a:ln>
                          <a:solidFill>
                            <a:schemeClr val="bg1"/>
                          </a:solidFill>
                          <a:effectLst/>
                          <a:latin typeface="Arial" charset="0"/>
                          <a:cs typeface="Times New Roman" pitchFamily="18" charset="0"/>
                        </a:rPr>
                        <a:t>x</a:t>
                      </a:r>
                      <a:r>
                        <a:rPr kumimoji="0" lang="en-US" sz="2000" b="0" i="0" u="none" strike="noStrike" cap="none" normalizeH="0" baseline="-30000" dirty="0">
                          <a:ln>
                            <a:noFill/>
                          </a:ln>
                          <a:solidFill>
                            <a:schemeClr val="bg1"/>
                          </a:solidFill>
                          <a:effectLst/>
                          <a:latin typeface="Arial" charset="0"/>
                          <a:cs typeface="Times New Roman" pitchFamily="18" charset="0"/>
                        </a:rPr>
                        <a:t>2 </a:t>
                      </a:r>
                      <a:r>
                        <a:rPr kumimoji="0" lang="en-US" sz="2000" b="0" i="0" u="none" strike="noStrike" cap="none" normalizeH="0" baseline="0" dirty="0">
                          <a:ln>
                            <a:noFill/>
                          </a:ln>
                          <a:solidFill>
                            <a:schemeClr val="bg1"/>
                          </a:solidFill>
                          <a:effectLst/>
                          <a:latin typeface="Arial" charset="0"/>
                          <a:cs typeface="Times New Roman" pitchFamily="18" charset="0"/>
                        </a:rPr>
                        <a:t>x</a:t>
                      </a:r>
                      <a:r>
                        <a:rPr kumimoji="0" lang="en-US" sz="2000" b="0" i="0" u="none" strike="noStrike" cap="none" normalizeH="0" baseline="-30000" dirty="0">
                          <a:ln>
                            <a:noFill/>
                          </a:ln>
                          <a:solidFill>
                            <a:schemeClr val="bg1"/>
                          </a:solidFill>
                          <a:effectLst/>
                          <a:latin typeface="Arial" charset="0"/>
                          <a:cs typeface="Times New Roman" pitchFamily="18" charset="0"/>
                        </a:rPr>
                        <a:t>3</a:t>
                      </a:r>
                      <a:endParaRPr kumimoji="0" lang="en-US" sz="2000" b="0" i="0" u="none" strike="noStrike" cap="none" normalizeH="0" baseline="0" dirty="0">
                        <a:ln>
                          <a:noFill/>
                        </a:ln>
                        <a:solidFill>
                          <a:schemeClr val="bg1"/>
                        </a:solidFill>
                        <a:effectLst/>
                        <a:latin typeface="Arial" charset="0"/>
                        <a:cs typeface="Arial" charset="0"/>
                      </a:endParaRPr>
                    </a:p>
                  </a:txBody>
                  <a:tcPr marT="45711" marB="45711"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bg1"/>
                          </a:solidFill>
                          <a:effectLst/>
                          <a:latin typeface="Arial" charset="0"/>
                          <a:cs typeface="Times New Roman" pitchFamily="18" charset="0"/>
                        </a:rPr>
                        <a:t>f(x</a:t>
                      </a:r>
                      <a:r>
                        <a:rPr kumimoji="0" lang="en-US" sz="2000" b="0" i="0" u="none" strike="noStrike" cap="none" normalizeH="0" baseline="-30000" dirty="0">
                          <a:ln>
                            <a:noFill/>
                          </a:ln>
                          <a:solidFill>
                            <a:schemeClr val="bg1"/>
                          </a:solidFill>
                          <a:effectLst/>
                          <a:latin typeface="Arial" charset="0"/>
                          <a:cs typeface="Times New Roman" pitchFamily="18" charset="0"/>
                        </a:rPr>
                        <a:t>1</a:t>
                      </a:r>
                      <a:r>
                        <a:rPr kumimoji="0" lang="en-US" sz="2000" b="0" i="0" u="none" strike="noStrike" cap="none" normalizeH="0" baseline="0" dirty="0">
                          <a:ln>
                            <a:noFill/>
                          </a:ln>
                          <a:solidFill>
                            <a:schemeClr val="bg1"/>
                          </a:solidFill>
                          <a:effectLst/>
                          <a:latin typeface="Arial" charset="0"/>
                          <a:cs typeface="Times New Roman" pitchFamily="18" charset="0"/>
                        </a:rPr>
                        <a:t>,x</a:t>
                      </a:r>
                      <a:r>
                        <a:rPr kumimoji="0" lang="en-US" sz="2000" b="0" i="0" u="none" strike="noStrike" cap="none" normalizeH="0" baseline="-30000" dirty="0">
                          <a:ln>
                            <a:noFill/>
                          </a:ln>
                          <a:solidFill>
                            <a:schemeClr val="bg1"/>
                          </a:solidFill>
                          <a:effectLst/>
                          <a:latin typeface="Arial" charset="0"/>
                          <a:cs typeface="Times New Roman" pitchFamily="18" charset="0"/>
                        </a:rPr>
                        <a:t>2</a:t>
                      </a:r>
                      <a:r>
                        <a:rPr kumimoji="0" lang="en-US" sz="2000" b="0" i="0" u="none" strike="noStrike" cap="none" normalizeH="0" baseline="0" dirty="0">
                          <a:ln>
                            <a:noFill/>
                          </a:ln>
                          <a:solidFill>
                            <a:schemeClr val="bg1"/>
                          </a:solidFill>
                          <a:effectLst/>
                          <a:latin typeface="Arial" charset="0"/>
                          <a:cs typeface="Times New Roman" pitchFamily="18" charset="0"/>
                        </a:rPr>
                        <a:t>,x</a:t>
                      </a:r>
                      <a:r>
                        <a:rPr kumimoji="0" lang="en-US" sz="2000" b="0" i="0" u="none" strike="noStrike" cap="none" normalizeH="0" baseline="-25000" dirty="0">
                          <a:ln>
                            <a:noFill/>
                          </a:ln>
                          <a:solidFill>
                            <a:schemeClr val="bg1"/>
                          </a:solidFill>
                          <a:effectLst/>
                          <a:latin typeface="Arial" charset="0"/>
                          <a:cs typeface="Times New Roman" pitchFamily="18" charset="0"/>
                        </a:rPr>
                        <a:t>3</a:t>
                      </a:r>
                      <a:r>
                        <a:rPr kumimoji="0" lang="en-US" sz="2000" b="0" i="0" u="none" strike="noStrike" cap="none" normalizeH="0" baseline="0" dirty="0">
                          <a:ln>
                            <a:noFill/>
                          </a:ln>
                          <a:solidFill>
                            <a:schemeClr val="bg1"/>
                          </a:solidFill>
                          <a:effectLst/>
                          <a:latin typeface="Arial" charset="0"/>
                          <a:cs typeface="Times New Roman" pitchFamily="18" charset="0"/>
                        </a:rPr>
                        <a:t>)</a:t>
                      </a:r>
                      <a:endParaRPr kumimoji="0" lang="en-US" sz="2000" b="0" i="0" u="none" strike="noStrike" cap="none" normalizeH="0" baseline="0" dirty="0">
                        <a:ln>
                          <a:noFill/>
                        </a:ln>
                        <a:solidFill>
                          <a:schemeClr val="bg1"/>
                        </a:solidFill>
                        <a:effectLst/>
                        <a:latin typeface="Arial" charset="0"/>
                        <a:cs typeface="Arial" charset="0"/>
                      </a:endParaRPr>
                    </a:p>
                  </a:txBody>
                  <a:tcPr marT="45711" marB="45711" horzOverflow="overflow"/>
                </a:tc>
                <a:extLst>
                  <a:ext uri="{0D108BD9-81ED-4DB2-BD59-A6C34878D82A}">
                    <a16:rowId xmlns:a16="http://schemas.microsoft.com/office/drawing/2014/main" val="10000"/>
                  </a:ext>
                </a:extLst>
              </a:tr>
              <a:tr h="45716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2400" b="0" i="0" u="none" strike="noStrike" cap="none" normalizeH="0" baseline="0" dirty="0">
                          <a:ln>
                            <a:noFill/>
                          </a:ln>
                          <a:solidFill>
                            <a:schemeClr val="tx1"/>
                          </a:solidFill>
                          <a:effectLst/>
                          <a:latin typeface="Arial" charset="0"/>
                          <a:cs typeface="Times New Roman" pitchFamily="18" charset="0"/>
                        </a:rPr>
                        <a:t>0 0 0</a:t>
                      </a:r>
                      <a:endParaRPr kumimoji="0" lang="ru-RU" sz="2400" b="0" i="0" u="none" strike="noStrike" cap="none" normalizeH="0" baseline="0" dirty="0">
                        <a:ln>
                          <a:noFill/>
                        </a:ln>
                        <a:solidFill>
                          <a:schemeClr val="tx1"/>
                        </a:solidFill>
                        <a:effectLst/>
                        <a:latin typeface="Arial" charset="0"/>
                        <a:cs typeface="Arial" charset="0"/>
                      </a:endParaRPr>
                    </a:p>
                  </a:txBody>
                  <a:tcPr marT="45711" marB="45711"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rgbClr val="0000FF"/>
                          </a:solidFill>
                          <a:effectLst/>
                          <a:latin typeface="Arial" charset="0"/>
                          <a:cs typeface="Times New Roman" pitchFamily="18" charset="0"/>
                        </a:rPr>
                        <a:t>1</a:t>
                      </a:r>
                      <a:endParaRPr kumimoji="0" lang="ru-RU" sz="2400" b="0" i="0" u="none" strike="noStrike" cap="none" normalizeH="0" baseline="0" dirty="0">
                        <a:ln>
                          <a:noFill/>
                        </a:ln>
                        <a:solidFill>
                          <a:srgbClr val="0000FF"/>
                        </a:solidFill>
                        <a:effectLst/>
                        <a:latin typeface="Arial" charset="0"/>
                        <a:cs typeface="Arial" charset="0"/>
                      </a:endParaRPr>
                    </a:p>
                  </a:txBody>
                  <a:tcPr marT="45711" marB="45711" horzOverflow="overflow"/>
                </a:tc>
                <a:extLst>
                  <a:ext uri="{0D108BD9-81ED-4DB2-BD59-A6C34878D82A}">
                    <a16:rowId xmlns:a16="http://schemas.microsoft.com/office/drawing/2014/main" val="10001"/>
                  </a:ext>
                </a:extLst>
              </a:tr>
              <a:tr h="45716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2400" b="0" i="0" u="none" strike="noStrike" cap="none" normalizeH="0" baseline="0">
                          <a:ln>
                            <a:noFill/>
                          </a:ln>
                          <a:solidFill>
                            <a:schemeClr val="tx1"/>
                          </a:solidFill>
                          <a:effectLst/>
                          <a:latin typeface="Arial" charset="0"/>
                          <a:cs typeface="Times New Roman" pitchFamily="18" charset="0"/>
                        </a:rPr>
                        <a:t>0 0 1</a:t>
                      </a:r>
                      <a:endParaRPr kumimoji="0" lang="ru-RU" sz="2400" b="0" i="0" u="none" strike="noStrike" cap="none" normalizeH="0" baseline="0">
                        <a:ln>
                          <a:noFill/>
                        </a:ln>
                        <a:solidFill>
                          <a:schemeClr val="tx1"/>
                        </a:solidFill>
                        <a:effectLst/>
                        <a:latin typeface="Arial" charset="0"/>
                        <a:cs typeface="Arial" charset="0"/>
                      </a:endParaRPr>
                    </a:p>
                  </a:txBody>
                  <a:tcPr marT="45711" marB="45711"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2400" b="0" i="0" u="none" strike="noStrike" cap="none" normalizeH="0" baseline="0" dirty="0">
                          <a:ln>
                            <a:noFill/>
                          </a:ln>
                          <a:solidFill>
                            <a:srgbClr val="0000FF"/>
                          </a:solidFill>
                          <a:effectLst/>
                          <a:latin typeface="Arial" charset="0"/>
                          <a:cs typeface="Times New Roman" pitchFamily="18" charset="0"/>
                        </a:rPr>
                        <a:t>1</a:t>
                      </a:r>
                      <a:endParaRPr kumimoji="0" lang="ru-RU" sz="2400" b="0" i="0" u="none" strike="noStrike" cap="none" normalizeH="0" baseline="0" dirty="0">
                        <a:ln>
                          <a:noFill/>
                        </a:ln>
                        <a:solidFill>
                          <a:srgbClr val="0000FF"/>
                        </a:solidFill>
                        <a:effectLst/>
                        <a:latin typeface="Arial" charset="0"/>
                        <a:cs typeface="Arial" charset="0"/>
                      </a:endParaRPr>
                    </a:p>
                  </a:txBody>
                  <a:tcPr marT="45711" marB="45711" horzOverflow="overflow"/>
                </a:tc>
                <a:extLst>
                  <a:ext uri="{0D108BD9-81ED-4DB2-BD59-A6C34878D82A}">
                    <a16:rowId xmlns:a16="http://schemas.microsoft.com/office/drawing/2014/main" val="10002"/>
                  </a:ext>
                </a:extLst>
              </a:tr>
              <a:tr h="45716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Arial" charset="0"/>
                          <a:cs typeface="Arial" charset="0"/>
                        </a:rPr>
                        <a:t>0 1 0</a:t>
                      </a:r>
                      <a:endParaRPr kumimoji="0" lang="ru-RU" sz="2400" b="0" i="0" u="none" strike="noStrike" cap="none" normalizeH="0" baseline="0">
                        <a:ln>
                          <a:noFill/>
                        </a:ln>
                        <a:solidFill>
                          <a:schemeClr val="tx1"/>
                        </a:solidFill>
                        <a:effectLst/>
                        <a:latin typeface="Arial" charset="0"/>
                        <a:cs typeface="Arial" charset="0"/>
                      </a:endParaRPr>
                    </a:p>
                  </a:txBody>
                  <a:tcPr marT="45711" marB="45711"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Arial" charset="0"/>
                          <a:cs typeface="Arial" charset="0"/>
                        </a:rPr>
                        <a:t>0</a:t>
                      </a:r>
                      <a:endParaRPr kumimoji="0" lang="ru-RU" sz="2400" b="0" i="0" u="none" strike="noStrike" cap="none" normalizeH="0" baseline="0">
                        <a:ln>
                          <a:noFill/>
                        </a:ln>
                        <a:solidFill>
                          <a:schemeClr val="tx1"/>
                        </a:solidFill>
                        <a:effectLst/>
                        <a:latin typeface="Arial" charset="0"/>
                        <a:cs typeface="Arial" charset="0"/>
                      </a:endParaRPr>
                    </a:p>
                  </a:txBody>
                  <a:tcPr marT="45711" marB="45711" horzOverflow="overflow"/>
                </a:tc>
                <a:extLst>
                  <a:ext uri="{0D108BD9-81ED-4DB2-BD59-A6C34878D82A}">
                    <a16:rowId xmlns:a16="http://schemas.microsoft.com/office/drawing/2014/main" val="10003"/>
                  </a:ext>
                </a:extLst>
              </a:tr>
              <a:tr h="45716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Arial" charset="0"/>
                          <a:cs typeface="Times New Roman" pitchFamily="18" charset="0"/>
                        </a:rPr>
                        <a:t>0</a:t>
                      </a:r>
                      <a:r>
                        <a:rPr kumimoji="0" lang="ru-RU" sz="2400" b="0" i="0" u="none" strike="noStrike" cap="none" normalizeH="0" baseline="0">
                          <a:ln>
                            <a:noFill/>
                          </a:ln>
                          <a:solidFill>
                            <a:schemeClr val="tx1"/>
                          </a:solidFill>
                          <a:effectLst/>
                          <a:latin typeface="Arial" charset="0"/>
                          <a:cs typeface="Times New Roman" pitchFamily="18" charset="0"/>
                        </a:rPr>
                        <a:t> 1 1</a:t>
                      </a:r>
                      <a:endParaRPr kumimoji="0" lang="ru-RU" sz="2400" b="0" i="0" u="none" strike="noStrike" cap="none" normalizeH="0" baseline="0">
                        <a:ln>
                          <a:noFill/>
                        </a:ln>
                        <a:solidFill>
                          <a:schemeClr val="tx1"/>
                        </a:solidFill>
                        <a:effectLst/>
                        <a:latin typeface="Arial" charset="0"/>
                        <a:cs typeface="Arial" charset="0"/>
                      </a:endParaRPr>
                    </a:p>
                  </a:txBody>
                  <a:tcPr marT="45711" marB="45711"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2400" b="0" i="0" u="none" strike="noStrike" cap="none" normalizeH="0" baseline="0" dirty="0">
                          <a:ln>
                            <a:noFill/>
                          </a:ln>
                          <a:solidFill>
                            <a:srgbClr val="0000FF"/>
                          </a:solidFill>
                          <a:effectLst/>
                          <a:latin typeface="Arial" charset="0"/>
                          <a:cs typeface="Times New Roman" pitchFamily="18" charset="0"/>
                        </a:rPr>
                        <a:t>1</a:t>
                      </a:r>
                      <a:endParaRPr kumimoji="0" lang="ru-RU" sz="2400" b="0" i="0" u="none" strike="noStrike" cap="none" normalizeH="0" baseline="0" dirty="0">
                        <a:ln>
                          <a:noFill/>
                        </a:ln>
                        <a:solidFill>
                          <a:srgbClr val="0000FF"/>
                        </a:solidFill>
                        <a:effectLst/>
                        <a:latin typeface="Arial" charset="0"/>
                        <a:cs typeface="Arial" charset="0"/>
                      </a:endParaRPr>
                    </a:p>
                  </a:txBody>
                  <a:tcPr marT="45711" marB="45711" horzOverflow="overflow"/>
                </a:tc>
                <a:extLst>
                  <a:ext uri="{0D108BD9-81ED-4DB2-BD59-A6C34878D82A}">
                    <a16:rowId xmlns:a16="http://schemas.microsoft.com/office/drawing/2014/main" val="10004"/>
                  </a:ext>
                </a:extLst>
              </a:tr>
              <a:tr h="45716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Arial" charset="0"/>
                          <a:cs typeface="Arial" charset="0"/>
                        </a:rPr>
                        <a:t>1 0 0</a:t>
                      </a:r>
                      <a:endParaRPr kumimoji="0" lang="ru-RU" sz="2400" b="0" i="0" u="none" strike="noStrike" cap="none" normalizeH="0" baseline="0">
                        <a:ln>
                          <a:noFill/>
                        </a:ln>
                        <a:solidFill>
                          <a:schemeClr val="tx1"/>
                        </a:solidFill>
                        <a:effectLst/>
                        <a:latin typeface="Arial" charset="0"/>
                        <a:cs typeface="Arial" charset="0"/>
                      </a:endParaRPr>
                    </a:p>
                  </a:txBody>
                  <a:tcPr marT="45711" marB="45711"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cs typeface="Arial" charset="0"/>
                        </a:rPr>
                        <a:t>0</a:t>
                      </a:r>
                      <a:endParaRPr kumimoji="0" lang="ru-RU" sz="2400" b="0" i="0" u="none" strike="noStrike" cap="none" normalizeH="0" baseline="0" dirty="0">
                        <a:ln>
                          <a:noFill/>
                        </a:ln>
                        <a:solidFill>
                          <a:schemeClr val="tx1"/>
                        </a:solidFill>
                        <a:effectLst/>
                        <a:latin typeface="Arial" charset="0"/>
                        <a:cs typeface="Arial" charset="0"/>
                      </a:endParaRPr>
                    </a:p>
                  </a:txBody>
                  <a:tcPr marT="45711" marB="45711" horzOverflow="overflow"/>
                </a:tc>
                <a:extLst>
                  <a:ext uri="{0D108BD9-81ED-4DB2-BD59-A6C34878D82A}">
                    <a16:rowId xmlns:a16="http://schemas.microsoft.com/office/drawing/2014/main" val="10005"/>
                  </a:ext>
                </a:extLst>
              </a:tr>
              <a:tr h="45716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Arial" charset="0"/>
                          <a:cs typeface="Arial" charset="0"/>
                        </a:rPr>
                        <a:t>1 0 1</a:t>
                      </a:r>
                      <a:endParaRPr kumimoji="0" lang="ru-RU" sz="2400" b="0" i="0" u="none" strike="noStrike" cap="none" normalizeH="0" baseline="0">
                        <a:ln>
                          <a:noFill/>
                        </a:ln>
                        <a:solidFill>
                          <a:schemeClr val="tx1"/>
                        </a:solidFill>
                        <a:effectLst/>
                        <a:latin typeface="Arial" charset="0"/>
                        <a:cs typeface="Arial" charset="0"/>
                      </a:endParaRPr>
                    </a:p>
                  </a:txBody>
                  <a:tcPr marT="45711" marB="45711"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rgbClr val="0000FF"/>
                          </a:solidFill>
                          <a:effectLst/>
                          <a:latin typeface="Arial" charset="0"/>
                          <a:cs typeface="Arial" charset="0"/>
                        </a:rPr>
                        <a:t>1</a:t>
                      </a:r>
                      <a:endParaRPr kumimoji="0" lang="ru-RU" sz="2400" b="0" i="0" u="none" strike="noStrike" cap="none" normalizeH="0" baseline="0" dirty="0">
                        <a:ln>
                          <a:noFill/>
                        </a:ln>
                        <a:solidFill>
                          <a:srgbClr val="0000FF"/>
                        </a:solidFill>
                        <a:effectLst/>
                        <a:latin typeface="Arial" charset="0"/>
                        <a:cs typeface="Arial" charset="0"/>
                      </a:endParaRPr>
                    </a:p>
                  </a:txBody>
                  <a:tcPr marT="45711" marB="45711" horzOverflow="overflow"/>
                </a:tc>
                <a:extLst>
                  <a:ext uri="{0D108BD9-81ED-4DB2-BD59-A6C34878D82A}">
                    <a16:rowId xmlns:a16="http://schemas.microsoft.com/office/drawing/2014/main" val="10006"/>
                  </a:ext>
                </a:extLst>
              </a:tr>
              <a:tr h="45716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cs typeface="Arial" charset="0"/>
                        </a:rPr>
                        <a:t>1 1 0</a:t>
                      </a:r>
                      <a:endParaRPr kumimoji="0" lang="ru-RU" sz="2400" b="0" i="0" u="none" strike="noStrike" cap="none" normalizeH="0" baseline="0" dirty="0">
                        <a:ln>
                          <a:noFill/>
                        </a:ln>
                        <a:solidFill>
                          <a:schemeClr val="tx1"/>
                        </a:solidFill>
                        <a:effectLst/>
                        <a:latin typeface="Arial" charset="0"/>
                        <a:cs typeface="Arial" charset="0"/>
                      </a:endParaRPr>
                    </a:p>
                  </a:txBody>
                  <a:tcPr marT="45711" marB="45711"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Arial" charset="0"/>
                          <a:cs typeface="Arial" charset="0"/>
                        </a:rPr>
                        <a:t>0</a:t>
                      </a:r>
                      <a:endParaRPr kumimoji="0" lang="ru-RU" sz="2400" b="0" i="0" u="none" strike="noStrike" cap="none" normalizeH="0" baseline="0">
                        <a:ln>
                          <a:noFill/>
                        </a:ln>
                        <a:solidFill>
                          <a:schemeClr val="tx1"/>
                        </a:solidFill>
                        <a:effectLst/>
                        <a:latin typeface="Arial" charset="0"/>
                        <a:cs typeface="Arial" charset="0"/>
                      </a:endParaRPr>
                    </a:p>
                  </a:txBody>
                  <a:tcPr marT="45711" marB="45711" horzOverflow="overflow"/>
                </a:tc>
                <a:extLst>
                  <a:ext uri="{0D108BD9-81ED-4DB2-BD59-A6C34878D82A}">
                    <a16:rowId xmlns:a16="http://schemas.microsoft.com/office/drawing/2014/main" val="10007"/>
                  </a:ext>
                </a:extLst>
              </a:tr>
              <a:tr h="45716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Arial" charset="0"/>
                          <a:cs typeface="Arial" charset="0"/>
                        </a:rPr>
                        <a:t>1 1 1</a:t>
                      </a:r>
                      <a:endParaRPr kumimoji="0" lang="ru-RU" sz="2400" b="0" i="0" u="none" strike="noStrike" cap="none" normalizeH="0" baseline="0">
                        <a:ln>
                          <a:noFill/>
                        </a:ln>
                        <a:solidFill>
                          <a:schemeClr val="tx1"/>
                        </a:solidFill>
                        <a:effectLst/>
                        <a:latin typeface="Arial" charset="0"/>
                        <a:cs typeface="Arial" charset="0"/>
                      </a:endParaRPr>
                    </a:p>
                  </a:txBody>
                  <a:tcPr marT="45711" marB="45711"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rgbClr val="0000FF"/>
                          </a:solidFill>
                          <a:effectLst/>
                          <a:latin typeface="Arial" charset="0"/>
                          <a:cs typeface="Arial" charset="0"/>
                        </a:rPr>
                        <a:t>1</a:t>
                      </a:r>
                      <a:endParaRPr kumimoji="0" lang="ru-RU" sz="2400" b="0" i="0" u="none" strike="noStrike" cap="none" normalizeH="0" baseline="0" dirty="0">
                        <a:ln>
                          <a:noFill/>
                        </a:ln>
                        <a:solidFill>
                          <a:srgbClr val="0000FF"/>
                        </a:solidFill>
                        <a:effectLst/>
                        <a:latin typeface="Arial" charset="0"/>
                        <a:cs typeface="Arial" charset="0"/>
                      </a:endParaRPr>
                    </a:p>
                  </a:txBody>
                  <a:tcPr marT="45711" marB="45711" horzOverflow="overflow"/>
                </a:tc>
                <a:extLst>
                  <a:ext uri="{0D108BD9-81ED-4DB2-BD59-A6C34878D82A}">
                    <a16:rowId xmlns:a16="http://schemas.microsoft.com/office/drawing/2014/main" val="10008"/>
                  </a:ext>
                </a:extLst>
              </a:tr>
            </a:tbl>
          </a:graphicData>
        </a:graphic>
      </p:graphicFrame>
      <p:sp>
        <p:nvSpPr>
          <p:cNvPr id="31778" name="Title 6">
            <a:extLst>
              <a:ext uri="{FF2B5EF4-FFF2-40B4-BE49-F238E27FC236}">
                <a16:creationId xmlns:a16="http://schemas.microsoft.com/office/drawing/2014/main" id="{D73E9EB8-85D3-70EC-27B3-665B703A6227}"/>
              </a:ext>
            </a:extLst>
          </p:cNvPr>
          <p:cNvSpPr>
            <a:spLocks noGrp="1" noChangeArrowheads="1"/>
          </p:cNvSpPr>
          <p:nvPr>
            <p:ph type="title"/>
          </p:nvPr>
        </p:nvSpPr>
        <p:spPr/>
        <p:txBody>
          <a:bodyPr>
            <a:normAutofit/>
          </a:bodyPr>
          <a:lstStyle/>
          <a:p>
            <a:r>
              <a:rPr lang="en-US" altLang="en-US"/>
              <a:t>Example</a:t>
            </a:r>
            <a:endParaRPr lang="ru-RU" altLang="en-US" dirty="0"/>
          </a:p>
        </p:txBody>
      </p:sp>
      <p:sp>
        <p:nvSpPr>
          <p:cNvPr id="31779" name="Content Placeholder 8">
            <a:extLst>
              <a:ext uri="{FF2B5EF4-FFF2-40B4-BE49-F238E27FC236}">
                <a16:creationId xmlns:a16="http://schemas.microsoft.com/office/drawing/2014/main" id="{EB0CAAFB-98A8-1E27-C53F-9CD3281D233E}"/>
              </a:ext>
            </a:extLst>
          </p:cNvPr>
          <p:cNvSpPr>
            <a:spLocks noGrp="1" noChangeArrowheads="1"/>
          </p:cNvSpPr>
          <p:nvPr>
            <p:ph type="body" sz="quarter" idx="13"/>
          </p:nvPr>
        </p:nvSpPr>
        <p:spPr>
          <a:xfrm>
            <a:off x="457200" y="1188720"/>
            <a:ext cx="7666074" cy="5238974"/>
          </a:xfrm>
        </p:spPr>
        <p:txBody>
          <a:bodyPr/>
          <a:lstStyle/>
          <a:p>
            <a:pPr>
              <a:spcBef>
                <a:spcPts val="300"/>
              </a:spcBef>
              <a:buNone/>
            </a:pPr>
            <a:r>
              <a:rPr lang="en-US" altLang="en-US" sz="2000"/>
              <a:t>Canonical sum:</a:t>
            </a:r>
          </a:p>
          <a:p>
            <a:pPr>
              <a:spcBef>
                <a:spcPts val="300"/>
              </a:spcBef>
              <a:buNone/>
            </a:pPr>
            <a:r>
              <a:rPr lang="en-US" altLang="en-US" sz="2000"/>
              <a:t>y= K</a:t>
            </a:r>
            <a:r>
              <a:rPr lang="en-US" altLang="en-US" sz="2000" baseline="-25000"/>
              <a:t>0</a:t>
            </a:r>
            <a:r>
              <a:rPr lang="en-US" altLang="en-US" sz="2000">
                <a:sym typeface="Symbol" panose="05050102010706020507" pitchFamily="18" charset="2"/>
              </a:rPr>
              <a:t>+ K</a:t>
            </a:r>
            <a:r>
              <a:rPr lang="en-US" altLang="en-US" sz="2000" baseline="-25000">
                <a:sym typeface="Symbol" panose="05050102010706020507" pitchFamily="18" charset="2"/>
              </a:rPr>
              <a:t>1 </a:t>
            </a:r>
            <a:r>
              <a:rPr lang="en-US" altLang="en-US" sz="2000">
                <a:sym typeface="Symbol" panose="05050102010706020507" pitchFamily="18" charset="2"/>
              </a:rPr>
              <a:t>+ K</a:t>
            </a:r>
            <a:r>
              <a:rPr lang="en-US" altLang="en-US" sz="2000" baseline="-25000">
                <a:sym typeface="Symbol" panose="05050102010706020507" pitchFamily="18" charset="2"/>
              </a:rPr>
              <a:t>3 </a:t>
            </a:r>
            <a:r>
              <a:rPr lang="en-US" altLang="en-US" sz="2000">
                <a:sym typeface="Symbol" panose="05050102010706020507" pitchFamily="18" charset="2"/>
              </a:rPr>
              <a:t>+ K</a:t>
            </a:r>
            <a:r>
              <a:rPr lang="en-US" altLang="en-US" sz="2000" baseline="-25000">
                <a:sym typeface="Symbol" panose="05050102010706020507" pitchFamily="18" charset="2"/>
              </a:rPr>
              <a:t>5 </a:t>
            </a:r>
            <a:r>
              <a:rPr lang="en-US" altLang="en-US" sz="2000">
                <a:sym typeface="Symbol" panose="05050102010706020507" pitchFamily="18" charset="2"/>
              </a:rPr>
              <a:t>+ K</a:t>
            </a:r>
            <a:r>
              <a:rPr lang="en-US" altLang="en-US" sz="2000" baseline="-25000">
                <a:sym typeface="Symbol" panose="05050102010706020507" pitchFamily="18" charset="2"/>
              </a:rPr>
              <a:t>7</a:t>
            </a:r>
            <a:r>
              <a:rPr lang="en-US" altLang="en-US" sz="2000">
                <a:sym typeface="Symbol" panose="05050102010706020507" pitchFamily="18" charset="2"/>
              </a:rPr>
              <a:t>=</a:t>
            </a:r>
          </a:p>
          <a:p>
            <a:pPr>
              <a:spcBef>
                <a:spcPts val="300"/>
              </a:spcBef>
              <a:buNone/>
            </a:pPr>
            <a:r>
              <a:rPr lang="en-US" altLang="en-US" sz="2000">
                <a:sym typeface="Symbol" panose="05050102010706020507" pitchFamily="18" charset="2"/>
              </a:rPr>
              <a:t>= x</a:t>
            </a:r>
            <a:r>
              <a:rPr lang="en-US" altLang="en-US" sz="2000" baseline="-25000">
                <a:sym typeface="Symbol" panose="05050102010706020507" pitchFamily="18" charset="2"/>
              </a:rPr>
              <a:t>1</a:t>
            </a:r>
            <a:r>
              <a:rPr lang="en-US" altLang="en-US" sz="2000">
                <a:sym typeface="Symbol" panose="05050102010706020507" pitchFamily="18" charset="2"/>
              </a:rPr>
              <a:t>·x</a:t>
            </a:r>
            <a:r>
              <a:rPr lang="en-US" altLang="en-US" sz="2000" baseline="-25000">
                <a:sym typeface="Symbol" panose="05050102010706020507" pitchFamily="18" charset="2"/>
              </a:rPr>
              <a:t>2</a:t>
            </a:r>
            <a:r>
              <a:rPr lang="en-US" altLang="en-US" sz="2000">
                <a:sym typeface="Symbol" panose="05050102010706020507" pitchFamily="18" charset="2"/>
              </a:rPr>
              <a:t>·x</a:t>
            </a:r>
            <a:r>
              <a:rPr lang="en-US" altLang="en-US" sz="2000" baseline="-25000">
                <a:sym typeface="Symbol" panose="05050102010706020507" pitchFamily="18" charset="2"/>
              </a:rPr>
              <a:t>3 </a:t>
            </a:r>
            <a:r>
              <a:rPr lang="en-US" altLang="en-US" sz="2000">
                <a:sym typeface="Symbol" panose="05050102010706020507" pitchFamily="18" charset="2"/>
              </a:rPr>
              <a:t>+x</a:t>
            </a:r>
            <a:r>
              <a:rPr lang="en-US" altLang="en-US" sz="2000" baseline="-25000">
                <a:sym typeface="Symbol" panose="05050102010706020507" pitchFamily="18" charset="2"/>
              </a:rPr>
              <a:t>1</a:t>
            </a:r>
            <a:r>
              <a:rPr lang="en-US" altLang="en-US" sz="2000">
                <a:sym typeface="Symbol" panose="05050102010706020507" pitchFamily="18" charset="2"/>
              </a:rPr>
              <a:t>·x</a:t>
            </a:r>
            <a:r>
              <a:rPr lang="en-US" altLang="en-US" sz="2000" baseline="-25000">
                <a:sym typeface="Symbol" panose="05050102010706020507" pitchFamily="18" charset="2"/>
              </a:rPr>
              <a:t>2</a:t>
            </a:r>
            <a:r>
              <a:rPr lang="en-US" altLang="en-US" sz="2000">
                <a:sym typeface="Symbol" panose="05050102010706020507" pitchFamily="18" charset="2"/>
              </a:rPr>
              <a:t>·x</a:t>
            </a:r>
            <a:r>
              <a:rPr lang="en-US" altLang="en-US" sz="2000" baseline="-25000">
                <a:sym typeface="Symbol" panose="05050102010706020507" pitchFamily="18" charset="2"/>
              </a:rPr>
              <a:t>3</a:t>
            </a:r>
            <a:r>
              <a:rPr lang="en-US" altLang="en-US" sz="2000">
                <a:sym typeface="Symbol" panose="05050102010706020507" pitchFamily="18" charset="2"/>
              </a:rPr>
              <a:t> + x</a:t>
            </a:r>
            <a:r>
              <a:rPr lang="en-US" altLang="en-US" sz="2000" baseline="-25000">
                <a:sym typeface="Symbol" panose="05050102010706020507" pitchFamily="18" charset="2"/>
              </a:rPr>
              <a:t>1</a:t>
            </a:r>
            <a:r>
              <a:rPr lang="en-US" altLang="en-US" sz="2000">
                <a:sym typeface="Symbol" panose="05050102010706020507" pitchFamily="18" charset="2"/>
              </a:rPr>
              <a:t>·x</a:t>
            </a:r>
            <a:r>
              <a:rPr lang="en-US" altLang="en-US" sz="2000" baseline="-25000">
                <a:sym typeface="Symbol" panose="05050102010706020507" pitchFamily="18" charset="2"/>
              </a:rPr>
              <a:t>2</a:t>
            </a:r>
            <a:r>
              <a:rPr lang="en-US" altLang="en-US" sz="2000">
                <a:sym typeface="Symbol" panose="05050102010706020507" pitchFamily="18" charset="2"/>
              </a:rPr>
              <a:t>·x</a:t>
            </a:r>
            <a:r>
              <a:rPr lang="en-US" altLang="en-US" sz="2000" baseline="-25000">
                <a:sym typeface="Symbol" panose="05050102010706020507" pitchFamily="18" charset="2"/>
              </a:rPr>
              <a:t>3 </a:t>
            </a:r>
            <a:r>
              <a:rPr lang="en-US" altLang="en-US" sz="2000">
                <a:sym typeface="Symbol" panose="05050102010706020507" pitchFamily="18" charset="2"/>
              </a:rPr>
              <a:t>+ x</a:t>
            </a:r>
            <a:r>
              <a:rPr lang="en-US" altLang="en-US" sz="2000" baseline="-25000">
                <a:sym typeface="Symbol" panose="05050102010706020507" pitchFamily="18" charset="2"/>
              </a:rPr>
              <a:t>1</a:t>
            </a:r>
            <a:r>
              <a:rPr lang="en-US" altLang="en-US" sz="2000">
                <a:sym typeface="Symbol" panose="05050102010706020507" pitchFamily="18" charset="2"/>
              </a:rPr>
              <a:t>·x</a:t>
            </a:r>
            <a:r>
              <a:rPr lang="en-US" altLang="en-US" sz="2000" baseline="-25000">
                <a:sym typeface="Symbol" panose="05050102010706020507" pitchFamily="18" charset="2"/>
              </a:rPr>
              <a:t>2</a:t>
            </a:r>
            <a:r>
              <a:rPr lang="en-US" altLang="en-US" sz="2000">
                <a:sym typeface="Symbol" panose="05050102010706020507" pitchFamily="18" charset="2"/>
              </a:rPr>
              <a:t>·x</a:t>
            </a:r>
            <a:r>
              <a:rPr lang="en-US" altLang="en-US" sz="2000" baseline="-25000">
                <a:sym typeface="Symbol" panose="05050102010706020507" pitchFamily="18" charset="2"/>
              </a:rPr>
              <a:t>3 </a:t>
            </a:r>
            <a:r>
              <a:rPr lang="en-US" altLang="en-US" sz="2000">
                <a:sym typeface="Symbol" panose="05050102010706020507" pitchFamily="18" charset="2"/>
              </a:rPr>
              <a:t>+ x</a:t>
            </a:r>
            <a:r>
              <a:rPr lang="en-US" altLang="en-US" sz="2000" baseline="-25000">
                <a:sym typeface="Symbol" panose="05050102010706020507" pitchFamily="18" charset="2"/>
              </a:rPr>
              <a:t>1</a:t>
            </a:r>
            <a:r>
              <a:rPr lang="en-US" altLang="en-US" sz="2000">
                <a:sym typeface="Symbol" panose="05050102010706020507" pitchFamily="18" charset="2"/>
              </a:rPr>
              <a:t>·x</a:t>
            </a:r>
            <a:r>
              <a:rPr lang="en-US" altLang="en-US" sz="2000" baseline="-25000">
                <a:sym typeface="Symbol" panose="05050102010706020507" pitchFamily="18" charset="2"/>
              </a:rPr>
              <a:t>2</a:t>
            </a:r>
            <a:r>
              <a:rPr lang="en-US" altLang="en-US" sz="2000">
                <a:sym typeface="Symbol" panose="05050102010706020507" pitchFamily="18" charset="2"/>
              </a:rPr>
              <a:t>·x</a:t>
            </a:r>
            <a:r>
              <a:rPr lang="en-US" altLang="en-US" sz="2000" baseline="-25000">
                <a:sym typeface="Symbol" panose="05050102010706020507" pitchFamily="18" charset="2"/>
              </a:rPr>
              <a:t>3</a:t>
            </a:r>
          </a:p>
          <a:p>
            <a:pPr>
              <a:spcBef>
                <a:spcPts val="300"/>
              </a:spcBef>
              <a:buNone/>
            </a:pPr>
            <a:r>
              <a:rPr lang="en-US" altLang="en-US" sz="2000">
                <a:sym typeface="Symbol" panose="05050102010706020507" pitchFamily="18" charset="2"/>
              </a:rPr>
              <a:t>Canonical product:</a:t>
            </a:r>
          </a:p>
          <a:p>
            <a:pPr>
              <a:spcBef>
                <a:spcPts val="300"/>
              </a:spcBef>
              <a:buNone/>
            </a:pPr>
            <a:r>
              <a:rPr lang="en-US" altLang="en-US" sz="2000"/>
              <a:t>y= D</a:t>
            </a:r>
            <a:r>
              <a:rPr lang="en-US" altLang="en-US" sz="2000" baseline="-25000"/>
              <a:t>2</a:t>
            </a:r>
            <a:r>
              <a:rPr lang="en-US" altLang="en-US" sz="2000">
                <a:sym typeface="Symbol" panose="05050102010706020507" pitchFamily="18" charset="2"/>
              </a:rPr>
              <a:t>·D</a:t>
            </a:r>
            <a:r>
              <a:rPr lang="en-US" altLang="en-US" sz="2000" baseline="-25000">
                <a:sym typeface="Symbol" panose="05050102010706020507" pitchFamily="18" charset="2"/>
              </a:rPr>
              <a:t>4</a:t>
            </a:r>
            <a:r>
              <a:rPr lang="en-US" altLang="en-US" sz="2000">
                <a:sym typeface="Symbol" panose="05050102010706020507" pitchFamily="18" charset="2"/>
              </a:rPr>
              <a:t>·D</a:t>
            </a:r>
            <a:r>
              <a:rPr lang="en-US" altLang="en-US" sz="2000" baseline="-25000">
                <a:sym typeface="Symbol" panose="05050102010706020507" pitchFamily="18" charset="2"/>
              </a:rPr>
              <a:t>6</a:t>
            </a:r>
            <a:r>
              <a:rPr lang="en-US" altLang="en-US" sz="2000">
                <a:sym typeface="Symbol" panose="05050102010706020507" pitchFamily="18" charset="2"/>
              </a:rPr>
              <a:t>= </a:t>
            </a:r>
          </a:p>
          <a:p>
            <a:pPr>
              <a:spcBef>
                <a:spcPts val="300"/>
              </a:spcBef>
              <a:buNone/>
            </a:pPr>
            <a:r>
              <a:rPr lang="en-US" altLang="en-US" sz="2000">
                <a:sym typeface="Symbol" panose="05050102010706020507" pitchFamily="18" charset="2"/>
              </a:rPr>
              <a:t>= (x</a:t>
            </a:r>
            <a:r>
              <a:rPr lang="en-US" altLang="en-US" sz="2000" baseline="-25000">
                <a:sym typeface="Symbol" panose="05050102010706020507" pitchFamily="18" charset="2"/>
              </a:rPr>
              <a:t>1 </a:t>
            </a:r>
            <a:r>
              <a:rPr lang="en-US" altLang="en-US" sz="2000">
                <a:sym typeface="Symbol" panose="05050102010706020507" pitchFamily="18" charset="2"/>
              </a:rPr>
              <a:t>+ x</a:t>
            </a:r>
            <a:r>
              <a:rPr lang="en-US" altLang="en-US" sz="2000" baseline="-25000">
                <a:sym typeface="Symbol" panose="05050102010706020507" pitchFamily="18" charset="2"/>
              </a:rPr>
              <a:t>2 </a:t>
            </a:r>
            <a:r>
              <a:rPr lang="en-US" altLang="en-US" sz="2000">
                <a:sym typeface="Symbol" panose="05050102010706020507" pitchFamily="18" charset="2"/>
              </a:rPr>
              <a:t>+ x</a:t>
            </a:r>
            <a:r>
              <a:rPr lang="en-US" altLang="en-US" sz="2000" baseline="-25000">
                <a:sym typeface="Symbol" panose="05050102010706020507" pitchFamily="18" charset="2"/>
              </a:rPr>
              <a:t>3</a:t>
            </a:r>
            <a:r>
              <a:rPr lang="en-US" altLang="en-US" sz="2000">
                <a:sym typeface="Symbol" panose="05050102010706020507" pitchFamily="18" charset="2"/>
              </a:rPr>
              <a:t>)·(x</a:t>
            </a:r>
            <a:r>
              <a:rPr lang="en-US" altLang="en-US" sz="2000" baseline="-25000">
                <a:sym typeface="Symbol" panose="05050102010706020507" pitchFamily="18" charset="2"/>
              </a:rPr>
              <a:t>1 </a:t>
            </a:r>
            <a:r>
              <a:rPr lang="en-US" altLang="en-US" sz="2000">
                <a:sym typeface="Symbol" panose="05050102010706020507" pitchFamily="18" charset="2"/>
              </a:rPr>
              <a:t>+ x</a:t>
            </a:r>
            <a:r>
              <a:rPr lang="en-US" altLang="en-US" sz="2000" baseline="-25000">
                <a:sym typeface="Symbol" panose="05050102010706020507" pitchFamily="18" charset="2"/>
              </a:rPr>
              <a:t>2</a:t>
            </a:r>
            <a:r>
              <a:rPr lang="en-US" altLang="en-US" sz="2000">
                <a:sym typeface="Symbol" panose="05050102010706020507" pitchFamily="18" charset="2"/>
              </a:rPr>
              <a:t> + x</a:t>
            </a:r>
            <a:r>
              <a:rPr lang="en-US" altLang="en-US" sz="2000" baseline="-25000">
                <a:sym typeface="Symbol" panose="05050102010706020507" pitchFamily="18" charset="2"/>
              </a:rPr>
              <a:t>3</a:t>
            </a:r>
            <a:r>
              <a:rPr lang="en-US" altLang="en-US" sz="2000">
                <a:sym typeface="Symbol" panose="05050102010706020507" pitchFamily="18" charset="2"/>
              </a:rPr>
              <a:t>)·(x</a:t>
            </a:r>
            <a:r>
              <a:rPr lang="en-US" altLang="en-US" sz="2000" baseline="-25000">
                <a:sym typeface="Symbol" panose="05050102010706020507" pitchFamily="18" charset="2"/>
              </a:rPr>
              <a:t>1</a:t>
            </a:r>
            <a:r>
              <a:rPr lang="en-US" altLang="en-US" sz="2000">
                <a:sym typeface="Symbol" panose="05050102010706020507" pitchFamily="18" charset="2"/>
              </a:rPr>
              <a:t>+ x</a:t>
            </a:r>
            <a:r>
              <a:rPr lang="en-US" altLang="en-US" sz="2000" baseline="-25000">
                <a:sym typeface="Symbol" panose="05050102010706020507" pitchFamily="18" charset="2"/>
              </a:rPr>
              <a:t>2</a:t>
            </a:r>
            <a:r>
              <a:rPr lang="en-US" altLang="en-US" sz="2000">
                <a:sym typeface="Symbol" panose="05050102010706020507" pitchFamily="18" charset="2"/>
              </a:rPr>
              <a:t>+ x</a:t>
            </a:r>
            <a:r>
              <a:rPr lang="en-US" altLang="en-US" sz="2000" baseline="-25000">
                <a:sym typeface="Symbol" panose="05050102010706020507" pitchFamily="18" charset="2"/>
              </a:rPr>
              <a:t>3</a:t>
            </a:r>
            <a:r>
              <a:rPr lang="en-US" altLang="en-US" sz="2000">
                <a:sym typeface="Symbol" panose="05050102010706020507" pitchFamily="18" charset="2"/>
              </a:rPr>
              <a:t>)</a:t>
            </a:r>
          </a:p>
          <a:p>
            <a:pPr>
              <a:spcBef>
                <a:spcPts val="300"/>
              </a:spcBef>
              <a:buNone/>
            </a:pPr>
            <a:r>
              <a:rPr lang="en-US" altLang="en-US" sz="2000">
                <a:sym typeface="Symbol" panose="05050102010706020507" pitchFamily="18" charset="2"/>
              </a:rPr>
              <a:t>K</a:t>
            </a:r>
            <a:r>
              <a:rPr lang="en-US" altLang="en-US" sz="2000" baseline="-25000">
                <a:sym typeface="Symbol" panose="05050102010706020507" pitchFamily="18" charset="2"/>
              </a:rPr>
              <a:t>i</a:t>
            </a:r>
            <a:r>
              <a:rPr lang="en-US" altLang="en-US" sz="2000">
                <a:sym typeface="Symbol" panose="05050102010706020507" pitchFamily="18" charset="2"/>
              </a:rPr>
              <a:t> is minterm</a:t>
            </a:r>
          </a:p>
          <a:p>
            <a:pPr>
              <a:spcBef>
                <a:spcPts val="300"/>
              </a:spcBef>
              <a:buNone/>
            </a:pPr>
            <a:r>
              <a:rPr lang="en-US" altLang="en-US" sz="2000">
                <a:sym typeface="Symbol" panose="05050102010706020507" pitchFamily="18" charset="2"/>
              </a:rPr>
              <a:t>D</a:t>
            </a:r>
            <a:r>
              <a:rPr lang="en-US" altLang="en-US" sz="2000" baseline="-25000">
                <a:sym typeface="Symbol" panose="05050102010706020507" pitchFamily="18" charset="2"/>
              </a:rPr>
              <a:t>j</a:t>
            </a:r>
            <a:r>
              <a:rPr lang="en-US" altLang="en-US" sz="2000">
                <a:sym typeface="Symbol" panose="05050102010706020507" pitchFamily="18" charset="2"/>
              </a:rPr>
              <a:t> is maxterm</a:t>
            </a:r>
          </a:p>
          <a:p>
            <a:pPr>
              <a:spcBef>
                <a:spcPts val="300"/>
              </a:spcBef>
              <a:buNone/>
            </a:pPr>
            <a:endParaRPr lang="ru-RU" altLang="en-US" sz="2000" dirty="0"/>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3">
            <a:extLst>
              <a:ext uri="{FF2B5EF4-FFF2-40B4-BE49-F238E27FC236}">
                <a16:creationId xmlns:a16="http://schemas.microsoft.com/office/drawing/2014/main" id="{DFBB3D3F-8448-2034-0A86-B0E053AD5391}"/>
              </a:ext>
            </a:extLst>
          </p:cNvPr>
          <p:cNvSpPr>
            <a:spLocks noGrp="1" noChangeArrowheads="1"/>
          </p:cNvSpPr>
          <p:nvPr>
            <p:ph type="title"/>
          </p:nvPr>
        </p:nvSpPr>
        <p:spPr>
          <a:xfrm>
            <a:off x="-1" y="183402"/>
            <a:ext cx="11612880" cy="704088"/>
          </a:xfrm>
        </p:spPr>
        <p:txBody>
          <a:bodyPr>
            <a:normAutofit/>
          </a:bodyPr>
          <a:lstStyle/>
          <a:p>
            <a:r>
              <a:rPr lang="en-US" altLang="en-US"/>
              <a:t>Representation of Boolean Functions in Polynomial Form </a:t>
            </a:r>
            <a:endParaRPr lang="ru-RU" altLang="en-US" dirty="0"/>
          </a:p>
        </p:txBody>
      </p:sp>
      <mc:AlternateContent xmlns:mc="http://schemas.openxmlformats.org/markup-compatibility/2006" xmlns:a14="http://schemas.microsoft.com/office/drawing/2010/main">
        <mc:Choice Requires="a14">
          <p:sp>
            <p:nvSpPr>
              <p:cNvPr id="15" name="Content Placeholder 14">
                <a:extLst>
                  <a:ext uri="{FF2B5EF4-FFF2-40B4-BE49-F238E27FC236}">
                    <a16:creationId xmlns:a16="http://schemas.microsoft.com/office/drawing/2014/main" id="{44286A0B-8982-41C7-B32F-8EDE315266CE}"/>
                  </a:ext>
                </a:extLst>
              </p:cNvPr>
              <p:cNvSpPr>
                <a:spLocks noGrp="1"/>
              </p:cNvSpPr>
              <p:nvPr>
                <p:ph type="body" sz="quarter" idx="10"/>
              </p:nvPr>
            </p:nvSpPr>
            <p:spPr>
              <a:xfrm>
                <a:off x="457200" y="1188720"/>
                <a:ext cx="11277922" cy="5185186"/>
              </a:xfrm>
            </p:spPr>
            <p:txBody>
              <a:bodyPr/>
              <a:lstStyle/>
              <a:p>
                <a:r>
                  <a:rPr lang="en-US" dirty="0"/>
                  <a:t>Theorem: Any Boolean function can be represented by the polynomial form:</a:t>
                </a:r>
              </a:p>
              <a:p>
                <a:pPr marL="0" indent="0">
                  <a:buNone/>
                </a:pPr>
                <a14:m>
                  <m:oMathPara xmlns:m="http://schemas.openxmlformats.org/officeDocument/2006/math">
                    <m:oMathParaPr>
                      <m:jc m:val="centerGroup"/>
                    </m:oMathParaPr>
                    <m:oMath xmlns:m="http://schemas.openxmlformats.org/officeDocument/2006/math">
                      <m:r>
                        <m:rPr>
                          <m:nor/>
                        </m:rPr>
                        <a:rPr lang="en-US" dirty="0"/>
                        <m:t>f</m:t>
                      </m:r>
                      <m:r>
                        <m:rPr>
                          <m:nor/>
                        </m:rPr>
                        <a:rPr lang="ru-RU" dirty="0"/>
                        <m:t>(</m:t>
                      </m:r>
                      <m:r>
                        <m:rPr>
                          <m:nor/>
                        </m:rPr>
                        <a:rPr lang="en-US" dirty="0"/>
                        <m:t>x</m:t>
                      </m:r>
                      <m:r>
                        <m:rPr>
                          <m:nor/>
                        </m:rPr>
                        <a:rPr lang="ru-RU" baseline="-25000" dirty="0"/>
                        <m:t>1</m:t>
                      </m:r>
                      <m:r>
                        <m:rPr>
                          <m:nor/>
                        </m:rPr>
                        <a:rPr lang="ru-RU" dirty="0"/>
                        <m:t>,</m:t>
                      </m:r>
                      <m:r>
                        <m:rPr>
                          <m:nor/>
                        </m:rPr>
                        <a:rPr lang="en-US" dirty="0"/>
                        <m:t>x</m:t>
                      </m:r>
                      <m:r>
                        <m:rPr>
                          <m:nor/>
                        </m:rPr>
                        <a:rPr lang="ru-RU" baseline="-25000" dirty="0"/>
                        <m:t>2</m:t>
                      </m:r>
                      <m:r>
                        <m:rPr>
                          <m:nor/>
                        </m:rPr>
                        <a:rPr lang="ru-RU" dirty="0"/>
                        <m:t>, . . . </m:t>
                      </m:r>
                      <m:r>
                        <m:rPr>
                          <m:nor/>
                        </m:rPr>
                        <a:rPr lang="en-US" dirty="0"/>
                        <m:t>x</m:t>
                      </m:r>
                      <m:r>
                        <m:rPr>
                          <m:nor/>
                        </m:rPr>
                        <a:rPr lang="en-US" baseline="-25000" dirty="0"/>
                        <m:t>n</m:t>
                      </m:r>
                      <m:r>
                        <m:rPr>
                          <m:nor/>
                        </m:rPr>
                        <a:rPr lang="ru-RU" dirty="0"/>
                        <m:t>)=а</m:t>
                      </m:r>
                      <m:r>
                        <m:rPr>
                          <m:nor/>
                        </m:rPr>
                        <a:rPr lang="ru-RU" baseline="-25000" dirty="0"/>
                        <m:t>0</m:t>
                      </m:r>
                      <m:r>
                        <m:rPr>
                          <m:nor/>
                        </m:rPr>
                        <a:rPr lang="ru-RU" dirty="0"/>
                        <m:t> </m:t>
                      </m:r>
                      <m:r>
                        <m:rPr>
                          <m:nor/>
                        </m:rPr>
                        <a:rPr lang="ru-RU" dirty="0">
                          <a:sym typeface="Symbol" pitchFamily="18" charset="2"/>
                        </a:rPr>
                        <m:t></m:t>
                      </m:r>
                      <m:r>
                        <m:rPr>
                          <m:nor/>
                        </m:rPr>
                        <a:rPr lang="ru-RU" dirty="0"/>
                        <m:t> а</m:t>
                      </m:r>
                      <m:r>
                        <m:rPr>
                          <m:nor/>
                        </m:rPr>
                        <a:rPr lang="ru-RU" baseline="-25000" dirty="0"/>
                        <m:t>1</m:t>
                      </m:r>
                      <m:r>
                        <m:rPr>
                          <m:nor/>
                        </m:rPr>
                        <a:rPr lang="en-US" dirty="0"/>
                        <m:t>x</m:t>
                      </m:r>
                      <m:r>
                        <m:rPr>
                          <m:nor/>
                        </m:rPr>
                        <a:rPr lang="ru-RU" baseline="-25000" dirty="0"/>
                        <m:t>1</m:t>
                      </m:r>
                      <m:r>
                        <m:rPr>
                          <m:nor/>
                        </m:rPr>
                        <a:rPr lang="ru-RU" dirty="0"/>
                        <m:t> </m:t>
                      </m:r>
                      <m:r>
                        <m:rPr>
                          <m:nor/>
                        </m:rPr>
                        <a:rPr lang="ru-RU" dirty="0">
                          <a:sym typeface="Symbol" pitchFamily="18" charset="2"/>
                        </a:rPr>
                        <m:t></m:t>
                      </m:r>
                      <m:r>
                        <m:rPr>
                          <m:nor/>
                        </m:rPr>
                        <a:rPr lang="ru-RU" dirty="0"/>
                        <m:t> </m:t>
                      </m:r>
                      <m:r>
                        <m:rPr>
                          <m:nor/>
                        </m:rPr>
                        <a:rPr lang="ru-RU" dirty="0"/>
                        <m:t>a</m:t>
                      </m:r>
                      <m:r>
                        <m:rPr>
                          <m:nor/>
                        </m:rPr>
                        <a:rPr lang="ru-RU" baseline="-25000" dirty="0"/>
                        <m:t>2</m:t>
                      </m:r>
                      <m:r>
                        <m:rPr>
                          <m:nor/>
                        </m:rPr>
                        <a:rPr lang="en-US" dirty="0"/>
                        <m:t>x</m:t>
                      </m:r>
                      <m:r>
                        <m:rPr>
                          <m:nor/>
                        </m:rPr>
                        <a:rPr lang="ru-RU" baseline="-25000" dirty="0"/>
                        <m:t>2</m:t>
                      </m:r>
                      <m:r>
                        <m:rPr>
                          <m:nor/>
                        </m:rPr>
                        <a:rPr lang="ru-RU" dirty="0"/>
                        <m:t> </m:t>
                      </m:r>
                      <m:r>
                        <m:rPr>
                          <m:nor/>
                        </m:rPr>
                        <a:rPr lang="ru-RU" dirty="0">
                          <a:sym typeface="Symbol" pitchFamily="18" charset="2"/>
                        </a:rPr>
                        <m:t></m:t>
                      </m:r>
                      <m:r>
                        <m:rPr>
                          <m:nor/>
                        </m:rPr>
                        <a:rPr lang="ru-RU" dirty="0"/>
                        <m:t> . . . </m:t>
                      </m:r>
                      <m:r>
                        <m:rPr>
                          <m:nor/>
                        </m:rPr>
                        <a:rPr lang="en-US" dirty="0">
                          <a:sym typeface="Symbol" pitchFamily="18" charset="2"/>
                        </a:rPr>
                        <m:t></m:t>
                      </m:r>
                      <m:r>
                        <m:rPr>
                          <m:nor/>
                        </m:rPr>
                        <a:rPr lang="en-US" dirty="0"/>
                        <m:t> </m:t>
                      </m:r>
                      <m:r>
                        <m:rPr>
                          <m:nor/>
                        </m:rPr>
                        <a:rPr lang="en-US" dirty="0"/>
                        <m:t>anxn</m:t>
                      </m:r>
                      <m:r>
                        <m:rPr>
                          <m:nor/>
                        </m:rPr>
                        <a:rPr lang="en-US" dirty="0"/>
                        <m:t> </m:t>
                      </m:r>
                      <m:r>
                        <m:rPr>
                          <m:nor/>
                        </m:rPr>
                        <a:rPr lang="en-US" dirty="0">
                          <a:sym typeface="Symbol" pitchFamily="18" charset="2"/>
                        </a:rPr>
                        <m:t></m:t>
                      </m:r>
                      <m:r>
                        <m:rPr>
                          <m:nor/>
                        </m:rPr>
                        <a:rPr lang="en-US" dirty="0"/>
                        <m:t> </m:t>
                      </m:r>
                      <m:r>
                        <m:rPr>
                          <m:nor/>
                        </m:rPr>
                        <a:rPr lang="en-US" dirty="0"/>
                        <m:t>an</m:t>
                      </m:r>
                      <m:r>
                        <m:rPr>
                          <m:nor/>
                        </m:rPr>
                        <a:rPr lang="en-US" baseline="-25000" dirty="0"/>
                        <m:t>+1 </m:t>
                      </m:r>
                      <m:r>
                        <m:rPr>
                          <m:nor/>
                        </m:rPr>
                        <a:rPr lang="en-US" dirty="0"/>
                        <m:t>x</m:t>
                      </m:r>
                      <m:r>
                        <m:rPr>
                          <m:nor/>
                        </m:rPr>
                        <a:rPr lang="en-US" baseline="-25000" dirty="0"/>
                        <m:t>1</m:t>
                      </m:r>
                      <m:r>
                        <m:rPr>
                          <m:nor/>
                        </m:rPr>
                        <a:rPr lang="en-US" dirty="0"/>
                        <m:t>·</m:t>
                      </m:r>
                      <m:r>
                        <m:rPr>
                          <m:nor/>
                        </m:rPr>
                        <a:rPr lang="en-US" dirty="0"/>
                        <m:t>x</m:t>
                      </m:r>
                      <m:r>
                        <m:rPr>
                          <m:nor/>
                        </m:rPr>
                        <a:rPr lang="en-US" baseline="-25000" dirty="0"/>
                        <m:t>2</m:t>
                      </m:r>
                      <m:r>
                        <m:rPr>
                          <m:nor/>
                        </m:rPr>
                        <a:rPr lang="en-US" dirty="0"/>
                        <m:t> </m:t>
                      </m:r>
                      <m:r>
                        <m:rPr>
                          <m:nor/>
                        </m:rPr>
                        <a:rPr lang="en-US" dirty="0">
                          <a:sym typeface="Symbol" pitchFamily="18" charset="2"/>
                        </a:rPr>
                        <m:t></m:t>
                      </m:r>
                      <m:r>
                        <m:rPr>
                          <m:nor/>
                        </m:rPr>
                        <a:rPr lang="en-US" dirty="0"/>
                        <m:t> . . . </m:t>
                      </m:r>
                      <m:r>
                        <m:rPr>
                          <m:nor/>
                        </m:rPr>
                        <a:rPr lang="ru-RU" dirty="0">
                          <a:sym typeface="Symbol" pitchFamily="18" charset="2"/>
                        </a:rPr>
                        <m:t></m:t>
                      </m:r>
                      <m:r>
                        <m:rPr>
                          <m:nor/>
                        </m:rPr>
                        <a:rPr lang="en-US" dirty="0"/>
                        <m:t> </m:t>
                      </m:r>
                      <m:r>
                        <m:rPr>
                          <m:nor/>
                        </m:rPr>
                        <a:rPr lang="en-US" dirty="0" err="1"/>
                        <m:t>a</m:t>
                      </m:r>
                      <m:r>
                        <m:rPr>
                          <m:nor/>
                        </m:rPr>
                        <a:rPr lang="en-US" baseline="-25000" dirty="0" err="1"/>
                        <m:t>N</m:t>
                      </m:r>
                      <m:r>
                        <m:rPr>
                          <m:nor/>
                        </m:rPr>
                        <a:rPr lang="en-US" dirty="0" err="1"/>
                        <m:t>x</m:t>
                      </m:r>
                      <m:r>
                        <m:rPr>
                          <m:nor/>
                        </m:rPr>
                        <a:rPr lang="ru-RU" baseline="-25000" dirty="0"/>
                        <m:t>1</m:t>
                      </m:r>
                      <m:r>
                        <m:rPr>
                          <m:nor/>
                        </m:rPr>
                        <a:rPr lang="en-US" dirty="0"/>
                        <m:t>x</m:t>
                      </m:r>
                      <m:r>
                        <m:rPr>
                          <m:nor/>
                        </m:rPr>
                        <a:rPr lang="ru-RU" baseline="-25000" dirty="0"/>
                        <m:t>2</m:t>
                      </m:r>
                      <m:r>
                        <m:rPr>
                          <m:nor/>
                        </m:rPr>
                        <a:rPr lang="ru-RU" dirty="0"/>
                        <m:t>. . . </m:t>
                      </m:r>
                      <m:r>
                        <m:rPr>
                          <m:nor/>
                        </m:rPr>
                        <a:rPr lang="en-US" dirty="0" err="1"/>
                        <m:t>x</m:t>
                      </m:r>
                      <m:r>
                        <m:rPr>
                          <m:nor/>
                        </m:rPr>
                        <a:rPr lang="en-US" baseline="-25000" dirty="0" err="1"/>
                        <m:t>n</m:t>
                      </m:r>
                      <m:r>
                        <m:rPr>
                          <m:nor/>
                        </m:rPr>
                        <a:rPr lang="ru-RU" dirty="0"/>
                        <m:t>, </m:t>
                      </m:r>
                      <m:r>
                        <m:rPr>
                          <m:nor/>
                        </m:rPr>
                        <a:rPr lang="en-US" dirty="0"/>
                        <m:t>where</m:t>
                      </m:r>
                      <m:r>
                        <m:rPr>
                          <m:nor/>
                        </m:rPr>
                        <a:rPr lang="en-US" dirty="0"/>
                        <m:t> </m:t>
                      </m:r>
                      <m:r>
                        <m:rPr>
                          <m:nor/>
                        </m:rPr>
                        <a:rPr lang="ru-RU" dirty="0"/>
                        <m:t> </m:t>
                      </m:r>
                      <m:r>
                        <m:rPr>
                          <m:nor/>
                        </m:rPr>
                        <a:rPr lang="en-US" dirty="0" err="1"/>
                        <m:t>a</m:t>
                      </m:r>
                      <m:r>
                        <m:rPr>
                          <m:nor/>
                        </m:rPr>
                        <a:rPr lang="en-US" baseline="-25000" dirty="0" err="1"/>
                        <m:t>i</m:t>
                      </m:r>
                      <m:r>
                        <m:rPr>
                          <m:nor/>
                        </m:rPr>
                        <a:rPr lang="en-US" baseline="-25000" dirty="0"/>
                        <m:t> </m:t>
                      </m:r>
                      <m:r>
                        <m:rPr>
                          <m:nor/>
                        </m:rPr>
                        <a:rPr lang="en-US" dirty="0">
                          <a:sym typeface="Symbol" pitchFamily="18" charset="2"/>
                        </a:rPr>
                        <m:t>{0,1}</m:t>
                      </m:r>
                      <m:r>
                        <m:rPr>
                          <m:nor/>
                        </m:rPr>
                        <a:rPr lang="en-US" b="0" i="0" dirty="0" smtClean="0">
                          <a:sym typeface="Symbol" pitchFamily="18" charset="2"/>
                        </a:rPr>
                        <m:t>   </m:t>
                      </m:r>
                    </m:oMath>
                  </m:oMathPara>
                </a14:m>
                <a:endParaRPr lang="en-US" dirty="0"/>
              </a:p>
              <a:p>
                <a:r>
                  <a:rPr lang="en-US" dirty="0"/>
                  <a:t>Proof:</a:t>
                </a:r>
              </a:p>
              <a:p>
                <a:pPr lvl="1"/>
                <a:r>
                  <a:rPr lang="en-US" dirty="0"/>
                  <a:t> Get SOP (canonical  form)</a:t>
                </a:r>
              </a:p>
              <a:p>
                <a:pPr lvl="1"/>
                <a:r>
                  <a:rPr lang="en-US" dirty="0"/>
                  <a:t> Substitute  xi for </a:t>
                </a:r>
                <a:r>
                  <a:rPr lang="en-US" dirty="0">
                    <a:sym typeface="Symbol" pitchFamily="18" charset="2"/>
                  </a:rPr>
                  <a:t>1 xi</a:t>
                </a:r>
              </a:p>
              <a:p>
                <a:pPr lvl="1"/>
                <a:r>
                  <a:rPr lang="en-US" dirty="0">
                    <a:sym typeface="Symbol" pitchFamily="18" charset="2"/>
                  </a:rPr>
                  <a:t> Instead of “+”, put  “”</a:t>
                </a:r>
              </a:p>
              <a:p>
                <a:pPr lvl="1"/>
                <a:r>
                  <a:rPr lang="en-US" dirty="0">
                    <a:sym typeface="Symbol" pitchFamily="18" charset="2"/>
                  </a:rPr>
                  <a:t> Perform equivalence conversions.</a:t>
                </a:r>
              </a:p>
              <a:p>
                <a:r>
                  <a:rPr lang="en-US" dirty="0">
                    <a:sym typeface="Symbol" pitchFamily="18" charset="2"/>
                  </a:rPr>
                  <a:t>Example:</a:t>
                </a:r>
              </a:p>
              <a:p>
                <a:pPr>
                  <a:lnSpc>
                    <a:spcPct val="90000"/>
                  </a:lnSpc>
                  <a:buFont typeface="Wingdings" panose="05000000000000000000" pitchFamily="2" charset="2"/>
                  <a:buNone/>
                  <a:defRPr/>
                </a:pPr>
                <a:r>
                  <a:rPr lang="en-US" sz="2400" dirty="0">
                    <a:sym typeface="Symbol" pitchFamily="18" charset="2"/>
                  </a:rPr>
                  <a:t>y=x</a:t>
                </a:r>
                <a:r>
                  <a:rPr lang="en-US" sz="2400" baseline="-25000" dirty="0">
                    <a:sym typeface="Symbol" pitchFamily="18" charset="2"/>
                  </a:rPr>
                  <a:t>1</a:t>
                </a:r>
                <a:r>
                  <a:rPr lang="en-US" sz="2400" dirty="0">
                    <a:sym typeface="Symbol" pitchFamily="18" charset="2"/>
                  </a:rPr>
                  <a:t>· x</a:t>
                </a:r>
                <a:r>
                  <a:rPr lang="en-US" sz="2400" baseline="-25000" dirty="0">
                    <a:sym typeface="Symbol" pitchFamily="18" charset="2"/>
                  </a:rPr>
                  <a:t>2</a:t>
                </a:r>
                <a:r>
                  <a:rPr lang="en-US" sz="2400" dirty="0">
                    <a:sym typeface="Symbol" pitchFamily="18" charset="2"/>
                  </a:rPr>
                  <a:t>· x</a:t>
                </a:r>
                <a:r>
                  <a:rPr lang="en-US" sz="2400" baseline="-25000" dirty="0">
                    <a:sym typeface="Symbol" pitchFamily="18" charset="2"/>
                  </a:rPr>
                  <a:t>3</a:t>
                </a:r>
                <a:r>
                  <a:rPr lang="en-US" sz="2400" dirty="0">
                    <a:sym typeface="Symbol" pitchFamily="18" charset="2"/>
                  </a:rPr>
                  <a:t> + x</a:t>
                </a:r>
                <a:r>
                  <a:rPr lang="en-US" sz="2400" baseline="-25000" dirty="0">
                    <a:sym typeface="Symbol" pitchFamily="18" charset="2"/>
                  </a:rPr>
                  <a:t>1</a:t>
                </a:r>
                <a:r>
                  <a:rPr lang="en-US" sz="2400" dirty="0">
                    <a:sym typeface="Symbol" pitchFamily="18" charset="2"/>
                  </a:rPr>
                  <a:t>· x</a:t>
                </a:r>
                <a:r>
                  <a:rPr lang="en-US" sz="2400" baseline="-25000" dirty="0">
                    <a:sym typeface="Symbol" pitchFamily="18" charset="2"/>
                  </a:rPr>
                  <a:t>2</a:t>
                </a:r>
                <a:r>
                  <a:rPr lang="en-US" sz="2400" dirty="0">
                    <a:sym typeface="Symbol" pitchFamily="18" charset="2"/>
                  </a:rPr>
                  <a:t>· x</a:t>
                </a:r>
                <a:r>
                  <a:rPr lang="en-US" sz="2400" baseline="-25000" dirty="0">
                    <a:sym typeface="Symbol" pitchFamily="18" charset="2"/>
                  </a:rPr>
                  <a:t>3</a:t>
                </a:r>
                <a:r>
                  <a:rPr lang="ru-RU" sz="2400" dirty="0">
                    <a:sym typeface="Symbol" pitchFamily="18" charset="2"/>
                  </a:rPr>
                  <a:t>+</a:t>
                </a:r>
                <a:r>
                  <a:rPr lang="en-US" sz="2400" dirty="0">
                    <a:sym typeface="Symbol" pitchFamily="18" charset="2"/>
                  </a:rPr>
                  <a:t> x</a:t>
                </a:r>
                <a:r>
                  <a:rPr lang="en-US" sz="2400" baseline="-25000" dirty="0">
                    <a:sym typeface="Symbol" pitchFamily="18" charset="2"/>
                  </a:rPr>
                  <a:t>1</a:t>
                </a:r>
                <a:r>
                  <a:rPr lang="en-US" sz="2400" dirty="0">
                    <a:sym typeface="Symbol" pitchFamily="18" charset="2"/>
                  </a:rPr>
                  <a:t>· x</a:t>
                </a:r>
                <a:r>
                  <a:rPr lang="en-US" sz="2400" baseline="-25000" dirty="0">
                    <a:sym typeface="Symbol" pitchFamily="18" charset="2"/>
                  </a:rPr>
                  <a:t>2</a:t>
                </a:r>
                <a:r>
                  <a:rPr lang="en-US" sz="2400" dirty="0">
                    <a:sym typeface="Symbol" pitchFamily="18" charset="2"/>
                  </a:rPr>
                  <a:t>·x</a:t>
                </a:r>
                <a:r>
                  <a:rPr lang="en-US" sz="2400" baseline="-25000" dirty="0">
                    <a:sym typeface="Symbol" pitchFamily="18" charset="2"/>
                  </a:rPr>
                  <a:t>3</a:t>
                </a:r>
                <a:r>
                  <a:rPr lang="en-US" sz="2400" dirty="0">
                    <a:sym typeface="Symbol" pitchFamily="18" charset="2"/>
                  </a:rPr>
                  <a:t> + x</a:t>
                </a:r>
                <a:r>
                  <a:rPr lang="en-US" sz="2400" baseline="-25000" dirty="0">
                    <a:sym typeface="Symbol" pitchFamily="18" charset="2"/>
                  </a:rPr>
                  <a:t>1</a:t>
                </a:r>
                <a:r>
                  <a:rPr lang="en-US" sz="2400" dirty="0">
                    <a:sym typeface="Symbol" pitchFamily="18" charset="2"/>
                  </a:rPr>
                  <a:t>·x</a:t>
                </a:r>
                <a:r>
                  <a:rPr lang="en-US" sz="2400" baseline="-25000" dirty="0">
                    <a:sym typeface="Symbol" pitchFamily="18" charset="2"/>
                  </a:rPr>
                  <a:t>2</a:t>
                </a:r>
                <a:r>
                  <a:rPr lang="en-US" sz="2400" dirty="0">
                    <a:sym typeface="Symbol" pitchFamily="18" charset="2"/>
                  </a:rPr>
                  <a:t>·x</a:t>
                </a:r>
                <a:r>
                  <a:rPr lang="en-US" sz="2400" baseline="-25000" dirty="0">
                    <a:sym typeface="Symbol" pitchFamily="18" charset="2"/>
                  </a:rPr>
                  <a:t>3</a:t>
                </a:r>
                <a:r>
                  <a:rPr lang="en-US" sz="2400" dirty="0">
                    <a:sym typeface="Symbol" pitchFamily="18" charset="2"/>
                  </a:rPr>
                  <a:t>+x</a:t>
                </a:r>
                <a:r>
                  <a:rPr lang="en-US" sz="2400" baseline="-25000" dirty="0">
                    <a:sym typeface="Symbol" pitchFamily="18" charset="2"/>
                  </a:rPr>
                  <a:t>1</a:t>
                </a:r>
                <a:r>
                  <a:rPr lang="en-US" sz="2400" dirty="0">
                    <a:sym typeface="Symbol" pitchFamily="18" charset="2"/>
                  </a:rPr>
                  <a:t>·x</a:t>
                </a:r>
                <a:r>
                  <a:rPr lang="en-US" sz="2400" baseline="-25000" dirty="0">
                    <a:sym typeface="Symbol" pitchFamily="18" charset="2"/>
                  </a:rPr>
                  <a:t>2</a:t>
                </a:r>
                <a:r>
                  <a:rPr lang="en-US" sz="2400" dirty="0">
                    <a:sym typeface="Symbol" pitchFamily="18" charset="2"/>
                  </a:rPr>
                  <a:t>·x</a:t>
                </a:r>
                <a:r>
                  <a:rPr lang="en-US" sz="2400" baseline="-25000" dirty="0">
                    <a:sym typeface="Symbol" pitchFamily="18" charset="2"/>
                  </a:rPr>
                  <a:t>3</a:t>
                </a:r>
                <a:r>
                  <a:rPr lang="en-US" sz="2400" dirty="0">
                    <a:sym typeface="Symbol" pitchFamily="18" charset="2"/>
                  </a:rPr>
                  <a:t> =</a:t>
                </a:r>
              </a:p>
              <a:p>
                <a:pPr>
                  <a:lnSpc>
                    <a:spcPct val="90000"/>
                  </a:lnSpc>
                  <a:buFont typeface="Wingdings" panose="05000000000000000000" pitchFamily="2" charset="2"/>
                  <a:buNone/>
                  <a:defRPr/>
                </a:pPr>
                <a:r>
                  <a:rPr lang="en-US" sz="2400" dirty="0">
                    <a:sym typeface="Symbol" pitchFamily="18" charset="2"/>
                  </a:rPr>
                  <a:t>=(1x</a:t>
                </a:r>
                <a:r>
                  <a:rPr lang="en-US" sz="2400" baseline="-25000" dirty="0">
                    <a:sym typeface="Symbol" pitchFamily="18" charset="2"/>
                  </a:rPr>
                  <a:t>1</a:t>
                </a:r>
                <a:r>
                  <a:rPr lang="en-US" sz="2400" dirty="0">
                    <a:sym typeface="Symbol" pitchFamily="18" charset="2"/>
                  </a:rPr>
                  <a:t>)(1x</a:t>
                </a:r>
                <a:r>
                  <a:rPr lang="en-US" sz="2400" baseline="-25000" dirty="0">
                    <a:sym typeface="Symbol" pitchFamily="18" charset="2"/>
                  </a:rPr>
                  <a:t>2</a:t>
                </a:r>
                <a:r>
                  <a:rPr lang="en-US" sz="2400" dirty="0">
                    <a:sym typeface="Symbol" pitchFamily="18" charset="2"/>
                  </a:rPr>
                  <a:t>)(1x</a:t>
                </a:r>
                <a:r>
                  <a:rPr lang="en-US" sz="2400" baseline="-25000" dirty="0">
                    <a:sym typeface="Symbol" pitchFamily="18" charset="2"/>
                  </a:rPr>
                  <a:t>3</a:t>
                </a:r>
                <a:r>
                  <a:rPr lang="en-US" sz="2400" dirty="0">
                    <a:sym typeface="Symbol" pitchFamily="18" charset="2"/>
                  </a:rPr>
                  <a:t>)  (1x</a:t>
                </a:r>
                <a:r>
                  <a:rPr lang="en-US" sz="2400" baseline="-25000" dirty="0">
                    <a:sym typeface="Symbol" pitchFamily="18" charset="2"/>
                  </a:rPr>
                  <a:t>1</a:t>
                </a:r>
                <a:r>
                  <a:rPr lang="en-US" sz="2400" dirty="0">
                    <a:sym typeface="Symbol" pitchFamily="18" charset="2"/>
                  </a:rPr>
                  <a:t>)(1x</a:t>
                </a:r>
                <a:r>
                  <a:rPr lang="en-US" sz="2400" baseline="-25000" dirty="0">
                    <a:sym typeface="Symbol" pitchFamily="18" charset="2"/>
                  </a:rPr>
                  <a:t>2</a:t>
                </a:r>
                <a:r>
                  <a:rPr lang="en-US" sz="2400" dirty="0">
                    <a:sym typeface="Symbol" pitchFamily="18" charset="2"/>
                  </a:rPr>
                  <a:t>)x</a:t>
                </a:r>
                <a:r>
                  <a:rPr lang="en-US" sz="2400" baseline="-25000" dirty="0">
                    <a:sym typeface="Symbol" pitchFamily="18" charset="2"/>
                  </a:rPr>
                  <a:t>3 </a:t>
                </a:r>
                <a:r>
                  <a:rPr lang="en-US" sz="2400" dirty="0">
                    <a:sym typeface="Symbol" pitchFamily="18" charset="2"/>
                  </a:rPr>
                  <a:t> (1x</a:t>
                </a:r>
                <a:r>
                  <a:rPr lang="en-US" sz="2400" baseline="-25000" dirty="0">
                    <a:sym typeface="Symbol" pitchFamily="18" charset="2"/>
                  </a:rPr>
                  <a:t>1</a:t>
                </a:r>
                <a:r>
                  <a:rPr lang="en-US" sz="2400" dirty="0">
                    <a:sym typeface="Symbol" pitchFamily="18" charset="2"/>
                  </a:rPr>
                  <a:t>)x</a:t>
                </a:r>
                <a:r>
                  <a:rPr lang="en-US" sz="2400" baseline="-25000" dirty="0">
                    <a:sym typeface="Symbol" pitchFamily="18" charset="2"/>
                  </a:rPr>
                  <a:t>2</a:t>
                </a:r>
                <a:r>
                  <a:rPr lang="en-US" sz="2400" dirty="0">
                    <a:sym typeface="Symbol" pitchFamily="18" charset="2"/>
                  </a:rPr>
                  <a:t>x</a:t>
                </a:r>
                <a:r>
                  <a:rPr lang="en-US" sz="2400" baseline="-25000" dirty="0">
                    <a:sym typeface="Symbol" pitchFamily="18" charset="2"/>
                  </a:rPr>
                  <a:t>3</a:t>
                </a:r>
                <a:r>
                  <a:rPr lang="en-US" sz="2400" dirty="0">
                    <a:sym typeface="Symbol" pitchFamily="18" charset="2"/>
                  </a:rPr>
                  <a:t> x</a:t>
                </a:r>
                <a:r>
                  <a:rPr lang="en-US" sz="2400" baseline="-25000" dirty="0">
                    <a:sym typeface="Symbol" pitchFamily="18" charset="2"/>
                  </a:rPr>
                  <a:t>1</a:t>
                </a:r>
                <a:r>
                  <a:rPr lang="en-US" sz="2400" dirty="0">
                    <a:sym typeface="Symbol" pitchFamily="18" charset="2"/>
                  </a:rPr>
                  <a:t>(1x</a:t>
                </a:r>
                <a:r>
                  <a:rPr lang="en-US" sz="2400" baseline="-25000" dirty="0">
                    <a:sym typeface="Symbol" pitchFamily="18" charset="2"/>
                  </a:rPr>
                  <a:t>2</a:t>
                </a:r>
                <a:r>
                  <a:rPr lang="en-US" sz="2400" dirty="0">
                    <a:sym typeface="Symbol" pitchFamily="18" charset="2"/>
                  </a:rPr>
                  <a:t>)x</a:t>
                </a:r>
                <a:r>
                  <a:rPr lang="en-US" sz="2400" baseline="-25000" dirty="0">
                    <a:sym typeface="Symbol" pitchFamily="18" charset="2"/>
                  </a:rPr>
                  <a:t>3</a:t>
                </a:r>
                <a:r>
                  <a:rPr lang="en-US" sz="2400" dirty="0">
                    <a:sym typeface="Symbol" pitchFamily="18" charset="2"/>
                  </a:rPr>
                  <a:t> x</a:t>
                </a:r>
                <a:r>
                  <a:rPr lang="en-US" sz="2400" baseline="-25000" dirty="0">
                    <a:sym typeface="Symbol" pitchFamily="18" charset="2"/>
                  </a:rPr>
                  <a:t>1</a:t>
                </a:r>
                <a:r>
                  <a:rPr lang="en-US" sz="2400" dirty="0">
                    <a:sym typeface="Symbol" pitchFamily="18" charset="2"/>
                  </a:rPr>
                  <a:t>x</a:t>
                </a:r>
                <a:r>
                  <a:rPr lang="en-US" sz="2400" baseline="-25000" dirty="0">
                    <a:sym typeface="Symbol" pitchFamily="18" charset="2"/>
                  </a:rPr>
                  <a:t>2</a:t>
                </a:r>
                <a:r>
                  <a:rPr lang="en-US" sz="2400" dirty="0">
                    <a:sym typeface="Symbol" pitchFamily="18" charset="2"/>
                  </a:rPr>
                  <a:t>x</a:t>
                </a:r>
                <a:r>
                  <a:rPr lang="en-US" sz="2400" baseline="-25000" dirty="0">
                    <a:sym typeface="Symbol" pitchFamily="18" charset="2"/>
                  </a:rPr>
                  <a:t>3</a:t>
                </a:r>
                <a:endParaRPr lang="en-US" baseline="-25000" dirty="0">
                  <a:sym typeface="Symbol" pitchFamily="18" charset="2"/>
                </a:endParaRPr>
              </a:p>
              <a:p>
                <a:pPr>
                  <a:lnSpc>
                    <a:spcPct val="90000"/>
                  </a:lnSpc>
                  <a:buFont typeface="Wingdings" panose="05000000000000000000" pitchFamily="2" charset="2"/>
                  <a:buNone/>
                  <a:defRPr/>
                </a:pPr>
                <a:r>
                  <a:rPr lang="en-US" sz="2400" dirty="0">
                    <a:sym typeface="Symbol" pitchFamily="18" charset="2"/>
                  </a:rPr>
                  <a:t>=</a:t>
                </a:r>
                <a:r>
                  <a:rPr lang="en-US" sz="2400" dirty="0">
                    <a:solidFill>
                      <a:srgbClr val="0000FF"/>
                    </a:solidFill>
                    <a:sym typeface="Symbol" pitchFamily="18" charset="2"/>
                  </a:rPr>
                  <a:t>1x</a:t>
                </a:r>
                <a:r>
                  <a:rPr lang="en-US" sz="2400" baseline="-25000" dirty="0">
                    <a:solidFill>
                      <a:srgbClr val="0000FF"/>
                    </a:solidFill>
                    <a:sym typeface="Symbol" pitchFamily="18" charset="2"/>
                  </a:rPr>
                  <a:t>1</a:t>
                </a:r>
                <a:r>
                  <a:rPr lang="en-US" sz="2400" dirty="0">
                    <a:solidFill>
                      <a:srgbClr val="0000FF"/>
                    </a:solidFill>
                    <a:sym typeface="Symbol" pitchFamily="18" charset="2"/>
                  </a:rPr>
                  <a:t>x</a:t>
                </a:r>
                <a:r>
                  <a:rPr lang="en-US" sz="2400" baseline="-25000" dirty="0">
                    <a:solidFill>
                      <a:srgbClr val="0000FF"/>
                    </a:solidFill>
                    <a:sym typeface="Symbol" pitchFamily="18" charset="2"/>
                  </a:rPr>
                  <a:t>2</a:t>
                </a:r>
                <a:r>
                  <a:rPr lang="en-US" sz="2400" dirty="0">
                    <a:solidFill>
                      <a:srgbClr val="0000FF"/>
                    </a:solidFill>
                    <a:sym typeface="Symbol" pitchFamily="18" charset="2"/>
                  </a:rPr>
                  <a:t>x</a:t>
                </a:r>
                <a:r>
                  <a:rPr lang="en-US" sz="2400" baseline="-25000" dirty="0">
                    <a:solidFill>
                      <a:srgbClr val="0000FF"/>
                    </a:solidFill>
                    <a:sym typeface="Symbol" pitchFamily="18" charset="2"/>
                  </a:rPr>
                  <a:t>1</a:t>
                </a:r>
                <a:r>
                  <a:rPr lang="en-US" sz="2400" dirty="0">
                    <a:solidFill>
                      <a:srgbClr val="0000FF"/>
                    </a:solidFill>
                    <a:sym typeface="Symbol" pitchFamily="18" charset="2"/>
                  </a:rPr>
                  <a:t>x</a:t>
                </a:r>
                <a:r>
                  <a:rPr lang="en-US" sz="2400" baseline="-25000" dirty="0">
                    <a:solidFill>
                      <a:srgbClr val="0000FF"/>
                    </a:solidFill>
                    <a:sym typeface="Symbol" pitchFamily="18" charset="2"/>
                  </a:rPr>
                  <a:t>2</a:t>
                </a:r>
                <a:r>
                  <a:rPr lang="en-US" sz="2400" dirty="0">
                    <a:solidFill>
                      <a:srgbClr val="0000FF"/>
                    </a:solidFill>
                    <a:sym typeface="Symbol" pitchFamily="18" charset="2"/>
                  </a:rPr>
                  <a:t>x</a:t>
                </a:r>
                <a:r>
                  <a:rPr lang="en-US" sz="2400" baseline="-25000" dirty="0">
                    <a:solidFill>
                      <a:srgbClr val="0000FF"/>
                    </a:solidFill>
                    <a:sym typeface="Symbol" pitchFamily="18" charset="2"/>
                  </a:rPr>
                  <a:t>1</a:t>
                </a:r>
                <a:r>
                  <a:rPr lang="en-US" sz="2400" dirty="0">
                    <a:solidFill>
                      <a:srgbClr val="0000FF"/>
                    </a:solidFill>
                    <a:sym typeface="Symbol" pitchFamily="18" charset="2"/>
                  </a:rPr>
                  <a:t>x</a:t>
                </a:r>
                <a:r>
                  <a:rPr lang="en-US" sz="2400" baseline="-25000" dirty="0">
                    <a:solidFill>
                      <a:srgbClr val="0000FF"/>
                    </a:solidFill>
                    <a:sym typeface="Symbol" pitchFamily="18" charset="2"/>
                  </a:rPr>
                  <a:t>3 </a:t>
                </a:r>
                <a:r>
                  <a:rPr lang="en-US" sz="2400" dirty="0">
                    <a:solidFill>
                      <a:srgbClr val="0000FF"/>
                    </a:solidFill>
                    <a:sym typeface="Symbol" pitchFamily="18" charset="2"/>
                  </a:rPr>
                  <a:t> x</a:t>
                </a:r>
                <a:r>
                  <a:rPr lang="en-US" sz="2400" baseline="-25000" dirty="0">
                    <a:solidFill>
                      <a:srgbClr val="0000FF"/>
                    </a:solidFill>
                    <a:sym typeface="Symbol" pitchFamily="18" charset="2"/>
                  </a:rPr>
                  <a:t>2</a:t>
                </a:r>
                <a:r>
                  <a:rPr lang="en-US" sz="2400" dirty="0">
                    <a:solidFill>
                      <a:srgbClr val="0000FF"/>
                    </a:solidFill>
                    <a:sym typeface="Symbol" pitchFamily="18" charset="2"/>
                  </a:rPr>
                  <a:t>x</a:t>
                </a:r>
                <a:r>
                  <a:rPr lang="en-US" sz="2400" baseline="-25000" dirty="0">
                    <a:solidFill>
                      <a:srgbClr val="0000FF"/>
                    </a:solidFill>
                    <a:sym typeface="Symbol" pitchFamily="18" charset="2"/>
                  </a:rPr>
                  <a:t>3</a:t>
                </a:r>
                <a:r>
                  <a:rPr lang="en-US" sz="2400" dirty="0">
                    <a:solidFill>
                      <a:srgbClr val="0000FF"/>
                    </a:solidFill>
                    <a:sym typeface="Symbol" pitchFamily="18" charset="2"/>
                  </a:rPr>
                  <a:t>  x</a:t>
                </a:r>
                <a:r>
                  <a:rPr lang="en-US" sz="2400" baseline="-25000" dirty="0">
                    <a:solidFill>
                      <a:srgbClr val="0000FF"/>
                    </a:solidFill>
                    <a:sym typeface="Symbol" pitchFamily="18" charset="2"/>
                  </a:rPr>
                  <a:t>1</a:t>
                </a:r>
                <a:r>
                  <a:rPr lang="en-US" sz="2400" dirty="0">
                    <a:solidFill>
                      <a:srgbClr val="0000FF"/>
                    </a:solidFill>
                    <a:sym typeface="Symbol" pitchFamily="18" charset="2"/>
                  </a:rPr>
                  <a:t>x</a:t>
                </a:r>
                <a:r>
                  <a:rPr lang="en-US" sz="2400" baseline="-25000" dirty="0">
                    <a:solidFill>
                      <a:srgbClr val="0000FF"/>
                    </a:solidFill>
                    <a:sym typeface="Symbol" pitchFamily="18" charset="2"/>
                  </a:rPr>
                  <a:t>2</a:t>
                </a:r>
                <a:r>
                  <a:rPr lang="en-US" sz="2400" dirty="0">
                    <a:solidFill>
                      <a:srgbClr val="0000FF"/>
                    </a:solidFill>
                    <a:sym typeface="Symbol" pitchFamily="18" charset="2"/>
                  </a:rPr>
                  <a:t>x</a:t>
                </a:r>
                <a:r>
                  <a:rPr lang="en-US" sz="2400" baseline="-25000" dirty="0">
                    <a:solidFill>
                      <a:srgbClr val="0000FF"/>
                    </a:solidFill>
                    <a:sym typeface="Symbol" pitchFamily="18" charset="2"/>
                  </a:rPr>
                  <a:t>3</a:t>
                </a:r>
                <a:endParaRPr lang="ru-RU" sz="2400" dirty="0"/>
              </a:p>
              <a:p>
                <a:endParaRPr lang="en-US" dirty="0">
                  <a:sym typeface="Symbol" pitchFamily="18" charset="2"/>
                </a:endParaRPr>
              </a:p>
            </p:txBody>
          </p:sp>
        </mc:Choice>
        <mc:Fallback xmlns="">
          <p:sp>
            <p:nvSpPr>
              <p:cNvPr id="15" name="Content Placeholder 14">
                <a:extLst>
                  <a:ext uri="{FF2B5EF4-FFF2-40B4-BE49-F238E27FC236}">
                    <a16:creationId xmlns:a16="http://schemas.microsoft.com/office/drawing/2014/main" id="{44286A0B-8982-41C7-B32F-8EDE315266CE}"/>
                  </a:ext>
                </a:extLst>
              </p:cNvPr>
              <p:cNvSpPr>
                <a:spLocks noGrp="1" noRot="1" noChangeAspect="1" noMove="1" noResize="1" noEditPoints="1" noAdjustHandles="1" noChangeArrowheads="1" noChangeShapeType="1" noTextEdit="1"/>
              </p:cNvSpPr>
              <p:nvPr>
                <p:ph type="body" sz="quarter" idx="10"/>
              </p:nvPr>
            </p:nvSpPr>
            <p:spPr>
              <a:xfrm>
                <a:off x="457200" y="1188720"/>
                <a:ext cx="11277922" cy="5185186"/>
              </a:xfrm>
              <a:blipFill>
                <a:blip r:embed="rId3"/>
                <a:stretch>
                  <a:fillRect l="-811" t="-823" b="-4230"/>
                </a:stretch>
              </a:blipFill>
            </p:spPr>
            <p:txBody>
              <a:bodyPr/>
              <a:lstStyle/>
              <a:p>
                <a:r>
                  <a:rPr lang="en-US">
                    <a:noFill/>
                  </a:rPr>
                  <a:t> </a:t>
                </a:r>
              </a:p>
            </p:txBody>
          </p:sp>
        </mc:Fallback>
      </mc:AlternateContent>
      <p:sp>
        <p:nvSpPr>
          <p:cNvPr id="33796" name="Line 13">
            <a:extLst>
              <a:ext uri="{FF2B5EF4-FFF2-40B4-BE49-F238E27FC236}">
                <a16:creationId xmlns:a16="http://schemas.microsoft.com/office/drawing/2014/main" id="{C8925624-30F3-EB49-BB2B-E018F5CC7FDB}"/>
              </a:ext>
            </a:extLst>
          </p:cNvPr>
          <p:cNvSpPr>
            <a:spLocks noChangeShapeType="1"/>
          </p:cNvSpPr>
          <p:nvPr/>
        </p:nvSpPr>
        <p:spPr bwMode="auto">
          <a:xfrm flipV="1">
            <a:off x="2171701" y="4318000"/>
            <a:ext cx="1301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797" name="Line 14">
            <a:extLst>
              <a:ext uri="{FF2B5EF4-FFF2-40B4-BE49-F238E27FC236}">
                <a16:creationId xmlns:a16="http://schemas.microsoft.com/office/drawing/2014/main" id="{37EEBB50-7B0F-7B07-4C94-F2FA7E65520F}"/>
              </a:ext>
            </a:extLst>
          </p:cNvPr>
          <p:cNvSpPr>
            <a:spLocks noChangeShapeType="1"/>
          </p:cNvSpPr>
          <p:nvPr/>
        </p:nvSpPr>
        <p:spPr bwMode="auto">
          <a:xfrm flipV="1">
            <a:off x="2489201" y="4318000"/>
            <a:ext cx="1301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798" name="Line 15">
            <a:extLst>
              <a:ext uri="{FF2B5EF4-FFF2-40B4-BE49-F238E27FC236}">
                <a16:creationId xmlns:a16="http://schemas.microsoft.com/office/drawing/2014/main" id="{04DD676A-8695-EC3E-400F-CC329D18CE99}"/>
              </a:ext>
            </a:extLst>
          </p:cNvPr>
          <p:cNvSpPr>
            <a:spLocks noChangeShapeType="1"/>
          </p:cNvSpPr>
          <p:nvPr/>
        </p:nvSpPr>
        <p:spPr bwMode="auto">
          <a:xfrm flipV="1">
            <a:off x="2806701" y="4318000"/>
            <a:ext cx="1301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799" name="Line 16">
            <a:extLst>
              <a:ext uri="{FF2B5EF4-FFF2-40B4-BE49-F238E27FC236}">
                <a16:creationId xmlns:a16="http://schemas.microsoft.com/office/drawing/2014/main" id="{CBAEEB4E-5C07-F0EC-BF6E-69A8350FCBBD}"/>
              </a:ext>
            </a:extLst>
          </p:cNvPr>
          <p:cNvSpPr>
            <a:spLocks noChangeShapeType="1"/>
          </p:cNvSpPr>
          <p:nvPr/>
        </p:nvSpPr>
        <p:spPr bwMode="auto">
          <a:xfrm flipV="1">
            <a:off x="3276601" y="4318000"/>
            <a:ext cx="1301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00" name="Line 17">
            <a:extLst>
              <a:ext uri="{FF2B5EF4-FFF2-40B4-BE49-F238E27FC236}">
                <a16:creationId xmlns:a16="http://schemas.microsoft.com/office/drawing/2014/main" id="{7269419E-7655-20BC-41F4-02EC74D0197C}"/>
              </a:ext>
            </a:extLst>
          </p:cNvPr>
          <p:cNvSpPr>
            <a:spLocks noChangeShapeType="1"/>
          </p:cNvSpPr>
          <p:nvPr/>
        </p:nvSpPr>
        <p:spPr bwMode="auto">
          <a:xfrm flipV="1">
            <a:off x="3606801" y="4318000"/>
            <a:ext cx="1301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6">
            <a:extLst>
              <a:ext uri="{FF2B5EF4-FFF2-40B4-BE49-F238E27FC236}">
                <a16:creationId xmlns:a16="http://schemas.microsoft.com/office/drawing/2014/main" id="{783210E6-75EA-F112-0EB8-CBD9D805AE5A}"/>
              </a:ext>
            </a:extLst>
          </p:cNvPr>
          <p:cNvSpPr>
            <a:spLocks noChangeArrowheads="1"/>
          </p:cNvSpPr>
          <p:nvPr/>
        </p:nvSpPr>
        <p:spPr bwMode="auto">
          <a:xfrm>
            <a:off x="10094686" y="1640114"/>
            <a:ext cx="1231900" cy="3162300"/>
          </a:xfrm>
          <a:prstGeom prst="rect">
            <a:avLst/>
          </a:prstGeom>
          <a:solidFill>
            <a:schemeClr val="accent1">
              <a:alpha val="56862"/>
            </a:schemeClr>
          </a:solidFill>
          <a:ln w="9525">
            <a:solidFill>
              <a:schemeClr val="tx1"/>
            </a:solidFill>
            <a:miter lim="800000"/>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5844" name="Title 4">
            <a:extLst>
              <a:ext uri="{FF2B5EF4-FFF2-40B4-BE49-F238E27FC236}">
                <a16:creationId xmlns:a16="http://schemas.microsoft.com/office/drawing/2014/main" id="{92AD06CA-E947-F22A-5BD5-CA1B0CF12EE5}"/>
              </a:ext>
            </a:extLst>
          </p:cNvPr>
          <p:cNvSpPr>
            <a:spLocks noGrp="1" noChangeArrowheads="1"/>
          </p:cNvSpPr>
          <p:nvPr>
            <p:ph type="title"/>
          </p:nvPr>
        </p:nvSpPr>
        <p:spPr>
          <a:xfrm>
            <a:off x="-1" y="183402"/>
            <a:ext cx="11612880" cy="704088"/>
          </a:xfrm>
        </p:spPr>
        <p:txBody>
          <a:bodyPr>
            <a:normAutofit/>
          </a:bodyPr>
          <a:lstStyle/>
          <a:p>
            <a:r>
              <a:rPr lang="en-US" altLang="en-US"/>
              <a:t>Representation of Boolean Functions in Polynomial Form (2)</a:t>
            </a:r>
            <a:endParaRPr lang="ru-RU" altLang="en-US" dirty="0"/>
          </a:p>
        </p:txBody>
      </p:sp>
      <p:sp>
        <p:nvSpPr>
          <p:cNvPr id="35843" name="Content Placeholder 5">
            <a:extLst>
              <a:ext uri="{FF2B5EF4-FFF2-40B4-BE49-F238E27FC236}">
                <a16:creationId xmlns:a16="http://schemas.microsoft.com/office/drawing/2014/main" id="{56BE3EB1-C39E-9B61-52A2-DC29F0E6E5B2}"/>
              </a:ext>
            </a:extLst>
          </p:cNvPr>
          <p:cNvSpPr>
            <a:spLocks noGrp="1" noChangeArrowheads="1"/>
          </p:cNvSpPr>
          <p:nvPr>
            <p:ph type="body" sz="quarter" idx="10"/>
          </p:nvPr>
        </p:nvSpPr>
        <p:spPr>
          <a:xfrm>
            <a:off x="457200" y="1189038"/>
            <a:ext cx="10983686" cy="5184775"/>
          </a:xfrm>
        </p:spPr>
        <p:txBody>
          <a:bodyPr/>
          <a:lstStyle/>
          <a:p>
            <a:r>
              <a:rPr lang="en-US" altLang="en-US" dirty="0"/>
              <a:t>The coefficients of  function polynomial decomposition: </a:t>
            </a:r>
          </a:p>
          <a:p>
            <a:pPr lvl="1"/>
            <a:r>
              <a:rPr lang="en-US" altLang="en-US" dirty="0"/>
              <a:t>	f(0,0,0) = 1 = a0                                                         </a:t>
            </a:r>
            <a:r>
              <a:rPr lang="en-US" altLang="en-US" dirty="0">
                <a:sym typeface="Symbol" panose="05050102010706020507" pitchFamily="18" charset="2"/>
              </a:rPr>
              <a:t> a0=1;</a:t>
            </a:r>
          </a:p>
          <a:p>
            <a:pPr lvl="1"/>
            <a:r>
              <a:rPr lang="en-US" altLang="en-US" dirty="0">
                <a:sym typeface="Symbol" panose="05050102010706020507" pitchFamily="18" charset="2"/>
              </a:rPr>
              <a:t>	f(0,0,1) = 1 = a0a3 = 1  a3			  a3=0;</a:t>
            </a:r>
          </a:p>
          <a:p>
            <a:pPr lvl="1"/>
            <a:r>
              <a:rPr lang="en-US" altLang="en-US" dirty="0">
                <a:sym typeface="Symbol" panose="05050102010706020507" pitchFamily="18" charset="2"/>
              </a:rPr>
              <a:t>	f(0,1,0) = 0 = a0a2 =1 a2 			  a2=1;</a:t>
            </a:r>
          </a:p>
          <a:p>
            <a:pPr lvl="1"/>
            <a:r>
              <a:rPr lang="en-US" altLang="en-US" dirty="0">
                <a:sym typeface="Symbol" panose="05050102010706020507" pitchFamily="18" charset="2"/>
              </a:rPr>
              <a:t>	f(0,1,1) = 1 = a0 a2  a3 a23= 110a23                  a23=1;</a:t>
            </a:r>
          </a:p>
          <a:p>
            <a:pPr lvl="1"/>
            <a:r>
              <a:rPr lang="en-US" altLang="en-US" dirty="0">
                <a:sym typeface="Symbol" panose="05050102010706020507" pitchFamily="18" charset="2"/>
              </a:rPr>
              <a:t>	f(1,0,0) = 0 = a0a1=1a1                                                             a1=1;</a:t>
            </a:r>
          </a:p>
          <a:p>
            <a:pPr lvl="1"/>
            <a:r>
              <a:rPr lang="en-US" altLang="en-US" dirty="0">
                <a:sym typeface="Symbol" panose="05050102010706020507" pitchFamily="18" charset="2"/>
              </a:rPr>
              <a:t>	f(1,0,1) = 1 = a0a1a3a13=110a13                 a13=1;</a:t>
            </a:r>
          </a:p>
          <a:p>
            <a:pPr lvl="1"/>
            <a:r>
              <a:rPr lang="en-US" altLang="en-US" dirty="0">
                <a:sym typeface="Symbol" panose="05050102010706020507" pitchFamily="18" charset="2"/>
              </a:rPr>
              <a:t>	f(1,1,0) = 0 = a0a1a2a12=111a12                 a12=1;</a:t>
            </a:r>
          </a:p>
          <a:p>
            <a:pPr lvl="1"/>
            <a:r>
              <a:rPr lang="en-US" altLang="en-US" dirty="0">
                <a:sym typeface="Symbol" panose="05050102010706020507" pitchFamily="18" charset="2"/>
              </a:rPr>
              <a:t>	f(1,1,1) = 1 = a0a1 a2a3  a12a13a23a123=</a:t>
            </a:r>
          </a:p>
          <a:p>
            <a:pPr lvl="1"/>
            <a:r>
              <a:rPr lang="en-US" altLang="en-US" dirty="0">
                <a:sym typeface="Symbol" panose="05050102010706020507" pitchFamily="18" charset="2"/>
              </a:rPr>
              <a:t>			=1 1 1 0 1 1 1 a123                 a123=1</a:t>
            </a:r>
          </a:p>
          <a:p>
            <a:r>
              <a:rPr lang="en-US" altLang="en-US" dirty="0">
                <a:sym typeface="Symbol" panose="05050102010706020507" pitchFamily="18" charset="2"/>
              </a:rPr>
              <a:t>From here:</a:t>
            </a:r>
          </a:p>
          <a:p>
            <a:pPr lvl="1"/>
            <a:r>
              <a:rPr lang="en-US" altLang="en-US" dirty="0">
                <a:sym typeface="Symbol" panose="05050102010706020507" pitchFamily="18" charset="2"/>
              </a:rPr>
              <a:t>	y = 1 x1 x2 x1x2 x1x3 x2x3  x1x2x3</a:t>
            </a:r>
          </a:p>
          <a:p>
            <a:endParaRPr lang="ru-RU" altLang="en-US" dirty="0"/>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4">
            <a:extLst>
              <a:ext uri="{FF2B5EF4-FFF2-40B4-BE49-F238E27FC236}">
                <a16:creationId xmlns:a16="http://schemas.microsoft.com/office/drawing/2014/main" id="{CEFDC768-F500-1A44-170C-D64C088D20D7}"/>
              </a:ext>
            </a:extLst>
          </p:cNvPr>
          <p:cNvSpPr>
            <a:spLocks noGrp="1" noChangeArrowheads="1"/>
          </p:cNvSpPr>
          <p:nvPr>
            <p:ph type="title"/>
          </p:nvPr>
        </p:nvSpPr>
        <p:spPr>
          <a:xfrm>
            <a:off x="-1" y="183402"/>
            <a:ext cx="11612880" cy="704088"/>
          </a:xfrm>
        </p:spPr>
        <p:txBody>
          <a:bodyPr>
            <a:normAutofit/>
          </a:bodyPr>
          <a:lstStyle/>
          <a:p>
            <a:r>
              <a:rPr lang="en-US" altLang="en-US"/>
              <a:t>Functional Completeness </a:t>
            </a:r>
            <a:endParaRPr lang="ru-RU" altLang="en-US" dirty="0"/>
          </a:p>
        </p:txBody>
      </p:sp>
      <p:sp>
        <p:nvSpPr>
          <p:cNvPr id="37891" name="Content Placeholder 5">
            <a:extLst>
              <a:ext uri="{FF2B5EF4-FFF2-40B4-BE49-F238E27FC236}">
                <a16:creationId xmlns:a16="http://schemas.microsoft.com/office/drawing/2014/main" id="{D0431D85-1C49-551D-5839-6504ACC10357}"/>
              </a:ext>
            </a:extLst>
          </p:cNvPr>
          <p:cNvSpPr>
            <a:spLocks noGrp="1" noChangeArrowheads="1"/>
          </p:cNvSpPr>
          <p:nvPr>
            <p:ph type="body" sz="quarter" idx="10"/>
          </p:nvPr>
        </p:nvSpPr>
        <p:spPr>
          <a:xfrm>
            <a:off x="457200" y="1188720"/>
            <a:ext cx="11277922" cy="5185186"/>
          </a:xfrm>
        </p:spPr>
        <p:txBody>
          <a:bodyPr/>
          <a:lstStyle/>
          <a:p>
            <a:r>
              <a:rPr lang="en-US" altLang="en-US" sz="2200" dirty="0"/>
              <a:t>Post defined five classes of Boolean functions:</a:t>
            </a:r>
          </a:p>
          <a:p>
            <a:pPr lvl="1"/>
            <a:r>
              <a:rPr lang="en-US" altLang="en-US" dirty="0"/>
              <a:t> “</a:t>
            </a:r>
            <a:r>
              <a:rPr lang="en-US" altLang="en-US" sz="1800" dirty="0"/>
              <a:t>0”-preserving (or “False”-preserving) – Class 1 (C1)</a:t>
            </a:r>
          </a:p>
          <a:p>
            <a:r>
              <a:rPr lang="en-US" altLang="en-US" sz="2200" dirty="0"/>
              <a:t> f(0,0,…0) = 0.   Example: Conjunction, Disjunction, etc. </a:t>
            </a:r>
          </a:p>
          <a:p>
            <a:pPr lvl="1"/>
            <a:r>
              <a:rPr lang="en-US" altLang="en-US" sz="1800" dirty="0"/>
              <a:t> “1”-preserving (or “</a:t>
            </a:r>
            <a:r>
              <a:rPr lang="en-US" altLang="en-US" sz="1800" dirty="0" err="1"/>
              <a:t>Тrue</a:t>
            </a:r>
            <a:r>
              <a:rPr lang="en-US" altLang="en-US" sz="1800" dirty="0"/>
              <a:t>”-preserving) – Class 2 (C2)</a:t>
            </a:r>
          </a:p>
          <a:p>
            <a:r>
              <a:rPr lang="en-US" altLang="en-US" dirty="0"/>
              <a:t> </a:t>
            </a:r>
            <a:r>
              <a:rPr lang="en-US" altLang="en-US" sz="2200" dirty="0"/>
              <a:t>f(1,1,…1) =1.  Example: Conjunction, Disjunction, etc. </a:t>
            </a:r>
          </a:p>
          <a:p>
            <a:pPr lvl="1"/>
            <a:r>
              <a:rPr lang="en-US" altLang="en-US" sz="1800" dirty="0"/>
              <a:t>Linear functions (or counting)  - Class 3 (C3)</a:t>
            </a:r>
          </a:p>
          <a:p>
            <a:pPr lvl="1"/>
            <a:r>
              <a:rPr lang="en-US" altLang="en-US" sz="1800" dirty="0"/>
              <a:t> f(x1,x2, . . .</a:t>
            </a:r>
            <a:r>
              <a:rPr lang="en-US" altLang="en-US" sz="1800" dirty="0" err="1"/>
              <a:t>xn</a:t>
            </a:r>
            <a:r>
              <a:rPr lang="en-US" altLang="en-US" sz="1800" dirty="0"/>
              <a:t>) = a0 </a:t>
            </a:r>
            <a:r>
              <a:rPr lang="en-US" altLang="en-US" sz="1800" dirty="0">
                <a:sym typeface="Symbol" panose="05050102010706020507" pitchFamily="18" charset="2"/>
              </a:rPr>
              <a:t> a1x1 a2x2 . . .  </a:t>
            </a:r>
            <a:r>
              <a:rPr lang="en-US" altLang="en-US" sz="1800" dirty="0" err="1">
                <a:sym typeface="Symbol" panose="05050102010706020507" pitchFamily="18" charset="2"/>
              </a:rPr>
              <a:t>anxn</a:t>
            </a:r>
            <a:endParaRPr lang="en-US" altLang="en-US" sz="1800" dirty="0">
              <a:sym typeface="Symbol" panose="05050102010706020507" pitchFamily="18" charset="2"/>
            </a:endParaRPr>
          </a:p>
          <a:p>
            <a:r>
              <a:rPr lang="en-US" altLang="en-US" sz="2200" dirty="0"/>
              <a:t>Example: y = x1 </a:t>
            </a:r>
            <a:r>
              <a:rPr lang="en-US" altLang="en-US" sz="2200" dirty="0">
                <a:sym typeface="Symbol" panose="05050102010706020507" pitchFamily="18" charset="2"/>
              </a:rPr>
              <a:t> x2</a:t>
            </a:r>
          </a:p>
          <a:p>
            <a:pPr lvl="1"/>
            <a:r>
              <a:rPr lang="en-US" altLang="en-US" sz="1800" dirty="0">
                <a:sym typeface="Symbol" panose="05050102010706020507" pitchFamily="18" charset="2"/>
              </a:rPr>
              <a:t>Monotonous – Class 4 (C4)</a:t>
            </a:r>
          </a:p>
          <a:p>
            <a:r>
              <a:rPr lang="en-US" altLang="en-US" sz="2200" dirty="0">
                <a:sym typeface="Symbol" panose="05050102010706020507" pitchFamily="18" charset="2"/>
              </a:rPr>
              <a:t>The value of function does not decrease when the value of variable increases:</a:t>
            </a:r>
          </a:p>
          <a:p>
            <a:pPr lvl="1"/>
            <a:r>
              <a:rPr lang="en-US" altLang="en-US" sz="1800" dirty="0">
                <a:sym typeface="Symbol" panose="05050102010706020507" pitchFamily="18" charset="2"/>
              </a:rPr>
              <a:t>Let (1 2… n)&lt;(1,2…n), where </a:t>
            </a:r>
            <a:r>
              <a:rPr lang="en-US" altLang="en-US" sz="1800" dirty="0" err="1">
                <a:sym typeface="Symbol" panose="05050102010706020507" pitchFamily="18" charset="2"/>
              </a:rPr>
              <a:t>i</a:t>
            </a:r>
            <a:r>
              <a:rPr lang="en-US" altLang="en-US" sz="1800" dirty="0">
                <a:sym typeface="Symbol" panose="05050102010706020507" pitchFamily="18" charset="2"/>
              </a:rPr>
              <a:t>, j (0,1),</a:t>
            </a:r>
          </a:p>
          <a:p>
            <a:pPr lvl="1"/>
            <a:r>
              <a:rPr lang="en-US" altLang="en-US" sz="1800" dirty="0">
                <a:sym typeface="Symbol" panose="05050102010706020507" pitchFamily="18" charset="2"/>
              </a:rPr>
              <a:t>then  f(12… n)  f(12…n) </a:t>
            </a:r>
          </a:p>
          <a:p>
            <a:r>
              <a:rPr lang="en-US" altLang="en-US" sz="2200" dirty="0"/>
              <a:t>Example: Conjunction, Disjunction, etc. </a:t>
            </a:r>
            <a:endParaRPr lang="ru-RU" altLang="en-US" sz="2200" dirty="0">
              <a:sym typeface="Symbol" panose="05050102010706020507" pitchFamily="18" charset="2"/>
            </a:endParaRPr>
          </a:p>
          <a:p>
            <a:endParaRPr lang="ru-RU" altLang="en-US" dirty="0"/>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34B23F8C-76BB-4276-A2CB-C624D0B18542}"/>
              </a:ext>
            </a:extLst>
          </p:cNvPr>
          <p:cNvGraphicFramePr>
            <a:graphicFrameLocks noGrp="1"/>
          </p:cNvGraphicFramePr>
          <p:nvPr>
            <p:extLst>
              <p:ext uri="{D42A27DB-BD31-4B8C-83A1-F6EECF244321}">
                <p14:modId xmlns:p14="http://schemas.microsoft.com/office/powerpoint/2010/main" val="444721006"/>
              </p:ext>
            </p:extLst>
          </p:nvPr>
        </p:nvGraphicFramePr>
        <p:xfrm>
          <a:off x="2266383" y="2901952"/>
          <a:ext cx="2455862" cy="3160714"/>
        </p:xfrm>
        <a:graphic>
          <a:graphicData uri="http://schemas.openxmlformats.org/drawingml/2006/table">
            <a:tbl>
              <a:tblPr firstRow="1" bandRow="1">
                <a:tableStyleId>{5C22544A-7EE6-4342-B048-85BDC9FD1C3A}</a:tableStyleId>
              </a:tblPr>
              <a:tblGrid>
                <a:gridCol w="1072825">
                  <a:extLst>
                    <a:ext uri="{9D8B030D-6E8A-4147-A177-3AD203B41FA5}">
                      <a16:colId xmlns:a16="http://schemas.microsoft.com/office/drawing/2014/main" val="20000"/>
                    </a:ext>
                  </a:extLst>
                </a:gridCol>
                <a:gridCol w="1383037">
                  <a:extLst>
                    <a:ext uri="{9D8B030D-6E8A-4147-A177-3AD203B41FA5}">
                      <a16:colId xmlns:a16="http://schemas.microsoft.com/office/drawing/2014/main" val="20001"/>
                    </a:ext>
                  </a:extLst>
                </a:gridCol>
              </a:tblGrid>
              <a:tr h="403498">
                <a:tc>
                  <a:txBody>
                    <a:bodyPr/>
                    <a:lstStyle/>
                    <a:p>
                      <a:pPr algn="ctr"/>
                      <a:r>
                        <a:rPr lang="en-US" sz="1600" dirty="0">
                          <a:solidFill>
                            <a:schemeClr val="bg1"/>
                          </a:solidFill>
                        </a:rPr>
                        <a:t>x1 x2 x3</a:t>
                      </a:r>
                      <a:endParaRPr lang="en-GB" sz="1600" dirty="0">
                        <a:solidFill>
                          <a:schemeClr val="bg1"/>
                        </a:solidFill>
                      </a:endParaRPr>
                    </a:p>
                  </a:txBody>
                  <a:tcPr marL="91442" marR="91442" marT="45702" marB="45702"/>
                </a:tc>
                <a:tc>
                  <a:txBody>
                    <a:bodyPr/>
                    <a:lstStyle/>
                    <a:p>
                      <a:pPr algn="ctr"/>
                      <a:r>
                        <a:rPr lang="en-US" sz="1600" dirty="0">
                          <a:solidFill>
                            <a:schemeClr val="bg1"/>
                          </a:solidFill>
                        </a:rPr>
                        <a:t>f(x1,x2,x3)</a:t>
                      </a:r>
                      <a:endParaRPr lang="en-GB" sz="1600" dirty="0">
                        <a:solidFill>
                          <a:schemeClr val="bg1"/>
                        </a:solidFill>
                      </a:endParaRPr>
                    </a:p>
                  </a:txBody>
                  <a:tcPr marL="91442" marR="91442" marT="45702" marB="45702"/>
                </a:tc>
                <a:extLst>
                  <a:ext uri="{0D108BD9-81ED-4DB2-BD59-A6C34878D82A}">
                    <a16:rowId xmlns:a16="http://schemas.microsoft.com/office/drawing/2014/main" val="10000"/>
                  </a:ext>
                </a:extLst>
              </a:tr>
              <a:tr h="344652">
                <a:tc>
                  <a:txBody>
                    <a:bodyPr/>
                    <a:lstStyle/>
                    <a:p>
                      <a:pPr algn="ctr"/>
                      <a:r>
                        <a:rPr lang="en-US" sz="1600" dirty="0">
                          <a:solidFill>
                            <a:schemeClr val="tx1"/>
                          </a:solidFill>
                        </a:rPr>
                        <a:t>0  0  0</a:t>
                      </a:r>
                      <a:endParaRPr lang="en-GB" sz="1600" dirty="0">
                        <a:solidFill>
                          <a:schemeClr val="tx1"/>
                        </a:solidFill>
                      </a:endParaRPr>
                    </a:p>
                  </a:txBody>
                  <a:tcPr marL="91442" marR="91442" marT="45702" marB="45702"/>
                </a:tc>
                <a:tc>
                  <a:txBody>
                    <a:bodyPr/>
                    <a:lstStyle/>
                    <a:p>
                      <a:pPr algn="ctr"/>
                      <a:r>
                        <a:rPr lang="en-US" sz="1600" dirty="0">
                          <a:solidFill>
                            <a:schemeClr val="tx1"/>
                          </a:solidFill>
                        </a:rPr>
                        <a:t>1</a:t>
                      </a:r>
                      <a:endParaRPr lang="en-GB" sz="1600" dirty="0">
                        <a:solidFill>
                          <a:schemeClr val="tx1"/>
                        </a:solidFill>
                      </a:endParaRPr>
                    </a:p>
                  </a:txBody>
                  <a:tcPr marL="91442" marR="91442" marT="45702" marB="45702"/>
                </a:tc>
                <a:extLst>
                  <a:ext uri="{0D108BD9-81ED-4DB2-BD59-A6C34878D82A}">
                    <a16:rowId xmlns:a16="http://schemas.microsoft.com/office/drawing/2014/main" val="10001"/>
                  </a:ext>
                </a:extLst>
              </a:tr>
              <a:tr h="344652">
                <a:tc>
                  <a:txBody>
                    <a:bodyPr/>
                    <a:lstStyle/>
                    <a:p>
                      <a:pPr algn="ctr"/>
                      <a:r>
                        <a:rPr lang="en-US" sz="1600" dirty="0">
                          <a:solidFill>
                            <a:schemeClr val="tx1"/>
                          </a:solidFill>
                        </a:rPr>
                        <a:t>0  0  1</a:t>
                      </a:r>
                      <a:endParaRPr lang="en-GB" sz="1600" dirty="0">
                        <a:solidFill>
                          <a:schemeClr val="tx1"/>
                        </a:solidFill>
                      </a:endParaRPr>
                    </a:p>
                  </a:txBody>
                  <a:tcPr marL="91442" marR="91442" marT="45702" marB="45702"/>
                </a:tc>
                <a:tc>
                  <a:txBody>
                    <a:bodyPr/>
                    <a:lstStyle/>
                    <a:p>
                      <a:pPr algn="ctr"/>
                      <a:r>
                        <a:rPr lang="en-US" sz="1600" dirty="0">
                          <a:solidFill>
                            <a:schemeClr val="tx1"/>
                          </a:solidFill>
                        </a:rPr>
                        <a:t>1</a:t>
                      </a:r>
                      <a:endParaRPr lang="en-GB" sz="1600" dirty="0">
                        <a:solidFill>
                          <a:schemeClr val="tx1"/>
                        </a:solidFill>
                      </a:endParaRPr>
                    </a:p>
                  </a:txBody>
                  <a:tcPr marL="91442" marR="91442" marT="45702" marB="45702"/>
                </a:tc>
                <a:extLst>
                  <a:ext uri="{0D108BD9-81ED-4DB2-BD59-A6C34878D82A}">
                    <a16:rowId xmlns:a16="http://schemas.microsoft.com/office/drawing/2014/main" val="10002"/>
                  </a:ext>
                </a:extLst>
              </a:tr>
              <a:tr h="344652">
                <a:tc>
                  <a:txBody>
                    <a:bodyPr/>
                    <a:lstStyle/>
                    <a:p>
                      <a:pPr algn="ctr"/>
                      <a:r>
                        <a:rPr lang="en-US" sz="1600" dirty="0">
                          <a:solidFill>
                            <a:schemeClr val="tx1"/>
                          </a:solidFill>
                        </a:rPr>
                        <a:t>0  1</a:t>
                      </a:r>
                      <a:r>
                        <a:rPr lang="en-US" sz="1600" baseline="0" dirty="0">
                          <a:solidFill>
                            <a:schemeClr val="tx1"/>
                          </a:solidFill>
                        </a:rPr>
                        <a:t>  0</a:t>
                      </a:r>
                      <a:endParaRPr lang="en-GB" sz="1600" dirty="0">
                        <a:solidFill>
                          <a:schemeClr val="tx1"/>
                        </a:solidFill>
                      </a:endParaRPr>
                    </a:p>
                  </a:txBody>
                  <a:tcPr marL="91442" marR="91442" marT="45702" marB="45702"/>
                </a:tc>
                <a:tc>
                  <a:txBody>
                    <a:bodyPr/>
                    <a:lstStyle/>
                    <a:p>
                      <a:pPr algn="ctr"/>
                      <a:r>
                        <a:rPr lang="en-US" sz="1600" dirty="0">
                          <a:solidFill>
                            <a:schemeClr val="tx1"/>
                          </a:solidFill>
                        </a:rPr>
                        <a:t>0</a:t>
                      </a:r>
                      <a:endParaRPr lang="en-GB" sz="1600" dirty="0">
                        <a:solidFill>
                          <a:schemeClr val="tx1"/>
                        </a:solidFill>
                      </a:endParaRPr>
                    </a:p>
                  </a:txBody>
                  <a:tcPr marL="91442" marR="91442" marT="45702" marB="45702"/>
                </a:tc>
                <a:extLst>
                  <a:ext uri="{0D108BD9-81ED-4DB2-BD59-A6C34878D82A}">
                    <a16:rowId xmlns:a16="http://schemas.microsoft.com/office/drawing/2014/main" val="10003"/>
                  </a:ext>
                </a:extLst>
              </a:tr>
              <a:tr h="344652">
                <a:tc>
                  <a:txBody>
                    <a:bodyPr/>
                    <a:lstStyle/>
                    <a:p>
                      <a:pPr algn="ctr"/>
                      <a:r>
                        <a:rPr lang="en-US" sz="1600" dirty="0">
                          <a:solidFill>
                            <a:schemeClr val="tx1"/>
                          </a:solidFill>
                        </a:rPr>
                        <a:t>0  1  1</a:t>
                      </a:r>
                      <a:endParaRPr lang="en-GB" sz="1600" dirty="0">
                        <a:solidFill>
                          <a:schemeClr val="tx1"/>
                        </a:solidFill>
                      </a:endParaRPr>
                    </a:p>
                  </a:txBody>
                  <a:tcPr marL="91442" marR="91442" marT="45702" marB="45702"/>
                </a:tc>
                <a:tc>
                  <a:txBody>
                    <a:bodyPr/>
                    <a:lstStyle/>
                    <a:p>
                      <a:pPr algn="ctr"/>
                      <a:r>
                        <a:rPr lang="en-US" sz="1600" dirty="0">
                          <a:solidFill>
                            <a:schemeClr val="tx1"/>
                          </a:solidFill>
                        </a:rPr>
                        <a:t>1</a:t>
                      </a:r>
                      <a:endParaRPr lang="en-GB" sz="1600" dirty="0">
                        <a:solidFill>
                          <a:schemeClr val="tx1"/>
                        </a:solidFill>
                      </a:endParaRPr>
                    </a:p>
                  </a:txBody>
                  <a:tcPr marL="91442" marR="91442" marT="45702" marB="45702"/>
                </a:tc>
                <a:extLst>
                  <a:ext uri="{0D108BD9-81ED-4DB2-BD59-A6C34878D82A}">
                    <a16:rowId xmlns:a16="http://schemas.microsoft.com/office/drawing/2014/main" val="10004"/>
                  </a:ext>
                </a:extLst>
              </a:tr>
              <a:tr h="344652">
                <a:tc>
                  <a:txBody>
                    <a:bodyPr/>
                    <a:lstStyle/>
                    <a:p>
                      <a:pPr algn="ctr"/>
                      <a:r>
                        <a:rPr lang="en-US" sz="1600" dirty="0">
                          <a:solidFill>
                            <a:schemeClr val="tx1"/>
                          </a:solidFill>
                        </a:rPr>
                        <a:t>1  0  0</a:t>
                      </a:r>
                      <a:endParaRPr lang="en-GB" sz="1600" dirty="0">
                        <a:solidFill>
                          <a:schemeClr val="tx1"/>
                        </a:solidFill>
                      </a:endParaRPr>
                    </a:p>
                  </a:txBody>
                  <a:tcPr marL="91442" marR="91442" marT="45702" marB="45702"/>
                </a:tc>
                <a:tc>
                  <a:txBody>
                    <a:bodyPr/>
                    <a:lstStyle/>
                    <a:p>
                      <a:pPr algn="ctr"/>
                      <a:r>
                        <a:rPr lang="en-US" sz="1600" dirty="0">
                          <a:solidFill>
                            <a:schemeClr val="tx1"/>
                          </a:solidFill>
                        </a:rPr>
                        <a:t>0</a:t>
                      </a:r>
                      <a:endParaRPr lang="en-GB" sz="1600" dirty="0">
                        <a:solidFill>
                          <a:schemeClr val="tx1"/>
                        </a:solidFill>
                      </a:endParaRPr>
                    </a:p>
                  </a:txBody>
                  <a:tcPr marL="91442" marR="91442" marT="45702" marB="45702"/>
                </a:tc>
                <a:extLst>
                  <a:ext uri="{0D108BD9-81ED-4DB2-BD59-A6C34878D82A}">
                    <a16:rowId xmlns:a16="http://schemas.microsoft.com/office/drawing/2014/main" val="10005"/>
                  </a:ext>
                </a:extLst>
              </a:tr>
              <a:tr h="344652">
                <a:tc>
                  <a:txBody>
                    <a:bodyPr/>
                    <a:lstStyle/>
                    <a:p>
                      <a:pPr algn="ctr"/>
                      <a:r>
                        <a:rPr lang="en-US" sz="1600" dirty="0">
                          <a:solidFill>
                            <a:schemeClr val="tx1"/>
                          </a:solidFill>
                        </a:rPr>
                        <a:t>1  0</a:t>
                      </a:r>
                      <a:r>
                        <a:rPr lang="en-US" sz="1600" baseline="0" dirty="0">
                          <a:solidFill>
                            <a:schemeClr val="tx1"/>
                          </a:solidFill>
                        </a:rPr>
                        <a:t>  1</a:t>
                      </a:r>
                      <a:endParaRPr lang="en-GB" sz="1600" dirty="0">
                        <a:solidFill>
                          <a:schemeClr val="tx1"/>
                        </a:solidFill>
                      </a:endParaRPr>
                    </a:p>
                  </a:txBody>
                  <a:tcPr marL="91442" marR="91442" marT="45702" marB="45702"/>
                </a:tc>
                <a:tc>
                  <a:txBody>
                    <a:bodyPr/>
                    <a:lstStyle/>
                    <a:p>
                      <a:pPr algn="ctr"/>
                      <a:r>
                        <a:rPr lang="en-US" sz="1600" dirty="0">
                          <a:solidFill>
                            <a:schemeClr val="tx1"/>
                          </a:solidFill>
                        </a:rPr>
                        <a:t>1</a:t>
                      </a:r>
                      <a:endParaRPr lang="en-GB" sz="1600" dirty="0">
                        <a:solidFill>
                          <a:schemeClr val="tx1"/>
                        </a:solidFill>
                      </a:endParaRPr>
                    </a:p>
                  </a:txBody>
                  <a:tcPr marL="91442" marR="91442" marT="45702" marB="45702"/>
                </a:tc>
                <a:extLst>
                  <a:ext uri="{0D108BD9-81ED-4DB2-BD59-A6C34878D82A}">
                    <a16:rowId xmlns:a16="http://schemas.microsoft.com/office/drawing/2014/main" val="10006"/>
                  </a:ext>
                </a:extLst>
              </a:tr>
              <a:tr h="344652">
                <a:tc>
                  <a:txBody>
                    <a:bodyPr/>
                    <a:lstStyle/>
                    <a:p>
                      <a:pPr algn="ctr"/>
                      <a:r>
                        <a:rPr lang="en-US" sz="1600" dirty="0">
                          <a:solidFill>
                            <a:schemeClr val="tx1"/>
                          </a:solidFill>
                        </a:rPr>
                        <a:t>1  1  0</a:t>
                      </a:r>
                    </a:p>
                  </a:txBody>
                  <a:tcPr marL="91442" marR="91442" marT="45702" marB="45702"/>
                </a:tc>
                <a:tc>
                  <a:txBody>
                    <a:bodyPr/>
                    <a:lstStyle/>
                    <a:p>
                      <a:pPr algn="ctr"/>
                      <a:r>
                        <a:rPr lang="en-US" sz="1600" dirty="0">
                          <a:solidFill>
                            <a:schemeClr val="tx1"/>
                          </a:solidFill>
                        </a:rPr>
                        <a:t>0</a:t>
                      </a:r>
                      <a:endParaRPr lang="en-GB" sz="1600" dirty="0">
                        <a:solidFill>
                          <a:schemeClr val="tx1"/>
                        </a:solidFill>
                      </a:endParaRPr>
                    </a:p>
                  </a:txBody>
                  <a:tcPr marL="91442" marR="91442" marT="45702" marB="45702"/>
                </a:tc>
                <a:extLst>
                  <a:ext uri="{0D108BD9-81ED-4DB2-BD59-A6C34878D82A}">
                    <a16:rowId xmlns:a16="http://schemas.microsoft.com/office/drawing/2014/main" val="10007"/>
                  </a:ext>
                </a:extLst>
              </a:tr>
              <a:tr h="344652">
                <a:tc>
                  <a:txBody>
                    <a:bodyPr/>
                    <a:lstStyle/>
                    <a:p>
                      <a:pPr algn="ctr"/>
                      <a:r>
                        <a:rPr lang="en-US" sz="1600" dirty="0">
                          <a:solidFill>
                            <a:schemeClr val="tx1"/>
                          </a:solidFill>
                        </a:rPr>
                        <a:t>1  1  1</a:t>
                      </a:r>
                    </a:p>
                  </a:txBody>
                  <a:tcPr marL="91442" marR="91442" marT="45702" marB="45702"/>
                </a:tc>
                <a:tc>
                  <a:txBody>
                    <a:bodyPr/>
                    <a:lstStyle/>
                    <a:p>
                      <a:pPr algn="ctr"/>
                      <a:r>
                        <a:rPr lang="en-US" sz="1600" dirty="0">
                          <a:solidFill>
                            <a:schemeClr val="tx1"/>
                          </a:solidFill>
                        </a:rPr>
                        <a:t>0</a:t>
                      </a:r>
                      <a:endParaRPr lang="en-GB" sz="1600" dirty="0">
                        <a:solidFill>
                          <a:schemeClr val="tx1"/>
                        </a:solidFill>
                      </a:endParaRPr>
                    </a:p>
                  </a:txBody>
                  <a:tcPr marL="91442" marR="91442" marT="45702" marB="45702"/>
                </a:tc>
                <a:extLst>
                  <a:ext uri="{0D108BD9-81ED-4DB2-BD59-A6C34878D82A}">
                    <a16:rowId xmlns:a16="http://schemas.microsoft.com/office/drawing/2014/main" val="10008"/>
                  </a:ext>
                </a:extLst>
              </a:tr>
            </a:tbl>
          </a:graphicData>
        </a:graphic>
      </p:graphicFrame>
      <p:sp>
        <p:nvSpPr>
          <p:cNvPr id="39971" name="Title 12">
            <a:extLst>
              <a:ext uri="{FF2B5EF4-FFF2-40B4-BE49-F238E27FC236}">
                <a16:creationId xmlns:a16="http://schemas.microsoft.com/office/drawing/2014/main" id="{770D9925-4F54-120C-D7AA-E7F6D36C2E08}"/>
              </a:ext>
            </a:extLst>
          </p:cNvPr>
          <p:cNvSpPr>
            <a:spLocks noGrp="1" noChangeArrowheads="1"/>
          </p:cNvSpPr>
          <p:nvPr>
            <p:ph type="title"/>
          </p:nvPr>
        </p:nvSpPr>
        <p:spPr/>
        <p:txBody>
          <a:bodyPr>
            <a:normAutofit/>
          </a:bodyPr>
          <a:lstStyle/>
          <a:p>
            <a:r>
              <a:rPr lang="en-US" altLang="en-US"/>
              <a:t>Functional Completeness (2)</a:t>
            </a:r>
            <a:endParaRPr lang="ru-RU" altLang="en-US" dirty="0"/>
          </a:p>
        </p:txBody>
      </p:sp>
      <p:sp>
        <p:nvSpPr>
          <p:cNvPr id="2" name="Text Placeholder 1">
            <a:extLst>
              <a:ext uri="{FF2B5EF4-FFF2-40B4-BE49-F238E27FC236}">
                <a16:creationId xmlns:a16="http://schemas.microsoft.com/office/drawing/2014/main" id="{16D796E8-6154-02C9-E716-6D6FC09DFBF3}"/>
              </a:ext>
            </a:extLst>
          </p:cNvPr>
          <p:cNvSpPr>
            <a:spLocks noGrp="1"/>
          </p:cNvSpPr>
          <p:nvPr>
            <p:ph type="body" sz="quarter" idx="10"/>
          </p:nvPr>
        </p:nvSpPr>
        <p:spPr>
          <a:xfrm>
            <a:off x="359230" y="1188720"/>
            <a:ext cx="11364684" cy="5185186"/>
          </a:xfrm>
        </p:spPr>
        <p:txBody>
          <a:bodyPr/>
          <a:lstStyle/>
          <a:p>
            <a:r>
              <a:rPr lang="en-US"/>
              <a:t>Self-dual – Class 5 (C5)  A function f(x1,x2…xn) is self-dual if its reading from top to bottom is the same as the complement of reading it from bottom to top (in the standard ordering of values for arguments). Example:</a:t>
            </a:r>
          </a:p>
          <a:p>
            <a:pPr lvl="1"/>
            <a:endParaRPr lang="en-US"/>
          </a:p>
          <a:p>
            <a:endParaRPr lang="en-US" dirty="0"/>
          </a:p>
        </p:txBody>
      </p:sp>
      <p:sp>
        <p:nvSpPr>
          <p:cNvPr id="3" name="Content Placeholder 13">
            <a:extLst>
              <a:ext uri="{FF2B5EF4-FFF2-40B4-BE49-F238E27FC236}">
                <a16:creationId xmlns:a16="http://schemas.microsoft.com/office/drawing/2014/main" id="{8AFB3C9A-A91C-2796-8A80-A6CE1BA2048A}"/>
              </a:ext>
            </a:extLst>
          </p:cNvPr>
          <p:cNvSpPr txBox="1">
            <a:spLocks/>
          </p:cNvSpPr>
          <p:nvPr/>
        </p:nvSpPr>
        <p:spPr>
          <a:xfrm>
            <a:off x="3494314" y="2777331"/>
            <a:ext cx="8229600" cy="1303338"/>
          </a:xfrm>
          <a:prstGeom prst="rect">
            <a:avLst/>
          </a:prstGeom>
        </p:spPr>
        <p:txBody>
          <a:bodyPr/>
          <a:lstStyle/>
          <a:p>
            <a:pPr marL="344488" indent="-344488">
              <a:spcBef>
                <a:spcPct val="20000"/>
              </a:spcBef>
              <a:buClr>
                <a:schemeClr val="accent1"/>
              </a:buClr>
              <a:buSzPct val="65000"/>
              <a:buFont typeface="Wingdings" pitchFamily="2" charset="2"/>
              <a:buNone/>
              <a:defRPr/>
            </a:pPr>
            <a:endParaRPr lang="en-US" sz="1800" b="0" kern="0" dirty="0">
              <a:solidFill>
                <a:srgbClr val="0000FF"/>
              </a:solidFill>
              <a:latin typeface="+mn-lt"/>
              <a:cs typeface="+mn-cs"/>
              <a:sym typeface="Symbol" pitchFamily="18" charset="2"/>
            </a:endParaRPr>
          </a:p>
          <a:p>
            <a:pPr marL="344488" indent="-344488">
              <a:spcBef>
                <a:spcPct val="20000"/>
              </a:spcBef>
              <a:buClr>
                <a:schemeClr val="accent1"/>
              </a:buClr>
              <a:buSzPct val="65000"/>
              <a:buFont typeface="Wingdings" pitchFamily="2" charset="2"/>
              <a:buNone/>
              <a:defRPr/>
            </a:pPr>
            <a:r>
              <a:rPr lang="en-US" sz="1800" b="0" kern="0" dirty="0">
                <a:latin typeface="+mn-lt"/>
                <a:cs typeface="+mn-cs"/>
              </a:rPr>
              <a:t>			</a:t>
            </a:r>
            <a:r>
              <a:rPr lang="en-US" sz="1800" b="0" kern="0" dirty="0">
                <a:solidFill>
                  <a:srgbClr val="0000FF"/>
                </a:solidFill>
                <a:latin typeface="+mn-lt"/>
                <a:cs typeface="+mn-cs"/>
              </a:rPr>
              <a:t>	      </a:t>
            </a:r>
            <a:r>
              <a:rPr lang="ru-RU" sz="1800" b="0" kern="0" dirty="0">
                <a:latin typeface="+mn-lt"/>
                <a:cs typeface="+mn-cs"/>
              </a:rPr>
              <a:t>That is, a self-dual function obeys the</a:t>
            </a:r>
            <a:endParaRPr lang="en-US" sz="1800" b="0" kern="0" dirty="0">
              <a:latin typeface="+mn-lt"/>
              <a:cs typeface="+mn-cs"/>
            </a:endParaRPr>
          </a:p>
          <a:p>
            <a:pPr marL="344488" indent="-344488">
              <a:spcBef>
                <a:spcPct val="20000"/>
              </a:spcBef>
              <a:buClr>
                <a:schemeClr val="accent1"/>
              </a:buClr>
              <a:buSzPct val="65000"/>
              <a:buFont typeface="Wingdings" pitchFamily="2" charset="2"/>
              <a:buNone/>
              <a:defRPr/>
            </a:pPr>
            <a:r>
              <a:rPr lang="en-US" sz="1800" b="0" kern="0" dirty="0">
                <a:latin typeface="+mn-lt"/>
                <a:cs typeface="+mn-cs"/>
              </a:rPr>
              <a:t>	</a:t>
            </a:r>
            <a:r>
              <a:rPr lang="en-US" sz="1800" b="0" i="1" kern="0" dirty="0">
                <a:latin typeface="+mn-lt"/>
                <a:cs typeface="+mn-cs"/>
              </a:rPr>
              <a:t>			       </a:t>
            </a:r>
            <a:r>
              <a:rPr lang="ru-RU" sz="1800" b="0" kern="0" dirty="0">
                <a:latin typeface="+mn-lt"/>
                <a:cs typeface="+mn-cs"/>
              </a:rPr>
              <a:t>following condition: for every </a:t>
            </a:r>
            <a:r>
              <a:rPr lang="en-US" sz="1800" b="0" kern="0" dirty="0">
                <a:latin typeface="+mn-lt"/>
                <a:cs typeface="+mn-cs"/>
              </a:rPr>
              <a:t>pair of</a:t>
            </a:r>
            <a:endParaRPr lang="ru-RU" sz="1800" b="0" kern="0" dirty="0">
              <a:solidFill>
                <a:srgbClr val="0000FF"/>
              </a:solidFill>
              <a:latin typeface="+mn-lt"/>
              <a:cs typeface="+mn-cs"/>
            </a:endParaRPr>
          </a:p>
          <a:p>
            <a:pPr marL="344488" indent="-344488">
              <a:spcBef>
                <a:spcPct val="20000"/>
              </a:spcBef>
              <a:buClr>
                <a:schemeClr val="accent1"/>
              </a:buClr>
              <a:buSzPct val="65000"/>
              <a:buFont typeface="Wingdings" pitchFamily="2" charset="2"/>
              <a:buNone/>
              <a:defRPr/>
            </a:pPr>
            <a:r>
              <a:rPr lang="en-US" sz="1800" b="0" kern="0" dirty="0">
                <a:latin typeface="+mn-lt"/>
                <a:cs typeface="+mn-cs"/>
              </a:rPr>
              <a:t>	</a:t>
            </a:r>
            <a:r>
              <a:rPr lang="en-US" b="0" kern="0" dirty="0">
                <a:latin typeface="+mn-lt"/>
                <a:cs typeface="+mn-cs"/>
              </a:rPr>
              <a:t>		</a:t>
            </a:r>
            <a:r>
              <a:rPr lang="en-US" sz="1800" b="0" kern="0" dirty="0">
                <a:latin typeface="+mn-lt"/>
                <a:cs typeface="+mn-cs"/>
              </a:rPr>
              <a:t>	       opposite values of arguments takes</a:t>
            </a:r>
          </a:p>
          <a:p>
            <a:pPr marL="344488" indent="-344488">
              <a:spcBef>
                <a:spcPct val="20000"/>
              </a:spcBef>
              <a:buClr>
                <a:schemeClr val="accent1"/>
              </a:buClr>
              <a:buSzPct val="65000"/>
              <a:buFont typeface="Wingdings" pitchFamily="2" charset="2"/>
              <a:buNone/>
              <a:defRPr/>
            </a:pPr>
            <a:r>
              <a:rPr lang="en-US" sz="1800" b="0" kern="0" dirty="0">
                <a:latin typeface="+mn-lt"/>
                <a:cs typeface="+mn-cs"/>
              </a:rPr>
              <a:t>				        opposite value.</a:t>
            </a:r>
          </a:p>
          <a:p>
            <a:pPr marL="344488" indent="-344488">
              <a:spcBef>
                <a:spcPct val="20000"/>
              </a:spcBef>
              <a:buClr>
                <a:schemeClr val="accent1"/>
              </a:buClr>
              <a:buSzPct val="65000"/>
              <a:buFont typeface="Wingdings" pitchFamily="2" charset="2"/>
              <a:buNone/>
              <a:defRPr/>
            </a:pPr>
            <a:r>
              <a:rPr lang="en-US" sz="1800" b="0" kern="0" dirty="0">
                <a:latin typeface="+mn-lt"/>
                <a:cs typeface="+mn-cs"/>
              </a:rPr>
              <a:t>				        In other words, for any (</a:t>
            </a:r>
            <a:r>
              <a:rPr lang="en-US" sz="1800" b="0" kern="0" dirty="0">
                <a:latin typeface="+mn-lt"/>
                <a:cs typeface="+mn-cs"/>
                <a:sym typeface="Symbol" pitchFamily="18" charset="2"/>
              </a:rPr>
              <a:t></a:t>
            </a:r>
            <a:r>
              <a:rPr lang="en-US" sz="1800" b="0" kern="0" baseline="-25000" dirty="0">
                <a:latin typeface="+mn-lt"/>
                <a:cs typeface="+mn-cs"/>
                <a:sym typeface="Symbol" pitchFamily="18" charset="2"/>
              </a:rPr>
              <a:t>1</a:t>
            </a:r>
            <a:r>
              <a:rPr lang="en-US" sz="1800" b="0" kern="0" dirty="0">
                <a:latin typeface="+mn-lt"/>
                <a:cs typeface="+mn-cs"/>
                <a:sym typeface="Symbol" pitchFamily="18" charset="2"/>
              </a:rPr>
              <a:t>,</a:t>
            </a:r>
            <a:r>
              <a:rPr lang="en-US" sz="1800" b="0" kern="0" baseline="-25000" dirty="0">
                <a:latin typeface="+mn-lt"/>
                <a:cs typeface="+mn-cs"/>
                <a:sym typeface="Symbol" pitchFamily="18" charset="2"/>
              </a:rPr>
              <a:t>2</a:t>
            </a:r>
            <a:r>
              <a:rPr lang="en-US" sz="1800" b="0" kern="0" dirty="0">
                <a:latin typeface="+mn-lt"/>
                <a:cs typeface="+mn-cs"/>
                <a:sym typeface="Symbol" pitchFamily="18" charset="2"/>
              </a:rPr>
              <a:t>, ... </a:t>
            </a:r>
            <a:r>
              <a:rPr lang="en-US" sz="1800" b="0" kern="0" baseline="-25000" dirty="0">
                <a:latin typeface="+mn-lt"/>
                <a:cs typeface="+mn-cs"/>
                <a:sym typeface="Symbol" pitchFamily="18" charset="2"/>
              </a:rPr>
              <a:t>n</a:t>
            </a:r>
            <a:r>
              <a:rPr lang="en-US" sz="1800" b="0" kern="0" dirty="0">
                <a:latin typeface="+mn-lt"/>
                <a:cs typeface="+mn-cs"/>
                <a:sym typeface="Symbol" pitchFamily="18" charset="2"/>
              </a:rPr>
              <a:t>)</a:t>
            </a:r>
          </a:p>
          <a:p>
            <a:pPr marL="344488" indent="-344488">
              <a:spcBef>
                <a:spcPct val="20000"/>
              </a:spcBef>
              <a:buClr>
                <a:schemeClr val="accent1"/>
              </a:buClr>
              <a:buSzPct val="65000"/>
              <a:buFont typeface="Wingdings" pitchFamily="2" charset="2"/>
              <a:buNone/>
              <a:defRPr/>
            </a:pPr>
            <a:r>
              <a:rPr lang="en-US" sz="1800" b="0" kern="0" dirty="0">
                <a:latin typeface="+mn-lt"/>
                <a:cs typeface="+mn-cs"/>
                <a:sym typeface="Symbol" pitchFamily="18" charset="2"/>
              </a:rPr>
              <a:t>				        f(</a:t>
            </a:r>
            <a:r>
              <a:rPr lang="en-US" sz="1800" b="0" kern="0" baseline="-25000" dirty="0">
                <a:latin typeface="+mn-lt"/>
                <a:cs typeface="+mn-cs"/>
                <a:sym typeface="Symbol" pitchFamily="18" charset="2"/>
              </a:rPr>
              <a:t>1</a:t>
            </a:r>
            <a:r>
              <a:rPr lang="en-US" sz="1800" b="0" kern="0" dirty="0">
                <a:latin typeface="+mn-lt"/>
                <a:cs typeface="+mn-cs"/>
                <a:sym typeface="Symbol" pitchFamily="18" charset="2"/>
              </a:rPr>
              <a:t>, </a:t>
            </a:r>
            <a:r>
              <a:rPr lang="en-US" sz="1800" b="0" kern="0" baseline="-25000" dirty="0">
                <a:latin typeface="+mn-lt"/>
                <a:cs typeface="+mn-cs"/>
                <a:sym typeface="Symbol" pitchFamily="18" charset="2"/>
              </a:rPr>
              <a:t>2</a:t>
            </a:r>
            <a:r>
              <a:rPr lang="en-US" sz="1800" b="0" kern="0" dirty="0">
                <a:latin typeface="+mn-lt"/>
                <a:cs typeface="+mn-cs"/>
                <a:sym typeface="Symbol" pitchFamily="18" charset="2"/>
              </a:rPr>
              <a:t>,… </a:t>
            </a:r>
            <a:r>
              <a:rPr lang="en-US" sz="1800" b="0" kern="0" baseline="-25000" dirty="0">
                <a:latin typeface="+mn-lt"/>
                <a:cs typeface="+mn-cs"/>
                <a:sym typeface="Symbol" pitchFamily="18" charset="2"/>
              </a:rPr>
              <a:t>n</a:t>
            </a:r>
            <a:r>
              <a:rPr lang="en-US" sz="1800" b="0" kern="0" dirty="0">
                <a:latin typeface="+mn-lt"/>
                <a:cs typeface="+mn-cs"/>
                <a:sym typeface="Symbol" pitchFamily="18" charset="2"/>
              </a:rPr>
              <a:t>) = f(</a:t>
            </a:r>
            <a:r>
              <a:rPr lang="en-US" sz="1800" b="0" kern="0" baseline="-25000" dirty="0">
                <a:latin typeface="+mn-lt"/>
                <a:cs typeface="+mn-cs"/>
                <a:sym typeface="Symbol" pitchFamily="18" charset="2"/>
              </a:rPr>
              <a:t>1</a:t>
            </a:r>
            <a:r>
              <a:rPr lang="en-US" sz="1800" b="0" kern="0" dirty="0">
                <a:latin typeface="+mn-lt"/>
                <a:cs typeface="+mn-cs"/>
                <a:sym typeface="Symbol" pitchFamily="18" charset="2"/>
              </a:rPr>
              <a:t>, </a:t>
            </a:r>
            <a:r>
              <a:rPr lang="en-US" sz="1800" b="0" kern="0" baseline="-25000" dirty="0">
                <a:latin typeface="+mn-lt"/>
                <a:cs typeface="+mn-cs"/>
                <a:sym typeface="Symbol" pitchFamily="18" charset="2"/>
              </a:rPr>
              <a:t>2</a:t>
            </a:r>
            <a:r>
              <a:rPr lang="en-US" sz="1800" b="0" kern="0" dirty="0">
                <a:latin typeface="+mn-lt"/>
                <a:cs typeface="+mn-cs"/>
                <a:sym typeface="Symbol" pitchFamily="18" charset="2"/>
              </a:rPr>
              <a:t>,… </a:t>
            </a:r>
            <a:r>
              <a:rPr lang="en-US" sz="1800" b="0" kern="0" baseline="-25000" dirty="0">
                <a:latin typeface="+mn-lt"/>
                <a:cs typeface="+mn-cs"/>
                <a:sym typeface="Symbol" pitchFamily="18" charset="2"/>
              </a:rPr>
              <a:t>n</a:t>
            </a:r>
            <a:r>
              <a:rPr lang="en-US" sz="1800" b="0" kern="0" dirty="0">
                <a:latin typeface="+mn-lt"/>
                <a:cs typeface="+mn-cs"/>
                <a:sym typeface="Symbol" pitchFamily="18" charset="2"/>
              </a:rPr>
              <a:t>) </a:t>
            </a:r>
          </a:p>
          <a:p>
            <a:pPr marL="344488" indent="-344488">
              <a:spcBef>
                <a:spcPct val="20000"/>
              </a:spcBef>
              <a:buClr>
                <a:schemeClr val="accent1"/>
              </a:buClr>
              <a:buSzPct val="65000"/>
              <a:buFont typeface="Wingdings" pitchFamily="2" charset="2"/>
              <a:buNone/>
              <a:defRPr/>
            </a:pPr>
            <a:endParaRPr lang="en-US" sz="1800" b="0" kern="0" dirty="0">
              <a:latin typeface="+mn-lt"/>
              <a:cs typeface="+mn-cs"/>
              <a:sym typeface="Symbol" pitchFamily="18" charset="2"/>
            </a:endParaRPr>
          </a:p>
          <a:p>
            <a:pPr marL="344488" indent="-344488">
              <a:spcBef>
                <a:spcPct val="20000"/>
              </a:spcBef>
              <a:buClr>
                <a:schemeClr val="accent1"/>
              </a:buClr>
              <a:buSzPct val="65000"/>
              <a:buFont typeface="Wingdings" pitchFamily="2" charset="2"/>
              <a:buNone/>
              <a:defRPr/>
            </a:pPr>
            <a:r>
              <a:rPr lang="en-US" sz="1800" b="0" kern="0" dirty="0">
                <a:latin typeface="+mn-lt"/>
                <a:cs typeface="+mn-cs"/>
              </a:rPr>
              <a:t>                                          </a:t>
            </a:r>
            <a:endParaRPr lang="ru-RU" sz="1800" b="0" kern="0" dirty="0">
              <a:latin typeface="+mn-lt"/>
              <a:cs typeface="+mn-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4">
            <a:extLst>
              <a:ext uri="{FF2B5EF4-FFF2-40B4-BE49-F238E27FC236}">
                <a16:creationId xmlns:a16="http://schemas.microsoft.com/office/drawing/2014/main" id="{F31B0ABA-0229-83E0-629C-50584F7E6A83}"/>
              </a:ext>
            </a:extLst>
          </p:cNvPr>
          <p:cNvSpPr>
            <a:spLocks noGrp="1" noChangeArrowheads="1"/>
          </p:cNvSpPr>
          <p:nvPr>
            <p:ph type="title"/>
          </p:nvPr>
        </p:nvSpPr>
        <p:spPr>
          <a:xfrm>
            <a:off x="-1" y="183402"/>
            <a:ext cx="11612880" cy="704088"/>
          </a:xfrm>
        </p:spPr>
        <p:txBody>
          <a:bodyPr>
            <a:normAutofit/>
          </a:bodyPr>
          <a:lstStyle/>
          <a:p>
            <a:r>
              <a:rPr lang="en-US" altLang="en-US"/>
              <a:t>Functional Completeness (3)</a:t>
            </a:r>
            <a:endParaRPr lang="ru-RU" altLang="en-US" dirty="0"/>
          </a:p>
        </p:txBody>
      </p:sp>
      <p:sp>
        <p:nvSpPr>
          <p:cNvPr id="40963" name="Content Placeholder 5">
            <a:extLst>
              <a:ext uri="{FF2B5EF4-FFF2-40B4-BE49-F238E27FC236}">
                <a16:creationId xmlns:a16="http://schemas.microsoft.com/office/drawing/2014/main" id="{F66C3EBB-26A6-9A96-ABC4-81695E5BF0DA}"/>
              </a:ext>
            </a:extLst>
          </p:cNvPr>
          <p:cNvSpPr>
            <a:spLocks noGrp="1" noChangeArrowheads="1"/>
          </p:cNvSpPr>
          <p:nvPr>
            <p:ph type="body" sz="quarter" idx="10"/>
          </p:nvPr>
        </p:nvSpPr>
        <p:spPr>
          <a:xfrm>
            <a:off x="457200" y="1188720"/>
            <a:ext cx="11277922" cy="5185186"/>
          </a:xfrm>
        </p:spPr>
        <p:txBody>
          <a:bodyPr/>
          <a:lstStyle/>
          <a:p>
            <a:r>
              <a:rPr lang="en-US" altLang="en-US" dirty="0"/>
              <a:t>These five classes have the following common property:</a:t>
            </a:r>
          </a:p>
          <a:p>
            <a:r>
              <a:rPr lang="en-US" altLang="en-US" dirty="0"/>
              <a:t>Applying operations of superposition and substitution within some class, we can obtain the functions that belong to the same class. These five classes are closed.</a:t>
            </a:r>
          </a:p>
          <a:p>
            <a:endParaRPr lang="en-US" altLang="en-US" dirty="0"/>
          </a:p>
          <a:p>
            <a:r>
              <a:rPr lang="en-US" altLang="en-US" dirty="0"/>
              <a:t>Theorem (Post's Functional Completeness Theorem):</a:t>
            </a:r>
          </a:p>
          <a:p>
            <a:r>
              <a:rPr lang="en-US" altLang="en-US" dirty="0"/>
              <a:t>A set N of Boolean functions is functionally complete if and only if  for each of the five defined classes, there is a member of N which does not belong to that class.</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4">
            <a:extLst>
              <a:ext uri="{FF2B5EF4-FFF2-40B4-BE49-F238E27FC236}">
                <a16:creationId xmlns:a16="http://schemas.microsoft.com/office/drawing/2014/main" id="{99CF868F-2E5F-CA47-9CAD-E3BD44D26909}"/>
              </a:ext>
            </a:extLst>
          </p:cNvPr>
          <p:cNvSpPr>
            <a:spLocks noGrp="1" noChangeArrowheads="1"/>
          </p:cNvSpPr>
          <p:nvPr>
            <p:ph type="title"/>
          </p:nvPr>
        </p:nvSpPr>
        <p:spPr>
          <a:xfrm>
            <a:off x="-1" y="183402"/>
            <a:ext cx="11612880" cy="704088"/>
          </a:xfrm>
        </p:spPr>
        <p:txBody>
          <a:bodyPr>
            <a:normAutofit/>
          </a:bodyPr>
          <a:lstStyle/>
          <a:p>
            <a:r>
              <a:rPr lang="en-US" altLang="en-US"/>
              <a:t>Functional Completeness (4)</a:t>
            </a:r>
            <a:endParaRPr lang="ru-RU" altLang="en-US" dirty="0"/>
          </a:p>
        </p:txBody>
      </p:sp>
      <p:sp>
        <p:nvSpPr>
          <p:cNvPr id="21507" name="Content Placeholder 5">
            <a:extLst>
              <a:ext uri="{FF2B5EF4-FFF2-40B4-BE49-F238E27FC236}">
                <a16:creationId xmlns:a16="http://schemas.microsoft.com/office/drawing/2014/main" id="{0636C46B-B033-4422-BDBE-B7F19A426079}"/>
              </a:ext>
            </a:extLst>
          </p:cNvPr>
          <p:cNvSpPr>
            <a:spLocks noGrp="1"/>
          </p:cNvSpPr>
          <p:nvPr>
            <p:ph type="body" sz="quarter" idx="10"/>
          </p:nvPr>
        </p:nvSpPr>
        <p:spPr>
          <a:xfrm>
            <a:off x="457200" y="1188720"/>
            <a:ext cx="11277922" cy="5185186"/>
          </a:xfrm>
        </p:spPr>
        <p:txBody>
          <a:bodyPr/>
          <a:lstStyle/>
          <a:p>
            <a:r>
              <a:rPr lang="en-US" dirty="0"/>
              <a:t>It is necessary and sufficient:</a:t>
            </a:r>
          </a:p>
          <a:p>
            <a:pPr lvl="1"/>
            <a:r>
              <a:rPr lang="en-US" dirty="0"/>
              <a:t> N should contain at least one non “0”-preserving function (N</a:t>
            </a:r>
            <a:r>
              <a:rPr lang="en-US" dirty="0">
                <a:sym typeface="Symbol" pitchFamily="18" charset="2"/>
              </a:rPr>
              <a:t>C1).</a:t>
            </a:r>
          </a:p>
          <a:p>
            <a:pPr lvl="1"/>
            <a:r>
              <a:rPr lang="en-US" dirty="0"/>
              <a:t> N should contain at least one non “1”-preserving function (N</a:t>
            </a:r>
            <a:r>
              <a:rPr lang="en-US" dirty="0">
                <a:sym typeface="Symbol" pitchFamily="18" charset="2"/>
              </a:rPr>
              <a:t>C2).</a:t>
            </a:r>
          </a:p>
          <a:p>
            <a:pPr lvl="1"/>
            <a:r>
              <a:rPr lang="en-US" dirty="0"/>
              <a:t>N should contain at least one non linear function (N</a:t>
            </a:r>
            <a:r>
              <a:rPr lang="en-US" dirty="0">
                <a:sym typeface="Symbol" pitchFamily="18" charset="2"/>
              </a:rPr>
              <a:t>C3).</a:t>
            </a:r>
          </a:p>
          <a:p>
            <a:pPr lvl="1"/>
            <a:r>
              <a:rPr lang="en-US" dirty="0"/>
              <a:t> N should contain at least one non monotonous function (N</a:t>
            </a:r>
            <a:r>
              <a:rPr lang="en-US" dirty="0">
                <a:sym typeface="Symbol" pitchFamily="18" charset="2"/>
              </a:rPr>
              <a:t>C4).</a:t>
            </a:r>
          </a:p>
          <a:p>
            <a:pPr lvl="1"/>
            <a:r>
              <a:rPr lang="en-US" dirty="0"/>
              <a:t> N should contain at least one non self-dual function (N</a:t>
            </a:r>
            <a:r>
              <a:rPr lang="en-US" dirty="0">
                <a:sym typeface="Symbol" pitchFamily="18" charset="2"/>
              </a:rPr>
              <a:t>C5)</a:t>
            </a:r>
          </a:p>
          <a:p>
            <a:pPr lvl="1"/>
            <a:endParaRPr lang="en-US" dirty="0"/>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4">
            <a:extLst>
              <a:ext uri="{FF2B5EF4-FFF2-40B4-BE49-F238E27FC236}">
                <a16:creationId xmlns:a16="http://schemas.microsoft.com/office/drawing/2014/main" id="{FDE5DC2C-CC58-299E-1B68-623D0ACD6BFC}"/>
              </a:ext>
            </a:extLst>
          </p:cNvPr>
          <p:cNvSpPr>
            <a:spLocks noGrp="1" noChangeArrowheads="1"/>
          </p:cNvSpPr>
          <p:nvPr>
            <p:ph type="title"/>
          </p:nvPr>
        </p:nvSpPr>
        <p:spPr>
          <a:xfrm>
            <a:off x="-1" y="183402"/>
            <a:ext cx="11612880" cy="704088"/>
          </a:xfrm>
        </p:spPr>
        <p:txBody>
          <a:bodyPr>
            <a:normAutofit/>
          </a:bodyPr>
          <a:lstStyle/>
          <a:p>
            <a:r>
              <a:rPr lang="en-US" altLang="en-US"/>
              <a:t>Examples of Bases</a:t>
            </a:r>
            <a:endParaRPr lang="ru-RU" altLang="en-US" dirty="0"/>
          </a:p>
        </p:txBody>
      </p:sp>
      <p:sp>
        <p:nvSpPr>
          <p:cNvPr id="6" name="Content Placeholder 5">
            <a:extLst>
              <a:ext uri="{FF2B5EF4-FFF2-40B4-BE49-F238E27FC236}">
                <a16:creationId xmlns:a16="http://schemas.microsoft.com/office/drawing/2014/main" id="{C41B7D6F-1353-4AA2-A1A5-A71EBD966E7C}"/>
              </a:ext>
            </a:extLst>
          </p:cNvPr>
          <p:cNvSpPr>
            <a:spLocks noGrp="1"/>
          </p:cNvSpPr>
          <p:nvPr>
            <p:ph type="body" sz="quarter" idx="10"/>
          </p:nvPr>
        </p:nvSpPr>
        <p:spPr>
          <a:xfrm>
            <a:off x="457200" y="1188720"/>
            <a:ext cx="11277922" cy="5185186"/>
          </a:xfrm>
        </p:spPr>
        <p:txBody>
          <a:bodyPr/>
          <a:lstStyle/>
          <a:p>
            <a:r>
              <a:rPr lang="en-US"/>
              <a:t>Basis: AND, OR, NOT</a:t>
            </a:r>
          </a:p>
          <a:p>
            <a:pPr lvl="1"/>
            <a:r>
              <a:rPr lang="en-US"/>
              <a:t> Minimal bases:</a:t>
            </a:r>
          </a:p>
          <a:p>
            <a:pPr lvl="1"/>
            <a:r>
              <a:rPr lang="en-US"/>
              <a:t> NAND</a:t>
            </a:r>
          </a:p>
          <a:p>
            <a:pPr lvl="1"/>
            <a:r>
              <a:rPr lang="en-US"/>
              <a:t> NOR</a:t>
            </a:r>
          </a:p>
          <a:p>
            <a:pPr lvl="1"/>
            <a:r>
              <a:rPr lang="en-US"/>
              <a:t> AND, XOR, Const.”1”</a:t>
            </a:r>
          </a:p>
          <a:p>
            <a:pPr lvl="1"/>
            <a:r>
              <a:rPr lang="en-US"/>
              <a:t> Implication, NOT </a:t>
            </a:r>
          </a:p>
          <a:p>
            <a:pPr lvl="1"/>
            <a:r>
              <a:rPr lang="en-US"/>
              <a:t> Implication, OR, const 0 (basis of Hilbert)</a:t>
            </a:r>
          </a:p>
          <a:p>
            <a:pPr lvl="1"/>
            <a:r>
              <a:rPr lang="en-US"/>
              <a:t>Minimal basis contains maximum  from 3 up 5 functions.</a:t>
            </a:r>
            <a:endParaRPr lang="ru-RU"/>
          </a:p>
          <a:p>
            <a:endParaRPr lang="ru-RU" dirty="0"/>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870" name="Group 222">
            <a:extLst>
              <a:ext uri="{FF2B5EF4-FFF2-40B4-BE49-F238E27FC236}">
                <a16:creationId xmlns:a16="http://schemas.microsoft.com/office/drawing/2014/main" id="{AFBB7D3C-38FB-47CB-BF69-9353700D9E0B}"/>
              </a:ext>
            </a:extLst>
          </p:cNvPr>
          <p:cNvGraphicFramePr>
            <a:graphicFrameLocks noGrp="1"/>
          </p:cNvGraphicFramePr>
          <p:nvPr>
            <p:extLst>
              <p:ext uri="{D42A27DB-BD31-4B8C-83A1-F6EECF244321}">
                <p14:modId xmlns:p14="http://schemas.microsoft.com/office/powerpoint/2010/main" val="2901594572"/>
              </p:ext>
            </p:extLst>
          </p:nvPr>
        </p:nvGraphicFramePr>
        <p:xfrm>
          <a:off x="1023257" y="1066800"/>
          <a:ext cx="9035142" cy="5312228"/>
        </p:xfrm>
        <a:graphic>
          <a:graphicData uri="http://schemas.openxmlformats.org/drawingml/2006/table">
            <a:tbl>
              <a:tblPr/>
              <a:tblGrid>
                <a:gridCol w="581398">
                  <a:extLst>
                    <a:ext uri="{9D8B030D-6E8A-4147-A177-3AD203B41FA5}">
                      <a16:colId xmlns:a16="http://schemas.microsoft.com/office/drawing/2014/main" val="20000"/>
                    </a:ext>
                  </a:extLst>
                </a:gridCol>
                <a:gridCol w="644594">
                  <a:extLst>
                    <a:ext uri="{9D8B030D-6E8A-4147-A177-3AD203B41FA5}">
                      <a16:colId xmlns:a16="http://schemas.microsoft.com/office/drawing/2014/main" val="20001"/>
                    </a:ext>
                  </a:extLst>
                </a:gridCol>
                <a:gridCol w="752928">
                  <a:extLst>
                    <a:ext uri="{9D8B030D-6E8A-4147-A177-3AD203B41FA5}">
                      <a16:colId xmlns:a16="http://schemas.microsoft.com/office/drawing/2014/main" val="20002"/>
                    </a:ext>
                  </a:extLst>
                </a:gridCol>
                <a:gridCol w="624732">
                  <a:extLst>
                    <a:ext uri="{9D8B030D-6E8A-4147-A177-3AD203B41FA5}">
                      <a16:colId xmlns:a16="http://schemas.microsoft.com/office/drawing/2014/main" val="20003"/>
                    </a:ext>
                  </a:extLst>
                </a:gridCol>
                <a:gridCol w="1397522">
                  <a:extLst>
                    <a:ext uri="{9D8B030D-6E8A-4147-A177-3AD203B41FA5}">
                      <a16:colId xmlns:a16="http://schemas.microsoft.com/office/drawing/2014/main" val="20004"/>
                    </a:ext>
                  </a:extLst>
                </a:gridCol>
                <a:gridCol w="1966282">
                  <a:extLst>
                    <a:ext uri="{9D8B030D-6E8A-4147-A177-3AD203B41FA5}">
                      <a16:colId xmlns:a16="http://schemas.microsoft.com/office/drawing/2014/main" val="20005"/>
                    </a:ext>
                  </a:extLst>
                </a:gridCol>
                <a:gridCol w="659037">
                  <a:extLst>
                    <a:ext uri="{9D8B030D-6E8A-4147-A177-3AD203B41FA5}">
                      <a16:colId xmlns:a16="http://schemas.microsoft.com/office/drawing/2014/main" val="20006"/>
                    </a:ext>
                  </a:extLst>
                </a:gridCol>
                <a:gridCol w="579593">
                  <a:extLst>
                    <a:ext uri="{9D8B030D-6E8A-4147-A177-3AD203B41FA5}">
                      <a16:colId xmlns:a16="http://schemas.microsoft.com/office/drawing/2014/main" val="20007"/>
                    </a:ext>
                  </a:extLst>
                </a:gridCol>
                <a:gridCol w="603065">
                  <a:extLst>
                    <a:ext uri="{9D8B030D-6E8A-4147-A177-3AD203B41FA5}">
                      <a16:colId xmlns:a16="http://schemas.microsoft.com/office/drawing/2014/main" val="20008"/>
                    </a:ext>
                  </a:extLst>
                </a:gridCol>
                <a:gridCol w="622926">
                  <a:extLst>
                    <a:ext uri="{9D8B030D-6E8A-4147-A177-3AD203B41FA5}">
                      <a16:colId xmlns:a16="http://schemas.microsoft.com/office/drawing/2014/main" val="20009"/>
                    </a:ext>
                  </a:extLst>
                </a:gridCol>
                <a:gridCol w="603065">
                  <a:extLst>
                    <a:ext uri="{9D8B030D-6E8A-4147-A177-3AD203B41FA5}">
                      <a16:colId xmlns:a16="http://schemas.microsoft.com/office/drawing/2014/main" val="20010"/>
                    </a:ext>
                  </a:extLst>
                </a:gridCol>
              </a:tblGrid>
              <a:tr h="31248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a:ln>
                            <a:noFill/>
                          </a:ln>
                          <a:solidFill>
                            <a:schemeClr val="bg1"/>
                          </a:solidFill>
                          <a:effectLst/>
                          <a:latin typeface="Arial" charset="0"/>
                          <a:cs typeface="Arial" charset="0"/>
                        </a:rPr>
                        <a:t>00</a:t>
                      </a:r>
                      <a:endParaRPr kumimoji="0" lang="ru-RU" sz="1200" b="0" i="0" u="none" strike="noStrike" cap="none" normalizeH="0" baseline="0" dirty="0">
                        <a:ln>
                          <a:noFill/>
                        </a:ln>
                        <a:solidFill>
                          <a:schemeClr val="bg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bg1"/>
                          </a:solidFill>
                          <a:effectLst/>
                          <a:latin typeface="Arial" charset="0"/>
                          <a:cs typeface="Arial" charset="0"/>
                        </a:rPr>
                        <a:t>01</a:t>
                      </a:r>
                      <a:endParaRPr kumimoji="0" lang="ru-RU" sz="1200" b="0" i="0" u="none" strike="noStrike" cap="none" normalizeH="0" baseline="0">
                        <a:ln>
                          <a:noFill/>
                        </a:ln>
                        <a:solidFill>
                          <a:schemeClr val="bg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a:ln>
                            <a:noFill/>
                          </a:ln>
                          <a:solidFill>
                            <a:schemeClr val="bg1"/>
                          </a:solidFill>
                          <a:effectLst/>
                          <a:latin typeface="Arial" charset="0"/>
                          <a:cs typeface="Arial" charset="0"/>
                        </a:rPr>
                        <a:t>10</a:t>
                      </a:r>
                      <a:endParaRPr kumimoji="0" lang="ru-RU" sz="1200" b="0" i="0" u="none" strike="noStrike" cap="none" normalizeH="0" baseline="0" dirty="0">
                        <a:ln>
                          <a:noFill/>
                        </a:ln>
                        <a:solidFill>
                          <a:schemeClr val="bg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a:ln>
                            <a:noFill/>
                          </a:ln>
                          <a:solidFill>
                            <a:schemeClr val="bg1"/>
                          </a:solidFill>
                          <a:effectLst/>
                          <a:latin typeface="Arial" charset="0"/>
                          <a:cs typeface="Arial" charset="0"/>
                        </a:rPr>
                        <a:t>11</a:t>
                      </a:r>
                      <a:endParaRPr kumimoji="0" lang="ru-RU" sz="1200" b="0" i="0" u="none" strike="noStrike" cap="none" normalizeH="0" baseline="0" dirty="0">
                        <a:ln>
                          <a:noFill/>
                        </a:ln>
                        <a:solidFill>
                          <a:schemeClr val="bg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bg1"/>
                          </a:solidFill>
                          <a:effectLst/>
                          <a:latin typeface="Arial" charset="0"/>
                          <a:cs typeface="Arial" charset="0"/>
                        </a:rPr>
                        <a:t>Formula</a:t>
                      </a:r>
                      <a:endParaRPr kumimoji="0" lang="ru-RU" sz="1200" b="0" i="0" u="none" strike="noStrike" cap="none" normalizeH="0" baseline="0">
                        <a:ln>
                          <a:noFill/>
                        </a:ln>
                        <a:solidFill>
                          <a:schemeClr val="bg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bg1"/>
                          </a:solidFill>
                          <a:effectLst/>
                          <a:latin typeface="Arial" charset="0"/>
                          <a:cs typeface="Arial" charset="0"/>
                        </a:rPr>
                        <a:t>Function</a:t>
                      </a:r>
                      <a:endParaRPr kumimoji="0" lang="ru-RU" sz="1200" b="0" i="0" u="none" strike="noStrike" cap="none" normalizeH="0" baseline="0">
                        <a:ln>
                          <a:noFill/>
                        </a:ln>
                        <a:solidFill>
                          <a:schemeClr val="bg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bg1"/>
                          </a:solidFill>
                          <a:effectLst/>
                          <a:latin typeface="Arial" charset="0"/>
                          <a:cs typeface="Arial" charset="0"/>
                        </a:rPr>
                        <a:t>C1</a:t>
                      </a:r>
                      <a:endParaRPr kumimoji="0" lang="ru-RU" sz="1200" b="0" i="0" u="none" strike="noStrike" cap="none" normalizeH="0" baseline="0">
                        <a:ln>
                          <a:noFill/>
                        </a:ln>
                        <a:solidFill>
                          <a:schemeClr val="bg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bg1"/>
                          </a:solidFill>
                          <a:effectLst/>
                          <a:latin typeface="Arial" charset="0"/>
                          <a:cs typeface="Arial" charset="0"/>
                        </a:rPr>
                        <a:t>C2</a:t>
                      </a:r>
                      <a:endParaRPr kumimoji="0" lang="ru-RU" sz="1200" b="0" i="0" u="none" strike="noStrike" cap="none" normalizeH="0" baseline="0">
                        <a:ln>
                          <a:noFill/>
                        </a:ln>
                        <a:solidFill>
                          <a:schemeClr val="bg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bg1"/>
                          </a:solidFill>
                          <a:effectLst/>
                          <a:latin typeface="Arial" charset="0"/>
                          <a:cs typeface="Arial" charset="0"/>
                        </a:rPr>
                        <a:t>C3</a:t>
                      </a:r>
                      <a:endParaRPr kumimoji="0" lang="ru-RU" sz="1200" b="0" i="0" u="none" strike="noStrike" cap="none" normalizeH="0" baseline="0">
                        <a:ln>
                          <a:noFill/>
                        </a:ln>
                        <a:solidFill>
                          <a:schemeClr val="bg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bg1"/>
                          </a:solidFill>
                          <a:effectLst/>
                          <a:latin typeface="Arial" charset="0"/>
                          <a:cs typeface="Arial" charset="0"/>
                        </a:rPr>
                        <a:t>C4</a:t>
                      </a:r>
                      <a:endParaRPr kumimoji="0" lang="ru-RU" sz="1200" b="0" i="0" u="none" strike="noStrike" cap="none" normalizeH="0" baseline="0">
                        <a:ln>
                          <a:noFill/>
                        </a:ln>
                        <a:solidFill>
                          <a:schemeClr val="bg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a:ln>
                            <a:noFill/>
                          </a:ln>
                          <a:solidFill>
                            <a:schemeClr val="bg1"/>
                          </a:solidFill>
                          <a:effectLst/>
                          <a:latin typeface="Arial" charset="0"/>
                          <a:cs typeface="Arial" charset="0"/>
                        </a:rPr>
                        <a:t>C5</a:t>
                      </a:r>
                      <a:endParaRPr kumimoji="0" lang="ru-RU" sz="1200" b="0" i="0" u="none" strike="noStrike" cap="none" normalizeH="0" baseline="0" dirty="0">
                        <a:ln>
                          <a:noFill/>
                        </a:ln>
                        <a:solidFill>
                          <a:schemeClr val="bg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1248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0</a:t>
                      </a: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0</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0</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0</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y= 0</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Const.”0”</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x</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x</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x</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ru-RU" sz="1200" b="0" i="0" u="none" strike="noStrike" cap="none" normalizeH="0" baseline="0" dirty="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r h="31248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0</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0</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0</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1</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y = x</a:t>
                      </a:r>
                      <a:r>
                        <a:rPr kumimoji="0" lang="en-US" sz="1200" b="0" i="0" u="none" strike="noStrike" cap="none" normalizeH="0" baseline="-25000">
                          <a:ln>
                            <a:noFill/>
                          </a:ln>
                          <a:solidFill>
                            <a:schemeClr val="tx1"/>
                          </a:solidFill>
                          <a:effectLst/>
                          <a:latin typeface="Arial" charset="0"/>
                          <a:cs typeface="Arial" charset="0"/>
                        </a:rPr>
                        <a:t>1</a:t>
                      </a:r>
                      <a:r>
                        <a:rPr kumimoji="0" lang="en-US" sz="1200" b="0" i="0" u="none" strike="noStrike" cap="none" normalizeH="0" baseline="0">
                          <a:ln>
                            <a:noFill/>
                          </a:ln>
                          <a:solidFill>
                            <a:schemeClr val="tx1"/>
                          </a:solidFill>
                          <a:effectLst/>
                          <a:latin typeface="Arial" charset="0"/>
                          <a:cs typeface="Arial" charset="0"/>
                        </a:rPr>
                        <a:t>x</a:t>
                      </a:r>
                      <a:r>
                        <a:rPr kumimoji="0" lang="en-US" sz="1200" b="0" i="0" u="none" strike="noStrike" cap="none" normalizeH="0" baseline="-25000">
                          <a:ln>
                            <a:noFill/>
                          </a:ln>
                          <a:solidFill>
                            <a:schemeClr val="tx1"/>
                          </a:solidFill>
                          <a:effectLst/>
                          <a:latin typeface="Arial" charset="0"/>
                          <a:cs typeface="Arial" charset="0"/>
                        </a:rPr>
                        <a:t>2</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AND</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x</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x</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x</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ru-RU" sz="1200" b="0" i="0" u="none" strike="noStrike" cap="none" normalizeH="0" baseline="0" dirty="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2"/>
                  </a:ext>
                </a:extLst>
              </a:tr>
              <a:tr h="31248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0</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0</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cs typeface="Arial" charset="0"/>
                        </a:rPr>
                        <a:t>1</a:t>
                      </a:r>
                      <a:endParaRPr kumimoji="0" lang="ru-RU" sz="1200" b="0" i="0" u="none" strike="noStrike" cap="none" normalizeH="0" baseline="0" dirty="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0</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cs typeface="Arial" charset="0"/>
                        </a:rPr>
                        <a:t>y = x</a:t>
                      </a:r>
                      <a:r>
                        <a:rPr kumimoji="0" lang="en-US" sz="1200" b="0" i="0" u="none" strike="noStrike" cap="none" normalizeH="0" baseline="-25000" dirty="0">
                          <a:ln>
                            <a:noFill/>
                          </a:ln>
                          <a:solidFill>
                            <a:schemeClr val="tx1"/>
                          </a:solidFill>
                          <a:effectLst/>
                          <a:latin typeface="Arial" charset="0"/>
                          <a:cs typeface="Arial" charset="0"/>
                        </a:rPr>
                        <a:t>1</a:t>
                      </a:r>
                      <a:r>
                        <a:rPr kumimoji="0" lang="ru-RU" sz="1200" b="0" i="0" u="none" strike="noStrike" cap="none" normalizeH="0" baseline="-25000" dirty="0">
                          <a:ln>
                            <a:noFill/>
                          </a:ln>
                          <a:solidFill>
                            <a:schemeClr val="tx1"/>
                          </a:solidFill>
                          <a:effectLst/>
                          <a:latin typeface="Arial" charset="0"/>
                          <a:cs typeface="Arial" charset="0"/>
                        </a:rPr>
                        <a:t> </a:t>
                      </a:r>
                      <a:r>
                        <a:rPr kumimoji="0" lang="en-US" sz="1200" b="0" i="0" u="none" strike="noStrike" cap="none" normalizeH="0" baseline="0" dirty="0">
                          <a:ln>
                            <a:noFill/>
                          </a:ln>
                          <a:solidFill>
                            <a:schemeClr val="tx1"/>
                          </a:solidFill>
                          <a:effectLst/>
                          <a:latin typeface="Arial" charset="0"/>
                          <a:cs typeface="Arial" charset="0"/>
                        </a:rPr>
                        <a:t>~x</a:t>
                      </a:r>
                      <a:r>
                        <a:rPr kumimoji="0" lang="en-US" sz="1200" b="0" i="0" u="none" strike="noStrike" cap="none" normalizeH="0" baseline="-25000" dirty="0">
                          <a:ln>
                            <a:noFill/>
                          </a:ln>
                          <a:solidFill>
                            <a:schemeClr val="tx1"/>
                          </a:solidFill>
                          <a:effectLst/>
                          <a:latin typeface="Arial" charset="0"/>
                          <a:cs typeface="Arial" charset="0"/>
                        </a:rPr>
                        <a:t>2</a:t>
                      </a:r>
                      <a:endParaRPr kumimoji="0" lang="ru-RU" sz="1200" b="0" i="0" u="none" strike="noStrike" cap="none" normalizeH="0" baseline="-25000" dirty="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cs typeface="Arial" charset="0"/>
                        </a:rPr>
                        <a:t>x</a:t>
                      </a:r>
                      <a:r>
                        <a:rPr kumimoji="0" lang="en-US" sz="1200" b="0" i="0" u="none" strike="noStrike" cap="none" normalizeH="0" baseline="-25000" dirty="0">
                          <a:ln>
                            <a:noFill/>
                          </a:ln>
                          <a:solidFill>
                            <a:schemeClr val="tx1"/>
                          </a:solidFill>
                          <a:effectLst/>
                          <a:latin typeface="Arial" charset="0"/>
                          <a:cs typeface="Arial" charset="0"/>
                        </a:rPr>
                        <a:t>1</a:t>
                      </a:r>
                      <a:r>
                        <a:rPr kumimoji="0" lang="en-US" sz="1200" b="0" i="0" u="none" strike="noStrike" cap="none" normalizeH="0" baseline="0" dirty="0">
                          <a:ln>
                            <a:noFill/>
                          </a:ln>
                          <a:solidFill>
                            <a:schemeClr val="tx1"/>
                          </a:solidFill>
                          <a:effectLst/>
                          <a:latin typeface="Arial" charset="0"/>
                          <a:cs typeface="Arial" charset="0"/>
                          <a:sym typeface="Symbol" pitchFamily="18" charset="2"/>
                        </a:rPr>
                        <a:t>&gt;x</a:t>
                      </a:r>
                      <a:r>
                        <a:rPr kumimoji="0" lang="en-US" sz="1200" b="0" i="0" u="none" strike="noStrike" cap="none" normalizeH="0" baseline="-25000" dirty="0">
                          <a:ln>
                            <a:noFill/>
                          </a:ln>
                          <a:solidFill>
                            <a:schemeClr val="tx1"/>
                          </a:solidFill>
                          <a:effectLst/>
                          <a:latin typeface="Arial" charset="0"/>
                          <a:cs typeface="Arial" charset="0"/>
                          <a:sym typeface="Symbol" pitchFamily="18" charset="2"/>
                        </a:rPr>
                        <a:t>2</a:t>
                      </a:r>
                      <a:endParaRPr kumimoji="0" lang="en-US" sz="1200" b="0" i="0" u="none" strike="noStrike" cap="none" normalizeH="0" baseline="0" dirty="0">
                        <a:ln>
                          <a:noFill/>
                        </a:ln>
                        <a:solidFill>
                          <a:schemeClr val="tx1"/>
                        </a:solidFill>
                        <a:effectLst/>
                        <a:latin typeface="Arial" charset="0"/>
                        <a:cs typeface="Arial" charset="0"/>
                        <a:sym typeface="Symbol" pitchFamily="18" charset="2"/>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x</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r h="31248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0</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0</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1</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1</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y = x</a:t>
                      </a:r>
                      <a:r>
                        <a:rPr kumimoji="0" lang="en-US" sz="1200" b="0" i="0" u="none" strike="noStrike" cap="none" normalizeH="0" baseline="-25000">
                          <a:ln>
                            <a:noFill/>
                          </a:ln>
                          <a:solidFill>
                            <a:schemeClr val="tx1"/>
                          </a:solidFill>
                          <a:effectLst/>
                          <a:latin typeface="Arial" charset="0"/>
                          <a:cs typeface="Arial" charset="0"/>
                        </a:rPr>
                        <a:t>1</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Variable x</a:t>
                      </a:r>
                      <a:r>
                        <a:rPr kumimoji="0" lang="en-US" sz="1200" b="0" i="0" u="none" strike="noStrike" cap="none" normalizeH="0" baseline="-25000">
                          <a:ln>
                            <a:noFill/>
                          </a:ln>
                          <a:solidFill>
                            <a:schemeClr val="tx1"/>
                          </a:solidFill>
                          <a:effectLst/>
                          <a:latin typeface="Arial" charset="0"/>
                          <a:cs typeface="Arial" charset="0"/>
                        </a:rPr>
                        <a:t>1</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x</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x</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x</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x</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x</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4"/>
                  </a:ext>
                </a:extLst>
              </a:tr>
              <a:tr h="31248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0</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cs typeface="Arial" charset="0"/>
                        </a:rPr>
                        <a:t>1</a:t>
                      </a:r>
                      <a:endParaRPr kumimoji="0" lang="ru-RU" sz="1200" b="0" i="0" u="none" strike="noStrike" cap="none" normalizeH="0" baseline="0" dirty="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0</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0</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y = ~x</a:t>
                      </a:r>
                      <a:r>
                        <a:rPr kumimoji="0" lang="en-US" sz="1200" b="0" i="0" u="none" strike="noStrike" cap="none" normalizeH="0" baseline="-25000">
                          <a:ln>
                            <a:noFill/>
                          </a:ln>
                          <a:solidFill>
                            <a:schemeClr val="tx1"/>
                          </a:solidFill>
                          <a:effectLst/>
                          <a:latin typeface="Arial" charset="0"/>
                          <a:cs typeface="Arial" charset="0"/>
                        </a:rPr>
                        <a:t>1</a:t>
                      </a:r>
                      <a:r>
                        <a:rPr kumimoji="0" lang="en-US" sz="1200" b="0" i="0" u="none" strike="noStrike" cap="none" normalizeH="0" baseline="0">
                          <a:ln>
                            <a:noFill/>
                          </a:ln>
                          <a:solidFill>
                            <a:schemeClr val="tx1"/>
                          </a:solidFill>
                          <a:effectLst/>
                          <a:latin typeface="Arial" charset="0"/>
                          <a:cs typeface="Arial" charset="0"/>
                        </a:rPr>
                        <a:t>x</a:t>
                      </a:r>
                      <a:r>
                        <a:rPr kumimoji="0" lang="en-US" sz="1200" b="0" i="0" u="none" strike="noStrike" cap="none" normalizeH="0" baseline="-25000">
                          <a:ln>
                            <a:noFill/>
                          </a:ln>
                          <a:solidFill>
                            <a:schemeClr val="tx1"/>
                          </a:solidFill>
                          <a:effectLst/>
                          <a:latin typeface="Arial" charset="0"/>
                          <a:cs typeface="Arial" charset="0"/>
                        </a:rPr>
                        <a:t>2</a:t>
                      </a:r>
                      <a:endParaRPr kumimoji="0" lang="ru-RU" sz="1200" b="0" i="0" u="none" strike="noStrike" cap="none" normalizeH="0" baseline="0" dirty="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cs typeface="Arial" charset="0"/>
                        </a:rPr>
                        <a:t>x</a:t>
                      </a:r>
                      <a:r>
                        <a:rPr kumimoji="0" lang="en-US" sz="1200" b="0" i="0" u="none" strike="noStrike" cap="none" normalizeH="0" baseline="-25000" dirty="0">
                          <a:ln>
                            <a:noFill/>
                          </a:ln>
                          <a:solidFill>
                            <a:schemeClr val="tx1"/>
                          </a:solidFill>
                          <a:effectLst/>
                          <a:latin typeface="Arial" charset="0"/>
                          <a:cs typeface="Arial" charset="0"/>
                        </a:rPr>
                        <a:t>1 </a:t>
                      </a:r>
                      <a:r>
                        <a:rPr kumimoji="0" lang="en-US" sz="1200" b="0" i="0" u="none" strike="noStrike" cap="none" normalizeH="0" baseline="0" dirty="0">
                          <a:ln>
                            <a:noFill/>
                          </a:ln>
                          <a:solidFill>
                            <a:schemeClr val="tx1"/>
                          </a:solidFill>
                          <a:effectLst/>
                          <a:latin typeface="Arial" charset="0"/>
                          <a:cs typeface="Arial" charset="0"/>
                          <a:sym typeface="Symbol" pitchFamily="18" charset="2"/>
                        </a:rPr>
                        <a:t>&lt;x</a:t>
                      </a:r>
                      <a:r>
                        <a:rPr kumimoji="0" lang="en-US" sz="1200" b="0" i="0" u="none" strike="noStrike" cap="none" normalizeH="0" baseline="-25000" dirty="0">
                          <a:ln>
                            <a:noFill/>
                          </a:ln>
                          <a:solidFill>
                            <a:schemeClr val="tx1"/>
                          </a:solidFill>
                          <a:effectLst/>
                          <a:latin typeface="Arial" charset="0"/>
                          <a:cs typeface="Arial" charset="0"/>
                          <a:sym typeface="Symbol" pitchFamily="18" charset="2"/>
                        </a:rPr>
                        <a:t>2</a:t>
                      </a:r>
                      <a:endParaRPr kumimoji="0" lang="ru-RU" sz="1200" b="0" i="0" u="none" strike="noStrike" cap="none" normalizeH="0" baseline="0" dirty="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x</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5"/>
                  </a:ext>
                </a:extLst>
              </a:tr>
              <a:tr h="31248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0</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1</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0</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1</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y = x</a:t>
                      </a:r>
                      <a:r>
                        <a:rPr kumimoji="0" lang="en-US" sz="1200" b="0" i="0" u="none" strike="noStrike" cap="none" normalizeH="0" baseline="-25000">
                          <a:ln>
                            <a:noFill/>
                          </a:ln>
                          <a:solidFill>
                            <a:schemeClr val="tx1"/>
                          </a:solidFill>
                          <a:effectLst/>
                          <a:latin typeface="Arial" charset="0"/>
                          <a:cs typeface="Arial" charset="0"/>
                        </a:rPr>
                        <a:t>2</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Variable x</a:t>
                      </a:r>
                      <a:r>
                        <a:rPr kumimoji="0" lang="en-US" sz="1200" b="0" i="0" u="none" strike="noStrike" cap="none" normalizeH="0" baseline="-25000">
                          <a:ln>
                            <a:noFill/>
                          </a:ln>
                          <a:solidFill>
                            <a:schemeClr val="tx1"/>
                          </a:solidFill>
                          <a:effectLst/>
                          <a:latin typeface="Arial" charset="0"/>
                          <a:cs typeface="Arial" charset="0"/>
                        </a:rPr>
                        <a:t>2</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x</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x</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x</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x</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6"/>
                  </a:ext>
                </a:extLst>
              </a:tr>
              <a:tr h="31248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0</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1</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1</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0</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y = x</a:t>
                      </a:r>
                      <a:r>
                        <a:rPr kumimoji="0" lang="en-US" sz="1200" b="0" i="0" u="none" strike="noStrike" cap="none" normalizeH="0" baseline="-25000">
                          <a:ln>
                            <a:noFill/>
                          </a:ln>
                          <a:solidFill>
                            <a:schemeClr val="tx1"/>
                          </a:solidFill>
                          <a:effectLst/>
                          <a:latin typeface="Arial" charset="0"/>
                          <a:cs typeface="Arial" charset="0"/>
                        </a:rPr>
                        <a:t>1</a:t>
                      </a:r>
                      <a:r>
                        <a:rPr kumimoji="0" lang="en-US" sz="1200" b="0" i="0" u="none" strike="noStrike" cap="none" normalizeH="0" baseline="0">
                          <a:ln>
                            <a:noFill/>
                          </a:ln>
                          <a:solidFill>
                            <a:schemeClr val="tx1"/>
                          </a:solidFill>
                          <a:effectLst/>
                          <a:latin typeface="Arial" charset="0"/>
                          <a:cs typeface="Arial" charset="0"/>
                        </a:rPr>
                        <a:t> </a:t>
                      </a:r>
                      <a:r>
                        <a:rPr kumimoji="0" lang="en-US" sz="1200" b="0" i="0" u="none" strike="noStrike" cap="none" normalizeH="0" baseline="0">
                          <a:ln>
                            <a:noFill/>
                          </a:ln>
                          <a:solidFill>
                            <a:schemeClr val="tx1"/>
                          </a:solidFill>
                          <a:effectLst/>
                          <a:latin typeface="Arial" charset="0"/>
                          <a:cs typeface="Arial" charset="0"/>
                          <a:sym typeface="Symbol" pitchFamily="18" charset="2"/>
                        </a:rPr>
                        <a:t> x</a:t>
                      </a:r>
                      <a:r>
                        <a:rPr kumimoji="0" lang="en-US" sz="1200" b="0" i="0" u="none" strike="noStrike" cap="none" normalizeH="0" baseline="-25000">
                          <a:ln>
                            <a:noFill/>
                          </a:ln>
                          <a:solidFill>
                            <a:schemeClr val="tx1"/>
                          </a:solidFill>
                          <a:effectLst/>
                          <a:latin typeface="Arial" charset="0"/>
                          <a:cs typeface="Arial" charset="0"/>
                          <a:sym typeface="Symbol" pitchFamily="18" charset="2"/>
                        </a:rPr>
                        <a:t>2</a:t>
                      </a:r>
                      <a:endParaRPr kumimoji="0" lang="en-US" sz="1200" b="0" i="0" u="none" strike="noStrike" cap="none" normalizeH="0" baseline="0">
                        <a:ln>
                          <a:noFill/>
                        </a:ln>
                        <a:solidFill>
                          <a:schemeClr val="tx1"/>
                        </a:solidFill>
                        <a:effectLst/>
                        <a:latin typeface="Arial" charset="0"/>
                        <a:cs typeface="Arial" charset="0"/>
                        <a:sym typeface="Symbol" pitchFamily="18" charset="2"/>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XOR</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x</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x</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7"/>
                  </a:ext>
                </a:extLst>
              </a:tr>
              <a:tr h="31248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0</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1</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1</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1</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y = x</a:t>
                      </a:r>
                      <a:r>
                        <a:rPr kumimoji="0" lang="en-US" sz="1200" b="0" i="0" u="none" strike="noStrike" cap="none" normalizeH="0" baseline="-25000">
                          <a:ln>
                            <a:noFill/>
                          </a:ln>
                          <a:solidFill>
                            <a:schemeClr val="tx1"/>
                          </a:solidFill>
                          <a:effectLst/>
                          <a:latin typeface="Arial" charset="0"/>
                          <a:cs typeface="Arial" charset="0"/>
                        </a:rPr>
                        <a:t>1</a:t>
                      </a:r>
                      <a:r>
                        <a:rPr kumimoji="0" lang="en-US" sz="1200" b="0" i="0" u="none" strike="noStrike" cap="none" normalizeH="0" baseline="0">
                          <a:ln>
                            <a:noFill/>
                          </a:ln>
                          <a:solidFill>
                            <a:schemeClr val="tx1"/>
                          </a:solidFill>
                          <a:effectLst/>
                          <a:latin typeface="Arial" charset="0"/>
                          <a:cs typeface="Arial" charset="0"/>
                        </a:rPr>
                        <a:t> + x</a:t>
                      </a:r>
                      <a:r>
                        <a:rPr kumimoji="0" lang="en-US" sz="1200" b="0" i="0" u="none" strike="noStrike" cap="none" normalizeH="0" baseline="-25000">
                          <a:ln>
                            <a:noFill/>
                          </a:ln>
                          <a:solidFill>
                            <a:schemeClr val="tx1"/>
                          </a:solidFill>
                          <a:effectLst/>
                          <a:latin typeface="Arial" charset="0"/>
                          <a:cs typeface="Arial" charset="0"/>
                        </a:rPr>
                        <a:t>2</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OR</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x</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x</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x</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8"/>
                  </a:ext>
                </a:extLst>
              </a:tr>
              <a:tr h="31248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1</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0</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0</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0</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cs typeface="Arial" charset="0"/>
                        </a:rPr>
                        <a:t>y = x</a:t>
                      </a:r>
                      <a:r>
                        <a:rPr kumimoji="0" lang="en-US" sz="1200" b="0" i="0" u="none" strike="noStrike" cap="none" normalizeH="0" baseline="-25000" dirty="0">
                          <a:ln>
                            <a:noFill/>
                          </a:ln>
                          <a:solidFill>
                            <a:schemeClr val="tx1"/>
                          </a:solidFill>
                          <a:effectLst/>
                          <a:latin typeface="Arial" charset="0"/>
                          <a:cs typeface="Arial" charset="0"/>
                        </a:rPr>
                        <a:t>1</a:t>
                      </a:r>
                      <a:r>
                        <a:rPr kumimoji="0" lang="en-US" sz="1200" b="0" i="0" u="none" strike="noStrike" cap="none" normalizeH="0" baseline="0" dirty="0">
                          <a:ln>
                            <a:noFill/>
                          </a:ln>
                          <a:solidFill>
                            <a:schemeClr val="tx1"/>
                          </a:solidFill>
                          <a:effectLst/>
                          <a:latin typeface="Arial" charset="0"/>
                          <a:cs typeface="Arial" charset="0"/>
                        </a:rPr>
                        <a:t> + x</a:t>
                      </a:r>
                      <a:r>
                        <a:rPr kumimoji="0" lang="en-US" sz="1200" b="0" i="0" u="none" strike="noStrike" cap="none" normalizeH="0" baseline="-25000" dirty="0">
                          <a:ln>
                            <a:noFill/>
                          </a:ln>
                          <a:solidFill>
                            <a:schemeClr val="tx1"/>
                          </a:solidFill>
                          <a:effectLst/>
                          <a:latin typeface="Arial" charset="0"/>
                          <a:cs typeface="Arial" charset="0"/>
                        </a:rPr>
                        <a:t>2</a:t>
                      </a:r>
                      <a:endParaRPr kumimoji="0" lang="ru-RU" sz="1200" b="0" i="0" u="none" strike="noStrike" cap="none" normalizeH="0" baseline="0" dirty="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NOR</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9"/>
                  </a:ext>
                </a:extLst>
              </a:tr>
              <a:tr h="31248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1</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0</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0</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1</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cs typeface="Arial" charset="0"/>
                        </a:rPr>
                        <a:t>y =1 </a:t>
                      </a:r>
                      <a:r>
                        <a:rPr kumimoji="0" lang="en-US" sz="1200" b="0" i="0" u="none" strike="noStrike" cap="none" normalizeH="0" baseline="0" dirty="0">
                          <a:ln>
                            <a:noFill/>
                          </a:ln>
                          <a:solidFill>
                            <a:schemeClr val="tx1"/>
                          </a:solidFill>
                          <a:effectLst/>
                          <a:latin typeface="Arial" charset="0"/>
                          <a:cs typeface="Arial" charset="0"/>
                          <a:sym typeface="Symbol" pitchFamily="18" charset="2"/>
                        </a:rPr>
                        <a:t></a:t>
                      </a:r>
                      <a:r>
                        <a:rPr kumimoji="0" lang="en-US" sz="1200" b="0" i="0" u="none" strike="noStrike" cap="none" normalizeH="0" baseline="0" dirty="0">
                          <a:ln>
                            <a:noFill/>
                          </a:ln>
                          <a:solidFill>
                            <a:schemeClr val="tx1"/>
                          </a:solidFill>
                          <a:effectLst/>
                          <a:latin typeface="Arial" charset="0"/>
                          <a:cs typeface="Arial" charset="0"/>
                        </a:rPr>
                        <a:t>x</a:t>
                      </a:r>
                      <a:r>
                        <a:rPr kumimoji="0" lang="en-US" sz="1200" b="0" i="0" u="none" strike="noStrike" cap="none" normalizeH="0" baseline="-25000" dirty="0">
                          <a:ln>
                            <a:noFill/>
                          </a:ln>
                          <a:solidFill>
                            <a:schemeClr val="tx1"/>
                          </a:solidFill>
                          <a:effectLst/>
                          <a:latin typeface="Arial" charset="0"/>
                          <a:cs typeface="Arial" charset="0"/>
                        </a:rPr>
                        <a:t>1</a:t>
                      </a:r>
                      <a:r>
                        <a:rPr kumimoji="0" lang="en-US" sz="1200" b="0" i="0" u="none" strike="noStrike" cap="none" normalizeH="0" baseline="0" dirty="0">
                          <a:ln>
                            <a:noFill/>
                          </a:ln>
                          <a:solidFill>
                            <a:schemeClr val="tx1"/>
                          </a:solidFill>
                          <a:effectLst/>
                          <a:latin typeface="Arial" charset="0"/>
                          <a:cs typeface="Arial" charset="0"/>
                        </a:rPr>
                        <a:t> </a:t>
                      </a:r>
                      <a:r>
                        <a:rPr kumimoji="0" lang="en-US" sz="1200" b="0" i="0" u="none" strike="noStrike" cap="none" normalizeH="0" baseline="0" dirty="0">
                          <a:ln>
                            <a:noFill/>
                          </a:ln>
                          <a:solidFill>
                            <a:schemeClr val="tx1"/>
                          </a:solidFill>
                          <a:effectLst/>
                          <a:latin typeface="Arial" charset="0"/>
                          <a:cs typeface="Arial" charset="0"/>
                          <a:sym typeface="Symbol" pitchFamily="18" charset="2"/>
                        </a:rPr>
                        <a:t> x</a:t>
                      </a:r>
                      <a:r>
                        <a:rPr kumimoji="0" lang="en-US" sz="1200" b="0" i="0" u="none" strike="noStrike" cap="none" normalizeH="0" baseline="-25000" dirty="0">
                          <a:ln>
                            <a:noFill/>
                          </a:ln>
                          <a:solidFill>
                            <a:schemeClr val="tx1"/>
                          </a:solidFill>
                          <a:effectLst/>
                          <a:latin typeface="Arial" charset="0"/>
                          <a:cs typeface="Arial" charset="0"/>
                          <a:sym typeface="Symbol" pitchFamily="18" charset="2"/>
                        </a:rPr>
                        <a:t>2</a:t>
                      </a:r>
                      <a:endParaRPr kumimoji="0" lang="ru-RU" sz="1200" b="0" i="0" u="none" strike="noStrike" cap="none" normalizeH="0" baseline="0" dirty="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XNOR</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x</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x</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10"/>
                  </a:ext>
                </a:extLst>
              </a:tr>
              <a:tr h="31248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1</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0</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1</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cs typeface="Arial" charset="0"/>
                        </a:rPr>
                        <a:t>0</a:t>
                      </a:r>
                      <a:endParaRPr kumimoji="0" lang="ru-RU" sz="1200" b="0" i="0" u="none" strike="noStrike" cap="none" normalizeH="0" baseline="0" dirty="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y = x</a:t>
                      </a:r>
                      <a:r>
                        <a:rPr kumimoji="0" lang="en-US" sz="1200" b="0" i="0" u="none" strike="noStrike" cap="none" normalizeH="0" baseline="-25000">
                          <a:ln>
                            <a:noFill/>
                          </a:ln>
                          <a:solidFill>
                            <a:schemeClr val="tx1"/>
                          </a:solidFill>
                          <a:effectLst/>
                          <a:latin typeface="Arial" charset="0"/>
                          <a:cs typeface="Arial" charset="0"/>
                        </a:rPr>
                        <a:t>2</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NOT x</a:t>
                      </a:r>
                      <a:r>
                        <a:rPr kumimoji="0" lang="en-US" sz="1200" b="0" i="0" u="none" strike="noStrike" cap="none" normalizeH="0" baseline="-25000">
                          <a:ln>
                            <a:noFill/>
                          </a:ln>
                          <a:solidFill>
                            <a:schemeClr val="tx1"/>
                          </a:solidFill>
                          <a:effectLst/>
                          <a:latin typeface="Arial" charset="0"/>
                          <a:cs typeface="Arial" charset="0"/>
                        </a:rPr>
                        <a:t>2</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x</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x</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11"/>
                  </a:ext>
                </a:extLst>
              </a:tr>
              <a:tr h="31248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1</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0</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1</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1</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cs typeface="Arial" charset="0"/>
                        </a:rPr>
                        <a:t>y = x</a:t>
                      </a:r>
                      <a:r>
                        <a:rPr kumimoji="0" lang="en-US" sz="1200" b="0" i="0" u="none" strike="noStrike" cap="none" normalizeH="0" baseline="-25000" dirty="0">
                          <a:ln>
                            <a:noFill/>
                          </a:ln>
                          <a:solidFill>
                            <a:schemeClr val="tx1"/>
                          </a:solidFill>
                          <a:effectLst/>
                          <a:latin typeface="Arial" charset="0"/>
                          <a:cs typeface="Arial" charset="0"/>
                        </a:rPr>
                        <a:t>1</a:t>
                      </a:r>
                      <a:r>
                        <a:rPr kumimoji="0" lang="en-US" sz="1200" b="0" i="0" u="none" strike="noStrike" cap="none" normalizeH="0" baseline="0" dirty="0">
                          <a:ln>
                            <a:noFill/>
                          </a:ln>
                          <a:solidFill>
                            <a:schemeClr val="tx1"/>
                          </a:solidFill>
                          <a:effectLst/>
                          <a:latin typeface="Arial" charset="0"/>
                          <a:cs typeface="Arial" charset="0"/>
                        </a:rPr>
                        <a:t> + ~x</a:t>
                      </a:r>
                      <a:r>
                        <a:rPr kumimoji="0" lang="en-US" sz="1200" b="0" i="0" u="none" strike="noStrike" cap="none" normalizeH="0" baseline="-25000" dirty="0">
                          <a:ln>
                            <a:noFill/>
                          </a:ln>
                          <a:solidFill>
                            <a:schemeClr val="tx1"/>
                          </a:solidFill>
                          <a:effectLst/>
                          <a:latin typeface="Arial" charset="0"/>
                          <a:cs typeface="Arial" charset="0"/>
                        </a:rPr>
                        <a:t>2</a:t>
                      </a:r>
                      <a:endParaRPr kumimoji="0" lang="ru-RU" sz="1200" b="0" i="0" u="none" strike="noStrike" cap="none" normalizeH="0" baseline="0" dirty="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Implication x</a:t>
                      </a:r>
                      <a:r>
                        <a:rPr kumimoji="0" lang="en-US" sz="1200" b="0" i="0" u="none" strike="noStrike" cap="none" normalizeH="0" baseline="-25000">
                          <a:ln>
                            <a:noFill/>
                          </a:ln>
                          <a:solidFill>
                            <a:schemeClr val="tx1"/>
                          </a:solidFill>
                          <a:effectLst/>
                          <a:latin typeface="Arial" charset="0"/>
                          <a:cs typeface="Arial" charset="0"/>
                        </a:rPr>
                        <a:t>2</a:t>
                      </a:r>
                      <a:r>
                        <a:rPr kumimoji="0" lang="en-US" sz="1200" b="0" i="0" u="none" strike="noStrike" cap="none" normalizeH="0" baseline="0">
                          <a:ln>
                            <a:noFill/>
                          </a:ln>
                          <a:solidFill>
                            <a:schemeClr val="tx1"/>
                          </a:solidFill>
                          <a:effectLst/>
                          <a:latin typeface="Arial" charset="0"/>
                          <a:cs typeface="Arial" charset="0"/>
                          <a:sym typeface="Symbol" pitchFamily="18" charset="2"/>
                        </a:rPr>
                        <a:t>x</a:t>
                      </a:r>
                      <a:r>
                        <a:rPr kumimoji="0" lang="en-US" sz="1200" b="0" i="0" u="none" strike="noStrike" cap="none" normalizeH="0" baseline="-25000">
                          <a:ln>
                            <a:noFill/>
                          </a:ln>
                          <a:solidFill>
                            <a:schemeClr val="tx1"/>
                          </a:solidFill>
                          <a:effectLst/>
                          <a:latin typeface="Arial" charset="0"/>
                          <a:cs typeface="Arial" charset="0"/>
                          <a:sym typeface="Symbol" pitchFamily="18" charset="2"/>
                        </a:rPr>
                        <a:t>1</a:t>
                      </a:r>
                      <a:endParaRPr kumimoji="0" lang="ru-RU" sz="1200" b="0" i="0" u="none" strike="noStrike" cap="none" normalizeH="0" baseline="-25000">
                        <a:ln>
                          <a:noFill/>
                        </a:ln>
                        <a:solidFill>
                          <a:schemeClr val="tx1"/>
                        </a:solidFill>
                        <a:effectLst/>
                        <a:latin typeface="Arial" charset="0"/>
                        <a:cs typeface="Arial" charset="0"/>
                        <a:sym typeface="Symbol" pitchFamily="18" charset="2"/>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x</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12"/>
                  </a:ext>
                </a:extLst>
              </a:tr>
              <a:tr h="31248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1</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1</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0</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0</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y = x</a:t>
                      </a:r>
                      <a:r>
                        <a:rPr kumimoji="0" lang="en-US" sz="1200" b="0" i="0" u="none" strike="noStrike" cap="none" normalizeH="0" baseline="-25000">
                          <a:ln>
                            <a:noFill/>
                          </a:ln>
                          <a:solidFill>
                            <a:schemeClr val="tx1"/>
                          </a:solidFill>
                          <a:effectLst/>
                          <a:latin typeface="Arial" charset="0"/>
                          <a:cs typeface="Arial" charset="0"/>
                        </a:rPr>
                        <a:t>1</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NOT x</a:t>
                      </a:r>
                      <a:r>
                        <a:rPr kumimoji="0" lang="en-US" sz="1200" b="0" i="0" u="none" strike="noStrike" cap="none" normalizeH="0" baseline="-25000">
                          <a:ln>
                            <a:noFill/>
                          </a:ln>
                          <a:solidFill>
                            <a:schemeClr val="tx1"/>
                          </a:solidFill>
                          <a:effectLst/>
                          <a:latin typeface="Arial" charset="0"/>
                          <a:cs typeface="Arial" charset="0"/>
                        </a:rPr>
                        <a:t>1</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x</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x</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13"/>
                  </a:ext>
                </a:extLst>
              </a:tr>
              <a:tr h="31248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1</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1</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0</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1</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cs typeface="Arial" charset="0"/>
                        </a:rPr>
                        <a:t>y = ~x</a:t>
                      </a:r>
                      <a:r>
                        <a:rPr kumimoji="0" lang="en-US" sz="1200" b="0" i="0" u="none" strike="noStrike" cap="none" normalizeH="0" baseline="-25000" dirty="0">
                          <a:ln>
                            <a:noFill/>
                          </a:ln>
                          <a:solidFill>
                            <a:schemeClr val="tx1"/>
                          </a:solidFill>
                          <a:effectLst/>
                          <a:latin typeface="Arial" charset="0"/>
                          <a:cs typeface="Arial" charset="0"/>
                        </a:rPr>
                        <a:t>1</a:t>
                      </a:r>
                      <a:r>
                        <a:rPr kumimoji="0" lang="en-US" sz="1200" b="0" i="0" u="none" strike="noStrike" cap="none" normalizeH="0" baseline="0" dirty="0">
                          <a:ln>
                            <a:noFill/>
                          </a:ln>
                          <a:solidFill>
                            <a:schemeClr val="tx1"/>
                          </a:solidFill>
                          <a:effectLst/>
                          <a:latin typeface="Arial" charset="0"/>
                          <a:cs typeface="Arial" charset="0"/>
                        </a:rPr>
                        <a:t> + x</a:t>
                      </a:r>
                      <a:r>
                        <a:rPr kumimoji="0" lang="en-US" sz="1200" b="0" i="0" u="none" strike="noStrike" cap="none" normalizeH="0" baseline="-25000" dirty="0">
                          <a:ln>
                            <a:noFill/>
                          </a:ln>
                          <a:solidFill>
                            <a:schemeClr val="tx1"/>
                          </a:solidFill>
                          <a:effectLst/>
                          <a:latin typeface="Arial" charset="0"/>
                          <a:cs typeface="Arial" charset="0"/>
                        </a:rPr>
                        <a:t>2</a:t>
                      </a:r>
                      <a:endParaRPr kumimoji="0" lang="ru-RU" sz="1200" b="0" i="0" u="none" strike="noStrike" cap="none" normalizeH="0" baseline="-25000" dirty="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Implication x</a:t>
                      </a:r>
                      <a:r>
                        <a:rPr kumimoji="0" lang="en-US" sz="1200" b="0" i="0" u="none" strike="noStrike" cap="none" normalizeH="0" baseline="-25000">
                          <a:ln>
                            <a:noFill/>
                          </a:ln>
                          <a:solidFill>
                            <a:schemeClr val="tx1"/>
                          </a:solidFill>
                          <a:effectLst/>
                          <a:latin typeface="Arial" charset="0"/>
                          <a:cs typeface="Arial" charset="0"/>
                        </a:rPr>
                        <a:t>1 </a:t>
                      </a:r>
                      <a:r>
                        <a:rPr kumimoji="0" lang="en-US" sz="1200" b="0" i="0" u="none" strike="noStrike" cap="none" normalizeH="0" baseline="0">
                          <a:ln>
                            <a:noFill/>
                          </a:ln>
                          <a:solidFill>
                            <a:schemeClr val="tx1"/>
                          </a:solidFill>
                          <a:effectLst/>
                          <a:latin typeface="Arial" charset="0"/>
                          <a:cs typeface="Arial" charset="0"/>
                          <a:sym typeface="Symbol" pitchFamily="18" charset="2"/>
                        </a:rPr>
                        <a:t>x</a:t>
                      </a:r>
                      <a:r>
                        <a:rPr kumimoji="0" lang="en-US" sz="1200" b="0" i="0" u="none" strike="noStrike" cap="none" normalizeH="0" baseline="-25000">
                          <a:ln>
                            <a:noFill/>
                          </a:ln>
                          <a:solidFill>
                            <a:schemeClr val="tx1"/>
                          </a:solidFill>
                          <a:effectLst/>
                          <a:latin typeface="Arial" charset="0"/>
                          <a:cs typeface="Arial" charset="0"/>
                          <a:sym typeface="Symbol" pitchFamily="18" charset="2"/>
                        </a:rPr>
                        <a:t>2</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x</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14"/>
                  </a:ext>
                </a:extLst>
              </a:tr>
              <a:tr h="31248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1</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1</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1</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0</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cs typeface="Arial" charset="0"/>
                        </a:rPr>
                        <a:t>y = x</a:t>
                      </a:r>
                      <a:r>
                        <a:rPr kumimoji="0" lang="en-US" sz="1200" b="0" i="0" u="none" strike="noStrike" cap="none" normalizeH="0" baseline="-25000" dirty="0">
                          <a:ln>
                            <a:noFill/>
                          </a:ln>
                          <a:solidFill>
                            <a:schemeClr val="tx1"/>
                          </a:solidFill>
                          <a:effectLst/>
                          <a:latin typeface="Arial" charset="0"/>
                          <a:cs typeface="Arial" charset="0"/>
                        </a:rPr>
                        <a:t>1</a:t>
                      </a:r>
                      <a:r>
                        <a:rPr kumimoji="0" lang="en-US" sz="1200" b="0" i="0" u="none" strike="noStrike" cap="none" normalizeH="0" baseline="0" dirty="0">
                          <a:ln>
                            <a:noFill/>
                          </a:ln>
                          <a:solidFill>
                            <a:schemeClr val="tx1"/>
                          </a:solidFill>
                          <a:effectLst/>
                          <a:latin typeface="Arial" charset="0"/>
                          <a:cs typeface="Arial" charset="0"/>
                        </a:rPr>
                        <a:t>x</a:t>
                      </a:r>
                      <a:r>
                        <a:rPr kumimoji="0" lang="en-US" sz="1200" b="0" i="0" u="none" strike="noStrike" cap="none" normalizeH="0" baseline="-25000" dirty="0">
                          <a:ln>
                            <a:noFill/>
                          </a:ln>
                          <a:solidFill>
                            <a:schemeClr val="tx1"/>
                          </a:solidFill>
                          <a:effectLst/>
                          <a:latin typeface="Arial" charset="0"/>
                          <a:cs typeface="Arial" charset="0"/>
                        </a:rPr>
                        <a:t>2</a:t>
                      </a:r>
                      <a:endParaRPr kumimoji="0" lang="ru-RU" sz="1200" b="0" i="0" u="none" strike="noStrike" cap="none" normalizeH="0" baseline="0" dirty="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NAND</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15"/>
                  </a:ext>
                </a:extLst>
              </a:tr>
              <a:tr h="31248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1</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1</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1</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1</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a:ln>
                            <a:noFill/>
                          </a:ln>
                          <a:solidFill>
                            <a:schemeClr val="tx1"/>
                          </a:solidFill>
                          <a:effectLst/>
                          <a:latin typeface="Arial" charset="0"/>
                          <a:cs typeface="Arial" charset="0"/>
                        </a:rPr>
                        <a:t>y=1</a:t>
                      </a:r>
                      <a:endParaRPr kumimoji="0" lang="ru-RU" sz="1200" b="0" i="0" u="none" strike="noStrike" cap="none" normalizeH="0" baseline="0" dirty="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Const.”1”</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x</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x</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a:ln>
                            <a:noFill/>
                          </a:ln>
                          <a:solidFill>
                            <a:schemeClr val="tx1"/>
                          </a:solidFill>
                          <a:effectLst/>
                          <a:latin typeface="Arial" charset="0"/>
                          <a:cs typeface="Arial" charset="0"/>
                        </a:rPr>
                        <a:t>x</a:t>
                      </a:r>
                      <a:endParaRPr kumimoji="0" lang="ru-RU" sz="1200" b="0" i="0" u="none" strike="noStrike" cap="none" normalizeH="0" baseline="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ru-RU" sz="1200" b="0" i="0" u="none" strike="noStrike" cap="none" normalizeH="0" baseline="0" dirty="0">
                        <a:ln>
                          <a:noFill/>
                        </a:ln>
                        <a:solidFill>
                          <a:schemeClr val="tx1"/>
                        </a:solidFill>
                        <a:effectLst/>
                        <a:latin typeface="Arial" charset="0"/>
                        <a:cs typeface="Arial" charset="0"/>
                      </a:endParaRPr>
                    </a:p>
                  </a:txBody>
                  <a:tcPr marT="45726" marB="457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16"/>
                  </a:ext>
                </a:extLst>
              </a:tr>
            </a:tbl>
          </a:graphicData>
        </a:graphic>
      </p:graphicFrame>
      <p:sp>
        <p:nvSpPr>
          <p:cNvPr id="27868" name="Title 34">
            <a:extLst>
              <a:ext uri="{FF2B5EF4-FFF2-40B4-BE49-F238E27FC236}">
                <a16:creationId xmlns:a16="http://schemas.microsoft.com/office/drawing/2014/main" id="{C2838DE0-B49E-480F-9FA6-3C11E8FE7046}"/>
              </a:ext>
            </a:extLst>
          </p:cNvPr>
          <p:cNvSpPr>
            <a:spLocks noGrp="1"/>
          </p:cNvSpPr>
          <p:nvPr>
            <p:ph type="title"/>
          </p:nvPr>
        </p:nvSpPr>
        <p:spPr/>
        <p:txBody>
          <a:bodyPr>
            <a:normAutofit/>
          </a:bodyPr>
          <a:lstStyle/>
          <a:p>
            <a:pPr>
              <a:defRPr/>
            </a:pPr>
            <a:r>
              <a:rPr lang="en-US"/>
              <a:t>Two-Variables Functions</a:t>
            </a:r>
            <a:endParaRPr lang="ru-RU" dirty="0"/>
          </a:p>
        </p:txBody>
      </p:sp>
      <p:cxnSp>
        <p:nvCxnSpPr>
          <p:cNvPr id="5" name="Straight Connector 4">
            <a:extLst>
              <a:ext uri="{FF2B5EF4-FFF2-40B4-BE49-F238E27FC236}">
                <a16:creationId xmlns:a16="http://schemas.microsoft.com/office/drawing/2014/main" id="{9932E379-1F23-4AFC-862D-456A581590B9}"/>
              </a:ext>
            </a:extLst>
          </p:cNvPr>
          <p:cNvCxnSpPr/>
          <p:nvPr/>
        </p:nvCxnSpPr>
        <p:spPr>
          <a:xfrm flipV="1">
            <a:off x="3940628" y="3960359"/>
            <a:ext cx="4572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FA19120E-A5DD-41FC-BA68-C617EA14B6D6}"/>
              </a:ext>
            </a:extLst>
          </p:cNvPr>
          <p:cNvCxnSpPr/>
          <p:nvPr/>
        </p:nvCxnSpPr>
        <p:spPr>
          <a:xfrm flipV="1">
            <a:off x="3940628" y="5798003"/>
            <a:ext cx="274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5">
            <a:extLst>
              <a:ext uri="{FF2B5EF4-FFF2-40B4-BE49-F238E27FC236}">
                <a16:creationId xmlns:a16="http://schemas.microsoft.com/office/drawing/2014/main" id="{51F04C1A-CCA4-5B26-F69A-6B4005EDFCE4}"/>
              </a:ext>
            </a:extLst>
          </p:cNvPr>
          <p:cNvSpPr>
            <a:spLocks noGrp="1" noChangeArrowheads="1"/>
          </p:cNvSpPr>
          <p:nvPr>
            <p:ph type="title"/>
          </p:nvPr>
        </p:nvSpPr>
        <p:spPr>
          <a:xfrm>
            <a:off x="-1" y="183402"/>
            <a:ext cx="11612880" cy="704088"/>
          </a:xfrm>
        </p:spPr>
        <p:txBody>
          <a:bodyPr>
            <a:normAutofit/>
          </a:bodyPr>
          <a:lstStyle/>
          <a:p>
            <a:r>
              <a:rPr lang="en-US" altLang="en-US"/>
              <a:t>Binary Decision Diagrams</a:t>
            </a:r>
            <a:endParaRPr lang="ru-RU" altLang="en-US" dirty="0"/>
          </a:p>
        </p:txBody>
      </p:sp>
      <p:sp>
        <p:nvSpPr>
          <p:cNvPr id="7" name="Content Placeholder 6">
            <a:extLst>
              <a:ext uri="{FF2B5EF4-FFF2-40B4-BE49-F238E27FC236}">
                <a16:creationId xmlns:a16="http://schemas.microsoft.com/office/drawing/2014/main" id="{D3B13D23-E4DC-407A-9734-8A1DF485D7A0}"/>
              </a:ext>
            </a:extLst>
          </p:cNvPr>
          <p:cNvSpPr>
            <a:spLocks noGrp="1"/>
          </p:cNvSpPr>
          <p:nvPr>
            <p:ph type="body" sz="quarter" idx="10"/>
          </p:nvPr>
        </p:nvSpPr>
        <p:spPr>
          <a:xfrm>
            <a:off x="457200" y="1188720"/>
            <a:ext cx="11277922" cy="5185186"/>
          </a:xfrm>
        </p:spPr>
        <p:txBody>
          <a:bodyPr/>
          <a:lstStyle/>
          <a:p>
            <a:r>
              <a:rPr lang="en-US" dirty="0"/>
              <a:t>A Binary Decision Diagram (BDD) is a directed acyclic graph</a:t>
            </a:r>
          </a:p>
          <a:p>
            <a:pPr lvl="1"/>
            <a:r>
              <a:rPr lang="en-US" dirty="0"/>
              <a:t>Graph: set of vertices connected by edges</a:t>
            </a:r>
          </a:p>
          <a:p>
            <a:pPr lvl="1"/>
            <a:r>
              <a:rPr lang="en-US" dirty="0"/>
              <a:t>Directed: edges having direction</a:t>
            </a:r>
          </a:p>
          <a:p>
            <a:pPr lvl="1"/>
            <a:r>
              <a:rPr lang="en-US" dirty="0"/>
              <a:t>Acyclic: no path in the graph can lead to a cycle</a:t>
            </a:r>
          </a:p>
          <a:p>
            <a:r>
              <a:rPr lang="en-US" dirty="0"/>
              <a:t>The size of a BDD is as big as the truth table: </a:t>
            </a:r>
          </a:p>
          <a:p>
            <a:pPr lvl="1"/>
            <a:r>
              <a:rPr lang="en-US" dirty="0"/>
              <a:t>1 leaf per row</a:t>
            </a:r>
          </a:p>
          <a:p>
            <a:pPr lvl="1"/>
            <a:r>
              <a:rPr lang="en-US" dirty="0"/>
              <a:t>Often abbreviated as DAG</a:t>
            </a:r>
          </a:p>
          <a:p>
            <a:pPr lvl="1"/>
            <a:r>
              <a:rPr lang="en-US" dirty="0"/>
              <a:t>Many logic functions can be represented compactly - usually better  than SOP’s.</a:t>
            </a:r>
          </a:p>
          <a:p>
            <a:pPr marL="365760" marR="0" lvl="0" indent="-365760" algn="l" defTabSz="914400" rtl="0" eaLnBrk="1" fontAlgn="auto" latinLnBrk="0" hangingPunct="1">
              <a:lnSpc>
                <a:spcPct val="100000"/>
              </a:lnSpc>
              <a:spcBef>
                <a:spcPts val="600"/>
              </a:spcBef>
              <a:spcAft>
                <a:spcPts val="600"/>
              </a:spcAft>
              <a:buClr>
                <a:srgbClr val="00638A"/>
              </a:buClr>
              <a:buSzPct val="75000"/>
              <a:buFont typeface="Wingdings" panose="05000000000000000000" pitchFamily="2" charset="2"/>
              <a:buChar char=""/>
              <a:tabLst/>
              <a:defRPr/>
            </a:pPr>
            <a:r>
              <a:rPr kumimoji="0" lang="en-US" sz="2400" b="0" i="0" u="none" strike="noStrike" kern="1200" cap="none" spc="0" normalizeH="0" baseline="0" noProof="0" dirty="0">
                <a:ln>
                  <a:noFill/>
                </a:ln>
                <a:solidFill>
                  <a:prstClr val="black"/>
                </a:solidFill>
                <a:effectLst/>
                <a:uLnTx/>
                <a:uFillTx/>
                <a:latin typeface="Arial" panose="020B0604020202020204"/>
                <a:ea typeface="+mn-ea"/>
                <a:cs typeface="+mn-cs"/>
              </a:rPr>
              <a:t>Each vertex represents a decision on a variable</a:t>
            </a:r>
          </a:p>
          <a:p>
            <a:pPr marL="365760" marR="0" lvl="0" indent="-365760" algn="l" defTabSz="914400" rtl="0" eaLnBrk="1" fontAlgn="auto" latinLnBrk="0" hangingPunct="1">
              <a:lnSpc>
                <a:spcPct val="100000"/>
              </a:lnSpc>
              <a:spcBef>
                <a:spcPts val="600"/>
              </a:spcBef>
              <a:spcAft>
                <a:spcPts val="600"/>
              </a:spcAft>
              <a:buClr>
                <a:srgbClr val="00638A"/>
              </a:buClr>
              <a:buSzPct val="75000"/>
              <a:buFont typeface="Wingdings" panose="05000000000000000000" pitchFamily="2" charset="2"/>
              <a:buChar char=""/>
              <a:tabLst/>
              <a:defRPr/>
            </a:pPr>
            <a:r>
              <a:rPr kumimoji="0" lang="en-US" sz="2400" b="0" i="0" u="none" strike="noStrike" kern="1200" cap="none" spc="0" normalizeH="0" baseline="0" noProof="0" dirty="0">
                <a:ln>
                  <a:noFill/>
                </a:ln>
                <a:solidFill>
                  <a:prstClr val="black"/>
                </a:solidFill>
                <a:effectLst/>
                <a:uLnTx/>
                <a:uFillTx/>
                <a:latin typeface="Arial" panose="020B0604020202020204"/>
                <a:ea typeface="+mn-ea"/>
                <a:cs typeface="+mn-cs"/>
              </a:rPr>
              <a:t>The value of the function is found at the leaves</a:t>
            </a:r>
          </a:p>
          <a:p>
            <a:pPr marL="365760" marR="0" lvl="0" indent="-365760" algn="l" defTabSz="914400" rtl="0" eaLnBrk="1" fontAlgn="auto" latinLnBrk="0" hangingPunct="1">
              <a:lnSpc>
                <a:spcPct val="100000"/>
              </a:lnSpc>
              <a:spcBef>
                <a:spcPts val="600"/>
              </a:spcBef>
              <a:spcAft>
                <a:spcPts val="600"/>
              </a:spcAft>
              <a:buClr>
                <a:srgbClr val="00638A"/>
              </a:buClr>
              <a:buSzPct val="75000"/>
              <a:buFont typeface="Wingdings" panose="05000000000000000000" pitchFamily="2" charset="2"/>
              <a:buChar char=""/>
              <a:tabLst/>
              <a:defRPr/>
            </a:pPr>
            <a:r>
              <a:rPr kumimoji="0" lang="en-US" sz="2400" b="0" i="0" u="none" strike="noStrike" kern="1200" cap="none" spc="0" normalizeH="0" baseline="0" noProof="0" dirty="0">
                <a:ln>
                  <a:noFill/>
                </a:ln>
                <a:solidFill>
                  <a:prstClr val="black"/>
                </a:solidFill>
                <a:effectLst/>
                <a:uLnTx/>
                <a:uFillTx/>
                <a:latin typeface="Arial" panose="020B0604020202020204"/>
                <a:ea typeface="+mn-ea"/>
                <a:cs typeface="+mn-cs"/>
              </a:rPr>
              <a:t>Each path from root to leaf corresponds to a row in the truth table.</a:t>
            </a:r>
          </a:p>
          <a:p>
            <a:pPr lvl="1"/>
            <a:endParaRPr lang="ru-RU" dirty="0"/>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84" name="Title 60">
            <a:extLst>
              <a:ext uri="{FF2B5EF4-FFF2-40B4-BE49-F238E27FC236}">
                <a16:creationId xmlns:a16="http://schemas.microsoft.com/office/drawing/2014/main" id="{94B12AEE-E562-0A97-8FD4-1155413909BC}"/>
              </a:ext>
            </a:extLst>
          </p:cNvPr>
          <p:cNvSpPr>
            <a:spLocks noGrp="1" noChangeArrowheads="1"/>
          </p:cNvSpPr>
          <p:nvPr>
            <p:ph type="title"/>
          </p:nvPr>
        </p:nvSpPr>
        <p:spPr>
          <a:xfrm>
            <a:off x="-1" y="183402"/>
            <a:ext cx="11612880" cy="704088"/>
          </a:xfrm>
        </p:spPr>
        <p:txBody>
          <a:bodyPr>
            <a:normAutofit/>
          </a:bodyPr>
          <a:lstStyle/>
          <a:p>
            <a:r>
              <a:rPr lang="en-US" altLang="en-US"/>
              <a:t>Binary Decision Diagrams</a:t>
            </a:r>
            <a:endParaRPr lang="ru-RU" altLang="en-US" dirty="0"/>
          </a:p>
        </p:txBody>
      </p:sp>
      <p:sp>
        <p:nvSpPr>
          <p:cNvPr id="51202" name="Content Placeholder 61">
            <a:extLst>
              <a:ext uri="{FF2B5EF4-FFF2-40B4-BE49-F238E27FC236}">
                <a16:creationId xmlns:a16="http://schemas.microsoft.com/office/drawing/2014/main" id="{EED4F769-FC29-5EBF-C05F-9AEA14FAFFB5}"/>
              </a:ext>
            </a:extLst>
          </p:cNvPr>
          <p:cNvSpPr>
            <a:spLocks noGrp="1" noChangeArrowheads="1"/>
          </p:cNvSpPr>
          <p:nvPr>
            <p:ph type="body" sz="quarter" idx="10"/>
          </p:nvPr>
        </p:nvSpPr>
        <p:spPr>
          <a:xfrm>
            <a:off x="457200" y="1188720"/>
            <a:ext cx="11277922" cy="5185186"/>
          </a:xfrm>
        </p:spPr>
        <p:txBody>
          <a:bodyPr/>
          <a:lstStyle/>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pPr marL="0" indent="0">
              <a:buNone/>
            </a:pPr>
            <a:endParaRPr lang="en-US" altLang="en-US" dirty="0"/>
          </a:p>
          <a:p>
            <a:pPr marL="0" indent="0">
              <a:buNone/>
            </a:pPr>
            <a:r>
              <a:rPr lang="en-US" altLang="en-US" dirty="0"/>
              <a:t>  f(x1, x2, x3) =  ~x1~x2 </a:t>
            </a:r>
            <a:r>
              <a:rPr lang="en-US" altLang="en-US" dirty="0">
                <a:sym typeface="Symbol" panose="05050102010706020507" pitchFamily="18" charset="2"/>
              </a:rPr>
              <a:t>+</a:t>
            </a:r>
            <a:r>
              <a:rPr lang="en-US" altLang="en-US" dirty="0"/>
              <a:t> ~x1x2~x3 </a:t>
            </a:r>
            <a:r>
              <a:rPr lang="en-US" altLang="en-US" dirty="0">
                <a:sym typeface="Symbol" panose="05050102010706020507" pitchFamily="18" charset="2"/>
              </a:rPr>
              <a:t>+ x1x2~x3</a:t>
            </a:r>
          </a:p>
          <a:p>
            <a:endParaRPr lang="ru-RU" altLang="en-US" dirty="0"/>
          </a:p>
          <a:p>
            <a:endParaRPr lang="ru-RU" altLang="en-US" dirty="0"/>
          </a:p>
        </p:txBody>
      </p:sp>
      <p:sp>
        <p:nvSpPr>
          <p:cNvPr id="51203" name="Line 88">
            <a:extLst>
              <a:ext uri="{FF2B5EF4-FFF2-40B4-BE49-F238E27FC236}">
                <a16:creationId xmlns:a16="http://schemas.microsoft.com/office/drawing/2014/main" id="{FAECF470-638D-3700-E4BD-8E456E1CD50A}"/>
              </a:ext>
            </a:extLst>
          </p:cNvPr>
          <p:cNvSpPr>
            <a:spLocks noChangeShapeType="1"/>
          </p:cNvSpPr>
          <p:nvPr/>
        </p:nvSpPr>
        <p:spPr bwMode="auto">
          <a:xfrm flipH="1">
            <a:off x="6510339" y="2038350"/>
            <a:ext cx="663575" cy="577850"/>
          </a:xfrm>
          <a:prstGeom prst="line">
            <a:avLst/>
          </a:prstGeom>
          <a:noFill/>
          <a:ln w="31750">
            <a:solidFill>
              <a:srgbClr val="000000"/>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51204" name="Line 89">
            <a:extLst>
              <a:ext uri="{FF2B5EF4-FFF2-40B4-BE49-F238E27FC236}">
                <a16:creationId xmlns:a16="http://schemas.microsoft.com/office/drawing/2014/main" id="{B91A8B3A-6483-B7B6-6919-76CC68120FE3}"/>
              </a:ext>
            </a:extLst>
          </p:cNvPr>
          <p:cNvSpPr>
            <a:spLocks noChangeShapeType="1"/>
          </p:cNvSpPr>
          <p:nvPr/>
        </p:nvSpPr>
        <p:spPr bwMode="auto">
          <a:xfrm>
            <a:off x="7461251" y="2065339"/>
            <a:ext cx="612775" cy="530225"/>
          </a:xfrm>
          <a:prstGeom prst="line">
            <a:avLst/>
          </a:prstGeom>
          <a:noFill/>
          <a:ln w="31750">
            <a:solidFill>
              <a:srgbClr val="000000"/>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51205" name="Text Box 90">
            <a:extLst>
              <a:ext uri="{FF2B5EF4-FFF2-40B4-BE49-F238E27FC236}">
                <a16:creationId xmlns:a16="http://schemas.microsoft.com/office/drawing/2014/main" id="{58A76CAB-B828-A1E5-0DA0-732DD0C4C2BA}"/>
              </a:ext>
            </a:extLst>
          </p:cNvPr>
          <p:cNvSpPr txBox="1">
            <a:spLocks noChangeArrowheads="1"/>
          </p:cNvSpPr>
          <p:nvPr/>
        </p:nvSpPr>
        <p:spPr bwMode="auto">
          <a:xfrm>
            <a:off x="6548438" y="2068514"/>
            <a:ext cx="374650"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r>
              <a:rPr lang="en-US" altLang="en-US" sz="2000" b="0">
                <a:latin typeface="Times New Roman" panose="02020603050405020304" pitchFamily="18" charset="0"/>
              </a:rPr>
              <a:t>0</a:t>
            </a:r>
          </a:p>
        </p:txBody>
      </p:sp>
      <p:sp>
        <p:nvSpPr>
          <p:cNvPr id="51206" name="Text Box 91">
            <a:extLst>
              <a:ext uri="{FF2B5EF4-FFF2-40B4-BE49-F238E27FC236}">
                <a16:creationId xmlns:a16="http://schemas.microsoft.com/office/drawing/2014/main" id="{E28704D9-7C43-8D49-135C-894C6C17D8AE}"/>
              </a:ext>
            </a:extLst>
          </p:cNvPr>
          <p:cNvSpPr txBox="1">
            <a:spLocks noChangeArrowheads="1"/>
          </p:cNvSpPr>
          <p:nvPr/>
        </p:nvSpPr>
        <p:spPr bwMode="auto">
          <a:xfrm>
            <a:off x="7769225" y="2052638"/>
            <a:ext cx="469900" cy="379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r>
              <a:rPr lang="en-US" altLang="en-US" sz="2000" b="0">
                <a:latin typeface="Times New Roman" panose="02020603050405020304" pitchFamily="18" charset="0"/>
              </a:rPr>
              <a:t>1</a:t>
            </a:r>
          </a:p>
        </p:txBody>
      </p:sp>
      <p:sp>
        <p:nvSpPr>
          <p:cNvPr id="51207" name="Line 92">
            <a:extLst>
              <a:ext uri="{FF2B5EF4-FFF2-40B4-BE49-F238E27FC236}">
                <a16:creationId xmlns:a16="http://schemas.microsoft.com/office/drawing/2014/main" id="{DC956447-B954-E2EA-E191-0C3D003DAB94}"/>
              </a:ext>
            </a:extLst>
          </p:cNvPr>
          <p:cNvSpPr>
            <a:spLocks noChangeShapeType="1"/>
          </p:cNvSpPr>
          <p:nvPr/>
        </p:nvSpPr>
        <p:spPr bwMode="auto">
          <a:xfrm flipH="1">
            <a:off x="5561013" y="3009901"/>
            <a:ext cx="552450" cy="754063"/>
          </a:xfrm>
          <a:prstGeom prst="line">
            <a:avLst/>
          </a:prstGeom>
          <a:noFill/>
          <a:ln w="31750">
            <a:solidFill>
              <a:srgbClr val="000000"/>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51208" name="Line 93">
            <a:extLst>
              <a:ext uri="{FF2B5EF4-FFF2-40B4-BE49-F238E27FC236}">
                <a16:creationId xmlns:a16="http://schemas.microsoft.com/office/drawing/2014/main" id="{176AE14F-5FB3-37F0-F834-FB2FFD18D09F}"/>
              </a:ext>
            </a:extLst>
          </p:cNvPr>
          <p:cNvSpPr>
            <a:spLocks noChangeShapeType="1"/>
          </p:cNvSpPr>
          <p:nvPr/>
        </p:nvSpPr>
        <p:spPr bwMode="auto">
          <a:xfrm>
            <a:off x="6442076" y="3074988"/>
            <a:ext cx="227013" cy="679450"/>
          </a:xfrm>
          <a:prstGeom prst="line">
            <a:avLst/>
          </a:prstGeom>
          <a:noFill/>
          <a:ln w="3175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51209" name="Line 94">
            <a:extLst>
              <a:ext uri="{FF2B5EF4-FFF2-40B4-BE49-F238E27FC236}">
                <a16:creationId xmlns:a16="http://schemas.microsoft.com/office/drawing/2014/main" id="{C644E23E-8EFA-0053-9372-5E84A5CC95BE}"/>
              </a:ext>
            </a:extLst>
          </p:cNvPr>
          <p:cNvSpPr>
            <a:spLocks noChangeShapeType="1"/>
          </p:cNvSpPr>
          <p:nvPr/>
        </p:nvSpPr>
        <p:spPr bwMode="auto">
          <a:xfrm flipH="1">
            <a:off x="7815264" y="3074989"/>
            <a:ext cx="204787" cy="750887"/>
          </a:xfrm>
          <a:prstGeom prst="line">
            <a:avLst/>
          </a:prstGeom>
          <a:noFill/>
          <a:ln w="31750">
            <a:solidFill>
              <a:srgbClr val="000000"/>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51210" name="Line 95">
            <a:extLst>
              <a:ext uri="{FF2B5EF4-FFF2-40B4-BE49-F238E27FC236}">
                <a16:creationId xmlns:a16="http://schemas.microsoft.com/office/drawing/2014/main" id="{E11790CA-27C5-FA6A-107B-740F7E6CCB56}"/>
              </a:ext>
            </a:extLst>
          </p:cNvPr>
          <p:cNvSpPr>
            <a:spLocks noChangeShapeType="1"/>
          </p:cNvSpPr>
          <p:nvPr/>
        </p:nvSpPr>
        <p:spPr bwMode="auto">
          <a:xfrm>
            <a:off x="8294688" y="3006726"/>
            <a:ext cx="622300" cy="703263"/>
          </a:xfrm>
          <a:prstGeom prst="line">
            <a:avLst/>
          </a:prstGeom>
          <a:noFill/>
          <a:ln w="3175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51211" name="Line 96">
            <a:extLst>
              <a:ext uri="{FF2B5EF4-FFF2-40B4-BE49-F238E27FC236}">
                <a16:creationId xmlns:a16="http://schemas.microsoft.com/office/drawing/2014/main" id="{FF859509-47EE-BB38-ED13-82553086B3A5}"/>
              </a:ext>
            </a:extLst>
          </p:cNvPr>
          <p:cNvSpPr>
            <a:spLocks noChangeShapeType="1"/>
          </p:cNvSpPr>
          <p:nvPr/>
        </p:nvSpPr>
        <p:spPr bwMode="auto">
          <a:xfrm flipH="1">
            <a:off x="6176964" y="4302125"/>
            <a:ext cx="403225" cy="566738"/>
          </a:xfrm>
          <a:prstGeom prst="line">
            <a:avLst/>
          </a:prstGeom>
          <a:noFill/>
          <a:ln w="31750">
            <a:solidFill>
              <a:srgbClr val="000000"/>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51212" name="Line 97">
            <a:extLst>
              <a:ext uri="{FF2B5EF4-FFF2-40B4-BE49-F238E27FC236}">
                <a16:creationId xmlns:a16="http://schemas.microsoft.com/office/drawing/2014/main" id="{6DEB58ED-9316-6825-0E77-D0EDF0EFCCE6}"/>
              </a:ext>
            </a:extLst>
          </p:cNvPr>
          <p:cNvSpPr>
            <a:spLocks noChangeShapeType="1"/>
          </p:cNvSpPr>
          <p:nvPr/>
        </p:nvSpPr>
        <p:spPr bwMode="auto">
          <a:xfrm flipH="1">
            <a:off x="5481638" y="4233864"/>
            <a:ext cx="68262" cy="682625"/>
          </a:xfrm>
          <a:prstGeom prst="line">
            <a:avLst/>
          </a:prstGeom>
          <a:noFill/>
          <a:ln w="3175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51213" name="Line 98">
            <a:extLst>
              <a:ext uri="{FF2B5EF4-FFF2-40B4-BE49-F238E27FC236}">
                <a16:creationId xmlns:a16="http://schemas.microsoft.com/office/drawing/2014/main" id="{154395A5-80A6-1F4A-B994-E5A170902B4A}"/>
              </a:ext>
            </a:extLst>
          </p:cNvPr>
          <p:cNvSpPr>
            <a:spLocks noChangeShapeType="1"/>
          </p:cNvSpPr>
          <p:nvPr/>
        </p:nvSpPr>
        <p:spPr bwMode="auto">
          <a:xfrm flipH="1">
            <a:off x="8912226" y="4233864"/>
            <a:ext cx="4763" cy="657225"/>
          </a:xfrm>
          <a:prstGeom prst="line">
            <a:avLst/>
          </a:prstGeom>
          <a:noFill/>
          <a:ln w="31750">
            <a:solidFill>
              <a:srgbClr val="000000"/>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51214" name="Line 99">
            <a:extLst>
              <a:ext uri="{FF2B5EF4-FFF2-40B4-BE49-F238E27FC236}">
                <a16:creationId xmlns:a16="http://schemas.microsoft.com/office/drawing/2014/main" id="{D3ECA632-1BA1-D874-6206-32ED33E460A8}"/>
              </a:ext>
            </a:extLst>
          </p:cNvPr>
          <p:cNvSpPr>
            <a:spLocks noChangeShapeType="1"/>
          </p:cNvSpPr>
          <p:nvPr/>
        </p:nvSpPr>
        <p:spPr bwMode="auto">
          <a:xfrm>
            <a:off x="9186864" y="4098926"/>
            <a:ext cx="549275" cy="817563"/>
          </a:xfrm>
          <a:prstGeom prst="line">
            <a:avLst/>
          </a:prstGeom>
          <a:noFill/>
          <a:ln w="3175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30769" name="Text Box 100">
            <a:extLst>
              <a:ext uri="{FF2B5EF4-FFF2-40B4-BE49-F238E27FC236}">
                <a16:creationId xmlns:a16="http://schemas.microsoft.com/office/drawing/2014/main" id="{F307A657-10C6-402F-9E22-574459C2B8BA}"/>
              </a:ext>
            </a:extLst>
          </p:cNvPr>
          <p:cNvSpPr txBox="1">
            <a:spLocks noChangeArrowheads="1"/>
          </p:cNvSpPr>
          <p:nvPr/>
        </p:nvSpPr>
        <p:spPr bwMode="auto">
          <a:xfrm>
            <a:off x="5919789" y="4887913"/>
            <a:ext cx="534987" cy="449262"/>
          </a:xfrm>
          <a:prstGeom prst="rect">
            <a:avLst/>
          </a:prstGeom>
          <a:solidFill>
            <a:schemeClr val="accent1">
              <a:lumMod val="40000"/>
              <a:lumOff val="60000"/>
            </a:schemeClr>
          </a:solidFill>
          <a:ln w="31750">
            <a:solidFill>
              <a:srgbClr val="000000"/>
            </a:solidFill>
            <a:miter lim="800000"/>
            <a:headEnd/>
            <a:tailEnd/>
          </a:ln>
        </p:spPr>
        <p:txBody>
          <a:bodyPr/>
          <a:lstStyle/>
          <a:p>
            <a:pPr algn="ctr">
              <a:defRPr/>
            </a:pPr>
            <a:r>
              <a:rPr lang="en-US" sz="2000">
                <a:latin typeface="Times New Roman" pitchFamily="18" charset="0"/>
                <a:cs typeface="Arial" charset="0"/>
              </a:rPr>
              <a:t>1</a:t>
            </a:r>
          </a:p>
        </p:txBody>
      </p:sp>
      <p:sp>
        <p:nvSpPr>
          <p:cNvPr id="30770" name="Text Box 101">
            <a:extLst>
              <a:ext uri="{FF2B5EF4-FFF2-40B4-BE49-F238E27FC236}">
                <a16:creationId xmlns:a16="http://schemas.microsoft.com/office/drawing/2014/main" id="{E0D6E84B-1A67-48E2-973D-C7A553B85C42}"/>
              </a:ext>
            </a:extLst>
          </p:cNvPr>
          <p:cNvSpPr txBox="1">
            <a:spLocks noChangeArrowheads="1"/>
          </p:cNvSpPr>
          <p:nvPr/>
        </p:nvSpPr>
        <p:spPr bwMode="auto">
          <a:xfrm>
            <a:off x="6624638" y="4891089"/>
            <a:ext cx="558800" cy="446087"/>
          </a:xfrm>
          <a:prstGeom prst="rect">
            <a:avLst/>
          </a:prstGeom>
          <a:solidFill>
            <a:schemeClr val="accent1">
              <a:lumMod val="40000"/>
              <a:lumOff val="60000"/>
            </a:schemeClr>
          </a:solidFill>
          <a:ln w="31750">
            <a:solidFill>
              <a:srgbClr val="000000"/>
            </a:solidFill>
            <a:miter lim="800000"/>
            <a:headEnd/>
            <a:tailEnd/>
          </a:ln>
        </p:spPr>
        <p:txBody>
          <a:bodyPr/>
          <a:lstStyle/>
          <a:p>
            <a:pPr algn="ctr">
              <a:defRPr/>
            </a:pPr>
            <a:r>
              <a:rPr lang="en-US" sz="2000">
                <a:latin typeface="Times New Roman" pitchFamily="18" charset="0"/>
                <a:cs typeface="Arial" charset="0"/>
              </a:rPr>
              <a:t>0</a:t>
            </a:r>
          </a:p>
        </p:txBody>
      </p:sp>
      <p:sp>
        <p:nvSpPr>
          <p:cNvPr id="51217" name="Text Box 102">
            <a:extLst>
              <a:ext uri="{FF2B5EF4-FFF2-40B4-BE49-F238E27FC236}">
                <a16:creationId xmlns:a16="http://schemas.microsoft.com/office/drawing/2014/main" id="{7995D128-5A8F-0F83-D9BF-4A1B722A1DA5}"/>
              </a:ext>
            </a:extLst>
          </p:cNvPr>
          <p:cNvSpPr txBox="1">
            <a:spLocks noChangeArrowheads="1"/>
          </p:cNvSpPr>
          <p:nvPr/>
        </p:nvSpPr>
        <p:spPr bwMode="auto">
          <a:xfrm>
            <a:off x="5481638" y="3192463"/>
            <a:ext cx="463550"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r>
              <a:rPr lang="en-US" altLang="en-US" sz="2000" b="0">
                <a:latin typeface="Times New Roman" panose="02020603050405020304" pitchFamily="18" charset="0"/>
              </a:rPr>
              <a:t>0</a:t>
            </a:r>
          </a:p>
        </p:txBody>
      </p:sp>
      <p:sp>
        <p:nvSpPr>
          <p:cNvPr id="51218" name="Text Box 103">
            <a:extLst>
              <a:ext uri="{FF2B5EF4-FFF2-40B4-BE49-F238E27FC236}">
                <a16:creationId xmlns:a16="http://schemas.microsoft.com/office/drawing/2014/main" id="{D6728739-A7D0-7608-B284-2800F5860D63}"/>
              </a:ext>
            </a:extLst>
          </p:cNvPr>
          <p:cNvSpPr txBox="1">
            <a:spLocks noChangeArrowheads="1"/>
          </p:cNvSpPr>
          <p:nvPr/>
        </p:nvSpPr>
        <p:spPr bwMode="auto">
          <a:xfrm>
            <a:off x="6565901" y="3181351"/>
            <a:ext cx="455613"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r>
              <a:rPr lang="en-US" altLang="en-US" sz="2000" b="0">
                <a:latin typeface="Times New Roman" panose="02020603050405020304" pitchFamily="18" charset="0"/>
              </a:rPr>
              <a:t>1</a:t>
            </a:r>
          </a:p>
        </p:txBody>
      </p:sp>
      <p:sp>
        <p:nvSpPr>
          <p:cNvPr id="51219" name="Text Box 104">
            <a:extLst>
              <a:ext uri="{FF2B5EF4-FFF2-40B4-BE49-F238E27FC236}">
                <a16:creationId xmlns:a16="http://schemas.microsoft.com/office/drawing/2014/main" id="{9C7B2C61-BA97-B0E0-A300-631CF1565B4D}"/>
              </a:ext>
            </a:extLst>
          </p:cNvPr>
          <p:cNvSpPr txBox="1">
            <a:spLocks noChangeArrowheads="1"/>
          </p:cNvSpPr>
          <p:nvPr/>
        </p:nvSpPr>
        <p:spPr bwMode="auto">
          <a:xfrm>
            <a:off x="7608888" y="3168651"/>
            <a:ext cx="342900"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r>
              <a:rPr lang="en-US" altLang="en-US" sz="2000" b="0">
                <a:latin typeface="Times New Roman" panose="02020603050405020304" pitchFamily="18" charset="0"/>
              </a:rPr>
              <a:t>0</a:t>
            </a:r>
          </a:p>
        </p:txBody>
      </p:sp>
      <p:sp>
        <p:nvSpPr>
          <p:cNvPr id="51220" name="Text Box 105">
            <a:extLst>
              <a:ext uri="{FF2B5EF4-FFF2-40B4-BE49-F238E27FC236}">
                <a16:creationId xmlns:a16="http://schemas.microsoft.com/office/drawing/2014/main" id="{99D44692-2683-A1C2-404E-A9E422F9BD6E}"/>
              </a:ext>
            </a:extLst>
          </p:cNvPr>
          <p:cNvSpPr txBox="1">
            <a:spLocks noChangeArrowheads="1"/>
          </p:cNvSpPr>
          <p:nvPr/>
        </p:nvSpPr>
        <p:spPr bwMode="auto">
          <a:xfrm>
            <a:off x="8656638" y="3143250"/>
            <a:ext cx="736600"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r>
              <a:rPr lang="en-US" altLang="en-US" sz="2000" b="0">
                <a:latin typeface="Times New Roman" panose="02020603050405020304" pitchFamily="18" charset="0"/>
              </a:rPr>
              <a:t>1</a:t>
            </a:r>
          </a:p>
        </p:txBody>
      </p:sp>
      <p:sp>
        <p:nvSpPr>
          <p:cNvPr id="51221" name="Text Box 106">
            <a:extLst>
              <a:ext uri="{FF2B5EF4-FFF2-40B4-BE49-F238E27FC236}">
                <a16:creationId xmlns:a16="http://schemas.microsoft.com/office/drawing/2014/main" id="{EA10A179-C58C-9371-0C3D-7175BBCFB94A}"/>
              </a:ext>
            </a:extLst>
          </p:cNvPr>
          <p:cNvSpPr txBox="1">
            <a:spLocks noChangeArrowheads="1"/>
          </p:cNvSpPr>
          <p:nvPr/>
        </p:nvSpPr>
        <p:spPr bwMode="auto">
          <a:xfrm>
            <a:off x="5927726" y="4414838"/>
            <a:ext cx="4921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r>
              <a:rPr lang="en-US" altLang="en-US" sz="2000" b="0">
                <a:latin typeface="Times New Roman" panose="02020603050405020304" pitchFamily="18" charset="0"/>
              </a:rPr>
              <a:t>0</a:t>
            </a:r>
          </a:p>
        </p:txBody>
      </p:sp>
      <p:sp>
        <p:nvSpPr>
          <p:cNvPr id="51222" name="Text Box 107">
            <a:extLst>
              <a:ext uri="{FF2B5EF4-FFF2-40B4-BE49-F238E27FC236}">
                <a16:creationId xmlns:a16="http://schemas.microsoft.com/office/drawing/2014/main" id="{BF5E2E6B-5C2D-3A02-DED8-00C530CCC6E0}"/>
              </a:ext>
            </a:extLst>
          </p:cNvPr>
          <p:cNvSpPr txBox="1">
            <a:spLocks noChangeArrowheads="1"/>
          </p:cNvSpPr>
          <p:nvPr/>
        </p:nvSpPr>
        <p:spPr bwMode="auto">
          <a:xfrm>
            <a:off x="6859588" y="4427539"/>
            <a:ext cx="406400" cy="32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r>
              <a:rPr lang="en-US" altLang="en-US" sz="2000" b="0">
                <a:latin typeface="Times New Roman" panose="02020603050405020304" pitchFamily="18" charset="0"/>
              </a:rPr>
              <a:t>1</a:t>
            </a:r>
          </a:p>
        </p:txBody>
      </p:sp>
      <p:sp>
        <p:nvSpPr>
          <p:cNvPr id="51223" name="Text Box 108">
            <a:extLst>
              <a:ext uri="{FF2B5EF4-FFF2-40B4-BE49-F238E27FC236}">
                <a16:creationId xmlns:a16="http://schemas.microsoft.com/office/drawing/2014/main" id="{04878AF9-B39F-1555-4752-B7AD22E476DA}"/>
              </a:ext>
            </a:extLst>
          </p:cNvPr>
          <p:cNvSpPr txBox="1">
            <a:spLocks noChangeArrowheads="1"/>
          </p:cNvSpPr>
          <p:nvPr/>
        </p:nvSpPr>
        <p:spPr bwMode="auto">
          <a:xfrm>
            <a:off x="8594725" y="4433888"/>
            <a:ext cx="4762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r>
              <a:rPr lang="en-US" altLang="en-US" sz="2000" b="0">
                <a:latin typeface="Times New Roman" panose="02020603050405020304" pitchFamily="18" charset="0"/>
              </a:rPr>
              <a:t>0</a:t>
            </a:r>
          </a:p>
        </p:txBody>
      </p:sp>
      <p:sp>
        <p:nvSpPr>
          <p:cNvPr id="51224" name="Text Box 109">
            <a:extLst>
              <a:ext uri="{FF2B5EF4-FFF2-40B4-BE49-F238E27FC236}">
                <a16:creationId xmlns:a16="http://schemas.microsoft.com/office/drawing/2014/main" id="{CF652734-435D-F05B-6891-26958C5943FE}"/>
              </a:ext>
            </a:extLst>
          </p:cNvPr>
          <p:cNvSpPr txBox="1">
            <a:spLocks noChangeArrowheads="1"/>
          </p:cNvSpPr>
          <p:nvPr/>
        </p:nvSpPr>
        <p:spPr bwMode="auto">
          <a:xfrm>
            <a:off x="9553575" y="4422775"/>
            <a:ext cx="45720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r>
              <a:rPr lang="en-US" altLang="en-US" sz="2000" b="0">
                <a:latin typeface="Times New Roman" panose="02020603050405020304" pitchFamily="18" charset="0"/>
              </a:rPr>
              <a:t>1</a:t>
            </a:r>
          </a:p>
        </p:txBody>
      </p:sp>
      <p:sp>
        <p:nvSpPr>
          <p:cNvPr id="30745" name="Oval 110">
            <a:extLst>
              <a:ext uri="{FF2B5EF4-FFF2-40B4-BE49-F238E27FC236}">
                <a16:creationId xmlns:a16="http://schemas.microsoft.com/office/drawing/2014/main" id="{3E1D4BAE-7944-4CF4-8F00-E35D563B7334}"/>
              </a:ext>
            </a:extLst>
          </p:cNvPr>
          <p:cNvSpPr>
            <a:spLocks noChangeArrowheads="1"/>
          </p:cNvSpPr>
          <p:nvPr/>
        </p:nvSpPr>
        <p:spPr bwMode="auto">
          <a:xfrm>
            <a:off x="7059613" y="1668463"/>
            <a:ext cx="639762" cy="519112"/>
          </a:xfrm>
          <a:prstGeom prst="ellipse">
            <a:avLst/>
          </a:prstGeom>
          <a:solidFill>
            <a:schemeClr val="accent1">
              <a:lumMod val="60000"/>
              <a:lumOff val="40000"/>
            </a:schemeClr>
          </a:solidFill>
          <a:ln w="31750">
            <a:solidFill>
              <a:srgbClr val="000000"/>
            </a:solidFill>
            <a:round/>
            <a:headEnd/>
            <a:tailEnd/>
          </a:ln>
        </p:spPr>
        <p:txBody>
          <a:bodyPr/>
          <a:lstStyle/>
          <a:p>
            <a:pPr algn="ctr">
              <a:defRPr/>
            </a:pPr>
            <a:r>
              <a:rPr lang="en-US" dirty="0">
                <a:latin typeface="Times New Roman" pitchFamily="18" charset="0"/>
                <a:cs typeface="Arial" charset="0"/>
              </a:rPr>
              <a:t>x</a:t>
            </a:r>
            <a:r>
              <a:rPr lang="ru-RU" baseline="-25000" dirty="0">
                <a:latin typeface="Times New Roman" pitchFamily="18" charset="0"/>
                <a:cs typeface="Arial" charset="0"/>
              </a:rPr>
              <a:t>1</a:t>
            </a:r>
            <a:endParaRPr lang="en-US" sz="2000" baseline="-25000" dirty="0">
              <a:latin typeface="Times New Roman" pitchFamily="18" charset="0"/>
              <a:cs typeface="Arial" charset="0"/>
            </a:endParaRPr>
          </a:p>
        </p:txBody>
      </p:sp>
      <p:sp>
        <p:nvSpPr>
          <p:cNvPr id="30746" name="Oval 111">
            <a:extLst>
              <a:ext uri="{FF2B5EF4-FFF2-40B4-BE49-F238E27FC236}">
                <a16:creationId xmlns:a16="http://schemas.microsoft.com/office/drawing/2014/main" id="{3C323E4D-04C0-48E0-8206-1573F764E0AC}"/>
              </a:ext>
            </a:extLst>
          </p:cNvPr>
          <p:cNvSpPr>
            <a:spLocks noChangeArrowheads="1"/>
          </p:cNvSpPr>
          <p:nvPr/>
        </p:nvSpPr>
        <p:spPr bwMode="auto">
          <a:xfrm>
            <a:off x="6143626" y="2578101"/>
            <a:ext cx="639763" cy="519113"/>
          </a:xfrm>
          <a:prstGeom prst="ellipse">
            <a:avLst/>
          </a:prstGeom>
          <a:solidFill>
            <a:schemeClr val="accent1">
              <a:lumMod val="60000"/>
              <a:lumOff val="40000"/>
            </a:schemeClr>
          </a:solidFill>
          <a:ln w="31750">
            <a:solidFill>
              <a:srgbClr val="000000"/>
            </a:solidFill>
            <a:round/>
            <a:headEnd/>
            <a:tailEnd/>
          </a:ln>
        </p:spPr>
        <p:txBody>
          <a:bodyPr/>
          <a:lstStyle/>
          <a:p>
            <a:pPr>
              <a:defRPr/>
            </a:pPr>
            <a:r>
              <a:rPr lang="en-US" sz="2000" dirty="0">
                <a:latin typeface="Times New Roman" pitchFamily="18" charset="0"/>
                <a:cs typeface="Arial" charset="0"/>
              </a:rPr>
              <a:t>x</a:t>
            </a:r>
            <a:r>
              <a:rPr lang="en-US" sz="2000" baseline="-25000" dirty="0">
                <a:latin typeface="Times New Roman" pitchFamily="18" charset="0"/>
                <a:cs typeface="Arial" charset="0"/>
              </a:rPr>
              <a:t>2</a:t>
            </a:r>
          </a:p>
        </p:txBody>
      </p:sp>
      <p:sp>
        <p:nvSpPr>
          <p:cNvPr id="30747" name="Oval 112">
            <a:extLst>
              <a:ext uri="{FF2B5EF4-FFF2-40B4-BE49-F238E27FC236}">
                <a16:creationId xmlns:a16="http://schemas.microsoft.com/office/drawing/2014/main" id="{724C9E66-C1C4-4873-92FD-BAF656738118}"/>
              </a:ext>
            </a:extLst>
          </p:cNvPr>
          <p:cNvSpPr>
            <a:spLocks noChangeArrowheads="1"/>
          </p:cNvSpPr>
          <p:nvPr/>
        </p:nvSpPr>
        <p:spPr bwMode="auto">
          <a:xfrm>
            <a:off x="7808913" y="2587626"/>
            <a:ext cx="639762" cy="519113"/>
          </a:xfrm>
          <a:prstGeom prst="ellipse">
            <a:avLst/>
          </a:prstGeom>
          <a:solidFill>
            <a:schemeClr val="accent1">
              <a:lumMod val="60000"/>
              <a:lumOff val="40000"/>
            </a:schemeClr>
          </a:solidFill>
          <a:ln w="31750">
            <a:solidFill>
              <a:srgbClr val="000000"/>
            </a:solidFill>
            <a:round/>
            <a:headEnd/>
            <a:tailEnd/>
          </a:ln>
        </p:spPr>
        <p:txBody>
          <a:bodyPr/>
          <a:lstStyle/>
          <a:p>
            <a:pPr>
              <a:defRPr/>
            </a:pPr>
            <a:r>
              <a:rPr lang="en-US" sz="2000" dirty="0">
                <a:latin typeface="Times New Roman" pitchFamily="18" charset="0"/>
                <a:cs typeface="Arial" charset="0"/>
              </a:rPr>
              <a:t>x</a:t>
            </a:r>
            <a:r>
              <a:rPr lang="en-US" sz="2000" baseline="-25000" dirty="0">
                <a:latin typeface="Times New Roman" pitchFamily="18" charset="0"/>
                <a:cs typeface="Arial" charset="0"/>
              </a:rPr>
              <a:t>2</a:t>
            </a:r>
          </a:p>
        </p:txBody>
      </p:sp>
      <p:sp>
        <p:nvSpPr>
          <p:cNvPr id="30748" name="Oval 113">
            <a:extLst>
              <a:ext uri="{FF2B5EF4-FFF2-40B4-BE49-F238E27FC236}">
                <a16:creationId xmlns:a16="http://schemas.microsoft.com/office/drawing/2014/main" id="{15D10446-C542-4C13-BA4B-4E7077E20ECF}"/>
              </a:ext>
            </a:extLst>
          </p:cNvPr>
          <p:cNvSpPr>
            <a:spLocks noChangeArrowheads="1"/>
          </p:cNvSpPr>
          <p:nvPr/>
        </p:nvSpPr>
        <p:spPr bwMode="auto">
          <a:xfrm>
            <a:off x="6394451" y="3752851"/>
            <a:ext cx="639763" cy="519113"/>
          </a:xfrm>
          <a:prstGeom prst="ellipse">
            <a:avLst/>
          </a:prstGeom>
          <a:solidFill>
            <a:schemeClr val="accent1">
              <a:lumMod val="60000"/>
              <a:lumOff val="40000"/>
            </a:schemeClr>
          </a:solidFill>
          <a:ln w="31750">
            <a:solidFill>
              <a:srgbClr val="000000"/>
            </a:solidFill>
            <a:round/>
            <a:headEnd/>
            <a:tailEnd/>
          </a:ln>
        </p:spPr>
        <p:txBody>
          <a:bodyPr/>
          <a:lstStyle/>
          <a:p>
            <a:pPr>
              <a:defRPr/>
            </a:pPr>
            <a:r>
              <a:rPr lang="en-US" sz="2000">
                <a:latin typeface="Times New Roman" pitchFamily="18" charset="0"/>
                <a:cs typeface="Arial" charset="0"/>
              </a:rPr>
              <a:t>x</a:t>
            </a:r>
            <a:r>
              <a:rPr lang="en-US" sz="2000" baseline="-25000">
                <a:latin typeface="Times New Roman" pitchFamily="18" charset="0"/>
                <a:cs typeface="Arial" charset="0"/>
              </a:rPr>
              <a:t>3</a:t>
            </a:r>
            <a:endParaRPr lang="en-US" sz="2000">
              <a:latin typeface="Times New Roman" pitchFamily="18" charset="0"/>
              <a:cs typeface="Arial" charset="0"/>
            </a:endParaRPr>
          </a:p>
        </p:txBody>
      </p:sp>
      <p:sp>
        <p:nvSpPr>
          <p:cNvPr id="30749" name="Oval 114">
            <a:extLst>
              <a:ext uri="{FF2B5EF4-FFF2-40B4-BE49-F238E27FC236}">
                <a16:creationId xmlns:a16="http://schemas.microsoft.com/office/drawing/2014/main" id="{B41B984B-F93F-478D-8E1A-189AF1C6FE88}"/>
              </a:ext>
            </a:extLst>
          </p:cNvPr>
          <p:cNvSpPr>
            <a:spLocks noChangeArrowheads="1"/>
          </p:cNvSpPr>
          <p:nvPr/>
        </p:nvSpPr>
        <p:spPr bwMode="auto">
          <a:xfrm>
            <a:off x="8656638" y="3732214"/>
            <a:ext cx="639762" cy="517525"/>
          </a:xfrm>
          <a:prstGeom prst="ellipse">
            <a:avLst/>
          </a:prstGeom>
          <a:solidFill>
            <a:schemeClr val="accent1">
              <a:lumMod val="60000"/>
              <a:lumOff val="40000"/>
            </a:schemeClr>
          </a:solidFill>
          <a:ln w="31750">
            <a:solidFill>
              <a:srgbClr val="000000"/>
            </a:solidFill>
            <a:round/>
            <a:headEnd/>
            <a:tailEnd/>
          </a:ln>
        </p:spPr>
        <p:txBody>
          <a:bodyPr/>
          <a:lstStyle/>
          <a:p>
            <a:pPr>
              <a:defRPr/>
            </a:pPr>
            <a:r>
              <a:rPr lang="en-US" sz="2000" dirty="0">
                <a:latin typeface="Times New Roman" pitchFamily="18" charset="0"/>
                <a:cs typeface="Arial" charset="0"/>
              </a:rPr>
              <a:t>x</a:t>
            </a:r>
            <a:r>
              <a:rPr lang="en-US" sz="2000" baseline="-25000" dirty="0">
                <a:latin typeface="Times New Roman" pitchFamily="18" charset="0"/>
                <a:cs typeface="Arial" charset="0"/>
              </a:rPr>
              <a:t>3</a:t>
            </a:r>
            <a:endParaRPr lang="en-US" sz="2000" dirty="0">
              <a:latin typeface="Times New Roman" pitchFamily="18" charset="0"/>
              <a:cs typeface="Arial" charset="0"/>
            </a:endParaRPr>
          </a:p>
        </p:txBody>
      </p:sp>
      <p:sp>
        <p:nvSpPr>
          <p:cNvPr id="51230" name="Text Box 115">
            <a:extLst>
              <a:ext uri="{FF2B5EF4-FFF2-40B4-BE49-F238E27FC236}">
                <a16:creationId xmlns:a16="http://schemas.microsoft.com/office/drawing/2014/main" id="{956A99CC-F958-4316-6C35-6B26641E970B}"/>
              </a:ext>
            </a:extLst>
          </p:cNvPr>
          <p:cNvSpPr txBox="1">
            <a:spLocks noChangeArrowheads="1"/>
          </p:cNvSpPr>
          <p:nvPr/>
        </p:nvSpPr>
        <p:spPr bwMode="auto">
          <a:xfrm>
            <a:off x="7646989" y="1679575"/>
            <a:ext cx="1290637"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r>
              <a:rPr lang="en-US" altLang="en-US" sz="2000" b="0">
                <a:latin typeface="Times New Roman" panose="02020603050405020304" pitchFamily="18" charset="0"/>
              </a:rPr>
              <a:t>f(x</a:t>
            </a:r>
            <a:r>
              <a:rPr lang="en-US" altLang="en-US" sz="2000" b="0" baseline="-25000">
                <a:latin typeface="Times New Roman" panose="02020603050405020304" pitchFamily="18" charset="0"/>
              </a:rPr>
              <a:t>1</a:t>
            </a:r>
            <a:r>
              <a:rPr lang="en-US" altLang="en-US" sz="2000" b="0">
                <a:latin typeface="Times New Roman" panose="02020603050405020304" pitchFamily="18" charset="0"/>
              </a:rPr>
              <a:t>,x</a:t>
            </a:r>
            <a:r>
              <a:rPr lang="en-US" altLang="en-US" sz="2000" b="0" baseline="-25000">
                <a:latin typeface="Times New Roman" panose="02020603050405020304" pitchFamily="18" charset="0"/>
              </a:rPr>
              <a:t>2</a:t>
            </a:r>
            <a:r>
              <a:rPr lang="en-US" altLang="en-US" sz="2000" b="0">
                <a:latin typeface="Times New Roman" panose="02020603050405020304" pitchFamily="18" charset="0"/>
              </a:rPr>
              <a:t>,x</a:t>
            </a:r>
            <a:r>
              <a:rPr lang="en-US" altLang="en-US" sz="2000" b="0" baseline="-25000">
                <a:latin typeface="Times New Roman" panose="02020603050405020304" pitchFamily="18" charset="0"/>
              </a:rPr>
              <a:t>3</a:t>
            </a:r>
            <a:r>
              <a:rPr lang="en-US" altLang="en-US" sz="2000" b="0">
                <a:latin typeface="Times New Roman" panose="02020603050405020304" pitchFamily="18" charset="0"/>
              </a:rPr>
              <a:t>)</a:t>
            </a:r>
          </a:p>
        </p:txBody>
      </p:sp>
      <p:sp>
        <p:nvSpPr>
          <p:cNvPr id="51231" name="Text Box 116">
            <a:extLst>
              <a:ext uri="{FF2B5EF4-FFF2-40B4-BE49-F238E27FC236}">
                <a16:creationId xmlns:a16="http://schemas.microsoft.com/office/drawing/2014/main" id="{775A1BD6-4D9A-6950-112F-581FD00887EE}"/>
              </a:ext>
            </a:extLst>
          </p:cNvPr>
          <p:cNvSpPr txBox="1">
            <a:spLocks noChangeArrowheads="1"/>
          </p:cNvSpPr>
          <p:nvPr/>
        </p:nvSpPr>
        <p:spPr bwMode="auto">
          <a:xfrm>
            <a:off x="5803900" y="1700213"/>
            <a:ext cx="1473200"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r>
              <a:rPr lang="en-US" altLang="en-US" sz="2000" b="0">
                <a:latin typeface="Times New Roman" panose="02020603050405020304" pitchFamily="18" charset="0"/>
              </a:rPr>
              <a:t>Root node</a:t>
            </a:r>
          </a:p>
        </p:txBody>
      </p:sp>
      <p:sp>
        <p:nvSpPr>
          <p:cNvPr id="51232" name="Text Box 117">
            <a:extLst>
              <a:ext uri="{FF2B5EF4-FFF2-40B4-BE49-F238E27FC236}">
                <a16:creationId xmlns:a16="http://schemas.microsoft.com/office/drawing/2014/main" id="{0EE49ED0-3F21-53DF-976E-57B7E533706C}"/>
              </a:ext>
            </a:extLst>
          </p:cNvPr>
          <p:cNvSpPr txBox="1">
            <a:spLocks noChangeArrowheads="1"/>
          </p:cNvSpPr>
          <p:nvPr/>
        </p:nvSpPr>
        <p:spPr bwMode="auto">
          <a:xfrm>
            <a:off x="5345113" y="2470150"/>
            <a:ext cx="1104900"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r>
              <a:rPr lang="en-US" altLang="en-US" sz="2000" b="0">
                <a:latin typeface="Times New Roman" panose="02020603050405020304" pitchFamily="18" charset="0"/>
              </a:rPr>
              <a:t>~(x</a:t>
            </a:r>
            <a:r>
              <a:rPr lang="en-US" altLang="en-US" sz="2000" b="0" baseline="-25000">
                <a:latin typeface="Times New Roman" panose="02020603050405020304" pitchFamily="18" charset="0"/>
              </a:rPr>
              <a:t>2</a:t>
            </a:r>
            <a:r>
              <a:rPr lang="en-US" altLang="en-US" sz="2000" b="0">
                <a:latin typeface="Times New Roman" panose="02020603050405020304" pitchFamily="18" charset="0"/>
              </a:rPr>
              <a:t>x</a:t>
            </a:r>
            <a:r>
              <a:rPr lang="en-US" altLang="en-US" sz="2000" b="0" baseline="-25000">
                <a:latin typeface="Times New Roman" panose="02020603050405020304" pitchFamily="18" charset="0"/>
              </a:rPr>
              <a:t>3</a:t>
            </a:r>
            <a:r>
              <a:rPr lang="en-US" altLang="en-US" sz="2000" b="0">
                <a:latin typeface="Times New Roman" panose="02020603050405020304" pitchFamily="18" charset="0"/>
              </a:rPr>
              <a:t>)</a:t>
            </a:r>
          </a:p>
        </p:txBody>
      </p:sp>
      <p:sp>
        <p:nvSpPr>
          <p:cNvPr id="51233" name="Text Box 118">
            <a:extLst>
              <a:ext uri="{FF2B5EF4-FFF2-40B4-BE49-F238E27FC236}">
                <a16:creationId xmlns:a16="http://schemas.microsoft.com/office/drawing/2014/main" id="{AE4941D3-E737-69F0-BC0F-F0F7095D810F}"/>
              </a:ext>
            </a:extLst>
          </p:cNvPr>
          <p:cNvSpPr txBox="1">
            <a:spLocks noChangeArrowheads="1"/>
          </p:cNvSpPr>
          <p:nvPr/>
        </p:nvSpPr>
        <p:spPr bwMode="auto">
          <a:xfrm>
            <a:off x="8393113" y="2597150"/>
            <a:ext cx="90011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r>
              <a:rPr lang="en-US" altLang="en-US" sz="2000" b="0">
                <a:latin typeface="Times New Roman" panose="02020603050405020304" pitchFamily="18" charset="0"/>
              </a:rPr>
              <a:t>x</a:t>
            </a:r>
            <a:r>
              <a:rPr lang="en-US" altLang="en-US" sz="2000" b="0" baseline="-25000">
                <a:latin typeface="Times New Roman" panose="02020603050405020304" pitchFamily="18" charset="0"/>
              </a:rPr>
              <a:t>2 </a:t>
            </a:r>
            <a:r>
              <a:rPr lang="en-US" altLang="en-US" sz="2000" b="0">
                <a:latin typeface="Times New Roman" panose="02020603050405020304" pitchFamily="18" charset="0"/>
              </a:rPr>
              <a:t>~x</a:t>
            </a:r>
            <a:r>
              <a:rPr lang="en-US" altLang="en-US" sz="2000" b="0" baseline="-25000">
                <a:latin typeface="Times New Roman" panose="02020603050405020304" pitchFamily="18" charset="0"/>
              </a:rPr>
              <a:t>3</a:t>
            </a:r>
            <a:endParaRPr lang="en-US" altLang="en-US" sz="2000" b="0">
              <a:latin typeface="Times New Roman" panose="02020603050405020304" pitchFamily="18" charset="0"/>
            </a:endParaRPr>
          </a:p>
        </p:txBody>
      </p:sp>
      <p:sp>
        <p:nvSpPr>
          <p:cNvPr id="51234" name="Text Box 119">
            <a:extLst>
              <a:ext uri="{FF2B5EF4-FFF2-40B4-BE49-F238E27FC236}">
                <a16:creationId xmlns:a16="http://schemas.microsoft.com/office/drawing/2014/main" id="{AACB9F45-4D40-1151-21BC-87A925840C1C}"/>
              </a:ext>
            </a:extLst>
          </p:cNvPr>
          <p:cNvSpPr txBox="1">
            <a:spLocks noChangeArrowheads="1"/>
          </p:cNvSpPr>
          <p:nvPr/>
        </p:nvSpPr>
        <p:spPr bwMode="auto">
          <a:xfrm>
            <a:off x="6896101" y="3817938"/>
            <a:ext cx="690563"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r>
              <a:rPr lang="en-US" altLang="en-US" sz="2000" b="0">
                <a:latin typeface="Times New Roman" panose="02020603050405020304" pitchFamily="18" charset="0"/>
              </a:rPr>
              <a:t>~x</a:t>
            </a:r>
            <a:r>
              <a:rPr lang="en-US" altLang="en-US" sz="2000" b="0" baseline="-25000">
                <a:latin typeface="Times New Roman" panose="02020603050405020304" pitchFamily="18" charset="0"/>
              </a:rPr>
              <a:t>3</a:t>
            </a:r>
            <a:endParaRPr lang="en-US" altLang="en-US" sz="2000" b="0">
              <a:latin typeface="Times New Roman" panose="02020603050405020304" pitchFamily="18" charset="0"/>
            </a:endParaRPr>
          </a:p>
        </p:txBody>
      </p:sp>
      <p:sp>
        <p:nvSpPr>
          <p:cNvPr id="51235" name="Text Box 120">
            <a:extLst>
              <a:ext uri="{FF2B5EF4-FFF2-40B4-BE49-F238E27FC236}">
                <a16:creationId xmlns:a16="http://schemas.microsoft.com/office/drawing/2014/main" id="{D3ECB8B9-7AD8-2A35-7D37-CC3073BFAB74}"/>
              </a:ext>
            </a:extLst>
          </p:cNvPr>
          <p:cNvSpPr txBox="1">
            <a:spLocks noChangeArrowheads="1"/>
          </p:cNvSpPr>
          <p:nvPr/>
        </p:nvSpPr>
        <p:spPr bwMode="auto">
          <a:xfrm>
            <a:off x="9240838" y="3651250"/>
            <a:ext cx="69056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r>
              <a:rPr lang="en-US" altLang="en-US" sz="2000" b="0">
                <a:latin typeface="Times New Roman" panose="02020603050405020304" pitchFamily="18" charset="0"/>
              </a:rPr>
              <a:t>~x</a:t>
            </a:r>
            <a:r>
              <a:rPr lang="en-US" altLang="en-US" sz="2000" b="0" baseline="-25000">
                <a:latin typeface="Times New Roman" panose="02020603050405020304" pitchFamily="18" charset="0"/>
              </a:rPr>
              <a:t>3</a:t>
            </a:r>
            <a:endParaRPr lang="en-US" altLang="en-US" sz="2000" b="0">
              <a:latin typeface="Times New Roman" panose="02020603050405020304" pitchFamily="18" charset="0"/>
            </a:endParaRPr>
          </a:p>
        </p:txBody>
      </p:sp>
      <p:sp>
        <p:nvSpPr>
          <p:cNvPr id="30756" name="Oval 121">
            <a:extLst>
              <a:ext uri="{FF2B5EF4-FFF2-40B4-BE49-F238E27FC236}">
                <a16:creationId xmlns:a16="http://schemas.microsoft.com/office/drawing/2014/main" id="{4205B840-1373-42A4-A626-B1F16BFDBD47}"/>
              </a:ext>
            </a:extLst>
          </p:cNvPr>
          <p:cNvSpPr>
            <a:spLocks noChangeArrowheads="1"/>
          </p:cNvSpPr>
          <p:nvPr/>
        </p:nvSpPr>
        <p:spPr bwMode="auto">
          <a:xfrm>
            <a:off x="5248276" y="3740151"/>
            <a:ext cx="639763" cy="519113"/>
          </a:xfrm>
          <a:prstGeom prst="ellipse">
            <a:avLst/>
          </a:prstGeom>
          <a:solidFill>
            <a:schemeClr val="accent1">
              <a:lumMod val="60000"/>
              <a:lumOff val="40000"/>
            </a:schemeClr>
          </a:solidFill>
          <a:ln w="31750">
            <a:solidFill>
              <a:srgbClr val="000000"/>
            </a:solidFill>
            <a:round/>
            <a:headEnd/>
            <a:tailEnd/>
          </a:ln>
        </p:spPr>
        <p:txBody>
          <a:bodyPr/>
          <a:lstStyle/>
          <a:p>
            <a:pPr>
              <a:defRPr/>
            </a:pPr>
            <a:r>
              <a:rPr lang="en-US" sz="2000" dirty="0">
                <a:latin typeface="Times New Roman" pitchFamily="18" charset="0"/>
                <a:cs typeface="Arial" charset="0"/>
              </a:rPr>
              <a:t>x</a:t>
            </a:r>
            <a:r>
              <a:rPr lang="en-US" sz="2000" baseline="-25000" dirty="0">
                <a:latin typeface="Times New Roman" pitchFamily="18" charset="0"/>
                <a:cs typeface="Arial" charset="0"/>
              </a:rPr>
              <a:t>3</a:t>
            </a:r>
            <a:endParaRPr lang="en-US" sz="2000" dirty="0">
              <a:latin typeface="Times New Roman" pitchFamily="18" charset="0"/>
              <a:cs typeface="Arial" charset="0"/>
            </a:endParaRPr>
          </a:p>
        </p:txBody>
      </p:sp>
      <p:sp>
        <p:nvSpPr>
          <p:cNvPr id="51237" name="Line 122">
            <a:extLst>
              <a:ext uri="{FF2B5EF4-FFF2-40B4-BE49-F238E27FC236}">
                <a16:creationId xmlns:a16="http://schemas.microsoft.com/office/drawing/2014/main" id="{C6FCB83C-ED98-CED7-7219-3700A20D3BF8}"/>
              </a:ext>
            </a:extLst>
          </p:cNvPr>
          <p:cNvSpPr>
            <a:spLocks noChangeShapeType="1"/>
          </p:cNvSpPr>
          <p:nvPr/>
        </p:nvSpPr>
        <p:spPr bwMode="auto">
          <a:xfrm flipH="1">
            <a:off x="4795839" y="4233864"/>
            <a:ext cx="549275" cy="682625"/>
          </a:xfrm>
          <a:prstGeom prst="line">
            <a:avLst/>
          </a:prstGeom>
          <a:noFill/>
          <a:ln w="31750">
            <a:solidFill>
              <a:srgbClr val="000000"/>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30758" name="Oval 123">
            <a:extLst>
              <a:ext uri="{FF2B5EF4-FFF2-40B4-BE49-F238E27FC236}">
                <a16:creationId xmlns:a16="http://schemas.microsoft.com/office/drawing/2014/main" id="{2A6270DE-38C0-46C8-96A1-83BDAC1876DF}"/>
              </a:ext>
            </a:extLst>
          </p:cNvPr>
          <p:cNvSpPr>
            <a:spLocks noChangeArrowheads="1"/>
          </p:cNvSpPr>
          <p:nvPr/>
        </p:nvSpPr>
        <p:spPr bwMode="auto">
          <a:xfrm>
            <a:off x="7526338" y="3792538"/>
            <a:ext cx="639762" cy="519112"/>
          </a:xfrm>
          <a:prstGeom prst="ellipse">
            <a:avLst/>
          </a:prstGeom>
          <a:solidFill>
            <a:schemeClr val="accent1">
              <a:lumMod val="60000"/>
              <a:lumOff val="40000"/>
            </a:schemeClr>
          </a:solidFill>
          <a:ln w="31750">
            <a:solidFill>
              <a:srgbClr val="000000"/>
            </a:solidFill>
            <a:round/>
            <a:headEnd/>
            <a:tailEnd/>
          </a:ln>
        </p:spPr>
        <p:txBody>
          <a:bodyPr/>
          <a:lstStyle/>
          <a:p>
            <a:pPr>
              <a:defRPr/>
            </a:pPr>
            <a:r>
              <a:rPr lang="en-US" sz="2000">
                <a:latin typeface="Times New Roman" pitchFamily="18" charset="0"/>
                <a:cs typeface="Arial" charset="0"/>
              </a:rPr>
              <a:t>x</a:t>
            </a:r>
            <a:r>
              <a:rPr lang="en-US" sz="2000" baseline="-25000">
                <a:latin typeface="Times New Roman" pitchFamily="18" charset="0"/>
                <a:cs typeface="Arial" charset="0"/>
              </a:rPr>
              <a:t>3</a:t>
            </a:r>
            <a:endParaRPr lang="en-US" sz="2000">
              <a:latin typeface="Times New Roman" pitchFamily="18" charset="0"/>
              <a:cs typeface="Arial" charset="0"/>
            </a:endParaRPr>
          </a:p>
        </p:txBody>
      </p:sp>
      <p:sp>
        <p:nvSpPr>
          <p:cNvPr id="51239" name="Line 124">
            <a:extLst>
              <a:ext uri="{FF2B5EF4-FFF2-40B4-BE49-F238E27FC236}">
                <a16:creationId xmlns:a16="http://schemas.microsoft.com/office/drawing/2014/main" id="{6CCBA65A-BBA7-596A-B084-C21F324613BF}"/>
              </a:ext>
            </a:extLst>
          </p:cNvPr>
          <p:cNvSpPr>
            <a:spLocks noChangeShapeType="1"/>
          </p:cNvSpPr>
          <p:nvPr/>
        </p:nvSpPr>
        <p:spPr bwMode="auto">
          <a:xfrm>
            <a:off x="6807200" y="4240213"/>
            <a:ext cx="46038" cy="658812"/>
          </a:xfrm>
          <a:prstGeom prst="line">
            <a:avLst/>
          </a:prstGeom>
          <a:noFill/>
          <a:ln w="3175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30794" name="Text Box 125">
            <a:extLst>
              <a:ext uri="{FF2B5EF4-FFF2-40B4-BE49-F238E27FC236}">
                <a16:creationId xmlns:a16="http://schemas.microsoft.com/office/drawing/2014/main" id="{B42A1877-3DA7-43ED-B42E-483BF75F1800}"/>
              </a:ext>
            </a:extLst>
          </p:cNvPr>
          <p:cNvSpPr txBox="1">
            <a:spLocks noChangeArrowheads="1"/>
          </p:cNvSpPr>
          <p:nvPr/>
        </p:nvSpPr>
        <p:spPr bwMode="auto">
          <a:xfrm>
            <a:off x="5218113" y="4922839"/>
            <a:ext cx="501650" cy="414337"/>
          </a:xfrm>
          <a:prstGeom prst="rect">
            <a:avLst/>
          </a:prstGeom>
          <a:solidFill>
            <a:schemeClr val="accent1">
              <a:lumMod val="40000"/>
              <a:lumOff val="60000"/>
            </a:schemeClr>
          </a:solidFill>
          <a:ln w="31750">
            <a:solidFill>
              <a:srgbClr val="000000"/>
            </a:solidFill>
            <a:miter lim="800000"/>
            <a:headEnd/>
            <a:tailEnd/>
          </a:ln>
        </p:spPr>
        <p:txBody>
          <a:bodyPr/>
          <a:lstStyle/>
          <a:p>
            <a:pPr algn="ctr">
              <a:defRPr/>
            </a:pPr>
            <a:r>
              <a:rPr lang="en-US" sz="2000">
                <a:latin typeface="Times New Roman" pitchFamily="18" charset="0"/>
                <a:cs typeface="Arial" charset="0"/>
              </a:rPr>
              <a:t>1</a:t>
            </a:r>
          </a:p>
        </p:txBody>
      </p:sp>
      <p:sp>
        <p:nvSpPr>
          <p:cNvPr id="30795" name="Text Box 126">
            <a:extLst>
              <a:ext uri="{FF2B5EF4-FFF2-40B4-BE49-F238E27FC236}">
                <a16:creationId xmlns:a16="http://schemas.microsoft.com/office/drawing/2014/main" id="{8B9B513C-4B5D-4B0D-B2BC-125D7FAB1920}"/>
              </a:ext>
            </a:extLst>
          </p:cNvPr>
          <p:cNvSpPr txBox="1">
            <a:spLocks noChangeArrowheads="1"/>
          </p:cNvSpPr>
          <p:nvPr/>
        </p:nvSpPr>
        <p:spPr bwMode="auto">
          <a:xfrm>
            <a:off x="4518025" y="4922839"/>
            <a:ext cx="501650" cy="414337"/>
          </a:xfrm>
          <a:prstGeom prst="rect">
            <a:avLst/>
          </a:prstGeom>
          <a:solidFill>
            <a:schemeClr val="accent1">
              <a:lumMod val="40000"/>
              <a:lumOff val="60000"/>
            </a:schemeClr>
          </a:solidFill>
          <a:ln w="31750">
            <a:solidFill>
              <a:srgbClr val="000000"/>
            </a:solidFill>
            <a:miter lim="800000"/>
            <a:headEnd/>
            <a:tailEnd/>
          </a:ln>
        </p:spPr>
        <p:txBody>
          <a:bodyPr/>
          <a:lstStyle/>
          <a:p>
            <a:pPr algn="ctr">
              <a:defRPr/>
            </a:pPr>
            <a:r>
              <a:rPr lang="en-US" sz="2000">
                <a:latin typeface="Times New Roman" pitchFamily="18" charset="0"/>
                <a:cs typeface="Arial" charset="0"/>
              </a:rPr>
              <a:t>1</a:t>
            </a:r>
          </a:p>
        </p:txBody>
      </p:sp>
      <p:sp>
        <p:nvSpPr>
          <p:cNvPr id="30796" name="Text Box 127">
            <a:extLst>
              <a:ext uri="{FF2B5EF4-FFF2-40B4-BE49-F238E27FC236}">
                <a16:creationId xmlns:a16="http://schemas.microsoft.com/office/drawing/2014/main" id="{F82D0604-DBEF-44DA-BD81-E655FC88E1B8}"/>
              </a:ext>
            </a:extLst>
          </p:cNvPr>
          <p:cNvSpPr txBox="1">
            <a:spLocks noChangeArrowheads="1"/>
          </p:cNvSpPr>
          <p:nvPr/>
        </p:nvSpPr>
        <p:spPr bwMode="auto">
          <a:xfrm>
            <a:off x="9371013" y="4891089"/>
            <a:ext cx="558800" cy="446087"/>
          </a:xfrm>
          <a:prstGeom prst="rect">
            <a:avLst/>
          </a:prstGeom>
          <a:solidFill>
            <a:schemeClr val="accent1">
              <a:lumMod val="40000"/>
              <a:lumOff val="60000"/>
            </a:schemeClr>
          </a:solidFill>
          <a:ln w="31750">
            <a:solidFill>
              <a:srgbClr val="000000"/>
            </a:solidFill>
            <a:miter lim="800000"/>
            <a:headEnd/>
            <a:tailEnd/>
          </a:ln>
        </p:spPr>
        <p:txBody>
          <a:bodyPr/>
          <a:lstStyle/>
          <a:p>
            <a:pPr algn="ctr">
              <a:defRPr/>
            </a:pPr>
            <a:r>
              <a:rPr lang="en-US" sz="2000">
                <a:latin typeface="Times New Roman" pitchFamily="18" charset="0"/>
                <a:cs typeface="Arial" charset="0"/>
              </a:rPr>
              <a:t>0</a:t>
            </a:r>
          </a:p>
        </p:txBody>
      </p:sp>
      <p:sp>
        <p:nvSpPr>
          <p:cNvPr id="30797" name="Text Box 128">
            <a:extLst>
              <a:ext uri="{FF2B5EF4-FFF2-40B4-BE49-F238E27FC236}">
                <a16:creationId xmlns:a16="http://schemas.microsoft.com/office/drawing/2014/main" id="{8A484913-FC09-4562-A604-95648F5B043B}"/>
              </a:ext>
            </a:extLst>
          </p:cNvPr>
          <p:cNvSpPr txBox="1">
            <a:spLocks noChangeArrowheads="1"/>
          </p:cNvSpPr>
          <p:nvPr/>
        </p:nvSpPr>
        <p:spPr bwMode="auto">
          <a:xfrm>
            <a:off x="8689976" y="4887913"/>
            <a:ext cx="536575" cy="449262"/>
          </a:xfrm>
          <a:prstGeom prst="rect">
            <a:avLst/>
          </a:prstGeom>
          <a:solidFill>
            <a:schemeClr val="accent1">
              <a:lumMod val="40000"/>
              <a:lumOff val="60000"/>
            </a:schemeClr>
          </a:solidFill>
          <a:ln w="31750">
            <a:solidFill>
              <a:srgbClr val="000000"/>
            </a:solidFill>
            <a:miter lim="800000"/>
            <a:headEnd/>
            <a:tailEnd/>
          </a:ln>
        </p:spPr>
        <p:txBody>
          <a:bodyPr/>
          <a:lstStyle/>
          <a:p>
            <a:pPr algn="ctr">
              <a:defRPr/>
            </a:pPr>
            <a:r>
              <a:rPr lang="en-US" sz="2000">
                <a:latin typeface="Times New Roman" pitchFamily="18" charset="0"/>
                <a:cs typeface="Arial" charset="0"/>
              </a:rPr>
              <a:t>1</a:t>
            </a:r>
          </a:p>
        </p:txBody>
      </p:sp>
      <p:sp>
        <p:nvSpPr>
          <p:cNvPr id="30798" name="Text Box 129">
            <a:extLst>
              <a:ext uri="{FF2B5EF4-FFF2-40B4-BE49-F238E27FC236}">
                <a16:creationId xmlns:a16="http://schemas.microsoft.com/office/drawing/2014/main" id="{79405539-09CB-4DEB-85E2-9ED49AC0FFB5}"/>
              </a:ext>
            </a:extLst>
          </p:cNvPr>
          <p:cNvSpPr txBox="1">
            <a:spLocks noChangeArrowheads="1"/>
          </p:cNvSpPr>
          <p:nvPr/>
        </p:nvSpPr>
        <p:spPr bwMode="auto">
          <a:xfrm>
            <a:off x="7340601" y="4891089"/>
            <a:ext cx="557213" cy="446087"/>
          </a:xfrm>
          <a:prstGeom prst="rect">
            <a:avLst/>
          </a:prstGeom>
          <a:solidFill>
            <a:schemeClr val="accent1">
              <a:lumMod val="40000"/>
              <a:lumOff val="60000"/>
            </a:schemeClr>
          </a:solidFill>
          <a:ln w="31750">
            <a:solidFill>
              <a:srgbClr val="000000"/>
            </a:solidFill>
            <a:miter lim="800000"/>
            <a:headEnd/>
            <a:tailEnd/>
          </a:ln>
        </p:spPr>
        <p:txBody>
          <a:bodyPr/>
          <a:lstStyle/>
          <a:p>
            <a:pPr algn="ctr">
              <a:defRPr/>
            </a:pPr>
            <a:r>
              <a:rPr lang="en-US" sz="2000">
                <a:latin typeface="Times New Roman" pitchFamily="18" charset="0"/>
                <a:cs typeface="Arial" charset="0"/>
              </a:rPr>
              <a:t>0</a:t>
            </a:r>
          </a:p>
        </p:txBody>
      </p:sp>
      <p:sp>
        <p:nvSpPr>
          <p:cNvPr id="30799" name="Text Box 130">
            <a:extLst>
              <a:ext uri="{FF2B5EF4-FFF2-40B4-BE49-F238E27FC236}">
                <a16:creationId xmlns:a16="http://schemas.microsoft.com/office/drawing/2014/main" id="{70ED257C-8673-46DF-98C3-53FED667A35C}"/>
              </a:ext>
            </a:extLst>
          </p:cNvPr>
          <p:cNvSpPr txBox="1">
            <a:spLocks noChangeArrowheads="1"/>
          </p:cNvSpPr>
          <p:nvPr/>
        </p:nvSpPr>
        <p:spPr bwMode="auto">
          <a:xfrm>
            <a:off x="8005764" y="4891089"/>
            <a:ext cx="560387" cy="446087"/>
          </a:xfrm>
          <a:prstGeom prst="rect">
            <a:avLst/>
          </a:prstGeom>
          <a:solidFill>
            <a:schemeClr val="accent1">
              <a:lumMod val="40000"/>
              <a:lumOff val="60000"/>
            </a:schemeClr>
          </a:solidFill>
          <a:ln w="31750">
            <a:solidFill>
              <a:srgbClr val="000000"/>
            </a:solidFill>
            <a:miter lim="800000"/>
            <a:headEnd/>
            <a:tailEnd/>
          </a:ln>
        </p:spPr>
        <p:txBody>
          <a:bodyPr/>
          <a:lstStyle/>
          <a:p>
            <a:pPr algn="ctr">
              <a:defRPr/>
            </a:pPr>
            <a:r>
              <a:rPr lang="en-US" sz="2000">
                <a:latin typeface="Times New Roman" pitchFamily="18" charset="0"/>
                <a:cs typeface="Arial" charset="0"/>
              </a:rPr>
              <a:t>0</a:t>
            </a:r>
          </a:p>
        </p:txBody>
      </p:sp>
      <p:sp>
        <p:nvSpPr>
          <p:cNvPr id="51246" name="Line 131">
            <a:extLst>
              <a:ext uri="{FF2B5EF4-FFF2-40B4-BE49-F238E27FC236}">
                <a16:creationId xmlns:a16="http://schemas.microsoft.com/office/drawing/2014/main" id="{B757787F-4CB6-93A9-01F3-56D892DA5460}"/>
              </a:ext>
            </a:extLst>
          </p:cNvPr>
          <p:cNvSpPr>
            <a:spLocks noChangeShapeType="1"/>
          </p:cNvSpPr>
          <p:nvPr/>
        </p:nvSpPr>
        <p:spPr bwMode="auto">
          <a:xfrm flipH="1">
            <a:off x="7540626" y="4302126"/>
            <a:ext cx="136525" cy="614363"/>
          </a:xfrm>
          <a:prstGeom prst="line">
            <a:avLst/>
          </a:prstGeom>
          <a:noFill/>
          <a:ln w="31750">
            <a:solidFill>
              <a:srgbClr val="000000"/>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51247" name="Line 132">
            <a:extLst>
              <a:ext uri="{FF2B5EF4-FFF2-40B4-BE49-F238E27FC236}">
                <a16:creationId xmlns:a16="http://schemas.microsoft.com/office/drawing/2014/main" id="{7BBF558D-B378-89DF-7A31-5273B73E04D8}"/>
              </a:ext>
            </a:extLst>
          </p:cNvPr>
          <p:cNvSpPr>
            <a:spLocks noChangeShapeType="1"/>
          </p:cNvSpPr>
          <p:nvPr/>
        </p:nvSpPr>
        <p:spPr bwMode="auto">
          <a:xfrm>
            <a:off x="7927975" y="4265614"/>
            <a:ext cx="298450" cy="650875"/>
          </a:xfrm>
          <a:prstGeom prst="line">
            <a:avLst/>
          </a:prstGeom>
          <a:noFill/>
          <a:ln w="3175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51248" name="Text Box 133">
            <a:extLst>
              <a:ext uri="{FF2B5EF4-FFF2-40B4-BE49-F238E27FC236}">
                <a16:creationId xmlns:a16="http://schemas.microsoft.com/office/drawing/2014/main" id="{FF58A2AA-15B5-D33E-9D9C-F19F393C2E05}"/>
              </a:ext>
            </a:extLst>
          </p:cNvPr>
          <p:cNvSpPr txBox="1">
            <a:spLocks noChangeArrowheads="1"/>
          </p:cNvSpPr>
          <p:nvPr/>
        </p:nvSpPr>
        <p:spPr bwMode="auto">
          <a:xfrm>
            <a:off x="8139113" y="4452939"/>
            <a:ext cx="406400" cy="32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r>
              <a:rPr lang="en-US" altLang="en-US" sz="2000" b="0">
                <a:latin typeface="Times New Roman" panose="02020603050405020304" pitchFamily="18" charset="0"/>
              </a:rPr>
              <a:t>1</a:t>
            </a:r>
          </a:p>
        </p:txBody>
      </p:sp>
      <p:sp>
        <p:nvSpPr>
          <p:cNvPr id="51249" name="Text Box 134">
            <a:extLst>
              <a:ext uri="{FF2B5EF4-FFF2-40B4-BE49-F238E27FC236}">
                <a16:creationId xmlns:a16="http://schemas.microsoft.com/office/drawing/2014/main" id="{F7E818D8-6F4E-263E-B351-5147BDF55DB4}"/>
              </a:ext>
            </a:extLst>
          </p:cNvPr>
          <p:cNvSpPr txBox="1">
            <a:spLocks noChangeArrowheads="1"/>
          </p:cNvSpPr>
          <p:nvPr/>
        </p:nvSpPr>
        <p:spPr bwMode="auto">
          <a:xfrm>
            <a:off x="7281864" y="4454525"/>
            <a:ext cx="4921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r>
              <a:rPr lang="en-US" altLang="en-US" sz="2000" b="0">
                <a:latin typeface="Times New Roman" panose="02020603050405020304" pitchFamily="18" charset="0"/>
              </a:rPr>
              <a:t>0</a:t>
            </a:r>
          </a:p>
        </p:txBody>
      </p:sp>
      <p:sp>
        <p:nvSpPr>
          <p:cNvPr id="51250" name="Text Box 135">
            <a:extLst>
              <a:ext uri="{FF2B5EF4-FFF2-40B4-BE49-F238E27FC236}">
                <a16:creationId xmlns:a16="http://schemas.microsoft.com/office/drawing/2014/main" id="{4D48DDED-BDDF-B71D-6E9B-C5055A32C89B}"/>
              </a:ext>
            </a:extLst>
          </p:cNvPr>
          <p:cNvSpPr txBox="1">
            <a:spLocks noChangeArrowheads="1"/>
          </p:cNvSpPr>
          <p:nvPr/>
        </p:nvSpPr>
        <p:spPr bwMode="auto">
          <a:xfrm>
            <a:off x="4699001" y="4418013"/>
            <a:ext cx="492125"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r>
              <a:rPr lang="en-US" altLang="en-US" sz="2000" b="0">
                <a:latin typeface="Times New Roman" panose="02020603050405020304" pitchFamily="18" charset="0"/>
              </a:rPr>
              <a:t>0</a:t>
            </a:r>
          </a:p>
        </p:txBody>
      </p:sp>
      <p:sp>
        <p:nvSpPr>
          <p:cNvPr id="51251" name="Text Box 136">
            <a:extLst>
              <a:ext uri="{FF2B5EF4-FFF2-40B4-BE49-F238E27FC236}">
                <a16:creationId xmlns:a16="http://schemas.microsoft.com/office/drawing/2014/main" id="{F11EF65A-3FF8-60B4-F0D9-C2A28F9A9419}"/>
              </a:ext>
            </a:extLst>
          </p:cNvPr>
          <p:cNvSpPr txBox="1">
            <a:spLocks noChangeArrowheads="1"/>
          </p:cNvSpPr>
          <p:nvPr/>
        </p:nvSpPr>
        <p:spPr bwMode="auto">
          <a:xfrm>
            <a:off x="5487988" y="4413251"/>
            <a:ext cx="406400" cy="32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r>
              <a:rPr lang="en-US" altLang="en-US" sz="2000" b="0">
                <a:latin typeface="Times New Roman" panose="02020603050405020304" pitchFamily="18" charset="0"/>
              </a:rPr>
              <a:t>1</a:t>
            </a:r>
          </a:p>
        </p:txBody>
      </p:sp>
      <p:graphicFrame>
        <p:nvGraphicFramePr>
          <p:cNvPr id="56" name="Table 55">
            <a:extLst>
              <a:ext uri="{FF2B5EF4-FFF2-40B4-BE49-F238E27FC236}">
                <a16:creationId xmlns:a16="http://schemas.microsoft.com/office/drawing/2014/main" id="{1C0126A0-6859-4C8B-8AB8-6CF3DA95D0FF}"/>
              </a:ext>
            </a:extLst>
          </p:cNvPr>
          <p:cNvGraphicFramePr>
            <a:graphicFrameLocks noGrp="1"/>
          </p:cNvGraphicFramePr>
          <p:nvPr>
            <p:extLst>
              <p:ext uri="{D42A27DB-BD31-4B8C-83A1-F6EECF244321}">
                <p14:modId xmlns:p14="http://schemas.microsoft.com/office/powerpoint/2010/main" val="2905373488"/>
              </p:ext>
            </p:extLst>
          </p:nvPr>
        </p:nvGraphicFramePr>
        <p:xfrm>
          <a:off x="810098" y="1508918"/>
          <a:ext cx="2595562" cy="3603626"/>
        </p:xfrm>
        <a:graphic>
          <a:graphicData uri="http://schemas.openxmlformats.org/drawingml/2006/table">
            <a:tbl>
              <a:tblPr firstRow="1" bandRow="1">
                <a:tableStyleId>{5C22544A-7EE6-4342-B048-85BDC9FD1C3A}</a:tableStyleId>
              </a:tblPr>
              <a:tblGrid>
                <a:gridCol w="1297781">
                  <a:extLst>
                    <a:ext uri="{9D8B030D-6E8A-4147-A177-3AD203B41FA5}">
                      <a16:colId xmlns:a16="http://schemas.microsoft.com/office/drawing/2014/main" val="20000"/>
                    </a:ext>
                  </a:extLst>
                </a:gridCol>
                <a:gridCol w="1297781">
                  <a:extLst>
                    <a:ext uri="{9D8B030D-6E8A-4147-A177-3AD203B41FA5}">
                      <a16:colId xmlns:a16="http://schemas.microsoft.com/office/drawing/2014/main" val="20001"/>
                    </a:ext>
                  </a:extLst>
                </a:gridCol>
              </a:tblGrid>
              <a:tr h="433354">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x</a:t>
                      </a:r>
                      <a:r>
                        <a:rPr kumimoji="0" lang="en-US" sz="2000" u="none" strike="noStrike" cap="none" normalizeH="0" baseline="-25000" dirty="0">
                          <a:ln>
                            <a:noFill/>
                          </a:ln>
                          <a:effectLst/>
                        </a:rPr>
                        <a:t>1</a:t>
                      </a:r>
                      <a:r>
                        <a:rPr kumimoji="0" lang="en-US" sz="2000" u="none" strike="noStrike" cap="none" normalizeH="0" baseline="0" dirty="0">
                          <a:ln>
                            <a:noFill/>
                          </a:ln>
                          <a:effectLst/>
                        </a:rPr>
                        <a:t> x</a:t>
                      </a:r>
                      <a:r>
                        <a:rPr kumimoji="0" lang="en-US" sz="2000" u="none" strike="noStrike" cap="none" normalizeH="0" baseline="-25000" dirty="0">
                          <a:ln>
                            <a:noFill/>
                          </a:ln>
                          <a:effectLst/>
                        </a:rPr>
                        <a:t>2</a:t>
                      </a:r>
                      <a:r>
                        <a:rPr kumimoji="0" lang="en-US" sz="2000" u="none" strike="noStrike" cap="none" normalizeH="0" baseline="0" dirty="0">
                          <a:ln>
                            <a:noFill/>
                          </a:ln>
                          <a:effectLst/>
                        </a:rPr>
                        <a:t> x</a:t>
                      </a:r>
                      <a:r>
                        <a:rPr kumimoji="0" lang="en-US" sz="2000" u="none" strike="noStrike" cap="none" normalizeH="0" baseline="-25000" dirty="0">
                          <a:ln>
                            <a:noFill/>
                          </a:ln>
                          <a:effectLst/>
                        </a:rPr>
                        <a:t>3</a:t>
                      </a:r>
                      <a:endParaRPr kumimoji="0" lang="en-US" sz="2000" b="0" i="0" u="none" strike="noStrike" cap="none" normalizeH="0" baseline="0" dirty="0">
                        <a:ln>
                          <a:noFill/>
                        </a:ln>
                        <a:solidFill>
                          <a:schemeClr val="tx1"/>
                        </a:solidFill>
                        <a:effectLst/>
                        <a:latin typeface="Arial" charset="0"/>
                        <a:cs typeface="Arial" charset="0"/>
                      </a:endParaRPr>
                    </a:p>
                  </a:txBody>
                  <a:tcPr marL="91486" marR="91486" marT="45725" marB="45725"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f(x</a:t>
                      </a:r>
                      <a:r>
                        <a:rPr kumimoji="0" lang="en-US" sz="2000" u="none" strike="noStrike" cap="none" normalizeH="0" baseline="-25000" dirty="0">
                          <a:ln>
                            <a:noFill/>
                          </a:ln>
                          <a:effectLst/>
                        </a:rPr>
                        <a:t>1</a:t>
                      </a:r>
                      <a:r>
                        <a:rPr kumimoji="0" lang="en-US" sz="2000" u="none" strike="noStrike" cap="none" normalizeH="0" baseline="0" dirty="0">
                          <a:ln>
                            <a:noFill/>
                          </a:ln>
                          <a:effectLst/>
                        </a:rPr>
                        <a:t>x</a:t>
                      </a:r>
                      <a:r>
                        <a:rPr kumimoji="0" lang="en-US" sz="2000" u="none" strike="noStrike" cap="none" normalizeH="0" baseline="-25000" dirty="0">
                          <a:ln>
                            <a:noFill/>
                          </a:ln>
                          <a:effectLst/>
                        </a:rPr>
                        <a:t>2</a:t>
                      </a:r>
                      <a:r>
                        <a:rPr kumimoji="0" lang="en-US" sz="2000" u="none" strike="noStrike" cap="none" normalizeH="0" baseline="0" dirty="0">
                          <a:ln>
                            <a:noFill/>
                          </a:ln>
                          <a:effectLst/>
                        </a:rPr>
                        <a:t>x</a:t>
                      </a:r>
                      <a:r>
                        <a:rPr kumimoji="0" lang="en-US" sz="2000" u="none" strike="noStrike" cap="none" normalizeH="0" baseline="-25000" dirty="0">
                          <a:ln>
                            <a:noFill/>
                          </a:ln>
                          <a:effectLst/>
                        </a:rPr>
                        <a:t>3</a:t>
                      </a:r>
                      <a:r>
                        <a:rPr kumimoji="0" lang="en-US" sz="2000" u="none" strike="noStrike" cap="none" normalizeH="0" baseline="0" dirty="0">
                          <a:ln>
                            <a:noFill/>
                          </a:ln>
                          <a:effectLst/>
                        </a:rPr>
                        <a:t>)</a:t>
                      </a:r>
                      <a:endParaRPr kumimoji="0" lang="en-US" sz="2000" b="0" i="0" u="none" strike="noStrike" cap="none" normalizeH="0" baseline="0" dirty="0">
                        <a:ln>
                          <a:noFill/>
                        </a:ln>
                        <a:solidFill>
                          <a:schemeClr val="tx1"/>
                        </a:solidFill>
                        <a:effectLst/>
                        <a:latin typeface="Arial" charset="0"/>
                        <a:cs typeface="Arial" charset="0"/>
                      </a:endParaRPr>
                    </a:p>
                  </a:txBody>
                  <a:tcPr marL="91486" marR="91486" marT="45725" marB="45725" horzOverflow="overflow"/>
                </a:tc>
                <a:extLst>
                  <a:ext uri="{0D108BD9-81ED-4DB2-BD59-A6C34878D82A}">
                    <a16:rowId xmlns:a16="http://schemas.microsoft.com/office/drawing/2014/main" val="10000"/>
                  </a:ext>
                </a:extLst>
              </a:tr>
              <a:tr h="396284">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0  0  0 </a:t>
                      </a:r>
                      <a:endParaRPr kumimoji="0" lang="en-US" sz="2000" b="0" i="0" u="none" strike="noStrike" cap="none" normalizeH="0" baseline="0" dirty="0">
                        <a:ln>
                          <a:noFill/>
                        </a:ln>
                        <a:solidFill>
                          <a:schemeClr val="tx1"/>
                        </a:solidFill>
                        <a:effectLst/>
                        <a:latin typeface="Arial" charset="0"/>
                        <a:cs typeface="Arial" charset="0"/>
                      </a:endParaRPr>
                    </a:p>
                  </a:txBody>
                  <a:tcPr marL="91486" marR="91486" marT="45725" marB="45725"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a:ln>
                            <a:noFill/>
                          </a:ln>
                          <a:effectLst/>
                        </a:rPr>
                        <a:t>1</a:t>
                      </a:r>
                      <a:endParaRPr kumimoji="0" lang="en-US" sz="2000" b="0" i="0" u="none" strike="noStrike" cap="none" normalizeH="0" baseline="0">
                        <a:ln>
                          <a:noFill/>
                        </a:ln>
                        <a:solidFill>
                          <a:schemeClr val="tx1"/>
                        </a:solidFill>
                        <a:effectLst/>
                        <a:latin typeface="Arial" charset="0"/>
                        <a:cs typeface="Arial" charset="0"/>
                      </a:endParaRPr>
                    </a:p>
                  </a:txBody>
                  <a:tcPr marL="91486" marR="91486" marT="45725" marB="45725" horzOverflow="overflow"/>
                </a:tc>
                <a:extLst>
                  <a:ext uri="{0D108BD9-81ED-4DB2-BD59-A6C34878D82A}">
                    <a16:rowId xmlns:a16="http://schemas.microsoft.com/office/drawing/2014/main" val="10001"/>
                  </a:ext>
                </a:extLst>
              </a:tr>
              <a:tr h="396284">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a:ln>
                            <a:noFill/>
                          </a:ln>
                          <a:effectLst/>
                        </a:rPr>
                        <a:t>0  0  1</a:t>
                      </a:r>
                      <a:endParaRPr kumimoji="0" lang="en-US" sz="2000" b="0" i="0" u="none" strike="noStrike" cap="none" normalizeH="0" baseline="0">
                        <a:ln>
                          <a:noFill/>
                        </a:ln>
                        <a:solidFill>
                          <a:schemeClr val="tx1"/>
                        </a:solidFill>
                        <a:effectLst/>
                        <a:latin typeface="Arial" charset="0"/>
                        <a:cs typeface="Arial" charset="0"/>
                      </a:endParaRPr>
                    </a:p>
                  </a:txBody>
                  <a:tcPr marL="91486" marR="91486" marT="45725" marB="45725"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a:ln>
                            <a:noFill/>
                          </a:ln>
                          <a:effectLst/>
                        </a:rPr>
                        <a:t>1</a:t>
                      </a:r>
                      <a:endParaRPr kumimoji="0" lang="en-US" sz="2000" b="0" i="0" u="none" strike="noStrike" cap="none" normalizeH="0" baseline="0">
                        <a:ln>
                          <a:noFill/>
                        </a:ln>
                        <a:solidFill>
                          <a:schemeClr val="tx1"/>
                        </a:solidFill>
                        <a:effectLst/>
                        <a:latin typeface="Arial" charset="0"/>
                        <a:cs typeface="Arial" charset="0"/>
                      </a:endParaRPr>
                    </a:p>
                  </a:txBody>
                  <a:tcPr marL="91486" marR="91486" marT="45725" marB="45725" horzOverflow="overflow"/>
                </a:tc>
                <a:extLst>
                  <a:ext uri="{0D108BD9-81ED-4DB2-BD59-A6C34878D82A}">
                    <a16:rowId xmlns:a16="http://schemas.microsoft.com/office/drawing/2014/main" val="10002"/>
                  </a:ext>
                </a:extLst>
              </a:tr>
              <a:tr h="396284">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0  1  0  </a:t>
                      </a:r>
                      <a:endParaRPr kumimoji="0" lang="en-US" sz="2000" b="0" i="0" u="none" strike="noStrike" cap="none" normalizeH="0" baseline="0" dirty="0">
                        <a:ln>
                          <a:noFill/>
                        </a:ln>
                        <a:solidFill>
                          <a:schemeClr val="tx1"/>
                        </a:solidFill>
                        <a:effectLst/>
                        <a:latin typeface="Arial" charset="0"/>
                        <a:cs typeface="Arial" charset="0"/>
                      </a:endParaRPr>
                    </a:p>
                  </a:txBody>
                  <a:tcPr marL="91486" marR="91486" marT="45725" marB="45725"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a:ln>
                            <a:noFill/>
                          </a:ln>
                          <a:effectLst/>
                        </a:rPr>
                        <a:t>1</a:t>
                      </a:r>
                      <a:endParaRPr kumimoji="0" lang="en-US" sz="2000" b="0" i="0" u="none" strike="noStrike" cap="none" normalizeH="0" baseline="0">
                        <a:ln>
                          <a:noFill/>
                        </a:ln>
                        <a:solidFill>
                          <a:schemeClr val="tx1"/>
                        </a:solidFill>
                        <a:effectLst/>
                        <a:latin typeface="Arial" charset="0"/>
                        <a:cs typeface="Arial" charset="0"/>
                      </a:endParaRPr>
                    </a:p>
                  </a:txBody>
                  <a:tcPr marL="91486" marR="91486" marT="45725" marB="45725" horzOverflow="overflow"/>
                </a:tc>
                <a:extLst>
                  <a:ext uri="{0D108BD9-81ED-4DB2-BD59-A6C34878D82A}">
                    <a16:rowId xmlns:a16="http://schemas.microsoft.com/office/drawing/2014/main" val="10003"/>
                  </a:ext>
                </a:extLst>
              </a:tr>
              <a:tr h="396284">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a:ln>
                            <a:noFill/>
                          </a:ln>
                          <a:effectLst/>
                        </a:rPr>
                        <a:t>0  1  1</a:t>
                      </a:r>
                      <a:endParaRPr kumimoji="0" lang="en-US" sz="2000" b="0" i="0" u="none" strike="noStrike" cap="none" normalizeH="0" baseline="0">
                        <a:ln>
                          <a:noFill/>
                        </a:ln>
                        <a:solidFill>
                          <a:schemeClr val="tx1"/>
                        </a:solidFill>
                        <a:effectLst/>
                        <a:latin typeface="Arial" charset="0"/>
                        <a:cs typeface="Arial" charset="0"/>
                      </a:endParaRPr>
                    </a:p>
                  </a:txBody>
                  <a:tcPr marL="91486" marR="91486" marT="45725" marB="45725"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a:ln>
                            <a:noFill/>
                          </a:ln>
                          <a:effectLst/>
                        </a:rPr>
                        <a:t>0</a:t>
                      </a:r>
                      <a:endParaRPr kumimoji="0" lang="en-US" sz="2000" b="0" i="0" u="none" strike="noStrike" cap="none" normalizeH="0" baseline="0">
                        <a:ln>
                          <a:noFill/>
                        </a:ln>
                        <a:solidFill>
                          <a:schemeClr val="tx1"/>
                        </a:solidFill>
                        <a:effectLst/>
                        <a:latin typeface="Arial" charset="0"/>
                        <a:cs typeface="Arial" charset="0"/>
                      </a:endParaRPr>
                    </a:p>
                  </a:txBody>
                  <a:tcPr marL="91486" marR="91486" marT="45725" marB="45725" horzOverflow="overflow"/>
                </a:tc>
                <a:extLst>
                  <a:ext uri="{0D108BD9-81ED-4DB2-BD59-A6C34878D82A}">
                    <a16:rowId xmlns:a16="http://schemas.microsoft.com/office/drawing/2014/main" val="10004"/>
                  </a:ext>
                </a:extLst>
              </a:tr>
              <a:tr h="396284">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a:ln>
                            <a:noFill/>
                          </a:ln>
                          <a:effectLst/>
                        </a:rPr>
                        <a:t>1  0  0  </a:t>
                      </a:r>
                      <a:endParaRPr kumimoji="0" lang="en-US" sz="2000" b="0" i="0" u="none" strike="noStrike" cap="none" normalizeH="0" baseline="0">
                        <a:ln>
                          <a:noFill/>
                        </a:ln>
                        <a:solidFill>
                          <a:schemeClr val="tx1"/>
                        </a:solidFill>
                        <a:effectLst/>
                        <a:latin typeface="Arial" charset="0"/>
                        <a:cs typeface="Arial" charset="0"/>
                      </a:endParaRPr>
                    </a:p>
                  </a:txBody>
                  <a:tcPr marL="91486" marR="91486" marT="45725" marB="45725"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a:ln>
                            <a:noFill/>
                          </a:ln>
                          <a:effectLst/>
                        </a:rPr>
                        <a:t>0</a:t>
                      </a:r>
                      <a:endParaRPr kumimoji="0" lang="en-US" sz="2000" b="0" i="0" u="none" strike="noStrike" cap="none" normalizeH="0" baseline="0">
                        <a:ln>
                          <a:noFill/>
                        </a:ln>
                        <a:solidFill>
                          <a:schemeClr val="tx1"/>
                        </a:solidFill>
                        <a:effectLst/>
                        <a:latin typeface="Arial" charset="0"/>
                        <a:cs typeface="Arial" charset="0"/>
                      </a:endParaRPr>
                    </a:p>
                  </a:txBody>
                  <a:tcPr marL="91486" marR="91486" marT="45725" marB="45725" horzOverflow="overflow"/>
                </a:tc>
                <a:extLst>
                  <a:ext uri="{0D108BD9-81ED-4DB2-BD59-A6C34878D82A}">
                    <a16:rowId xmlns:a16="http://schemas.microsoft.com/office/drawing/2014/main" val="10005"/>
                  </a:ext>
                </a:extLst>
              </a:tr>
              <a:tr h="396284">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a:ln>
                            <a:noFill/>
                          </a:ln>
                          <a:effectLst/>
                        </a:rPr>
                        <a:t>1  0  1</a:t>
                      </a:r>
                      <a:endParaRPr kumimoji="0" lang="en-US" sz="2000" b="0" i="0" u="none" strike="noStrike" cap="none" normalizeH="0" baseline="0">
                        <a:ln>
                          <a:noFill/>
                        </a:ln>
                        <a:solidFill>
                          <a:schemeClr val="tx1"/>
                        </a:solidFill>
                        <a:effectLst/>
                        <a:latin typeface="Arial" charset="0"/>
                        <a:cs typeface="Arial" charset="0"/>
                      </a:endParaRPr>
                    </a:p>
                  </a:txBody>
                  <a:tcPr marL="91486" marR="91486" marT="45725" marB="45725"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a:ln>
                            <a:noFill/>
                          </a:ln>
                          <a:effectLst/>
                        </a:rPr>
                        <a:t>0</a:t>
                      </a:r>
                      <a:endParaRPr kumimoji="0" lang="en-US" sz="2000" b="0" i="0" u="none" strike="noStrike" cap="none" normalizeH="0" baseline="0">
                        <a:ln>
                          <a:noFill/>
                        </a:ln>
                        <a:solidFill>
                          <a:schemeClr val="tx1"/>
                        </a:solidFill>
                        <a:effectLst/>
                        <a:latin typeface="Arial" charset="0"/>
                        <a:cs typeface="Arial" charset="0"/>
                      </a:endParaRPr>
                    </a:p>
                  </a:txBody>
                  <a:tcPr marL="91486" marR="91486" marT="45725" marB="45725" horzOverflow="overflow"/>
                </a:tc>
                <a:extLst>
                  <a:ext uri="{0D108BD9-81ED-4DB2-BD59-A6C34878D82A}">
                    <a16:rowId xmlns:a16="http://schemas.microsoft.com/office/drawing/2014/main" val="10006"/>
                  </a:ext>
                </a:extLst>
              </a:tr>
              <a:tr h="396284">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a:ln>
                            <a:noFill/>
                          </a:ln>
                          <a:effectLst/>
                        </a:rPr>
                        <a:t>1  1  0</a:t>
                      </a:r>
                      <a:endParaRPr kumimoji="0" lang="en-US" sz="2000" b="0" i="0" u="none" strike="noStrike" cap="none" normalizeH="0" baseline="0">
                        <a:ln>
                          <a:noFill/>
                        </a:ln>
                        <a:solidFill>
                          <a:schemeClr val="tx1"/>
                        </a:solidFill>
                        <a:effectLst/>
                        <a:latin typeface="Arial" charset="0"/>
                        <a:cs typeface="Arial" charset="0"/>
                      </a:endParaRPr>
                    </a:p>
                  </a:txBody>
                  <a:tcPr marL="91486" marR="91486" marT="45725" marB="45725"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a:ln>
                            <a:noFill/>
                          </a:ln>
                          <a:effectLst/>
                        </a:rPr>
                        <a:t>1</a:t>
                      </a:r>
                      <a:endParaRPr kumimoji="0" lang="en-US" sz="2000" b="0" i="0" u="none" strike="noStrike" cap="none" normalizeH="0" baseline="0">
                        <a:ln>
                          <a:noFill/>
                        </a:ln>
                        <a:solidFill>
                          <a:schemeClr val="tx1"/>
                        </a:solidFill>
                        <a:effectLst/>
                        <a:latin typeface="Arial" charset="0"/>
                        <a:cs typeface="Arial" charset="0"/>
                      </a:endParaRPr>
                    </a:p>
                  </a:txBody>
                  <a:tcPr marL="91486" marR="91486" marT="45725" marB="45725" horzOverflow="overflow"/>
                </a:tc>
                <a:extLst>
                  <a:ext uri="{0D108BD9-81ED-4DB2-BD59-A6C34878D82A}">
                    <a16:rowId xmlns:a16="http://schemas.microsoft.com/office/drawing/2014/main" val="10007"/>
                  </a:ext>
                </a:extLst>
              </a:tr>
              <a:tr h="396284">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a:ln>
                            <a:noFill/>
                          </a:ln>
                          <a:effectLst/>
                        </a:rPr>
                        <a:t>1  1  1</a:t>
                      </a:r>
                      <a:endParaRPr kumimoji="0" lang="en-US" sz="2000" b="0" i="0" u="none" strike="noStrike" cap="none" normalizeH="0" baseline="0">
                        <a:ln>
                          <a:noFill/>
                        </a:ln>
                        <a:solidFill>
                          <a:schemeClr val="tx1"/>
                        </a:solidFill>
                        <a:effectLst/>
                        <a:latin typeface="Arial" charset="0"/>
                        <a:cs typeface="Arial" charset="0"/>
                      </a:endParaRPr>
                    </a:p>
                  </a:txBody>
                  <a:tcPr marL="91486" marR="91486" marT="45725" marB="45725"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0</a:t>
                      </a:r>
                      <a:endParaRPr kumimoji="0" lang="en-US" sz="2000" b="0" i="0" u="none" strike="noStrike" cap="none" normalizeH="0" baseline="0" dirty="0">
                        <a:ln>
                          <a:noFill/>
                        </a:ln>
                        <a:solidFill>
                          <a:schemeClr val="tx1"/>
                        </a:solidFill>
                        <a:effectLst/>
                        <a:latin typeface="Arial" charset="0"/>
                        <a:cs typeface="Arial" charset="0"/>
                      </a:endParaRPr>
                    </a:p>
                  </a:txBody>
                  <a:tcPr marL="91486" marR="91486" marT="45725" marB="45725" horzOverflow="overflow"/>
                </a:tc>
                <a:extLst>
                  <a:ext uri="{0D108BD9-81ED-4DB2-BD59-A6C34878D82A}">
                    <a16:rowId xmlns:a16="http://schemas.microsoft.com/office/drawing/2014/main" val="10008"/>
                  </a:ext>
                </a:extLst>
              </a:tr>
            </a:tbl>
          </a:graphicData>
        </a:graphic>
      </p:graphicFrame>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4">
            <a:extLst>
              <a:ext uri="{FF2B5EF4-FFF2-40B4-BE49-F238E27FC236}">
                <a16:creationId xmlns:a16="http://schemas.microsoft.com/office/drawing/2014/main" id="{8AE31755-49D9-C21C-245F-FD956B2D65DB}"/>
              </a:ext>
            </a:extLst>
          </p:cNvPr>
          <p:cNvSpPr>
            <a:spLocks noGrp="1" noChangeArrowheads="1"/>
          </p:cNvSpPr>
          <p:nvPr>
            <p:ph type="title"/>
          </p:nvPr>
        </p:nvSpPr>
        <p:spPr>
          <a:xfrm>
            <a:off x="-1" y="183402"/>
            <a:ext cx="11612880" cy="704088"/>
          </a:xfrm>
        </p:spPr>
        <p:txBody>
          <a:bodyPr>
            <a:normAutofit/>
          </a:bodyPr>
          <a:lstStyle/>
          <a:p>
            <a:r>
              <a:rPr lang="en-US" altLang="en-US"/>
              <a:t>ROBDDs – Reduced Ordered BDDs</a:t>
            </a:r>
            <a:endParaRPr lang="ru-RU" altLang="en-US" dirty="0"/>
          </a:p>
        </p:txBody>
      </p:sp>
      <p:sp>
        <p:nvSpPr>
          <p:cNvPr id="6" name="Content Placeholder 5">
            <a:extLst>
              <a:ext uri="{FF2B5EF4-FFF2-40B4-BE49-F238E27FC236}">
                <a16:creationId xmlns:a16="http://schemas.microsoft.com/office/drawing/2014/main" id="{768E4880-774E-4051-9FF6-02DEE0F99C7B}"/>
              </a:ext>
            </a:extLst>
          </p:cNvPr>
          <p:cNvSpPr>
            <a:spLocks noGrp="1"/>
          </p:cNvSpPr>
          <p:nvPr>
            <p:ph type="body" sz="quarter" idx="10"/>
          </p:nvPr>
        </p:nvSpPr>
        <p:spPr>
          <a:xfrm>
            <a:off x="457200" y="1188720"/>
            <a:ext cx="11277922" cy="5185186"/>
          </a:xfrm>
        </p:spPr>
        <p:txBody>
          <a:bodyPr/>
          <a:lstStyle/>
          <a:p>
            <a:r>
              <a:rPr lang="en-US" dirty="0"/>
              <a:t>Size of BDD critically dependent</a:t>
            </a:r>
            <a:r>
              <a:rPr lang="ru-RU" dirty="0"/>
              <a:t> </a:t>
            </a:r>
            <a:r>
              <a:rPr lang="en-US" dirty="0"/>
              <a:t> on variable ordering</a:t>
            </a:r>
          </a:p>
          <a:p>
            <a:r>
              <a:rPr lang="en-US" dirty="0"/>
              <a:t>ROBDD:</a:t>
            </a:r>
          </a:p>
          <a:p>
            <a:pPr lvl="1"/>
            <a:r>
              <a:rPr lang="en-US" dirty="0"/>
              <a:t> Directed acyclic graph (DAG)</a:t>
            </a:r>
          </a:p>
          <a:p>
            <a:pPr lvl="1"/>
            <a:r>
              <a:rPr lang="en-US" dirty="0"/>
              <a:t> One root node, two terminals 0, 1</a:t>
            </a:r>
          </a:p>
          <a:p>
            <a:pPr lvl="1"/>
            <a:r>
              <a:rPr lang="en-US" dirty="0"/>
              <a:t> Each node, two children, and a variable</a:t>
            </a:r>
          </a:p>
          <a:p>
            <a:pPr lvl="1"/>
            <a:r>
              <a:rPr lang="en-US" dirty="0"/>
              <a:t> Shannon co-factoring tree, except reduced and ordered (ROBDD)</a:t>
            </a:r>
          </a:p>
          <a:p>
            <a:pPr lvl="1"/>
            <a:r>
              <a:rPr lang="en-US" dirty="0"/>
              <a:t>Reduced:</a:t>
            </a:r>
          </a:p>
          <a:p>
            <a:pPr lvl="2"/>
            <a:r>
              <a:rPr lang="en-US" dirty="0"/>
              <a:t>Any node with two identical children is removed</a:t>
            </a:r>
          </a:p>
          <a:p>
            <a:pPr lvl="2"/>
            <a:r>
              <a:rPr lang="en-US" dirty="0"/>
              <a:t>Two nodes with isomorphic BDD’s are merged</a:t>
            </a:r>
          </a:p>
          <a:p>
            <a:pPr lvl="1"/>
            <a:r>
              <a:rPr lang="en-US" dirty="0"/>
              <a:t>Ordered:  </a:t>
            </a:r>
          </a:p>
          <a:p>
            <a:pPr lvl="2"/>
            <a:r>
              <a:rPr lang="en-US" dirty="0"/>
              <a:t>Co-factoring variables (splitting variables) always follow the same order along all paths.</a:t>
            </a:r>
          </a:p>
          <a:p>
            <a:endParaRPr lang="ru-RU" dirty="0"/>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Line 7">
            <a:extLst>
              <a:ext uri="{FF2B5EF4-FFF2-40B4-BE49-F238E27FC236}">
                <a16:creationId xmlns:a16="http://schemas.microsoft.com/office/drawing/2014/main" id="{87F48F04-A016-F1F6-B97A-FAECAAA64178}"/>
              </a:ext>
            </a:extLst>
          </p:cNvPr>
          <p:cNvSpPr>
            <a:spLocks noChangeShapeType="1"/>
          </p:cNvSpPr>
          <p:nvPr/>
        </p:nvSpPr>
        <p:spPr bwMode="auto">
          <a:xfrm flipH="1">
            <a:off x="3395664" y="2271714"/>
            <a:ext cx="701675" cy="523875"/>
          </a:xfrm>
          <a:prstGeom prst="line">
            <a:avLst/>
          </a:prstGeom>
          <a:noFill/>
          <a:ln w="31750">
            <a:solidFill>
              <a:srgbClr val="000000"/>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55299" name="Line 8">
            <a:extLst>
              <a:ext uri="{FF2B5EF4-FFF2-40B4-BE49-F238E27FC236}">
                <a16:creationId xmlns:a16="http://schemas.microsoft.com/office/drawing/2014/main" id="{B231B658-0F77-64BC-0D47-ACD58499B110}"/>
              </a:ext>
            </a:extLst>
          </p:cNvPr>
          <p:cNvSpPr>
            <a:spLocks noChangeShapeType="1"/>
          </p:cNvSpPr>
          <p:nvPr/>
        </p:nvSpPr>
        <p:spPr bwMode="auto">
          <a:xfrm>
            <a:off x="4400550" y="2295526"/>
            <a:ext cx="647700" cy="481013"/>
          </a:xfrm>
          <a:prstGeom prst="line">
            <a:avLst/>
          </a:prstGeom>
          <a:noFill/>
          <a:ln w="3175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55300" name="Line 9">
            <a:extLst>
              <a:ext uri="{FF2B5EF4-FFF2-40B4-BE49-F238E27FC236}">
                <a16:creationId xmlns:a16="http://schemas.microsoft.com/office/drawing/2014/main" id="{B3FBB916-7BF4-C89C-1BA9-F052F0585106}"/>
              </a:ext>
            </a:extLst>
          </p:cNvPr>
          <p:cNvSpPr>
            <a:spLocks noChangeShapeType="1"/>
          </p:cNvSpPr>
          <p:nvPr/>
        </p:nvSpPr>
        <p:spPr bwMode="auto">
          <a:xfrm flipH="1">
            <a:off x="2389189" y="3151188"/>
            <a:ext cx="585787" cy="684212"/>
          </a:xfrm>
          <a:prstGeom prst="line">
            <a:avLst/>
          </a:prstGeom>
          <a:noFill/>
          <a:ln w="31750">
            <a:solidFill>
              <a:srgbClr val="000000"/>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55301" name="Line 10">
            <a:extLst>
              <a:ext uri="{FF2B5EF4-FFF2-40B4-BE49-F238E27FC236}">
                <a16:creationId xmlns:a16="http://schemas.microsoft.com/office/drawing/2014/main" id="{3ABC5DBE-45C0-AB0B-B4D8-240FFD05B166}"/>
              </a:ext>
            </a:extLst>
          </p:cNvPr>
          <p:cNvSpPr>
            <a:spLocks noChangeShapeType="1"/>
          </p:cNvSpPr>
          <p:nvPr/>
        </p:nvSpPr>
        <p:spPr bwMode="auto">
          <a:xfrm>
            <a:off x="3322638" y="3211513"/>
            <a:ext cx="239712" cy="614362"/>
          </a:xfrm>
          <a:prstGeom prst="line">
            <a:avLst/>
          </a:prstGeom>
          <a:noFill/>
          <a:ln w="3175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55302" name="Line 11">
            <a:extLst>
              <a:ext uri="{FF2B5EF4-FFF2-40B4-BE49-F238E27FC236}">
                <a16:creationId xmlns:a16="http://schemas.microsoft.com/office/drawing/2014/main" id="{D3A23D68-E7E7-27DB-3DB2-0F72930C498F}"/>
              </a:ext>
            </a:extLst>
          </p:cNvPr>
          <p:cNvSpPr>
            <a:spLocks noChangeShapeType="1"/>
          </p:cNvSpPr>
          <p:nvPr/>
        </p:nvSpPr>
        <p:spPr bwMode="auto">
          <a:xfrm flipH="1">
            <a:off x="4775200" y="3211513"/>
            <a:ext cx="217488" cy="677862"/>
          </a:xfrm>
          <a:prstGeom prst="line">
            <a:avLst/>
          </a:prstGeom>
          <a:noFill/>
          <a:ln w="3175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55303" name="Line 12">
            <a:extLst>
              <a:ext uri="{FF2B5EF4-FFF2-40B4-BE49-F238E27FC236}">
                <a16:creationId xmlns:a16="http://schemas.microsoft.com/office/drawing/2014/main" id="{9B9CF62F-232E-5CA0-1BF1-7B4991C0BED6}"/>
              </a:ext>
            </a:extLst>
          </p:cNvPr>
          <p:cNvSpPr>
            <a:spLocks noChangeShapeType="1"/>
          </p:cNvSpPr>
          <p:nvPr/>
        </p:nvSpPr>
        <p:spPr bwMode="auto">
          <a:xfrm>
            <a:off x="5283201" y="3149600"/>
            <a:ext cx="658813" cy="636588"/>
          </a:xfrm>
          <a:prstGeom prst="line">
            <a:avLst/>
          </a:prstGeom>
          <a:noFill/>
          <a:ln w="31750">
            <a:solidFill>
              <a:srgbClr val="000000"/>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55304" name="Line 13">
            <a:extLst>
              <a:ext uri="{FF2B5EF4-FFF2-40B4-BE49-F238E27FC236}">
                <a16:creationId xmlns:a16="http://schemas.microsoft.com/office/drawing/2014/main" id="{8E9AC1EF-48F8-3E5B-E818-4B1E6D611CAB}"/>
              </a:ext>
            </a:extLst>
          </p:cNvPr>
          <p:cNvSpPr>
            <a:spLocks noChangeShapeType="1"/>
          </p:cNvSpPr>
          <p:nvPr/>
        </p:nvSpPr>
        <p:spPr bwMode="auto">
          <a:xfrm flipH="1">
            <a:off x="3392488" y="4322764"/>
            <a:ext cx="74612" cy="554037"/>
          </a:xfrm>
          <a:prstGeom prst="line">
            <a:avLst/>
          </a:prstGeom>
          <a:noFill/>
          <a:ln w="31750">
            <a:solidFill>
              <a:srgbClr val="000000"/>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55305" name="Line 14">
            <a:extLst>
              <a:ext uri="{FF2B5EF4-FFF2-40B4-BE49-F238E27FC236}">
                <a16:creationId xmlns:a16="http://schemas.microsoft.com/office/drawing/2014/main" id="{DE4A84F5-42FF-3A7F-D4D0-B5055D1CCEE8}"/>
              </a:ext>
            </a:extLst>
          </p:cNvPr>
          <p:cNvSpPr>
            <a:spLocks noChangeShapeType="1"/>
          </p:cNvSpPr>
          <p:nvPr/>
        </p:nvSpPr>
        <p:spPr bwMode="auto">
          <a:xfrm>
            <a:off x="2378076" y="4260850"/>
            <a:ext cx="868363" cy="615950"/>
          </a:xfrm>
          <a:prstGeom prst="line">
            <a:avLst/>
          </a:prstGeom>
          <a:noFill/>
          <a:ln w="3175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55306" name="Line 15">
            <a:extLst>
              <a:ext uri="{FF2B5EF4-FFF2-40B4-BE49-F238E27FC236}">
                <a16:creationId xmlns:a16="http://schemas.microsoft.com/office/drawing/2014/main" id="{950B057C-8E14-81E7-7C38-B525AF594992}"/>
              </a:ext>
            </a:extLst>
          </p:cNvPr>
          <p:cNvSpPr>
            <a:spLocks noChangeShapeType="1"/>
          </p:cNvSpPr>
          <p:nvPr/>
        </p:nvSpPr>
        <p:spPr bwMode="auto">
          <a:xfrm flipH="1">
            <a:off x="5426076" y="4260851"/>
            <a:ext cx="512763" cy="555625"/>
          </a:xfrm>
          <a:prstGeom prst="line">
            <a:avLst/>
          </a:prstGeom>
          <a:noFill/>
          <a:ln w="31750">
            <a:solidFill>
              <a:srgbClr val="000000"/>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 name="Text Box 16">
            <a:extLst>
              <a:ext uri="{FF2B5EF4-FFF2-40B4-BE49-F238E27FC236}">
                <a16:creationId xmlns:a16="http://schemas.microsoft.com/office/drawing/2014/main" id="{D7947DD6-3C12-4590-90BA-0C089DB2AD00}"/>
              </a:ext>
            </a:extLst>
          </p:cNvPr>
          <p:cNvSpPr txBox="1">
            <a:spLocks noChangeArrowheads="1"/>
          </p:cNvSpPr>
          <p:nvPr/>
        </p:nvSpPr>
        <p:spPr bwMode="auto">
          <a:xfrm>
            <a:off x="2955925" y="4876800"/>
            <a:ext cx="712788" cy="407988"/>
          </a:xfrm>
          <a:prstGeom prst="rect">
            <a:avLst/>
          </a:prstGeom>
          <a:solidFill>
            <a:schemeClr val="accent1">
              <a:lumMod val="40000"/>
              <a:lumOff val="60000"/>
            </a:schemeClr>
          </a:solidFill>
          <a:ln w="31750">
            <a:solidFill>
              <a:srgbClr val="000000"/>
            </a:solidFill>
            <a:miter lim="800000"/>
            <a:headEnd/>
            <a:tailEnd/>
          </a:ln>
        </p:spPr>
        <p:txBody>
          <a:bodyPr/>
          <a:lstStyle/>
          <a:p>
            <a:pPr algn="ctr">
              <a:defRPr/>
            </a:pPr>
            <a:r>
              <a:rPr lang="en-US" sz="2000">
                <a:latin typeface="Times New Roman" pitchFamily="18" charset="0"/>
                <a:cs typeface="Arial" charset="0"/>
              </a:rPr>
              <a:t>1</a:t>
            </a:r>
          </a:p>
        </p:txBody>
      </p:sp>
      <p:sp>
        <p:nvSpPr>
          <p:cNvPr id="32780" name="Oval 17">
            <a:extLst>
              <a:ext uri="{FF2B5EF4-FFF2-40B4-BE49-F238E27FC236}">
                <a16:creationId xmlns:a16="http://schemas.microsoft.com/office/drawing/2014/main" id="{C0E79095-C009-4139-97AF-5BDBC8F8459D}"/>
              </a:ext>
            </a:extLst>
          </p:cNvPr>
          <p:cNvSpPr>
            <a:spLocks noChangeArrowheads="1"/>
          </p:cNvSpPr>
          <p:nvPr/>
        </p:nvSpPr>
        <p:spPr bwMode="auto">
          <a:xfrm>
            <a:off x="3976688" y="1938338"/>
            <a:ext cx="595312" cy="468312"/>
          </a:xfrm>
          <a:prstGeom prst="ellipse">
            <a:avLst/>
          </a:prstGeom>
          <a:solidFill>
            <a:schemeClr val="accent1">
              <a:lumMod val="60000"/>
              <a:lumOff val="40000"/>
            </a:schemeClr>
          </a:solidFill>
          <a:ln w="31750">
            <a:solidFill>
              <a:srgbClr val="000000"/>
            </a:solidFill>
            <a:round/>
            <a:headEnd/>
            <a:tailEnd/>
          </a:ln>
        </p:spPr>
        <p:txBody>
          <a:bodyPr/>
          <a:lstStyle/>
          <a:p>
            <a:pPr algn="ctr">
              <a:defRPr/>
            </a:pPr>
            <a:r>
              <a:rPr lang="en-US" sz="2000">
                <a:latin typeface="Times New Roman" pitchFamily="18" charset="0"/>
                <a:cs typeface="Arial" charset="0"/>
              </a:rPr>
              <a:t>x</a:t>
            </a:r>
            <a:r>
              <a:rPr lang="en-US" sz="2000" baseline="-25000">
                <a:latin typeface="Times New Roman" pitchFamily="18" charset="0"/>
                <a:cs typeface="Arial" charset="0"/>
              </a:rPr>
              <a:t>1</a:t>
            </a:r>
          </a:p>
        </p:txBody>
      </p:sp>
      <p:sp>
        <p:nvSpPr>
          <p:cNvPr id="32781" name="Oval 18">
            <a:extLst>
              <a:ext uri="{FF2B5EF4-FFF2-40B4-BE49-F238E27FC236}">
                <a16:creationId xmlns:a16="http://schemas.microsoft.com/office/drawing/2014/main" id="{CC91C228-DDF4-43D0-8DCA-7BB74436E233}"/>
              </a:ext>
            </a:extLst>
          </p:cNvPr>
          <p:cNvSpPr>
            <a:spLocks noChangeArrowheads="1"/>
          </p:cNvSpPr>
          <p:nvPr/>
        </p:nvSpPr>
        <p:spPr bwMode="auto">
          <a:xfrm>
            <a:off x="3006725" y="2760663"/>
            <a:ext cx="641350" cy="469900"/>
          </a:xfrm>
          <a:prstGeom prst="ellipse">
            <a:avLst/>
          </a:prstGeom>
          <a:solidFill>
            <a:schemeClr val="accent1">
              <a:lumMod val="60000"/>
              <a:lumOff val="40000"/>
            </a:schemeClr>
          </a:solidFill>
          <a:ln w="31750">
            <a:solidFill>
              <a:srgbClr val="000000"/>
            </a:solidFill>
            <a:round/>
            <a:headEnd/>
            <a:tailEnd/>
          </a:ln>
        </p:spPr>
        <p:txBody>
          <a:bodyPr/>
          <a:lstStyle/>
          <a:p>
            <a:pPr>
              <a:defRPr/>
            </a:pPr>
            <a:r>
              <a:rPr lang="en-US" sz="2000">
                <a:latin typeface="Times New Roman" pitchFamily="18" charset="0"/>
                <a:cs typeface="Arial" charset="0"/>
              </a:rPr>
              <a:t>x</a:t>
            </a:r>
            <a:r>
              <a:rPr lang="en-US" sz="2000" baseline="-25000">
                <a:latin typeface="Times New Roman" pitchFamily="18" charset="0"/>
                <a:cs typeface="Arial" charset="0"/>
              </a:rPr>
              <a:t>2</a:t>
            </a:r>
          </a:p>
        </p:txBody>
      </p:sp>
      <p:sp>
        <p:nvSpPr>
          <p:cNvPr id="32782" name="Oval 19">
            <a:extLst>
              <a:ext uri="{FF2B5EF4-FFF2-40B4-BE49-F238E27FC236}">
                <a16:creationId xmlns:a16="http://schemas.microsoft.com/office/drawing/2014/main" id="{6AEAE2B7-96FB-4A50-A85D-367284FCCABC}"/>
              </a:ext>
            </a:extLst>
          </p:cNvPr>
          <p:cNvSpPr>
            <a:spLocks noChangeArrowheads="1"/>
          </p:cNvSpPr>
          <p:nvPr/>
        </p:nvSpPr>
        <p:spPr bwMode="auto">
          <a:xfrm>
            <a:off x="4768850" y="2768600"/>
            <a:ext cx="603250" cy="469900"/>
          </a:xfrm>
          <a:prstGeom prst="ellipse">
            <a:avLst/>
          </a:prstGeom>
          <a:solidFill>
            <a:schemeClr val="accent1">
              <a:lumMod val="60000"/>
              <a:lumOff val="40000"/>
            </a:schemeClr>
          </a:solidFill>
          <a:ln w="31750">
            <a:solidFill>
              <a:srgbClr val="000000"/>
            </a:solidFill>
            <a:round/>
            <a:headEnd/>
            <a:tailEnd/>
          </a:ln>
        </p:spPr>
        <p:txBody>
          <a:bodyPr/>
          <a:lstStyle/>
          <a:p>
            <a:pPr>
              <a:defRPr/>
            </a:pPr>
            <a:r>
              <a:rPr lang="en-US" sz="2000">
                <a:latin typeface="Times New Roman" pitchFamily="18" charset="0"/>
                <a:cs typeface="Arial" charset="0"/>
              </a:rPr>
              <a:t>x</a:t>
            </a:r>
            <a:r>
              <a:rPr lang="en-US" sz="2000" baseline="-25000">
                <a:latin typeface="Times New Roman" pitchFamily="18" charset="0"/>
                <a:cs typeface="Arial" charset="0"/>
              </a:rPr>
              <a:t>2</a:t>
            </a:r>
          </a:p>
        </p:txBody>
      </p:sp>
      <p:sp>
        <p:nvSpPr>
          <p:cNvPr id="32783" name="Oval 21">
            <a:extLst>
              <a:ext uri="{FF2B5EF4-FFF2-40B4-BE49-F238E27FC236}">
                <a16:creationId xmlns:a16="http://schemas.microsoft.com/office/drawing/2014/main" id="{1FFB7BED-C60F-4DA1-9210-D0F04B64AD4F}"/>
              </a:ext>
            </a:extLst>
          </p:cNvPr>
          <p:cNvSpPr>
            <a:spLocks noChangeArrowheads="1"/>
          </p:cNvSpPr>
          <p:nvPr/>
        </p:nvSpPr>
        <p:spPr bwMode="auto">
          <a:xfrm>
            <a:off x="5665789" y="3805238"/>
            <a:ext cx="611187" cy="468312"/>
          </a:xfrm>
          <a:prstGeom prst="ellipse">
            <a:avLst/>
          </a:prstGeom>
          <a:solidFill>
            <a:schemeClr val="accent1">
              <a:lumMod val="60000"/>
              <a:lumOff val="40000"/>
            </a:schemeClr>
          </a:solidFill>
          <a:ln w="31750">
            <a:solidFill>
              <a:srgbClr val="000000"/>
            </a:solidFill>
            <a:round/>
            <a:headEnd/>
            <a:tailEnd/>
          </a:ln>
        </p:spPr>
        <p:txBody>
          <a:bodyPr/>
          <a:lstStyle/>
          <a:p>
            <a:pPr>
              <a:defRPr/>
            </a:pPr>
            <a:r>
              <a:rPr lang="en-US" sz="2000">
                <a:latin typeface="Times New Roman" pitchFamily="18" charset="0"/>
                <a:cs typeface="Arial" charset="0"/>
              </a:rPr>
              <a:t>x</a:t>
            </a:r>
            <a:r>
              <a:rPr lang="en-US" sz="2000" baseline="-25000">
                <a:latin typeface="Times New Roman" pitchFamily="18" charset="0"/>
                <a:cs typeface="Arial" charset="0"/>
              </a:rPr>
              <a:t>3</a:t>
            </a:r>
            <a:endParaRPr lang="en-US" sz="2000">
              <a:latin typeface="Times New Roman" pitchFamily="18" charset="0"/>
              <a:cs typeface="Arial" charset="0"/>
            </a:endParaRPr>
          </a:p>
        </p:txBody>
      </p:sp>
      <p:sp>
        <p:nvSpPr>
          <p:cNvPr id="3" name="Text Box 22">
            <a:extLst>
              <a:ext uri="{FF2B5EF4-FFF2-40B4-BE49-F238E27FC236}">
                <a16:creationId xmlns:a16="http://schemas.microsoft.com/office/drawing/2014/main" id="{3DA89207-48EE-4BB9-B515-6D7061D80644}"/>
              </a:ext>
            </a:extLst>
          </p:cNvPr>
          <p:cNvSpPr txBox="1">
            <a:spLocks noChangeArrowheads="1"/>
          </p:cNvSpPr>
          <p:nvPr/>
        </p:nvSpPr>
        <p:spPr bwMode="auto">
          <a:xfrm>
            <a:off x="4500563" y="1835151"/>
            <a:ext cx="1365250" cy="523875"/>
          </a:xfrm>
          <a:prstGeom prst="rect">
            <a:avLst/>
          </a:prstGeom>
          <a:noFill/>
          <a:ln w="31750">
            <a:noFill/>
            <a:miter lim="800000"/>
            <a:headEnd/>
            <a:tailEnd/>
          </a:ln>
        </p:spPr>
        <p:txBody>
          <a:bodyPr/>
          <a:lstStyle/>
          <a:p>
            <a:pPr>
              <a:defRPr/>
            </a:pPr>
            <a:r>
              <a:rPr lang="en-US" sz="2000" dirty="0">
                <a:latin typeface="+mj-lt"/>
                <a:cs typeface="Arial" charset="0"/>
              </a:rPr>
              <a:t>f(x</a:t>
            </a:r>
            <a:r>
              <a:rPr lang="en-US" sz="2000" baseline="-25000" dirty="0">
                <a:latin typeface="+mj-lt"/>
                <a:cs typeface="Arial" charset="0"/>
              </a:rPr>
              <a:t>1</a:t>
            </a:r>
            <a:r>
              <a:rPr lang="en-US" sz="2000" dirty="0">
                <a:latin typeface="+mj-lt"/>
                <a:cs typeface="Arial" charset="0"/>
              </a:rPr>
              <a:t>,x</a:t>
            </a:r>
            <a:r>
              <a:rPr lang="en-US" sz="2000" baseline="-25000" dirty="0">
                <a:latin typeface="+mj-lt"/>
                <a:cs typeface="Arial" charset="0"/>
              </a:rPr>
              <a:t>2</a:t>
            </a:r>
            <a:r>
              <a:rPr lang="en-US" sz="2000" dirty="0">
                <a:latin typeface="+mj-lt"/>
                <a:cs typeface="Arial" charset="0"/>
              </a:rPr>
              <a:t>,x</a:t>
            </a:r>
            <a:r>
              <a:rPr lang="en-US" sz="2000" baseline="-25000" dirty="0">
                <a:latin typeface="+mj-lt"/>
                <a:cs typeface="Arial" charset="0"/>
              </a:rPr>
              <a:t>3</a:t>
            </a:r>
            <a:r>
              <a:rPr lang="en-US" sz="2000" dirty="0">
                <a:latin typeface="+mj-lt"/>
                <a:cs typeface="Arial" charset="0"/>
              </a:rPr>
              <a:t>)</a:t>
            </a:r>
          </a:p>
        </p:txBody>
      </p:sp>
      <p:sp>
        <p:nvSpPr>
          <p:cNvPr id="4" name="Text Box 23">
            <a:extLst>
              <a:ext uri="{FF2B5EF4-FFF2-40B4-BE49-F238E27FC236}">
                <a16:creationId xmlns:a16="http://schemas.microsoft.com/office/drawing/2014/main" id="{A0E1C21A-96F2-4524-A1EF-8B1C18E7A6AC}"/>
              </a:ext>
            </a:extLst>
          </p:cNvPr>
          <p:cNvSpPr txBox="1">
            <a:spLocks noChangeArrowheads="1"/>
          </p:cNvSpPr>
          <p:nvPr/>
        </p:nvSpPr>
        <p:spPr bwMode="auto">
          <a:xfrm>
            <a:off x="1931989" y="2651126"/>
            <a:ext cx="1169987" cy="523875"/>
          </a:xfrm>
          <a:prstGeom prst="rect">
            <a:avLst/>
          </a:prstGeom>
          <a:noFill/>
          <a:ln w="31750">
            <a:noFill/>
            <a:miter lim="800000"/>
            <a:headEnd/>
            <a:tailEnd/>
          </a:ln>
        </p:spPr>
        <p:txBody>
          <a:bodyPr/>
          <a:lstStyle/>
          <a:p>
            <a:pPr>
              <a:defRPr/>
            </a:pPr>
            <a:r>
              <a:rPr lang="en-US" dirty="0">
                <a:latin typeface="+mj-lt"/>
                <a:cs typeface="Arial" charset="0"/>
              </a:rPr>
              <a:t>~x</a:t>
            </a:r>
            <a:r>
              <a:rPr lang="en-US" baseline="-25000" dirty="0">
                <a:latin typeface="+mj-lt"/>
                <a:cs typeface="Arial" charset="0"/>
              </a:rPr>
              <a:t>2 </a:t>
            </a:r>
            <a:r>
              <a:rPr lang="en-US" dirty="0">
                <a:latin typeface="+mj-lt"/>
                <a:cs typeface="Arial" charset="0"/>
              </a:rPr>
              <a:t>+ ~x</a:t>
            </a:r>
            <a:r>
              <a:rPr lang="en-US" baseline="-25000" dirty="0">
                <a:latin typeface="+mj-lt"/>
                <a:cs typeface="Arial" charset="0"/>
              </a:rPr>
              <a:t>3</a:t>
            </a:r>
            <a:endParaRPr lang="en-US" dirty="0">
              <a:latin typeface="+mj-lt"/>
              <a:cs typeface="Arial" charset="0"/>
            </a:endParaRPr>
          </a:p>
        </p:txBody>
      </p:sp>
      <p:sp>
        <p:nvSpPr>
          <p:cNvPr id="32787" name="Text Box 24">
            <a:extLst>
              <a:ext uri="{FF2B5EF4-FFF2-40B4-BE49-F238E27FC236}">
                <a16:creationId xmlns:a16="http://schemas.microsoft.com/office/drawing/2014/main" id="{15DA468A-5ACE-4E7B-9704-8ACDE956CF05}"/>
              </a:ext>
            </a:extLst>
          </p:cNvPr>
          <p:cNvSpPr txBox="1">
            <a:spLocks noChangeArrowheads="1"/>
          </p:cNvSpPr>
          <p:nvPr/>
        </p:nvSpPr>
        <p:spPr bwMode="auto">
          <a:xfrm>
            <a:off x="5386389" y="2778126"/>
            <a:ext cx="904875" cy="523875"/>
          </a:xfrm>
          <a:prstGeom prst="rect">
            <a:avLst/>
          </a:prstGeom>
          <a:noFill/>
          <a:ln w="31750">
            <a:noFill/>
            <a:miter lim="800000"/>
            <a:headEnd/>
            <a:tailEnd/>
          </a:ln>
        </p:spPr>
        <p:txBody>
          <a:bodyPr/>
          <a:lstStyle/>
          <a:p>
            <a:pPr>
              <a:defRPr/>
            </a:pPr>
            <a:r>
              <a:rPr lang="en-US" dirty="0">
                <a:latin typeface="+mj-lt"/>
                <a:cs typeface="Arial" charset="0"/>
              </a:rPr>
              <a:t>x</a:t>
            </a:r>
            <a:r>
              <a:rPr lang="en-US" baseline="-25000" dirty="0">
                <a:latin typeface="+mj-lt"/>
                <a:cs typeface="Arial" charset="0"/>
              </a:rPr>
              <a:t>2</a:t>
            </a:r>
            <a:r>
              <a:rPr lang="en-US" dirty="0">
                <a:latin typeface="+mj-lt"/>
                <a:cs typeface="Arial" charset="0"/>
              </a:rPr>
              <a:t> </a:t>
            </a:r>
            <a:r>
              <a:rPr lang="en-US" dirty="0">
                <a:latin typeface="+mj-lt"/>
                <a:cs typeface="Arial" charset="0"/>
                <a:sym typeface="Symbol" pitchFamily="18" charset="2"/>
              </a:rPr>
              <a:t></a:t>
            </a:r>
            <a:r>
              <a:rPr lang="en-US" dirty="0">
                <a:latin typeface="+mj-lt"/>
                <a:cs typeface="Arial" charset="0"/>
              </a:rPr>
              <a:t>~x</a:t>
            </a:r>
            <a:r>
              <a:rPr lang="en-US" baseline="-25000" dirty="0">
                <a:latin typeface="+mj-lt"/>
                <a:cs typeface="Arial" charset="0"/>
              </a:rPr>
              <a:t>3</a:t>
            </a:r>
            <a:endParaRPr lang="en-US" dirty="0">
              <a:latin typeface="+mj-lt"/>
              <a:cs typeface="Arial" charset="0"/>
            </a:endParaRPr>
          </a:p>
        </p:txBody>
      </p:sp>
      <p:sp>
        <p:nvSpPr>
          <p:cNvPr id="32788" name="Text Box 25">
            <a:extLst>
              <a:ext uri="{FF2B5EF4-FFF2-40B4-BE49-F238E27FC236}">
                <a16:creationId xmlns:a16="http://schemas.microsoft.com/office/drawing/2014/main" id="{12DD59C5-2A5B-4275-A8B3-CFB6AB61A350}"/>
              </a:ext>
            </a:extLst>
          </p:cNvPr>
          <p:cNvSpPr txBox="1">
            <a:spLocks noChangeArrowheads="1"/>
          </p:cNvSpPr>
          <p:nvPr/>
        </p:nvSpPr>
        <p:spPr bwMode="auto">
          <a:xfrm>
            <a:off x="3802063" y="3883026"/>
            <a:ext cx="730250" cy="523875"/>
          </a:xfrm>
          <a:prstGeom prst="rect">
            <a:avLst/>
          </a:prstGeom>
          <a:noFill/>
          <a:ln w="31750">
            <a:noFill/>
            <a:miter lim="800000"/>
            <a:headEnd/>
            <a:tailEnd/>
          </a:ln>
        </p:spPr>
        <p:txBody>
          <a:bodyPr/>
          <a:lstStyle/>
          <a:p>
            <a:pPr>
              <a:defRPr/>
            </a:pPr>
            <a:r>
              <a:rPr lang="en-US" dirty="0">
                <a:latin typeface="+mj-lt"/>
                <a:cs typeface="Arial" charset="0"/>
              </a:rPr>
              <a:t>~x</a:t>
            </a:r>
            <a:r>
              <a:rPr lang="en-US" baseline="-25000" dirty="0">
                <a:latin typeface="+mj-lt"/>
                <a:cs typeface="Arial" charset="0"/>
              </a:rPr>
              <a:t>3</a:t>
            </a:r>
            <a:endParaRPr lang="en-US" dirty="0">
              <a:latin typeface="+mj-lt"/>
              <a:cs typeface="Arial" charset="0"/>
            </a:endParaRPr>
          </a:p>
        </p:txBody>
      </p:sp>
      <p:sp>
        <p:nvSpPr>
          <p:cNvPr id="32789" name="Text Box 26">
            <a:extLst>
              <a:ext uri="{FF2B5EF4-FFF2-40B4-BE49-F238E27FC236}">
                <a16:creationId xmlns:a16="http://schemas.microsoft.com/office/drawing/2014/main" id="{23DD1E40-FDD7-4DC8-9EEC-8532D7A725DC}"/>
              </a:ext>
            </a:extLst>
          </p:cNvPr>
          <p:cNvSpPr txBox="1">
            <a:spLocks noChangeArrowheads="1"/>
          </p:cNvSpPr>
          <p:nvPr/>
        </p:nvSpPr>
        <p:spPr bwMode="auto">
          <a:xfrm>
            <a:off x="4984751" y="3922714"/>
            <a:ext cx="658813" cy="338137"/>
          </a:xfrm>
          <a:prstGeom prst="rect">
            <a:avLst/>
          </a:prstGeom>
          <a:noFill/>
          <a:ln w="31750">
            <a:noFill/>
            <a:miter lim="800000"/>
            <a:headEnd/>
            <a:tailEnd/>
          </a:ln>
        </p:spPr>
        <p:txBody>
          <a:bodyPr/>
          <a:lstStyle/>
          <a:p>
            <a:pPr>
              <a:defRPr/>
            </a:pPr>
            <a:r>
              <a:rPr lang="en-US" dirty="0">
                <a:latin typeface="+mj-lt"/>
                <a:cs typeface="Arial" charset="0"/>
              </a:rPr>
              <a:t>~x</a:t>
            </a:r>
            <a:r>
              <a:rPr lang="en-US" baseline="-25000" dirty="0">
                <a:latin typeface="+mj-lt"/>
                <a:cs typeface="Arial" charset="0"/>
              </a:rPr>
              <a:t>3</a:t>
            </a:r>
            <a:endParaRPr lang="en-US" dirty="0">
              <a:latin typeface="+mj-lt"/>
              <a:cs typeface="Arial" charset="0"/>
            </a:endParaRPr>
          </a:p>
        </p:txBody>
      </p:sp>
      <p:sp>
        <p:nvSpPr>
          <p:cNvPr id="8" name="Oval 27">
            <a:extLst>
              <a:ext uri="{FF2B5EF4-FFF2-40B4-BE49-F238E27FC236}">
                <a16:creationId xmlns:a16="http://schemas.microsoft.com/office/drawing/2014/main" id="{92DC7DD5-CA86-48CE-9603-B0098A7B472C}"/>
              </a:ext>
            </a:extLst>
          </p:cNvPr>
          <p:cNvSpPr>
            <a:spLocks noChangeArrowheads="1"/>
          </p:cNvSpPr>
          <p:nvPr/>
        </p:nvSpPr>
        <p:spPr bwMode="auto">
          <a:xfrm>
            <a:off x="2058989" y="3813176"/>
            <a:ext cx="674687" cy="468313"/>
          </a:xfrm>
          <a:prstGeom prst="ellipse">
            <a:avLst/>
          </a:prstGeom>
          <a:solidFill>
            <a:schemeClr val="accent1">
              <a:lumMod val="60000"/>
              <a:lumOff val="40000"/>
            </a:schemeClr>
          </a:solidFill>
          <a:ln w="31750">
            <a:solidFill>
              <a:srgbClr val="000000"/>
            </a:solidFill>
            <a:round/>
            <a:headEnd/>
            <a:tailEnd/>
          </a:ln>
        </p:spPr>
        <p:txBody>
          <a:bodyPr/>
          <a:lstStyle/>
          <a:p>
            <a:pPr>
              <a:defRPr/>
            </a:pPr>
            <a:r>
              <a:rPr lang="en-US" sz="2000">
                <a:latin typeface="Times New Roman" pitchFamily="18" charset="0"/>
                <a:cs typeface="Arial" charset="0"/>
              </a:rPr>
              <a:t>x</a:t>
            </a:r>
            <a:r>
              <a:rPr lang="en-US" sz="2000" baseline="-25000">
                <a:latin typeface="Times New Roman" pitchFamily="18" charset="0"/>
                <a:cs typeface="Arial" charset="0"/>
              </a:rPr>
              <a:t>3</a:t>
            </a:r>
            <a:endParaRPr lang="en-US" sz="2000">
              <a:latin typeface="Times New Roman" pitchFamily="18" charset="0"/>
              <a:cs typeface="Arial" charset="0"/>
            </a:endParaRPr>
          </a:p>
        </p:txBody>
      </p:sp>
      <p:sp>
        <p:nvSpPr>
          <p:cNvPr id="55318" name="Line 28">
            <a:extLst>
              <a:ext uri="{FF2B5EF4-FFF2-40B4-BE49-F238E27FC236}">
                <a16:creationId xmlns:a16="http://schemas.microsoft.com/office/drawing/2014/main" id="{B89002A4-4303-3BBC-EC46-F93990AEF504}"/>
              </a:ext>
            </a:extLst>
          </p:cNvPr>
          <p:cNvSpPr>
            <a:spLocks noChangeShapeType="1"/>
          </p:cNvSpPr>
          <p:nvPr/>
        </p:nvSpPr>
        <p:spPr bwMode="auto">
          <a:xfrm>
            <a:off x="2160589" y="4260851"/>
            <a:ext cx="936625" cy="619125"/>
          </a:xfrm>
          <a:prstGeom prst="line">
            <a:avLst/>
          </a:prstGeom>
          <a:noFill/>
          <a:ln w="31750">
            <a:solidFill>
              <a:srgbClr val="000000"/>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55319" name="Line 30">
            <a:extLst>
              <a:ext uri="{FF2B5EF4-FFF2-40B4-BE49-F238E27FC236}">
                <a16:creationId xmlns:a16="http://schemas.microsoft.com/office/drawing/2014/main" id="{BB5AE6DD-72B3-89E3-EAFF-9B7AA977E864}"/>
              </a:ext>
            </a:extLst>
          </p:cNvPr>
          <p:cNvSpPr>
            <a:spLocks noChangeShapeType="1"/>
          </p:cNvSpPr>
          <p:nvPr/>
        </p:nvSpPr>
        <p:spPr bwMode="auto">
          <a:xfrm>
            <a:off x="3683000" y="4260850"/>
            <a:ext cx="1670050" cy="615950"/>
          </a:xfrm>
          <a:prstGeom prst="line">
            <a:avLst/>
          </a:prstGeom>
          <a:noFill/>
          <a:ln w="3175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5" name="Text Box 31">
            <a:extLst>
              <a:ext uri="{FF2B5EF4-FFF2-40B4-BE49-F238E27FC236}">
                <a16:creationId xmlns:a16="http://schemas.microsoft.com/office/drawing/2014/main" id="{D2F3688C-C9DF-444D-BB99-4143F9F27AD6}"/>
              </a:ext>
            </a:extLst>
          </p:cNvPr>
          <p:cNvSpPr txBox="1">
            <a:spLocks noChangeArrowheads="1"/>
          </p:cNvSpPr>
          <p:nvPr/>
        </p:nvSpPr>
        <p:spPr bwMode="auto">
          <a:xfrm>
            <a:off x="4978401" y="4867275"/>
            <a:ext cx="665163" cy="406400"/>
          </a:xfrm>
          <a:prstGeom prst="rect">
            <a:avLst/>
          </a:prstGeom>
          <a:solidFill>
            <a:schemeClr val="accent1">
              <a:lumMod val="40000"/>
              <a:lumOff val="60000"/>
            </a:schemeClr>
          </a:solidFill>
          <a:ln w="31750">
            <a:solidFill>
              <a:srgbClr val="000000"/>
            </a:solidFill>
            <a:miter lim="800000"/>
            <a:headEnd/>
            <a:tailEnd/>
          </a:ln>
        </p:spPr>
        <p:txBody>
          <a:bodyPr/>
          <a:lstStyle/>
          <a:p>
            <a:pPr algn="ctr">
              <a:defRPr/>
            </a:pPr>
            <a:r>
              <a:rPr lang="en-US" sz="2000">
                <a:latin typeface="Times New Roman" pitchFamily="18" charset="0"/>
                <a:cs typeface="Arial" charset="0"/>
              </a:rPr>
              <a:t>0</a:t>
            </a:r>
          </a:p>
        </p:txBody>
      </p:sp>
      <p:sp>
        <p:nvSpPr>
          <p:cNvPr id="55321" name="Line 32">
            <a:extLst>
              <a:ext uri="{FF2B5EF4-FFF2-40B4-BE49-F238E27FC236}">
                <a16:creationId xmlns:a16="http://schemas.microsoft.com/office/drawing/2014/main" id="{0B8F98FA-B6A1-F25D-4B0B-B8E494384ABB}"/>
              </a:ext>
            </a:extLst>
          </p:cNvPr>
          <p:cNvSpPr>
            <a:spLocks noChangeShapeType="1"/>
          </p:cNvSpPr>
          <p:nvPr/>
        </p:nvSpPr>
        <p:spPr bwMode="auto">
          <a:xfrm flipH="1">
            <a:off x="3463926" y="4322764"/>
            <a:ext cx="1165225" cy="554037"/>
          </a:xfrm>
          <a:prstGeom prst="line">
            <a:avLst/>
          </a:prstGeom>
          <a:noFill/>
          <a:ln w="31750">
            <a:solidFill>
              <a:srgbClr val="000000"/>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55322" name="Line 33">
            <a:extLst>
              <a:ext uri="{FF2B5EF4-FFF2-40B4-BE49-F238E27FC236}">
                <a16:creationId xmlns:a16="http://schemas.microsoft.com/office/drawing/2014/main" id="{D35660FF-962D-4D5D-2997-7CC84D674CA6}"/>
              </a:ext>
            </a:extLst>
          </p:cNvPr>
          <p:cNvSpPr>
            <a:spLocks noChangeShapeType="1"/>
          </p:cNvSpPr>
          <p:nvPr/>
        </p:nvSpPr>
        <p:spPr bwMode="auto">
          <a:xfrm>
            <a:off x="4916489" y="4260850"/>
            <a:ext cx="509587" cy="615950"/>
          </a:xfrm>
          <a:prstGeom prst="line">
            <a:avLst/>
          </a:prstGeom>
          <a:noFill/>
          <a:ln w="3175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55323" name="Line 34">
            <a:extLst>
              <a:ext uri="{FF2B5EF4-FFF2-40B4-BE49-F238E27FC236}">
                <a16:creationId xmlns:a16="http://schemas.microsoft.com/office/drawing/2014/main" id="{2543ADDE-D29A-5E1D-11CD-A124FA9CD033}"/>
              </a:ext>
            </a:extLst>
          </p:cNvPr>
          <p:cNvSpPr>
            <a:spLocks noChangeShapeType="1"/>
          </p:cNvSpPr>
          <p:nvPr/>
        </p:nvSpPr>
        <p:spPr bwMode="auto">
          <a:xfrm flipH="1">
            <a:off x="5565776" y="4262438"/>
            <a:ext cx="481013" cy="614362"/>
          </a:xfrm>
          <a:prstGeom prst="line">
            <a:avLst/>
          </a:prstGeom>
          <a:noFill/>
          <a:ln w="3175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55324" name="Line 35">
            <a:extLst>
              <a:ext uri="{FF2B5EF4-FFF2-40B4-BE49-F238E27FC236}">
                <a16:creationId xmlns:a16="http://schemas.microsoft.com/office/drawing/2014/main" id="{824E9025-D2E1-6E4C-FF8D-B5A536D3990A}"/>
              </a:ext>
            </a:extLst>
          </p:cNvPr>
          <p:cNvSpPr>
            <a:spLocks noChangeShapeType="1"/>
          </p:cNvSpPr>
          <p:nvPr/>
        </p:nvSpPr>
        <p:spPr bwMode="auto">
          <a:xfrm flipH="1">
            <a:off x="7373939" y="2228851"/>
            <a:ext cx="701675" cy="523875"/>
          </a:xfrm>
          <a:prstGeom prst="line">
            <a:avLst/>
          </a:prstGeom>
          <a:noFill/>
          <a:ln w="31750">
            <a:solidFill>
              <a:srgbClr val="000000"/>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55325" name="Line 36">
            <a:extLst>
              <a:ext uri="{FF2B5EF4-FFF2-40B4-BE49-F238E27FC236}">
                <a16:creationId xmlns:a16="http://schemas.microsoft.com/office/drawing/2014/main" id="{5C55E2ED-4673-9305-E52A-8A211F2BDC2F}"/>
              </a:ext>
            </a:extLst>
          </p:cNvPr>
          <p:cNvSpPr>
            <a:spLocks noChangeShapeType="1"/>
          </p:cNvSpPr>
          <p:nvPr/>
        </p:nvSpPr>
        <p:spPr bwMode="auto">
          <a:xfrm>
            <a:off x="8380413" y="2252663"/>
            <a:ext cx="647700" cy="481012"/>
          </a:xfrm>
          <a:prstGeom prst="line">
            <a:avLst/>
          </a:prstGeom>
          <a:noFill/>
          <a:ln w="3175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55326" name="Line 37">
            <a:extLst>
              <a:ext uri="{FF2B5EF4-FFF2-40B4-BE49-F238E27FC236}">
                <a16:creationId xmlns:a16="http://schemas.microsoft.com/office/drawing/2014/main" id="{D87D60E7-411E-B19B-3402-87D2F1C6FCA6}"/>
              </a:ext>
            </a:extLst>
          </p:cNvPr>
          <p:cNvSpPr>
            <a:spLocks noChangeShapeType="1"/>
          </p:cNvSpPr>
          <p:nvPr/>
        </p:nvSpPr>
        <p:spPr bwMode="auto">
          <a:xfrm flipH="1">
            <a:off x="7310438" y="3146425"/>
            <a:ext cx="0" cy="1708150"/>
          </a:xfrm>
          <a:prstGeom prst="line">
            <a:avLst/>
          </a:prstGeom>
          <a:noFill/>
          <a:ln w="31750">
            <a:solidFill>
              <a:srgbClr val="000000"/>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55327" name="Line 38">
            <a:extLst>
              <a:ext uri="{FF2B5EF4-FFF2-40B4-BE49-F238E27FC236}">
                <a16:creationId xmlns:a16="http://schemas.microsoft.com/office/drawing/2014/main" id="{5ADA8891-1C19-F9B3-5CE6-B633C24484E8}"/>
              </a:ext>
            </a:extLst>
          </p:cNvPr>
          <p:cNvSpPr>
            <a:spLocks noChangeShapeType="1"/>
          </p:cNvSpPr>
          <p:nvPr/>
        </p:nvSpPr>
        <p:spPr bwMode="auto">
          <a:xfrm>
            <a:off x="7432676" y="3154364"/>
            <a:ext cx="771525" cy="712787"/>
          </a:xfrm>
          <a:prstGeom prst="line">
            <a:avLst/>
          </a:prstGeom>
          <a:noFill/>
          <a:ln w="3175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55328" name="Line 39">
            <a:extLst>
              <a:ext uri="{FF2B5EF4-FFF2-40B4-BE49-F238E27FC236}">
                <a16:creationId xmlns:a16="http://schemas.microsoft.com/office/drawing/2014/main" id="{27628CAE-F897-1636-D4AA-EB38CB67C88A}"/>
              </a:ext>
            </a:extLst>
          </p:cNvPr>
          <p:cNvSpPr>
            <a:spLocks noChangeShapeType="1"/>
          </p:cNvSpPr>
          <p:nvPr/>
        </p:nvSpPr>
        <p:spPr bwMode="auto">
          <a:xfrm flipH="1">
            <a:off x="8377238" y="3167064"/>
            <a:ext cx="595312" cy="661987"/>
          </a:xfrm>
          <a:prstGeom prst="line">
            <a:avLst/>
          </a:prstGeom>
          <a:noFill/>
          <a:ln w="3175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55329" name="Line 40">
            <a:extLst>
              <a:ext uri="{FF2B5EF4-FFF2-40B4-BE49-F238E27FC236}">
                <a16:creationId xmlns:a16="http://schemas.microsoft.com/office/drawing/2014/main" id="{A9068D9B-5CE2-C80F-B8A6-4DCD70D15B0D}"/>
              </a:ext>
            </a:extLst>
          </p:cNvPr>
          <p:cNvSpPr>
            <a:spLocks noChangeShapeType="1"/>
          </p:cNvSpPr>
          <p:nvPr/>
        </p:nvSpPr>
        <p:spPr bwMode="auto">
          <a:xfrm flipH="1">
            <a:off x="9099550" y="3197225"/>
            <a:ext cx="0" cy="1646238"/>
          </a:xfrm>
          <a:prstGeom prst="line">
            <a:avLst/>
          </a:prstGeom>
          <a:noFill/>
          <a:ln w="31750">
            <a:solidFill>
              <a:srgbClr val="000000"/>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 name="Text Box 41">
            <a:extLst>
              <a:ext uri="{FF2B5EF4-FFF2-40B4-BE49-F238E27FC236}">
                <a16:creationId xmlns:a16="http://schemas.microsoft.com/office/drawing/2014/main" id="{4B9500D7-7652-4ECD-8979-14E0B09BB894}"/>
              </a:ext>
            </a:extLst>
          </p:cNvPr>
          <p:cNvSpPr txBox="1">
            <a:spLocks noChangeArrowheads="1"/>
          </p:cNvSpPr>
          <p:nvPr/>
        </p:nvSpPr>
        <p:spPr bwMode="auto">
          <a:xfrm>
            <a:off x="7065964" y="4833938"/>
            <a:ext cx="712787" cy="406400"/>
          </a:xfrm>
          <a:prstGeom prst="rect">
            <a:avLst/>
          </a:prstGeom>
          <a:solidFill>
            <a:schemeClr val="accent1">
              <a:lumMod val="40000"/>
              <a:lumOff val="60000"/>
            </a:schemeClr>
          </a:solidFill>
          <a:ln w="31750">
            <a:solidFill>
              <a:srgbClr val="000000"/>
            </a:solidFill>
            <a:miter lim="800000"/>
            <a:headEnd/>
            <a:tailEnd/>
          </a:ln>
        </p:spPr>
        <p:txBody>
          <a:bodyPr/>
          <a:lstStyle/>
          <a:p>
            <a:pPr algn="ctr">
              <a:defRPr/>
            </a:pPr>
            <a:r>
              <a:rPr lang="en-US" sz="2000">
                <a:latin typeface="Times New Roman" pitchFamily="18" charset="0"/>
                <a:cs typeface="Arial" charset="0"/>
              </a:rPr>
              <a:t>1</a:t>
            </a:r>
          </a:p>
        </p:txBody>
      </p:sp>
      <p:sp>
        <p:nvSpPr>
          <p:cNvPr id="32803" name="Oval 42">
            <a:extLst>
              <a:ext uri="{FF2B5EF4-FFF2-40B4-BE49-F238E27FC236}">
                <a16:creationId xmlns:a16="http://schemas.microsoft.com/office/drawing/2014/main" id="{B735171B-BD16-4FF0-BAEB-43B05386FC7E}"/>
              </a:ext>
            </a:extLst>
          </p:cNvPr>
          <p:cNvSpPr>
            <a:spLocks noChangeArrowheads="1"/>
          </p:cNvSpPr>
          <p:nvPr/>
        </p:nvSpPr>
        <p:spPr bwMode="auto">
          <a:xfrm>
            <a:off x="7954964" y="1893888"/>
            <a:ext cx="598487" cy="469900"/>
          </a:xfrm>
          <a:prstGeom prst="ellipse">
            <a:avLst/>
          </a:prstGeom>
          <a:solidFill>
            <a:schemeClr val="accent1">
              <a:lumMod val="60000"/>
              <a:lumOff val="40000"/>
            </a:schemeClr>
          </a:solidFill>
          <a:ln w="31750">
            <a:solidFill>
              <a:srgbClr val="000000"/>
            </a:solidFill>
            <a:round/>
            <a:headEnd/>
            <a:tailEnd/>
          </a:ln>
        </p:spPr>
        <p:txBody>
          <a:bodyPr/>
          <a:lstStyle/>
          <a:p>
            <a:pPr algn="ctr">
              <a:defRPr/>
            </a:pPr>
            <a:r>
              <a:rPr lang="en-US" sz="2000">
                <a:latin typeface="Times New Roman" pitchFamily="18" charset="0"/>
                <a:cs typeface="Arial" charset="0"/>
              </a:rPr>
              <a:t>x</a:t>
            </a:r>
            <a:r>
              <a:rPr lang="en-US" sz="2000" baseline="-25000">
                <a:latin typeface="Times New Roman" pitchFamily="18" charset="0"/>
                <a:cs typeface="Arial" charset="0"/>
              </a:rPr>
              <a:t>1</a:t>
            </a:r>
          </a:p>
        </p:txBody>
      </p:sp>
      <p:sp>
        <p:nvSpPr>
          <p:cNvPr id="32804" name="Oval 43">
            <a:extLst>
              <a:ext uri="{FF2B5EF4-FFF2-40B4-BE49-F238E27FC236}">
                <a16:creationId xmlns:a16="http://schemas.microsoft.com/office/drawing/2014/main" id="{8204AF05-7EFF-414D-8D3F-CAADE239F19D}"/>
              </a:ext>
            </a:extLst>
          </p:cNvPr>
          <p:cNvSpPr>
            <a:spLocks noChangeArrowheads="1"/>
          </p:cNvSpPr>
          <p:nvPr/>
        </p:nvSpPr>
        <p:spPr bwMode="auto">
          <a:xfrm>
            <a:off x="6985000" y="2717800"/>
            <a:ext cx="615950" cy="469900"/>
          </a:xfrm>
          <a:prstGeom prst="ellipse">
            <a:avLst/>
          </a:prstGeom>
          <a:solidFill>
            <a:schemeClr val="accent1">
              <a:lumMod val="60000"/>
              <a:lumOff val="40000"/>
            </a:schemeClr>
          </a:solidFill>
          <a:ln w="31750">
            <a:solidFill>
              <a:srgbClr val="000000"/>
            </a:solidFill>
            <a:round/>
            <a:headEnd/>
            <a:tailEnd/>
          </a:ln>
        </p:spPr>
        <p:txBody>
          <a:bodyPr/>
          <a:lstStyle/>
          <a:p>
            <a:pPr>
              <a:defRPr/>
            </a:pPr>
            <a:r>
              <a:rPr lang="en-US" sz="2000">
                <a:latin typeface="Times New Roman" pitchFamily="18" charset="0"/>
                <a:cs typeface="Arial" charset="0"/>
              </a:rPr>
              <a:t>x</a:t>
            </a:r>
            <a:r>
              <a:rPr lang="en-US" sz="2000" baseline="-25000">
                <a:latin typeface="Times New Roman" pitchFamily="18" charset="0"/>
                <a:cs typeface="Arial" charset="0"/>
              </a:rPr>
              <a:t>2</a:t>
            </a:r>
          </a:p>
        </p:txBody>
      </p:sp>
      <p:sp>
        <p:nvSpPr>
          <p:cNvPr id="32805" name="Oval 44">
            <a:extLst>
              <a:ext uri="{FF2B5EF4-FFF2-40B4-BE49-F238E27FC236}">
                <a16:creationId xmlns:a16="http://schemas.microsoft.com/office/drawing/2014/main" id="{99E8226E-B04F-4EFA-B407-466796A0D004}"/>
              </a:ext>
            </a:extLst>
          </p:cNvPr>
          <p:cNvSpPr>
            <a:spLocks noChangeArrowheads="1"/>
          </p:cNvSpPr>
          <p:nvPr/>
        </p:nvSpPr>
        <p:spPr bwMode="auto">
          <a:xfrm>
            <a:off x="8748713" y="2725738"/>
            <a:ext cx="595312" cy="469900"/>
          </a:xfrm>
          <a:prstGeom prst="ellipse">
            <a:avLst/>
          </a:prstGeom>
          <a:solidFill>
            <a:schemeClr val="accent1">
              <a:lumMod val="60000"/>
              <a:lumOff val="40000"/>
            </a:schemeClr>
          </a:solidFill>
          <a:ln w="31750">
            <a:solidFill>
              <a:srgbClr val="000000"/>
            </a:solidFill>
            <a:round/>
            <a:headEnd/>
            <a:tailEnd/>
          </a:ln>
        </p:spPr>
        <p:txBody>
          <a:bodyPr/>
          <a:lstStyle/>
          <a:p>
            <a:pPr>
              <a:defRPr/>
            </a:pPr>
            <a:r>
              <a:rPr lang="en-US" sz="2000">
                <a:latin typeface="Times New Roman" pitchFamily="18" charset="0"/>
                <a:cs typeface="Arial" charset="0"/>
              </a:rPr>
              <a:t>x</a:t>
            </a:r>
            <a:r>
              <a:rPr lang="en-US" sz="2000" baseline="-25000">
                <a:latin typeface="Times New Roman" pitchFamily="18" charset="0"/>
                <a:cs typeface="Arial" charset="0"/>
              </a:rPr>
              <a:t>2</a:t>
            </a:r>
          </a:p>
        </p:txBody>
      </p:sp>
      <p:sp>
        <p:nvSpPr>
          <p:cNvPr id="7" name="Text Box 45">
            <a:extLst>
              <a:ext uri="{FF2B5EF4-FFF2-40B4-BE49-F238E27FC236}">
                <a16:creationId xmlns:a16="http://schemas.microsoft.com/office/drawing/2014/main" id="{D4BCB757-BE31-4DA5-8F6E-9ECF833D53C6}"/>
              </a:ext>
            </a:extLst>
          </p:cNvPr>
          <p:cNvSpPr txBox="1">
            <a:spLocks noChangeArrowheads="1"/>
          </p:cNvSpPr>
          <p:nvPr/>
        </p:nvSpPr>
        <p:spPr bwMode="auto">
          <a:xfrm>
            <a:off x="8480425" y="1790701"/>
            <a:ext cx="1365250" cy="523875"/>
          </a:xfrm>
          <a:prstGeom prst="rect">
            <a:avLst/>
          </a:prstGeom>
          <a:noFill/>
          <a:ln w="31750">
            <a:noFill/>
            <a:miter lim="800000"/>
            <a:headEnd/>
            <a:tailEnd/>
          </a:ln>
        </p:spPr>
        <p:txBody>
          <a:bodyPr/>
          <a:lstStyle/>
          <a:p>
            <a:pPr>
              <a:defRPr/>
            </a:pPr>
            <a:r>
              <a:rPr lang="en-US" dirty="0">
                <a:latin typeface="+mj-lt"/>
                <a:cs typeface="Arial" charset="0"/>
              </a:rPr>
              <a:t>f(x</a:t>
            </a:r>
            <a:r>
              <a:rPr lang="en-US" baseline="-25000" dirty="0">
                <a:latin typeface="+mj-lt"/>
                <a:cs typeface="Arial" charset="0"/>
              </a:rPr>
              <a:t>1</a:t>
            </a:r>
            <a:r>
              <a:rPr lang="en-US" dirty="0">
                <a:latin typeface="+mj-lt"/>
                <a:cs typeface="Arial" charset="0"/>
              </a:rPr>
              <a:t>,x</a:t>
            </a:r>
            <a:r>
              <a:rPr lang="en-US" baseline="-25000" dirty="0">
                <a:latin typeface="+mj-lt"/>
                <a:cs typeface="Arial" charset="0"/>
              </a:rPr>
              <a:t>2</a:t>
            </a:r>
            <a:r>
              <a:rPr lang="en-US" dirty="0">
                <a:latin typeface="+mj-lt"/>
                <a:cs typeface="Arial" charset="0"/>
              </a:rPr>
              <a:t>,x</a:t>
            </a:r>
            <a:r>
              <a:rPr lang="en-US" baseline="-25000" dirty="0">
                <a:latin typeface="+mj-lt"/>
                <a:cs typeface="Arial" charset="0"/>
              </a:rPr>
              <a:t>3</a:t>
            </a:r>
            <a:r>
              <a:rPr lang="en-US" dirty="0">
                <a:latin typeface="+mj-lt"/>
                <a:cs typeface="Arial" charset="0"/>
              </a:rPr>
              <a:t>)</a:t>
            </a:r>
          </a:p>
        </p:txBody>
      </p:sp>
      <p:sp>
        <p:nvSpPr>
          <p:cNvPr id="32809" name="Text Box 46">
            <a:extLst>
              <a:ext uri="{FF2B5EF4-FFF2-40B4-BE49-F238E27FC236}">
                <a16:creationId xmlns:a16="http://schemas.microsoft.com/office/drawing/2014/main" id="{9EB3F75D-6088-4BC2-9CBB-A106E38E2D26}"/>
              </a:ext>
            </a:extLst>
          </p:cNvPr>
          <p:cNvSpPr txBox="1">
            <a:spLocks noChangeArrowheads="1"/>
          </p:cNvSpPr>
          <p:nvPr/>
        </p:nvSpPr>
        <p:spPr bwMode="auto">
          <a:xfrm>
            <a:off x="6140450" y="2619376"/>
            <a:ext cx="1168400" cy="523875"/>
          </a:xfrm>
          <a:prstGeom prst="rect">
            <a:avLst/>
          </a:prstGeom>
          <a:noFill/>
          <a:ln w="31750">
            <a:noFill/>
            <a:miter lim="800000"/>
            <a:headEnd/>
            <a:tailEnd/>
          </a:ln>
        </p:spPr>
        <p:txBody>
          <a:bodyPr/>
          <a:lstStyle/>
          <a:p>
            <a:pPr>
              <a:defRPr/>
            </a:pPr>
            <a:r>
              <a:rPr lang="en-US" dirty="0">
                <a:latin typeface="+mj-lt"/>
                <a:cs typeface="Arial" charset="0"/>
              </a:rPr>
              <a:t>~(x</a:t>
            </a:r>
            <a:r>
              <a:rPr lang="en-US" baseline="-25000" dirty="0">
                <a:latin typeface="+mj-lt"/>
                <a:cs typeface="Arial" charset="0"/>
              </a:rPr>
              <a:t>2</a:t>
            </a:r>
            <a:r>
              <a:rPr lang="en-US" dirty="0">
                <a:latin typeface="+mj-lt"/>
                <a:cs typeface="Arial" charset="0"/>
              </a:rPr>
              <a:t>x</a:t>
            </a:r>
            <a:r>
              <a:rPr lang="en-US" baseline="-25000" dirty="0">
                <a:latin typeface="+mj-lt"/>
                <a:cs typeface="Arial" charset="0"/>
              </a:rPr>
              <a:t>3</a:t>
            </a:r>
            <a:r>
              <a:rPr lang="en-US" dirty="0">
                <a:latin typeface="+mj-lt"/>
                <a:cs typeface="Arial" charset="0"/>
              </a:rPr>
              <a:t>)</a:t>
            </a:r>
          </a:p>
        </p:txBody>
      </p:sp>
      <p:sp>
        <p:nvSpPr>
          <p:cNvPr id="32810" name="Text Box 47">
            <a:extLst>
              <a:ext uri="{FF2B5EF4-FFF2-40B4-BE49-F238E27FC236}">
                <a16:creationId xmlns:a16="http://schemas.microsoft.com/office/drawing/2014/main" id="{AD1C48A8-BAB2-431F-9C46-5E8BD86A17A5}"/>
              </a:ext>
            </a:extLst>
          </p:cNvPr>
          <p:cNvSpPr txBox="1">
            <a:spLocks noChangeArrowheads="1"/>
          </p:cNvSpPr>
          <p:nvPr/>
        </p:nvSpPr>
        <p:spPr bwMode="auto">
          <a:xfrm>
            <a:off x="9366251" y="2735264"/>
            <a:ext cx="866775" cy="523875"/>
          </a:xfrm>
          <a:prstGeom prst="rect">
            <a:avLst/>
          </a:prstGeom>
          <a:noFill/>
          <a:ln w="31750">
            <a:noFill/>
            <a:miter lim="800000"/>
            <a:headEnd/>
            <a:tailEnd/>
          </a:ln>
        </p:spPr>
        <p:txBody>
          <a:bodyPr/>
          <a:lstStyle/>
          <a:p>
            <a:pPr>
              <a:defRPr/>
            </a:pPr>
            <a:r>
              <a:rPr lang="en-US" dirty="0">
                <a:latin typeface="+mj-lt"/>
                <a:cs typeface="Arial" charset="0"/>
              </a:rPr>
              <a:t>x</a:t>
            </a:r>
            <a:r>
              <a:rPr lang="en-US" baseline="-25000" dirty="0">
                <a:latin typeface="+mj-lt"/>
                <a:cs typeface="Arial" charset="0"/>
              </a:rPr>
              <a:t>2</a:t>
            </a:r>
            <a:r>
              <a:rPr lang="en-US" dirty="0">
                <a:latin typeface="+mj-lt"/>
                <a:cs typeface="Arial" charset="0"/>
                <a:sym typeface="Symbol" pitchFamily="18" charset="2"/>
              </a:rPr>
              <a:t></a:t>
            </a:r>
            <a:r>
              <a:rPr lang="en-US" baseline="-25000" dirty="0">
                <a:latin typeface="+mj-lt"/>
                <a:cs typeface="Arial" charset="0"/>
              </a:rPr>
              <a:t> </a:t>
            </a:r>
            <a:r>
              <a:rPr lang="en-US" dirty="0">
                <a:latin typeface="+mj-lt"/>
                <a:cs typeface="Arial" charset="0"/>
              </a:rPr>
              <a:t>~x</a:t>
            </a:r>
            <a:r>
              <a:rPr lang="en-US" baseline="-25000" dirty="0">
                <a:latin typeface="+mj-lt"/>
                <a:cs typeface="Arial" charset="0"/>
              </a:rPr>
              <a:t>3</a:t>
            </a:r>
            <a:endParaRPr lang="en-US" dirty="0">
              <a:latin typeface="+mj-lt"/>
              <a:cs typeface="Arial" charset="0"/>
            </a:endParaRPr>
          </a:p>
        </p:txBody>
      </p:sp>
      <p:sp>
        <p:nvSpPr>
          <p:cNvPr id="32811" name="Text Box 48">
            <a:extLst>
              <a:ext uri="{FF2B5EF4-FFF2-40B4-BE49-F238E27FC236}">
                <a16:creationId xmlns:a16="http://schemas.microsoft.com/office/drawing/2014/main" id="{B7DCD073-7409-442A-9531-EA179005D681}"/>
              </a:ext>
            </a:extLst>
          </p:cNvPr>
          <p:cNvSpPr txBox="1">
            <a:spLocks noChangeArrowheads="1"/>
          </p:cNvSpPr>
          <p:nvPr/>
        </p:nvSpPr>
        <p:spPr bwMode="auto">
          <a:xfrm>
            <a:off x="8518526" y="3952875"/>
            <a:ext cx="657225" cy="338138"/>
          </a:xfrm>
          <a:prstGeom prst="rect">
            <a:avLst/>
          </a:prstGeom>
          <a:noFill/>
          <a:ln w="31750">
            <a:noFill/>
            <a:miter lim="800000"/>
            <a:headEnd/>
            <a:tailEnd/>
          </a:ln>
        </p:spPr>
        <p:txBody>
          <a:bodyPr/>
          <a:lstStyle/>
          <a:p>
            <a:pPr>
              <a:defRPr/>
            </a:pPr>
            <a:r>
              <a:rPr lang="en-US" dirty="0">
                <a:latin typeface="+mj-lt"/>
                <a:cs typeface="Arial" charset="0"/>
              </a:rPr>
              <a:t>~x</a:t>
            </a:r>
            <a:r>
              <a:rPr lang="en-US" baseline="-25000" dirty="0">
                <a:latin typeface="+mj-lt"/>
                <a:cs typeface="Arial" charset="0"/>
              </a:rPr>
              <a:t>3</a:t>
            </a:r>
            <a:endParaRPr lang="en-US" dirty="0">
              <a:latin typeface="+mj-lt"/>
              <a:cs typeface="Arial" charset="0"/>
            </a:endParaRPr>
          </a:p>
        </p:txBody>
      </p:sp>
      <p:sp>
        <p:nvSpPr>
          <p:cNvPr id="55338" name="Line 50">
            <a:extLst>
              <a:ext uri="{FF2B5EF4-FFF2-40B4-BE49-F238E27FC236}">
                <a16:creationId xmlns:a16="http://schemas.microsoft.com/office/drawing/2014/main" id="{7A3DEE83-B39B-447D-678A-B52474D0C62C}"/>
              </a:ext>
            </a:extLst>
          </p:cNvPr>
          <p:cNvSpPr>
            <a:spLocks noChangeShapeType="1"/>
          </p:cNvSpPr>
          <p:nvPr/>
        </p:nvSpPr>
        <p:spPr bwMode="auto">
          <a:xfrm>
            <a:off x="8450263" y="4198939"/>
            <a:ext cx="508000" cy="617537"/>
          </a:xfrm>
          <a:prstGeom prst="line">
            <a:avLst/>
          </a:prstGeom>
          <a:noFill/>
          <a:ln w="3175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32814" name="Text Box 51">
            <a:extLst>
              <a:ext uri="{FF2B5EF4-FFF2-40B4-BE49-F238E27FC236}">
                <a16:creationId xmlns:a16="http://schemas.microsoft.com/office/drawing/2014/main" id="{21050D94-60F9-4ED1-821A-97C9C26CC978}"/>
              </a:ext>
            </a:extLst>
          </p:cNvPr>
          <p:cNvSpPr txBox="1">
            <a:spLocks noChangeArrowheads="1"/>
          </p:cNvSpPr>
          <p:nvPr/>
        </p:nvSpPr>
        <p:spPr bwMode="auto">
          <a:xfrm>
            <a:off x="8731251" y="4822825"/>
            <a:ext cx="665163" cy="407988"/>
          </a:xfrm>
          <a:prstGeom prst="rect">
            <a:avLst/>
          </a:prstGeom>
          <a:solidFill>
            <a:schemeClr val="accent1">
              <a:lumMod val="40000"/>
              <a:lumOff val="60000"/>
            </a:schemeClr>
          </a:solidFill>
          <a:ln w="31750">
            <a:solidFill>
              <a:srgbClr val="000000"/>
            </a:solidFill>
            <a:miter lim="800000"/>
            <a:headEnd/>
            <a:tailEnd/>
          </a:ln>
        </p:spPr>
        <p:txBody>
          <a:bodyPr/>
          <a:lstStyle/>
          <a:p>
            <a:pPr algn="ctr">
              <a:defRPr/>
            </a:pPr>
            <a:r>
              <a:rPr lang="en-US" sz="2000">
                <a:latin typeface="Times New Roman" pitchFamily="18" charset="0"/>
                <a:cs typeface="Arial" charset="0"/>
              </a:rPr>
              <a:t>0</a:t>
            </a:r>
          </a:p>
        </p:txBody>
      </p:sp>
      <p:sp>
        <p:nvSpPr>
          <p:cNvPr id="55340" name="Line 52">
            <a:extLst>
              <a:ext uri="{FF2B5EF4-FFF2-40B4-BE49-F238E27FC236}">
                <a16:creationId xmlns:a16="http://schemas.microsoft.com/office/drawing/2014/main" id="{266E6DCA-FA4A-ACAF-5F7B-E2DA0EA542C2}"/>
              </a:ext>
            </a:extLst>
          </p:cNvPr>
          <p:cNvSpPr>
            <a:spLocks noChangeShapeType="1"/>
          </p:cNvSpPr>
          <p:nvPr/>
        </p:nvSpPr>
        <p:spPr bwMode="auto">
          <a:xfrm flipH="1">
            <a:off x="7505701" y="4260851"/>
            <a:ext cx="581025" cy="555625"/>
          </a:xfrm>
          <a:prstGeom prst="line">
            <a:avLst/>
          </a:prstGeom>
          <a:noFill/>
          <a:ln w="31750">
            <a:solidFill>
              <a:srgbClr val="000000"/>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55341" name="AutoShape 53">
            <a:extLst>
              <a:ext uri="{FF2B5EF4-FFF2-40B4-BE49-F238E27FC236}">
                <a16:creationId xmlns:a16="http://schemas.microsoft.com/office/drawing/2014/main" id="{61889BFC-EE75-3D1D-A9E6-00B11B932448}"/>
              </a:ext>
            </a:extLst>
          </p:cNvPr>
          <p:cNvSpPr>
            <a:spLocks noChangeArrowheads="1"/>
          </p:cNvSpPr>
          <p:nvPr/>
        </p:nvSpPr>
        <p:spPr bwMode="auto">
          <a:xfrm>
            <a:off x="5970588" y="2373313"/>
            <a:ext cx="823912" cy="176212"/>
          </a:xfrm>
          <a:prstGeom prst="rightArrow">
            <a:avLst>
              <a:gd name="adj1" fmla="val 50000"/>
              <a:gd name="adj2" fmla="val 116892"/>
            </a:avLst>
          </a:prstGeom>
          <a:solidFill>
            <a:srgbClr val="0000FF"/>
          </a:solidFill>
          <a:ln w="9525">
            <a:solidFill>
              <a:schemeClr val="tx1"/>
            </a:solidFill>
            <a:miter lim="800000"/>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10" name="Oval 49">
            <a:extLst>
              <a:ext uri="{FF2B5EF4-FFF2-40B4-BE49-F238E27FC236}">
                <a16:creationId xmlns:a16="http://schemas.microsoft.com/office/drawing/2014/main" id="{E5E5B009-48FE-440A-BCBB-B3403791DAF4}"/>
              </a:ext>
            </a:extLst>
          </p:cNvPr>
          <p:cNvSpPr>
            <a:spLocks noChangeArrowheads="1"/>
          </p:cNvSpPr>
          <p:nvPr/>
        </p:nvSpPr>
        <p:spPr bwMode="auto">
          <a:xfrm>
            <a:off x="8013701" y="3829050"/>
            <a:ext cx="606425" cy="469900"/>
          </a:xfrm>
          <a:prstGeom prst="ellipse">
            <a:avLst/>
          </a:prstGeom>
          <a:solidFill>
            <a:schemeClr val="accent1">
              <a:lumMod val="60000"/>
              <a:lumOff val="40000"/>
            </a:schemeClr>
          </a:solidFill>
          <a:ln w="31750">
            <a:solidFill>
              <a:srgbClr val="000000"/>
            </a:solidFill>
            <a:round/>
            <a:headEnd/>
            <a:tailEnd/>
          </a:ln>
        </p:spPr>
        <p:txBody>
          <a:bodyPr/>
          <a:lstStyle/>
          <a:p>
            <a:pPr>
              <a:defRPr/>
            </a:pPr>
            <a:r>
              <a:rPr lang="en-US" sz="2000">
                <a:latin typeface="Times New Roman" pitchFamily="18" charset="0"/>
                <a:cs typeface="Arial" charset="0"/>
              </a:rPr>
              <a:t>x</a:t>
            </a:r>
            <a:r>
              <a:rPr lang="en-US" sz="2000" baseline="-25000">
                <a:latin typeface="Times New Roman" pitchFamily="18" charset="0"/>
                <a:cs typeface="Arial" charset="0"/>
              </a:rPr>
              <a:t>3</a:t>
            </a:r>
            <a:endParaRPr lang="en-US" sz="2000">
              <a:latin typeface="Times New Roman" pitchFamily="18" charset="0"/>
              <a:cs typeface="Arial" charset="0"/>
            </a:endParaRPr>
          </a:p>
        </p:txBody>
      </p:sp>
      <p:sp>
        <p:nvSpPr>
          <p:cNvPr id="32815" name="Oval 29">
            <a:extLst>
              <a:ext uri="{FF2B5EF4-FFF2-40B4-BE49-F238E27FC236}">
                <a16:creationId xmlns:a16="http://schemas.microsoft.com/office/drawing/2014/main" id="{0DB76F66-B4BF-4CDC-8F62-FA9286313A24}"/>
              </a:ext>
            </a:extLst>
          </p:cNvPr>
          <p:cNvSpPr>
            <a:spLocks noChangeArrowheads="1"/>
          </p:cNvSpPr>
          <p:nvPr/>
        </p:nvSpPr>
        <p:spPr bwMode="auto">
          <a:xfrm>
            <a:off x="4468814" y="3860800"/>
            <a:ext cx="674687" cy="469900"/>
          </a:xfrm>
          <a:prstGeom prst="ellipse">
            <a:avLst/>
          </a:prstGeom>
          <a:solidFill>
            <a:schemeClr val="accent1">
              <a:lumMod val="60000"/>
              <a:lumOff val="40000"/>
            </a:schemeClr>
          </a:solidFill>
          <a:ln w="31750">
            <a:solidFill>
              <a:srgbClr val="000000"/>
            </a:solidFill>
            <a:round/>
            <a:headEnd/>
            <a:tailEnd/>
          </a:ln>
        </p:spPr>
        <p:txBody>
          <a:bodyPr/>
          <a:lstStyle/>
          <a:p>
            <a:pPr>
              <a:defRPr/>
            </a:pPr>
            <a:r>
              <a:rPr lang="en-US" sz="2000">
                <a:latin typeface="Times New Roman" pitchFamily="18" charset="0"/>
                <a:cs typeface="Arial" charset="0"/>
              </a:rPr>
              <a:t>x </a:t>
            </a:r>
            <a:r>
              <a:rPr lang="en-US" sz="2000" baseline="-25000">
                <a:latin typeface="Times New Roman" pitchFamily="18" charset="0"/>
                <a:cs typeface="Arial" charset="0"/>
              </a:rPr>
              <a:t>3</a:t>
            </a:r>
            <a:endParaRPr lang="en-US" sz="2000">
              <a:latin typeface="Times New Roman" pitchFamily="18" charset="0"/>
              <a:cs typeface="Arial" charset="0"/>
            </a:endParaRPr>
          </a:p>
        </p:txBody>
      </p:sp>
      <p:sp>
        <p:nvSpPr>
          <p:cNvPr id="32816" name="Oval 20">
            <a:extLst>
              <a:ext uri="{FF2B5EF4-FFF2-40B4-BE49-F238E27FC236}">
                <a16:creationId xmlns:a16="http://schemas.microsoft.com/office/drawing/2014/main" id="{81338806-0995-44EC-997A-2F76473FF0FD}"/>
              </a:ext>
            </a:extLst>
          </p:cNvPr>
          <p:cNvSpPr>
            <a:spLocks noChangeArrowheads="1"/>
          </p:cNvSpPr>
          <p:nvPr/>
        </p:nvSpPr>
        <p:spPr bwMode="auto">
          <a:xfrm>
            <a:off x="3270251" y="3824288"/>
            <a:ext cx="644525" cy="469900"/>
          </a:xfrm>
          <a:prstGeom prst="ellipse">
            <a:avLst/>
          </a:prstGeom>
          <a:solidFill>
            <a:schemeClr val="accent1">
              <a:lumMod val="60000"/>
              <a:lumOff val="40000"/>
            </a:schemeClr>
          </a:solidFill>
          <a:ln w="31750">
            <a:solidFill>
              <a:srgbClr val="000000"/>
            </a:solidFill>
            <a:round/>
            <a:headEnd/>
            <a:tailEnd/>
          </a:ln>
        </p:spPr>
        <p:txBody>
          <a:bodyPr/>
          <a:lstStyle/>
          <a:p>
            <a:pPr>
              <a:defRPr/>
            </a:pPr>
            <a:r>
              <a:rPr lang="en-US" sz="2000">
                <a:latin typeface="Times New Roman" pitchFamily="18" charset="0"/>
                <a:cs typeface="Arial" charset="0"/>
              </a:rPr>
              <a:t>x</a:t>
            </a:r>
            <a:r>
              <a:rPr lang="en-US" sz="2000" baseline="-25000">
                <a:latin typeface="Times New Roman" pitchFamily="18" charset="0"/>
                <a:cs typeface="Arial" charset="0"/>
              </a:rPr>
              <a:t>3</a:t>
            </a:r>
            <a:endParaRPr lang="en-US" sz="2000">
              <a:latin typeface="Times New Roman" pitchFamily="18" charset="0"/>
              <a:cs typeface="Arial" charset="0"/>
            </a:endParaRPr>
          </a:p>
        </p:txBody>
      </p:sp>
      <p:sp>
        <p:nvSpPr>
          <p:cNvPr id="55345" name="Title 52">
            <a:extLst>
              <a:ext uri="{FF2B5EF4-FFF2-40B4-BE49-F238E27FC236}">
                <a16:creationId xmlns:a16="http://schemas.microsoft.com/office/drawing/2014/main" id="{3429F0ED-ABCB-5317-30DE-0888D64806B2}"/>
              </a:ext>
            </a:extLst>
          </p:cNvPr>
          <p:cNvSpPr>
            <a:spLocks noGrp="1" noChangeArrowheads="1"/>
          </p:cNvSpPr>
          <p:nvPr>
            <p:ph type="title"/>
          </p:nvPr>
        </p:nvSpPr>
        <p:spPr>
          <a:xfrm>
            <a:off x="-1" y="183402"/>
            <a:ext cx="11612880" cy="704088"/>
          </a:xfrm>
        </p:spPr>
        <p:txBody>
          <a:bodyPr>
            <a:normAutofit/>
          </a:bodyPr>
          <a:lstStyle/>
          <a:p>
            <a:r>
              <a:rPr lang="en-US" altLang="en-US"/>
              <a:t>Transformation from BDD to ROBDD</a:t>
            </a:r>
            <a:endParaRPr lang="ru-RU" altLang="en-US" dirty="0"/>
          </a:p>
        </p:txBody>
      </p:sp>
      <p:sp>
        <p:nvSpPr>
          <p:cNvPr id="55346" name="Content Placeholder 53">
            <a:extLst>
              <a:ext uri="{FF2B5EF4-FFF2-40B4-BE49-F238E27FC236}">
                <a16:creationId xmlns:a16="http://schemas.microsoft.com/office/drawing/2014/main" id="{10980D11-E989-C292-74CE-3F5755FC14E8}"/>
              </a:ext>
            </a:extLst>
          </p:cNvPr>
          <p:cNvSpPr>
            <a:spLocks noGrp="1" noChangeArrowheads="1"/>
          </p:cNvSpPr>
          <p:nvPr>
            <p:ph type="body" sz="quarter" idx="10"/>
          </p:nvPr>
        </p:nvSpPr>
        <p:spPr>
          <a:xfrm>
            <a:off x="457200" y="1188720"/>
            <a:ext cx="11277922" cy="5185186"/>
          </a:xfrm>
        </p:spPr>
        <p:txBody>
          <a:bodyPr/>
          <a:lstStyle/>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pPr marL="0" indent="0">
              <a:buNone/>
            </a:pPr>
            <a:endParaRPr lang="en-US" altLang="en-US" dirty="0"/>
          </a:p>
          <a:p>
            <a:pPr marL="0" indent="0">
              <a:buNone/>
            </a:pPr>
            <a:r>
              <a:rPr lang="en-US" altLang="en-US" dirty="0"/>
              <a:t>f(x1, x2,x3) = ~x1~x2 </a:t>
            </a:r>
            <a:r>
              <a:rPr lang="en-US" altLang="en-US" dirty="0">
                <a:sym typeface="Symbol" panose="05050102010706020507" pitchFamily="18" charset="2"/>
              </a:rPr>
              <a:t>+ ~x1x2~x3 + x1x2~x3</a:t>
            </a:r>
            <a:endParaRPr lang="ru-RU" altLang="en-US" dirty="0"/>
          </a:p>
          <a:p>
            <a:endParaRPr lang="ru-RU" altLang="en-US" dirty="0"/>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80" name="Title 57">
            <a:extLst>
              <a:ext uri="{FF2B5EF4-FFF2-40B4-BE49-F238E27FC236}">
                <a16:creationId xmlns:a16="http://schemas.microsoft.com/office/drawing/2014/main" id="{DED388A5-08F8-3A36-F81A-0DFCFB25B091}"/>
              </a:ext>
            </a:extLst>
          </p:cNvPr>
          <p:cNvSpPr>
            <a:spLocks noGrp="1" noChangeArrowheads="1"/>
          </p:cNvSpPr>
          <p:nvPr>
            <p:ph type="title"/>
          </p:nvPr>
        </p:nvSpPr>
        <p:spPr/>
        <p:txBody>
          <a:bodyPr>
            <a:normAutofit/>
          </a:bodyPr>
          <a:lstStyle/>
          <a:p>
            <a:r>
              <a:rPr lang="en-US" altLang="en-US"/>
              <a:t>Reordering Variables</a:t>
            </a:r>
            <a:endParaRPr lang="ru-RU" altLang="en-US" dirty="0"/>
          </a:p>
        </p:txBody>
      </p:sp>
      <p:sp>
        <p:nvSpPr>
          <p:cNvPr id="57346" name="Content Placeholder 60">
            <a:extLst>
              <a:ext uri="{FF2B5EF4-FFF2-40B4-BE49-F238E27FC236}">
                <a16:creationId xmlns:a16="http://schemas.microsoft.com/office/drawing/2014/main" id="{5B1E5A36-9CC5-8F0B-EFF9-574661F512F1}"/>
              </a:ext>
            </a:extLst>
          </p:cNvPr>
          <p:cNvSpPr>
            <a:spLocks noGrp="1" noChangeArrowheads="1"/>
          </p:cNvSpPr>
          <p:nvPr>
            <p:ph type="body" sz="quarter" idx="10"/>
          </p:nvPr>
        </p:nvSpPr>
        <p:spPr/>
        <p:txBody>
          <a:bodyPr/>
          <a:lstStyle/>
          <a:p>
            <a:pPr>
              <a:buFont typeface="Wingdings" panose="05000000000000000000" pitchFamily="2" charset="2"/>
              <a:buNone/>
            </a:pPr>
            <a:r>
              <a:rPr lang="en-US" altLang="en-US" sz="2000"/>
              <a:t>                                                                       Root node</a:t>
            </a:r>
          </a:p>
          <a:p>
            <a:pPr>
              <a:buFont typeface="Wingdings" panose="05000000000000000000" pitchFamily="2" charset="2"/>
              <a:buNone/>
            </a:pPr>
            <a:endParaRPr lang="ru-RU" altLang="en-US" sz="2000"/>
          </a:p>
        </p:txBody>
      </p:sp>
      <p:grpSp>
        <p:nvGrpSpPr>
          <p:cNvPr id="57347" name="Group 59">
            <a:extLst>
              <a:ext uri="{FF2B5EF4-FFF2-40B4-BE49-F238E27FC236}">
                <a16:creationId xmlns:a16="http://schemas.microsoft.com/office/drawing/2014/main" id="{22702D88-B920-280D-603F-FD896D669D4C}"/>
              </a:ext>
            </a:extLst>
          </p:cNvPr>
          <p:cNvGrpSpPr>
            <a:grpSpLocks/>
          </p:cNvGrpSpPr>
          <p:nvPr/>
        </p:nvGrpSpPr>
        <p:grpSpPr bwMode="auto">
          <a:xfrm>
            <a:off x="5003800" y="1925638"/>
            <a:ext cx="5124450" cy="3632200"/>
            <a:chOff x="3479800" y="1925638"/>
            <a:chExt cx="5319713" cy="3632200"/>
          </a:xfrm>
        </p:grpSpPr>
        <p:sp>
          <p:nvSpPr>
            <p:cNvPr id="33826" name="Text Box 120">
              <a:extLst>
                <a:ext uri="{FF2B5EF4-FFF2-40B4-BE49-F238E27FC236}">
                  <a16:creationId xmlns:a16="http://schemas.microsoft.com/office/drawing/2014/main" id="{D8D508C1-5A6F-442C-A1C0-C348E353ACE3}"/>
                </a:ext>
              </a:extLst>
            </p:cNvPr>
            <p:cNvSpPr txBox="1">
              <a:spLocks noChangeArrowheads="1"/>
            </p:cNvSpPr>
            <p:nvPr/>
          </p:nvSpPr>
          <p:spPr bwMode="auto">
            <a:xfrm>
              <a:off x="8351260" y="4503738"/>
              <a:ext cx="448253" cy="404812"/>
            </a:xfrm>
            <a:prstGeom prst="rect">
              <a:avLst/>
            </a:prstGeom>
            <a:noFill/>
            <a:ln w="31750">
              <a:noFill/>
              <a:miter lim="800000"/>
              <a:headEnd/>
              <a:tailEnd/>
            </a:ln>
          </p:spPr>
          <p:txBody>
            <a:bodyPr/>
            <a:lstStyle/>
            <a:p>
              <a:pPr>
                <a:defRPr/>
              </a:pPr>
              <a:r>
                <a:rPr lang="en-US" sz="2000" dirty="0">
                  <a:latin typeface="+mj-lt"/>
                  <a:cs typeface="Arial" charset="0"/>
                </a:rPr>
                <a:t>1</a:t>
              </a:r>
            </a:p>
          </p:txBody>
        </p:sp>
        <p:sp>
          <p:nvSpPr>
            <p:cNvPr id="57382" name="Line 99">
              <a:extLst>
                <a:ext uri="{FF2B5EF4-FFF2-40B4-BE49-F238E27FC236}">
                  <a16:creationId xmlns:a16="http://schemas.microsoft.com/office/drawing/2014/main" id="{26B8A72D-B5BD-CCFB-1FAF-82AFC7D1674A}"/>
                </a:ext>
              </a:extLst>
            </p:cNvPr>
            <p:cNvSpPr>
              <a:spLocks noChangeShapeType="1"/>
            </p:cNvSpPr>
            <p:nvPr/>
          </p:nvSpPr>
          <p:spPr bwMode="auto">
            <a:xfrm flipH="1">
              <a:off x="5445125" y="2398713"/>
              <a:ext cx="511175" cy="512762"/>
            </a:xfrm>
            <a:prstGeom prst="line">
              <a:avLst/>
            </a:prstGeom>
            <a:noFill/>
            <a:ln w="31750">
              <a:solidFill>
                <a:srgbClr val="000000"/>
              </a:solidFill>
              <a:prstDash val="dash"/>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57383" name="Line 100">
              <a:extLst>
                <a:ext uri="{FF2B5EF4-FFF2-40B4-BE49-F238E27FC236}">
                  <a16:creationId xmlns:a16="http://schemas.microsoft.com/office/drawing/2014/main" id="{E8697ACA-AE2E-B4CC-C3DA-58E6E56A284C}"/>
                </a:ext>
              </a:extLst>
            </p:cNvPr>
            <p:cNvSpPr>
              <a:spLocks noChangeShapeType="1"/>
            </p:cNvSpPr>
            <p:nvPr/>
          </p:nvSpPr>
          <p:spPr bwMode="auto">
            <a:xfrm>
              <a:off x="6364288" y="2411413"/>
              <a:ext cx="600075" cy="506412"/>
            </a:xfrm>
            <a:prstGeom prst="line">
              <a:avLst/>
            </a:prstGeom>
            <a:noFill/>
            <a:ln w="3175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33829" name="Text Box 101">
              <a:extLst>
                <a:ext uri="{FF2B5EF4-FFF2-40B4-BE49-F238E27FC236}">
                  <a16:creationId xmlns:a16="http://schemas.microsoft.com/office/drawing/2014/main" id="{5CB9D235-CD84-4773-9C80-C586CF06070A}"/>
                </a:ext>
              </a:extLst>
            </p:cNvPr>
            <p:cNvSpPr txBox="1">
              <a:spLocks noChangeArrowheads="1"/>
            </p:cNvSpPr>
            <p:nvPr/>
          </p:nvSpPr>
          <p:spPr bwMode="auto">
            <a:xfrm>
              <a:off x="5366750" y="2351088"/>
              <a:ext cx="369150" cy="390525"/>
            </a:xfrm>
            <a:prstGeom prst="rect">
              <a:avLst/>
            </a:prstGeom>
            <a:noFill/>
            <a:ln w="31750">
              <a:noFill/>
              <a:miter lim="800000"/>
              <a:headEnd/>
              <a:tailEnd/>
            </a:ln>
          </p:spPr>
          <p:txBody>
            <a:bodyPr/>
            <a:lstStyle/>
            <a:p>
              <a:pPr>
                <a:defRPr/>
              </a:pPr>
              <a:r>
                <a:rPr lang="en-US" sz="2000" dirty="0">
                  <a:latin typeface="+mj-lt"/>
                  <a:cs typeface="Arial" charset="0"/>
                </a:rPr>
                <a:t>0</a:t>
              </a:r>
            </a:p>
          </p:txBody>
        </p:sp>
        <p:sp>
          <p:nvSpPr>
            <p:cNvPr id="2" name="Text Box 102">
              <a:extLst>
                <a:ext uri="{FF2B5EF4-FFF2-40B4-BE49-F238E27FC236}">
                  <a16:creationId xmlns:a16="http://schemas.microsoft.com/office/drawing/2014/main" id="{D8832498-BA6F-444C-A15B-67D8EA5F84D3}"/>
                </a:ext>
              </a:extLst>
            </p:cNvPr>
            <p:cNvSpPr txBox="1">
              <a:spLocks noChangeArrowheads="1"/>
            </p:cNvSpPr>
            <p:nvPr/>
          </p:nvSpPr>
          <p:spPr bwMode="auto">
            <a:xfrm>
              <a:off x="6665366" y="2398713"/>
              <a:ext cx="461437" cy="361950"/>
            </a:xfrm>
            <a:prstGeom prst="rect">
              <a:avLst/>
            </a:prstGeom>
            <a:noFill/>
            <a:ln w="31750">
              <a:noFill/>
              <a:miter lim="800000"/>
              <a:headEnd/>
              <a:tailEnd/>
            </a:ln>
          </p:spPr>
          <p:txBody>
            <a:bodyPr/>
            <a:lstStyle/>
            <a:p>
              <a:pPr>
                <a:defRPr/>
              </a:pPr>
              <a:r>
                <a:rPr lang="en-US" sz="2000" dirty="0">
                  <a:latin typeface="+mj-lt"/>
                  <a:cs typeface="Arial" charset="0"/>
                </a:rPr>
                <a:t>1</a:t>
              </a:r>
            </a:p>
          </p:txBody>
        </p:sp>
        <p:sp>
          <p:nvSpPr>
            <p:cNvPr id="57386" name="Line 103">
              <a:extLst>
                <a:ext uri="{FF2B5EF4-FFF2-40B4-BE49-F238E27FC236}">
                  <a16:creationId xmlns:a16="http://schemas.microsoft.com/office/drawing/2014/main" id="{EEABEE33-E730-A22D-7C01-D97485C4ED38}"/>
                </a:ext>
              </a:extLst>
            </p:cNvPr>
            <p:cNvSpPr>
              <a:spLocks noChangeShapeType="1"/>
            </p:cNvSpPr>
            <p:nvPr/>
          </p:nvSpPr>
          <p:spPr bwMode="auto">
            <a:xfrm flipH="1">
              <a:off x="4500563" y="3309938"/>
              <a:ext cx="542925" cy="719137"/>
            </a:xfrm>
            <a:prstGeom prst="line">
              <a:avLst/>
            </a:prstGeom>
            <a:noFill/>
            <a:ln w="31750">
              <a:solidFill>
                <a:srgbClr val="000000"/>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57387" name="Line 104">
              <a:extLst>
                <a:ext uri="{FF2B5EF4-FFF2-40B4-BE49-F238E27FC236}">
                  <a16:creationId xmlns:a16="http://schemas.microsoft.com/office/drawing/2014/main" id="{B09442FB-AD5F-8902-CE00-ACB19F48EF5D}"/>
                </a:ext>
              </a:extLst>
            </p:cNvPr>
            <p:cNvSpPr>
              <a:spLocks noChangeShapeType="1"/>
            </p:cNvSpPr>
            <p:nvPr/>
          </p:nvSpPr>
          <p:spPr bwMode="auto">
            <a:xfrm>
              <a:off x="5365750" y="3373438"/>
              <a:ext cx="222250" cy="646112"/>
            </a:xfrm>
            <a:prstGeom prst="line">
              <a:avLst/>
            </a:prstGeom>
            <a:noFill/>
            <a:ln w="3175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57388" name="Line 105">
              <a:extLst>
                <a:ext uri="{FF2B5EF4-FFF2-40B4-BE49-F238E27FC236}">
                  <a16:creationId xmlns:a16="http://schemas.microsoft.com/office/drawing/2014/main" id="{6626CE03-0961-EFA6-6777-C3EE36A860D7}"/>
                </a:ext>
              </a:extLst>
            </p:cNvPr>
            <p:cNvSpPr>
              <a:spLocks noChangeShapeType="1"/>
            </p:cNvSpPr>
            <p:nvPr/>
          </p:nvSpPr>
          <p:spPr bwMode="auto">
            <a:xfrm flipH="1">
              <a:off x="6710363" y="3373438"/>
              <a:ext cx="201612" cy="712787"/>
            </a:xfrm>
            <a:prstGeom prst="line">
              <a:avLst/>
            </a:prstGeom>
            <a:noFill/>
            <a:ln w="31750">
              <a:solidFill>
                <a:srgbClr val="000000"/>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57389" name="Line 106">
              <a:extLst>
                <a:ext uri="{FF2B5EF4-FFF2-40B4-BE49-F238E27FC236}">
                  <a16:creationId xmlns:a16="http://schemas.microsoft.com/office/drawing/2014/main" id="{2A32069F-C51F-CFAE-4125-B7AA4B06DEF6}"/>
                </a:ext>
              </a:extLst>
            </p:cNvPr>
            <p:cNvSpPr>
              <a:spLocks noChangeShapeType="1"/>
            </p:cNvSpPr>
            <p:nvPr/>
          </p:nvSpPr>
          <p:spPr bwMode="auto">
            <a:xfrm>
              <a:off x="7181850" y="3308350"/>
              <a:ext cx="609600" cy="668338"/>
            </a:xfrm>
            <a:prstGeom prst="line">
              <a:avLst/>
            </a:prstGeom>
            <a:noFill/>
            <a:ln w="3175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57390" name="Line 107">
              <a:extLst>
                <a:ext uri="{FF2B5EF4-FFF2-40B4-BE49-F238E27FC236}">
                  <a16:creationId xmlns:a16="http://schemas.microsoft.com/office/drawing/2014/main" id="{EBC85C73-907F-4587-590F-CB179D3C9079}"/>
                </a:ext>
              </a:extLst>
            </p:cNvPr>
            <p:cNvSpPr>
              <a:spLocks noChangeShapeType="1"/>
            </p:cNvSpPr>
            <p:nvPr/>
          </p:nvSpPr>
          <p:spPr bwMode="auto">
            <a:xfrm flipH="1">
              <a:off x="5105400" y="4495800"/>
              <a:ext cx="304800" cy="584200"/>
            </a:xfrm>
            <a:prstGeom prst="line">
              <a:avLst/>
            </a:prstGeom>
            <a:noFill/>
            <a:ln w="31750">
              <a:solidFill>
                <a:srgbClr val="000000"/>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57391" name="Line 108">
              <a:extLst>
                <a:ext uri="{FF2B5EF4-FFF2-40B4-BE49-F238E27FC236}">
                  <a16:creationId xmlns:a16="http://schemas.microsoft.com/office/drawing/2014/main" id="{7E9B5A82-33ED-3C5F-9946-BF2A4694CC08}"/>
                </a:ext>
              </a:extLst>
            </p:cNvPr>
            <p:cNvSpPr>
              <a:spLocks noChangeShapeType="1"/>
            </p:cNvSpPr>
            <p:nvPr/>
          </p:nvSpPr>
          <p:spPr bwMode="auto">
            <a:xfrm flipH="1">
              <a:off x="4424363" y="4476750"/>
              <a:ext cx="66675" cy="647700"/>
            </a:xfrm>
            <a:prstGeom prst="line">
              <a:avLst/>
            </a:prstGeom>
            <a:noFill/>
            <a:ln w="3175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57392" name="Line 109">
              <a:extLst>
                <a:ext uri="{FF2B5EF4-FFF2-40B4-BE49-F238E27FC236}">
                  <a16:creationId xmlns:a16="http://schemas.microsoft.com/office/drawing/2014/main" id="{BBFEB7F6-C99A-E951-AC43-EC5155EE89EE}"/>
                </a:ext>
              </a:extLst>
            </p:cNvPr>
            <p:cNvSpPr>
              <a:spLocks noChangeShapeType="1"/>
            </p:cNvSpPr>
            <p:nvPr/>
          </p:nvSpPr>
          <p:spPr bwMode="auto">
            <a:xfrm flipH="1">
              <a:off x="7786688" y="4476750"/>
              <a:ext cx="4762" cy="623888"/>
            </a:xfrm>
            <a:prstGeom prst="line">
              <a:avLst/>
            </a:prstGeom>
            <a:noFill/>
            <a:ln w="31750">
              <a:solidFill>
                <a:srgbClr val="000000"/>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57393" name="Line 110">
              <a:extLst>
                <a:ext uri="{FF2B5EF4-FFF2-40B4-BE49-F238E27FC236}">
                  <a16:creationId xmlns:a16="http://schemas.microsoft.com/office/drawing/2014/main" id="{49C2EC54-1D8A-EA06-89A1-BFB3014B3820}"/>
                </a:ext>
              </a:extLst>
            </p:cNvPr>
            <p:cNvSpPr>
              <a:spLocks noChangeShapeType="1"/>
            </p:cNvSpPr>
            <p:nvPr/>
          </p:nvSpPr>
          <p:spPr bwMode="auto">
            <a:xfrm>
              <a:off x="8056563" y="4346575"/>
              <a:ext cx="538162" cy="777875"/>
            </a:xfrm>
            <a:prstGeom prst="line">
              <a:avLst/>
            </a:prstGeom>
            <a:noFill/>
            <a:ln w="3175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3" name="Text Box 111">
              <a:extLst>
                <a:ext uri="{FF2B5EF4-FFF2-40B4-BE49-F238E27FC236}">
                  <a16:creationId xmlns:a16="http://schemas.microsoft.com/office/drawing/2014/main" id="{A206852F-269C-43E0-8611-FB51D79EE3FF}"/>
                </a:ext>
              </a:extLst>
            </p:cNvPr>
            <p:cNvSpPr txBox="1">
              <a:spLocks noChangeArrowheads="1"/>
            </p:cNvSpPr>
            <p:nvPr/>
          </p:nvSpPr>
          <p:spPr bwMode="auto">
            <a:xfrm>
              <a:off x="4852577" y="5129213"/>
              <a:ext cx="525708" cy="428625"/>
            </a:xfrm>
            <a:prstGeom prst="rect">
              <a:avLst/>
            </a:prstGeom>
            <a:solidFill>
              <a:schemeClr val="accent1">
                <a:lumMod val="40000"/>
                <a:lumOff val="60000"/>
              </a:schemeClr>
            </a:solidFill>
            <a:ln w="31750">
              <a:solidFill>
                <a:srgbClr val="000000"/>
              </a:solidFill>
              <a:miter lim="800000"/>
              <a:headEnd/>
              <a:tailEnd/>
            </a:ln>
          </p:spPr>
          <p:txBody>
            <a:bodyPr/>
            <a:lstStyle/>
            <a:p>
              <a:pPr algn="ctr">
                <a:defRPr/>
              </a:pPr>
              <a:r>
                <a:rPr lang="en-US" sz="2000">
                  <a:latin typeface="Times New Roman" pitchFamily="18" charset="0"/>
                  <a:cs typeface="Arial" charset="0"/>
                </a:rPr>
                <a:t>0</a:t>
              </a:r>
            </a:p>
          </p:txBody>
        </p:sp>
        <p:sp>
          <p:nvSpPr>
            <p:cNvPr id="4" name="Text Box 112">
              <a:extLst>
                <a:ext uri="{FF2B5EF4-FFF2-40B4-BE49-F238E27FC236}">
                  <a16:creationId xmlns:a16="http://schemas.microsoft.com/office/drawing/2014/main" id="{40C18A61-AF4C-41CE-854D-A2BA53052636}"/>
                </a:ext>
              </a:extLst>
            </p:cNvPr>
            <p:cNvSpPr txBox="1">
              <a:spLocks noChangeArrowheads="1"/>
            </p:cNvSpPr>
            <p:nvPr/>
          </p:nvSpPr>
          <p:spPr bwMode="auto">
            <a:xfrm>
              <a:off x="5544732" y="5129213"/>
              <a:ext cx="547133" cy="428625"/>
            </a:xfrm>
            <a:prstGeom prst="rect">
              <a:avLst/>
            </a:prstGeom>
            <a:solidFill>
              <a:schemeClr val="accent1">
                <a:lumMod val="40000"/>
                <a:lumOff val="60000"/>
              </a:schemeClr>
            </a:solidFill>
            <a:ln w="31750">
              <a:solidFill>
                <a:srgbClr val="000000"/>
              </a:solidFill>
              <a:miter lim="800000"/>
              <a:headEnd/>
              <a:tailEnd/>
            </a:ln>
          </p:spPr>
          <p:txBody>
            <a:bodyPr/>
            <a:lstStyle/>
            <a:p>
              <a:pPr algn="ctr">
                <a:defRPr/>
              </a:pPr>
              <a:r>
                <a:rPr lang="en-US" sz="2000">
                  <a:latin typeface="Times New Roman" pitchFamily="18" charset="0"/>
                  <a:cs typeface="Arial" charset="0"/>
                </a:rPr>
                <a:t>0</a:t>
              </a:r>
            </a:p>
          </p:txBody>
        </p:sp>
        <p:sp>
          <p:nvSpPr>
            <p:cNvPr id="5" name="Text Box 113">
              <a:extLst>
                <a:ext uri="{FF2B5EF4-FFF2-40B4-BE49-F238E27FC236}">
                  <a16:creationId xmlns:a16="http://schemas.microsoft.com/office/drawing/2014/main" id="{1124F5B1-3E37-49C0-ABC2-C3E86F31FEC5}"/>
                </a:ext>
              </a:extLst>
            </p:cNvPr>
            <p:cNvSpPr txBox="1">
              <a:spLocks noChangeArrowheads="1"/>
            </p:cNvSpPr>
            <p:nvPr/>
          </p:nvSpPr>
          <p:spPr bwMode="auto">
            <a:xfrm>
              <a:off x="4424099" y="3484563"/>
              <a:ext cx="454845" cy="342900"/>
            </a:xfrm>
            <a:prstGeom prst="rect">
              <a:avLst/>
            </a:prstGeom>
            <a:noFill/>
            <a:ln w="31750">
              <a:noFill/>
              <a:miter lim="800000"/>
              <a:headEnd/>
              <a:tailEnd/>
            </a:ln>
          </p:spPr>
          <p:txBody>
            <a:bodyPr/>
            <a:lstStyle/>
            <a:p>
              <a:pPr>
                <a:defRPr/>
              </a:pPr>
              <a:r>
                <a:rPr lang="en-US" sz="2000" dirty="0">
                  <a:latin typeface="+mj-lt"/>
                  <a:cs typeface="Arial" charset="0"/>
                </a:rPr>
                <a:t>0</a:t>
              </a:r>
            </a:p>
          </p:txBody>
        </p:sp>
        <p:sp>
          <p:nvSpPr>
            <p:cNvPr id="33842" name="Text Box 114">
              <a:extLst>
                <a:ext uri="{FF2B5EF4-FFF2-40B4-BE49-F238E27FC236}">
                  <a16:creationId xmlns:a16="http://schemas.microsoft.com/office/drawing/2014/main" id="{83EA9671-BAEB-4DF0-AF7A-4CFE32F1D482}"/>
                </a:ext>
              </a:extLst>
            </p:cNvPr>
            <p:cNvSpPr txBox="1">
              <a:spLocks noChangeArrowheads="1"/>
            </p:cNvSpPr>
            <p:nvPr/>
          </p:nvSpPr>
          <p:spPr bwMode="auto">
            <a:xfrm>
              <a:off x="5487052" y="3475038"/>
              <a:ext cx="444957" cy="401637"/>
            </a:xfrm>
            <a:prstGeom prst="rect">
              <a:avLst/>
            </a:prstGeom>
            <a:noFill/>
            <a:ln w="31750">
              <a:noFill/>
              <a:miter lim="800000"/>
              <a:headEnd/>
              <a:tailEnd/>
            </a:ln>
          </p:spPr>
          <p:txBody>
            <a:bodyPr/>
            <a:lstStyle/>
            <a:p>
              <a:pPr>
                <a:defRPr/>
              </a:pPr>
              <a:r>
                <a:rPr lang="en-US" sz="2000" dirty="0">
                  <a:latin typeface="+mj-lt"/>
                  <a:cs typeface="Arial" charset="0"/>
                </a:rPr>
                <a:t>1</a:t>
              </a:r>
            </a:p>
          </p:txBody>
        </p:sp>
        <p:sp>
          <p:nvSpPr>
            <p:cNvPr id="33843" name="Text Box 115">
              <a:extLst>
                <a:ext uri="{FF2B5EF4-FFF2-40B4-BE49-F238E27FC236}">
                  <a16:creationId xmlns:a16="http://schemas.microsoft.com/office/drawing/2014/main" id="{138CEB60-804B-481D-BAA7-AAB26398918D}"/>
                </a:ext>
              </a:extLst>
            </p:cNvPr>
            <p:cNvSpPr txBox="1">
              <a:spLocks noChangeArrowheads="1"/>
            </p:cNvSpPr>
            <p:nvPr/>
          </p:nvSpPr>
          <p:spPr bwMode="auto">
            <a:xfrm>
              <a:off x="6508806" y="3436938"/>
              <a:ext cx="336190" cy="377825"/>
            </a:xfrm>
            <a:prstGeom prst="rect">
              <a:avLst/>
            </a:prstGeom>
            <a:noFill/>
            <a:ln w="31750">
              <a:noFill/>
              <a:miter lim="800000"/>
              <a:headEnd/>
              <a:tailEnd/>
            </a:ln>
          </p:spPr>
          <p:txBody>
            <a:bodyPr/>
            <a:lstStyle/>
            <a:p>
              <a:pPr>
                <a:defRPr/>
              </a:pPr>
              <a:r>
                <a:rPr lang="en-US" sz="2000" dirty="0">
                  <a:latin typeface="+mj-lt"/>
                  <a:cs typeface="Arial" charset="0"/>
                </a:rPr>
                <a:t>0</a:t>
              </a:r>
            </a:p>
          </p:txBody>
        </p:sp>
        <p:sp>
          <p:nvSpPr>
            <p:cNvPr id="33844" name="Text Box 116">
              <a:extLst>
                <a:ext uri="{FF2B5EF4-FFF2-40B4-BE49-F238E27FC236}">
                  <a16:creationId xmlns:a16="http://schemas.microsoft.com/office/drawing/2014/main" id="{2B506041-E10C-43BB-8C99-6878C39D9E4E}"/>
                </a:ext>
              </a:extLst>
            </p:cNvPr>
            <p:cNvSpPr txBox="1">
              <a:spLocks noChangeArrowheads="1"/>
            </p:cNvSpPr>
            <p:nvPr/>
          </p:nvSpPr>
          <p:spPr bwMode="auto">
            <a:xfrm>
              <a:off x="7497601" y="3400425"/>
              <a:ext cx="721820" cy="549275"/>
            </a:xfrm>
            <a:prstGeom prst="rect">
              <a:avLst/>
            </a:prstGeom>
            <a:noFill/>
            <a:ln w="31750">
              <a:noFill/>
              <a:miter lim="800000"/>
              <a:headEnd/>
              <a:tailEnd/>
            </a:ln>
          </p:spPr>
          <p:txBody>
            <a:bodyPr/>
            <a:lstStyle/>
            <a:p>
              <a:pPr>
                <a:defRPr/>
              </a:pPr>
              <a:r>
                <a:rPr lang="en-US" sz="2000" dirty="0">
                  <a:latin typeface="+mj-lt"/>
                  <a:cs typeface="Arial" charset="0"/>
                </a:rPr>
                <a:t>1</a:t>
              </a:r>
            </a:p>
          </p:txBody>
        </p:sp>
        <p:sp>
          <p:nvSpPr>
            <p:cNvPr id="33845" name="Text Box 117">
              <a:extLst>
                <a:ext uri="{FF2B5EF4-FFF2-40B4-BE49-F238E27FC236}">
                  <a16:creationId xmlns:a16="http://schemas.microsoft.com/office/drawing/2014/main" id="{EEA24062-6772-484C-8292-E8F19579AFCC}"/>
                </a:ext>
              </a:extLst>
            </p:cNvPr>
            <p:cNvSpPr txBox="1">
              <a:spLocks noChangeArrowheads="1"/>
            </p:cNvSpPr>
            <p:nvPr/>
          </p:nvSpPr>
          <p:spPr bwMode="auto">
            <a:xfrm>
              <a:off x="4885536" y="4546600"/>
              <a:ext cx="482861" cy="379413"/>
            </a:xfrm>
            <a:prstGeom prst="rect">
              <a:avLst/>
            </a:prstGeom>
            <a:noFill/>
            <a:ln w="31750">
              <a:noFill/>
              <a:miter lim="800000"/>
              <a:headEnd/>
              <a:tailEnd/>
            </a:ln>
          </p:spPr>
          <p:txBody>
            <a:bodyPr/>
            <a:lstStyle/>
            <a:p>
              <a:pPr>
                <a:defRPr/>
              </a:pPr>
              <a:r>
                <a:rPr lang="en-US" sz="2000" dirty="0">
                  <a:latin typeface="+mj-lt"/>
                  <a:cs typeface="Arial" charset="0"/>
                </a:rPr>
                <a:t>0</a:t>
              </a:r>
            </a:p>
          </p:txBody>
        </p:sp>
        <p:sp>
          <p:nvSpPr>
            <p:cNvPr id="33846" name="Text Box 118">
              <a:extLst>
                <a:ext uri="{FF2B5EF4-FFF2-40B4-BE49-F238E27FC236}">
                  <a16:creationId xmlns:a16="http://schemas.microsoft.com/office/drawing/2014/main" id="{BFE46E10-F22A-409B-8AAF-535C266C0481}"/>
                </a:ext>
              </a:extLst>
            </p:cNvPr>
            <p:cNvSpPr txBox="1">
              <a:spLocks noChangeArrowheads="1"/>
            </p:cNvSpPr>
            <p:nvPr/>
          </p:nvSpPr>
          <p:spPr bwMode="auto">
            <a:xfrm>
              <a:off x="5762267" y="4545013"/>
              <a:ext cx="397165" cy="311150"/>
            </a:xfrm>
            <a:prstGeom prst="rect">
              <a:avLst/>
            </a:prstGeom>
            <a:noFill/>
            <a:ln w="31750">
              <a:noFill/>
              <a:miter lim="800000"/>
              <a:headEnd/>
              <a:tailEnd/>
            </a:ln>
          </p:spPr>
          <p:txBody>
            <a:bodyPr/>
            <a:lstStyle/>
            <a:p>
              <a:pPr>
                <a:defRPr/>
              </a:pPr>
              <a:r>
                <a:rPr lang="en-US" sz="2000" dirty="0">
                  <a:latin typeface="+mj-lt"/>
                  <a:cs typeface="Arial" charset="0"/>
                </a:rPr>
                <a:t>1</a:t>
              </a:r>
            </a:p>
          </p:txBody>
        </p:sp>
        <p:sp>
          <p:nvSpPr>
            <p:cNvPr id="33847" name="Text Box 119">
              <a:extLst>
                <a:ext uri="{FF2B5EF4-FFF2-40B4-BE49-F238E27FC236}">
                  <a16:creationId xmlns:a16="http://schemas.microsoft.com/office/drawing/2014/main" id="{3899FCF7-A4B9-4A71-81C4-84D59F19D235}"/>
                </a:ext>
              </a:extLst>
            </p:cNvPr>
            <p:cNvSpPr txBox="1">
              <a:spLocks noChangeArrowheads="1"/>
            </p:cNvSpPr>
            <p:nvPr/>
          </p:nvSpPr>
          <p:spPr bwMode="auto">
            <a:xfrm>
              <a:off x="7476177" y="4525963"/>
              <a:ext cx="466381" cy="349250"/>
            </a:xfrm>
            <a:prstGeom prst="rect">
              <a:avLst/>
            </a:prstGeom>
            <a:noFill/>
            <a:ln w="31750">
              <a:noFill/>
              <a:miter lim="800000"/>
              <a:headEnd/>
              <a:tailEnd/>
            </a:ln>
          </p:spPr>
          <p:txBody>
            <a:bodyPr/>
            <a:lstStyle/>
            <a:p>
              <a:pPr>
                <a:defRPr/>
              </a:pPr>
              <a:r>
                <a:rPr lang="en-US" sz="2000" dirty="0">
                  <a:latin typeface="+mj-lt"/>
                  <a:cs typeface="Arial" charset="0"/>
                </a:rPr>
                <a:t>0</a:t>
              </a:r>
            </a:p>
          </p:txBody>
        </p:sp>
        <p:sp>
          <p:nvSpPr>
            <p:cNvPr id="33848" name="Oval 121">
              <a:extLst>
                <a:ext uri="{FF2B5EF4-FFF2-40B4-BE49-F238E27FC236}">
                  <a16:creationId xmlns:a16="http://schemas.microsoft.com/office/drawing/2014/main" id="{3F775DC9-8455-452C-8D58-81ABC9E9BB7F}"/>
                </a:ext>
              </a:extLst>
            </p:cNvPr>
            <p:cNvSpPr>
              <a:spLocks noChangeArrowheads="1"/>
            </p:cNvSpPr>
            <p:nvPr/>
          </p:nvSpPr>
          <p:spPr bwMode="auto">
            <a:xfrm>
              <a:off x="5894106" y="2033588"/>
              <a:ext cx="649308" cy="493712"/>
            </a:xfrm>
            <a:prstGeom prst="ellipse">
              <a:avLst/>
            </a:prstGeom>
            <a:solidFill>
              <a:schemeClr val="accent1">
                <a:lumMod val="60000"/>
                <a:lumOff val="40000"/>
              </a:schemeClr>
            </a:solidFill>
            <a:ln w="31750">
              <a:solidFill>
                <a:srgbClr val="000000"/>
              </a:solidFill>
              <a:round/>
              <a:headEnd/>
              <a:tailEnd/>
            </a:ln>
          </p:spPr>
          <p:txBody>
            <a:bodyPr/>
            <a:lstStyle/>
            <a:p>
              <a:pPr algn="ctr">
                <a:defRPr/>
              </a:pPr>
              <a:r>
                <a:rPr lang="en-US" sz="2000" dirty="0">
                  <a:latin typeface="+mj-lt"/>
                  <a:cs typeface="Arial" charset="0"/>
                </a:rPr>
                <a:t>x</a:t>
              </a:r>
              <a:r>
                <a:rPr lang="en-US" sz="2000" baseline="-25000" dirty="0">
                  <a:latin typeface="+mj-lt"/>
                  <a:cs typeface="Arial" charset="0"/>
                </a:rPr>
                <a:t>2</a:t>
              </a:r>
            </a:p>
          </p:txBody>
        </p:sp>
        <p:sp>
          <p:nvSpPr>
            <p:cNvPr id="33852" name="Oval 122">
              <a:extLst>
                <a:ext uri="{FF2B5EF4-FFF2-40B4-BE49-F238E27FC236}">
                  <a16:creationId xmlns:a16="http://schemas.microsoft.com/office/drawing/2014/main" id="{16BA0227-9DCC-4716-A06D-A031B0C5118B}"/>
                </a:ext>
              </a:extLst>
            </p:cNvPr>
            <p:cNvSpPr>
              <a:spLocks noChangeArrowheads="1"/>
            </p:cNvSpPr>
            <p:nvPr/>
          </p:nvSpPr>
          <p:spPr bwMode="auto">
            <a:xfrm>
              <a:off x="5073407" y="2900363"/>
              <a:ext cx="593277" cy="492125"/>
            </a:xfrm>
            <a:prstGeom prst="ellipse">
              <a:avLst/>
            </a:prstGeom>
            <a:solidFill>
              <a:schemeClr val="accent1">
                <a:lumMod val="60000"/>
                <a:lumOff val="40000"/>
              </a:schemeClr>
            </a:solidFill>
            <a:ln w="31750">
              <a:solidFill>
                <a:srgbClr val="000000"/>
              </a:solidFill>
              <a:round/>
              <a:headEnd/>
              <a:tailEnd/>
            </a:ln>
          </p:spPr>
          <p:txBody>
            <a:bodyPr/>
            <a:lstStyle/>
            <a:p>
              <a:pPr>
                <a:defRPr/>
              </a:pPr>
              <a:r>
                <a:rPr lang="en-US" sz="2000">
                  <a:latin typeface="Times New Roman" pitchFamily="18" charset="0"/>
                  <a:cs typeface="Arial" charset="0"/>
                </a:rPr>
                <a:t>x</a:t>
              </a:r>
              <a:r>
                <a:rPr lang="en-US" sz="2000" baseline="-25000">
                  <a:latin typeface="Times New Roman" pitchFamily="18" charset="0"/>
                  <a:cs typeface="Arial" charset="0"/>
                </a:rPr>
                <a:t>1</a:t>
              </a:r>
            </a:p>
          </p:txBody>
        </p:sp>
        <p:sp>
          <p:nvSpPr>
            <p:cNvPr id="33853" name="Oval 123">
              <a:extLst>
                <a:ext uri="{FF2B5EF4-FFF2-40B4-BE49-F238E27FC236}">
                  <a16:creationId xmlns:a16="http://schemas.microsoft.com/office/drawing/2014/main" id="{3B1FC1C4-7D54-4379-84EB-120B95C51B15}"/>
                </a:ext>
              </a:extLst>
            </p:cNvPr>
            <p:cNvSpPr>
              <a:spLocks noChangeArrowheads="1"/>
            </p:cNvSpPr>
            <p:nvPr/>
          </p:nvSpPr>
          <p:spPr bwMode="auto">
            <a:xfrm>
              <a:off x="6704918" y="2909888"/>
              <a:ext cx="601516" cy="492125"/>
            </a:xfrm>
            <a:prstGeom prst="ellipse">
              <a:avLst/>
            </a:prstGeom>
            <a:solidFill>
              <a:schemeClr val="accent1">
                <a:lumMod val="60000"/>
                <a:lumOff val="40000"/>
              </a:schemeClr>
            </a:solidFill>
            <a:ln w="31750">
              <a:solidFill>
                <a:srgbClr val="000000"/>
              </a:solidFill>
              <a:round/>
              <a:headEnd/>
              <a:tailEnd/>
            </a:ln>
          </p:spPr>
          <p:txBody>
            <a:bodyPr/>
            <a:lstStyle/>
            <a:p>
              <a:pPr>
                <a:defRPr/>
              </a:pPr>
              <a:r>
                <a:rPr lang="en-US" sz="2000">
                  <a:latin typeface="Times New Roman" pitchFamily="18" charset="0"/>
                  <a:cs typeface="Arial" charset="0"/>
                </a:rPr>
                <a:t>x</a:t>
              </a:r>
              <a:r>
                <a:rPr lang="en-US" sz="2000" baseline="-25000">
                  <a:latin typeface="Times New Roman" pitchFamily="18" charset="0"/>
                  <a:cs typeface="Arial" charset="0"/>
                </a:rPr>
                <a:t>1</a:t>
              </a:r>
            </a:p>
          </p:txBody>
        </p:sp>
        <p:sp>
          <p:nvSpPr>
            <p:cNvPr id="33854" name="Oval 124">
              <a:extLst>
                <a:ext uri="{FF2B5EF4-FFF2-40B4-BE49-F238E27FC236}">
                  <a16:creationId xmlns:a16="http://schemas.microsoft.com/office/drawing/2014/main" id="{42C18A39-17D0-4863-BC87-AE2A26B95195}"/>
                </a:ext>
              </a:extLst>
            </p:cNvPr>
            <p:cNvSpPr>
              <a:spLocks noChangeArrowheads="1"/>
            </p:cNvSpPr>
            <p:nvPr/>
          </p:nvSpPr>
          <p:spPr bwMode="auto">
            <a:xfrm>
              <a:off x="5271166" y="4017963"/>
              <a:ext cx="632828" cy="493712"/>
            </a:xfrm>
            <a:prstGeom prst="ellipse">
              <a:avLst/>
            </a:prstGeom>
            <a:solidFill>
              <a:schemeClr val="accent1">
                <a:lumMod val="60000"/>
                <a:lumOff val="40000"/>
              </a:schemeClr>
            </a:solidFill>
            <a:ln w="31750">
              <a:solidFill>
                <a:srgbClr val="000000"/>
              </a:solidFill>
              <a:round/>
              <a:headEnd/>
              <a:tailEnd/>
            </a:ln>
          </p:spPr>
          <p:txBody>
            <a:bodyPr/>
            <a:lstStyle/>
            <a:p>
              <a:pPr>
                <a:defRPr/>
              </a:pPr>
              <a:r>
                <a:rPr lang="en-US" sz="2000">
                  <a:latin typeface="Times New Roman" pitchFamily="18" charset="0"/>
                  <a:cs typeface="Arial" charset="0"/>
                </a:rPr>
                <a:t>x</a:t>
              </a:r>
              <a:r>
                <a:rPr lang="en-US" sz="2000" baseline="-25000">
                  <a:latin typeface="Times New Roman" pitchFamily="18" charset="0"/>
                  <a:cs typeface="Arial" charset="0"/>
                </a:rPr>
                <a:t>3</a:t>
              </a:r>
              <a:endParaRPr lang="en-US" sz="2000">
                <a:latin typeface="Times New Roman" pitchFamily="18" charset="0"/>
                <a:cs typeface="Arial" charset="0"/>
              </a:endParaRPr>
            </a:p>
          </p:txBody>
        </p:sp>
        <p:sp>
          <p:nvSpPr>
            <p:cNvPr id="33855" name="Oval 125">
              <a:extLst>
                <a:ext uri="{FF2B5EF4-FFF2-40B4-BE49-F238E27FC236}">
                  <a16:creationId xmlns:a16="http://schemas.microsoft.com/office/drawing/2014/main" id="{8B73FADB-400E-4953-B959-D4739784EBFE}"/>
                </a:ext>
              </a:extLst>
            </p:cNvPr>
            <p:cNvSpPr>
              <a:spLocks noChangeArrowheads="1"/>
            </p:cNvSpPr>
            <p:nvPr/>
          </p:nvSpPr>
          <p:spPr bwMode="auto">
            <a:xfrm>
              <a:off x="7461345" y="3997325"/>
              <a:ext cx="585037" cy="493713"/>
            </a:xfrm>
            <a:prstGeom prst="ellipse">
              <a:avLst/>
            </a:prstGeom>
            <a:solidFill>
              <a:schemeClr val="accent1">
                <a:lumMod val="60000"/>
                <a:lumOff val="40000"/>
              </a:schemeClr>
            </a:solidFill>
            <a:ln w="31750">
              <a:solidFill>
                <a:srgbClr val="000000"/>
              </a:solidFill>
              <a:round/>
              <a:headEnd/>
              <a:tailEnd/>
            </a:ln>
          </p:spPr>
          <p:txBody>
            <a:bodyPr/>
            <a:lstStyle/>
            <a:p>
              <a:pPr>
                <a:defRPr/>
              </a:pPr>
              <a:r>
                <a:rPr lang="en-US" sz="2000">
                  <a:latin typeface="Times New Roman" pitchFamily="18" charset="0"/>
                  <a:cs typeface="Arial" charset="0"/>
                </a:rPr>
                <a:t>x</a:t>
              </a:r>
              <a:r>
                <a:rPr lang="en-US" sz="2000" baseline="-25000">
                  <a:latin typeface="Times New Roman" pitchFamily="18" charset="0"/>
                  <a:cs typeface="Arial" charset="0"/>
                </a:rPr>
                <a:t>3</a:t>
              </a:r>
              <a:endParaRPr lang="en-US" sz="2000">
                <a:latin typeface="Times New Roman" pitchFamily="18" charset="0"/>
                <a:cs typeface="Arial" charset="0"/>
              </a:endParaRPr>
            </a:p>
          </p:txBody>
        </p:sp>
        <p:sp>
          <p:nvSpPr>
            <p:cNvPr id="6" name="Text Box 126">
              <a:extLst>
                <a:ext uri="{FF2B5EF4-FFF2-40B4-BE49-F238E27FC236}">
                  <a16:creationId xmlns:a16="http://schemas.microsoft.com/office/drawing/2014/main" id="{1EC3C8A8-EC6E-4834-868F-640D0C3A29B7}"/>
                </a:ext>
              </a:extLst>
            </p:cNvPr>
            <p:cNvSpPr txBox="1">
              <a:spLocks noChangeArrowheads="1"/>
            </p:cNvSpPr>
            <p:nvPr/>
          </p:nvSpPr>
          <p:spPr bwMode="auto">
            <a:xfrm>
              <a:off x="6457719" y="1925638"/>
              <a:ext cx="1354648" cy="550862"/>
            </a:xfrm>
            <a:prstGeom prst="rect">
              <a:avLst/>
            </a:prstGeom>
            <a:noFill/>
            <a:ln w="31750">
              <a:noFill/>
              <a:miter lim="800000"/>
              <a:headEnd/>
              <a:tailEnd/>
            </a:ln>
          </p:spPr>
          <p:txBody>
            <a:bodyPr/>
            <a:lstStyle/>
            <a:p>
              <a:pPr>
                <a:defRPr/>
              </a:pPr>
              <a:r>
                <a:rPr lang="en-US" sz="2000" dirty="0">
                  <a:latin typeface="+mj-lt"/>
                  <a:cs typeface="Arial" charset="0"/>
                </a:rPr>
                <a:t>f(x</a:t>
              </a:r>
              <a:r>
                <a:rPr lang="en-US" sz="2000" baseline="-25000" dirty="0">
                  <a:latin typeface="+mj-lt"/>
                  <a:cs typeface="Arial" charset="0"/>
                </a:rPr>
                <a:t>1</a:t>
              </a:r>
              <a:r>
                <a:rPr lang="en-US" sz="2000" dirty="0">
                  <a:latin typeface="+mj-lt"/>
                  <a:cs typeface="Arial" charset="0"/>
                </a:rPr>
                <a:t>,x</a:t>
              </a:r>
              <a:r>
                <a:rPr lang="en-US" sz="2000" baseline="-25000" dirty="0">
                  <a:latin typeface="+mj-lt"/>
                  <a:cs typeface="Arial" charset="0"/>
                </a:rPr>
                <a:t>2</a:t>
              </a:r>
              <a:r>
                <a:rPr lang="en-US" sz="2000" dirty="0">
                  <a:latin typeface="+mj-lt"/>
                  <a:cs typeface="Arial" charset="0"/>
                </a:rPr>
                <a:t>,x</a:t>
              </a:r>
              <a:r>
                <a:rPr lang="en-US" sz="2000" baseline="-25000" dirty="0">
                  <a:latin typeface="+mj-lt"/>
                  <a:cs typeface="Arial" charset="0"/>
                </a:rPr>
                <a:t>3</a:t>
              </a:r>
              <a:r>
                <a:rPr lang="en-US" sz="2000" dirty="0">
                  <a:latin typeface="+mj-lt"/>
                  <a:cs typeface="Arial" charset="0"/>
                </a:rPr>
                <a:t>)</a:t>
              </a:r>
            </a:p>
          </p:txBody>
        </p:sp>
        <p:sp>
          <p:nvSpPr>
            <p:cNvPr id="7" name="Text Box 128">
              <a:extLst>
                <a:ext uri="{FF2B5EF4-FFF2-40B4-BE49-F238E27FC236}">
                  <a16:creationId xmlns:a16="http://schemas.microsoft.com/office/drawing/2014/main" id="{921FE28B-AD75-4AB3-A6BA-8D49D95AF8FD}"/>
                </a:ext>
              </a:extLst>
            </p:cNvPr>
            <p:cNvSpPr txBox="1">
              <a:spLocks noChangeArrowheads="1"/>
            </p:cNvSpPr>
            <p:nvPr/>
          </p:nvSpPr>
          <p:spPr bwMode="auto">
            <a:xfrm>
              <a:off x="4457059" y="2951163"/>
              <a:ext cx="687211" cy="550862"/>
            </a:xfrm>
            <a:prstGeom prst="rect">
              <a:avLst/>
            </a:prstGeom>
            <a:noFill/>
            <a:ln w="31750">
              <a:noFill/>
              <a:miter lim="800000"/>
              <a:headEnd/>
              <a:tailEnd/>
            </a:ln>
          </p:spPr>
          <p:txBody>
            <a:bodyPr/>
            <a:lstStyle/>
            <a:p>
              <a:pPr>
                <a:defRPr/>
              </a:pPr>
              <a:r>
                <a:rPr lang="en-US" sz="2000" dirty="0">
                  <a:latin typeface="+mj-lt"/>
                  <a:cs typeface="Arial" charset="0"/>
                </a:rPr>
                <a:t>~x</a:t>
              </a:r>
              <a:r>
                <a:rPr lang="en-US" sz="2000" baseline="-25000" dirty="0">
                  <a:latin typeface="+mj-lt"/>
                  <a:cs typeface="Arial" charset="0"/>
                </a:rPr>
                <a:t>1</a:t>
              </a:r>
              <a:endParaRPr lang="en-US" sz="2000" dirty="0">
                <a:latin typeface="+mj-lt"/>
                <a:cs typeface="Arial" charset="0"/>
              </a:endParaRPr>
            </a:p>
          </p:txBody>
        </p:sp>
        <p:sp>
          <p:nvSpPr>
            <p:cNvPr id="33856" name="Text Box 129">
              <a:extLst>
                <a:ext uri="{FF2B5EF4-FFF2-40B4-BE49-F238E27FC236}">
                  <a16:creationId xmlns:a16="http://schemas.microsoft.com/office/drawing/2014/main" id="{61F9EC72-0471-4583-AAF1-26E349C26784}"/>
                </a:ext>
              </a:extLst>
            </p:cNvPr>
            <p:cNvSpPr txBox="1">
              <a:spLocks noChangeArrowheads="1"/>
            </p:cNvSpPr>
            <p:nvPr/>
          </p:nvSpPr>
          <p:spPr bwMode="auto">
            <a:xfrm>
              <a:off x="7276770" y="2919413"/>
              <a:ext cx="649308" cy="549275"/>
            </a:xfrm>
            <a:prstGeom prst="rect">
              <a:avLst/>
            </a:prstGeom>
            <a:noFill/>
            <a:ln w="31750">
              <a:noFill/>
              <a:miter lim="800000"/>
              <a:headEnd/>
              <a:tailEnd/>
            </a:ln>
          </p:spPr>
          <p:txBody>
            <a:bodyPr/>
            <a:lstStyle/>
            <a:p>
              <a:pPr>
                <a:defRPr/>
              </a:pPr>
              <a:r>
                <a:rPr lang="en-US" sz="2000" dirty="0">
                  <a:latin typeface="+mj-lt"/>
                  <a:cs typeface="Arial" charset="0"/>
                </a:rPr>
                <a:t>~x</a:t>
              </a:r>
              <a:r>
                <a:rPr lang="en-US" sz="2000" baseline="-25000" dirty="0">
                  <a:latin typeface="+mj-lt"/>
                  <a:cs typeface="Arial" charset="0"/>
                </a:rPr>
                <a:t>3</a:t>
              </a:r>
              <a:endParaRPr lang="en-US" sz="2000" dirty="0">
                <a:latin typeface="+mj-lt"/>
                <a:cs typeface="Arial" charset="0"/>
                <a:sym typeface="Symbol" pitchFamily="18" charset="2"/>
              </a:endParaRPr>
            </a:p>
          </p:txBody>
        </p:sp>
        <p:sp>
          <p:nvSpPr>
            <p:cNvPr id="33859" name="Oval 131">
              <a:extLst>
                <a:ext uri="{FF2B5EF4-FFF2-40B4-BE49-F238E27FC236}">
                  <a16:creationId xmlns:a16="http://schemas.microsoft.com/office/drawing/2014/main" id="{FBFD05F5-F436-4378-B93E-EEE7EA5CFB92}"/>
                </a:ext>
              </a:extLst>
            </p:cNvPr>
            <p:cNvSpPr>
              <a:spLocks noChangeArrowheads="1"/>
            </p:cNvSpPr>
            <p:nvPr/>
          </p:nvSpPr>
          <p:spPr bwMode="auto">
            <a:xfrm>
              <a:off x="4195028" y="4005263"/>
              <a:ext cx="596573" cy="493712"/>
            </a:xfrm>
            <a:prstGeom prst="ellipse">
              <a:avLst/>
            </a:prstGeom>
            <a:solidFill>
              <a:schemeClr val="accent1">
                <a:lumMod val="60000"/>
                <a:lumOff val="40000"/>
              </a:schemeClr>
            </a:solidFill>
            <a:ln w="31750">
              <a:solidFill>
                <a:srgbClr val="000000"/>
              </a:solidFill>
              <a:round/>
              <a:headEnd/>
              <a:tailEnd/>
            </a:ln>
          </p:spPr>
          <p:txBody>
            <a:bodyPr/>
            <a:lstStyle/>
            <a:p>
              <a:pPr>
                <a:defRPr/>
              </a:pPr>
              <a:r>
                <a:rPr lang="en-US" sz="2000">
                  <a:latin typeface="Times New Roman" pitchFamily="18" charset="0"/>
                  <a:cs typeface="Arial" charset="0"/>
                </a:rPr>
                <a:t>x</a:t>
              </a:r>
              <a:r>
                <a:rPr lang="en-US" sz="2000" baseline="-25000">
                  <a:latin typeface="Times New Roman" pitchFamily="18" charset="0"/>
                  <a:cs typeface="Arial" charset="0"/>
                </a:rPr>
                <a:t>3</a:t>
              </a:r>
              <a:endParaRPr lang="en-US" sz="2000">
                <a:latin typeface="Times New Roman" pitchFamily="18" charset="0"/>
                <a:cs typeface="Arial" charset="0"/>
              </a:endParaRPr>
            </a:p>
          </p:txBody>
        </p:sp>
        <p:sp>
          <p:nvSpPr>
            <p:cNvPr id="57412" name="Line 132">
              <a:extLst>
                <a:ext uri="{FF2B5EF4-FFF2-40B4-BE49-F238E27FC236}">
                  <a16:creationId xmlns:a16="http://schemas.microsoft.com/office/drawing/2014/main" id="{E41F8F8E-CF57-015A-1EA8-CE14C59488F1}"/>
                </a:ext>
              </a:extLst>
            </p:cNvPr>
            <p:cNvSpPr>
              <a:spLocks noChangeShapeType="1"/>
            </p:cNvSpPr>
            <p:nvPr/>
          </p:nvSpPr>
          <p:spPr bwMode="auto">
            <a:xfrm flipH="1">
              <a:off x="3751263" y="4476750"/>
              <a:ext cx="538162" cy="647700"/>
            </a:xfrm>
            <a:prstGeom prst="line">
              <a:avLst/>
            </a:prstGeom>
            <a:noFill/>
            <a:ln w="31750">
              <a:solidFill>
                <a:srgbClr val="000000"/>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33861" name="Oval 133">
              <a:extLst>
                <a:ext uri="{FF2B5EF4-FFF2-40B4-BE49-F238E27FC236}">
                  <a16:creationId xmlns:a16="http://schemas.microsoft.com/office/drawing/2014/main" id="{CCC55506-507F-4AF5-80A2-800075560E39}"/>
                </a:ext>
              </a:extLst>
            </p:cNvPr>
            <p:cNvSpPr>
              <a:spLocks noChangeArrowheads="1"/>
            </p:cNvSpPr>
            <p:nvPr/>
          </p:nvSpPr>
          <p:spPr bwMode="auto">
            <a:xfrm>
              <a:off x="6306104" y="4056063"/>
              <a:ext cx="632828" cy="493712"/>
            </a:xfrm>
            <a:prstGeom prst="ellipse">
              <a:avLst/>
            </a:prstGeom>
            <a:solidFill>
              <a:schemeClr val="accent1">
                <a:lumMod val="60000"/>
                <a:lumOff val="40000"/>
              </a:schemeClr>
            </a:solidFill>
            <a:ln w="31750">
              <a:solidFill>
                <a:srgbClr val="000000"/>
              </a:solidFill>
              <a:round/>
              <a:headEnd/>
              <a:tailEnd/>
            </a:ln>
          </p:spPr>
          <p:txBody>
            <a:bodyPr/>
            <a:lstStyle/>
            <a:p>
              <a:pPr>
                <a:defRPr/>
              </a:pPr>
              <a:r>
                <a:rPr lang="en-US" sz="2000">
                  <a:latin typeface="Times New Roman" pitchFamily="18" charset="0"/>
                  <a:cs typeface="Arial" charset="0"/>
                </a:rPr>
                <a:t>x</a:t>
              </a:r>
              <a:r>
                <a:rPr lang="en-US" sz="2000" baseline="-25000">
                  <a:latin typeface="Times New Roman" pitchFamily="18" charset="0"/>
                  <a:cs typeface="Arial" charset="0"/>
                </a:rPr>
                <a:t>3</a:t>
              </a:r>
              <a:endParaRPr lang="en-US" sz="2000">
                <a:latin typeface="Times New Roman" pitchFamily="18" charset="0"/>
                <a:cs typeface="Arial" charset="0"/>
              </a:endParaRPr>
            </a:p>
          </p:txBody>
        </p:sp>
        <p:sp>
          <p:nvSpPr>
            <p:cNvPr id="57414" name="Line 134">
              <a:extLst>
                <a:ext uri="{FF2B5EF4-FFF2-40B4-BE49-F238E27FC236}">
                  <a16:creationId xmlns:a16="http://schemas.microsoft.com/office/drawing/2014/main" id="{01E0C483-A9E7-56C4-F9C2-6CDBA31BEFD2}"/>
                </a:ext>
              </a:extLst>
            </p:cNvPr>
            <p:cNvSpPr>
              <a:spLocks noChangeShapeType="1"/>
            </p:cNvSpPr>
            <p:nvPr/>
          </p:nvSpPr>
          <p:spPr bwMode="auto">
            <a:xfrm>
              <a:off x="5664200" y="4494213"/>
              <a:ext cx="103188" cy="614362"/>
            </a:xfrm>
            <a:prstGeom prst="line">
              <a:avLst/>
            </a:prstGeom>
            <a:noFill/>
            <a:ln w="3175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8" name="Text Box 135">
              <a:extLst>
                <a:ext uri="{FF2B5EF4-FFF2-40B4-BE49-F238E27FC236}">
                  <a16:creationId xmlns:a16="http://schemas.microsoft.com/office/drawing/2014/main" id="{8E273FA3-3A81-4808-A7D9-454A3BCFD9C9}"/>
                </a:ext>
              </a:extLst>
            </p:cNvPr>
            <p:cNvSpPr txBox="1">
              <a:spLocks noChangeArrowheads="1"/>
            </p:cNvSpPr>
            <p:nvPr/>
          </p:nvSpPr>
          <p:spPr bwMode="auto">
            <a:xfrm>
              <a:off x="4165364" y="5162550"/>
              <a:ext cx="492750" cy="395288"/>
            </a:xfrm>
            <a:prstGeom prst="rect">
              <a:avLst/>
            </a:prstGeom>
            <a:solidFill>
              <a:schemeClr val="accent1">
                <a:lumMod val="40000"/>
                <a:lumOff val="60000"/>
              </a:schemeClr>
            </a:solidFill>
            <a:ln w="31750">
              <a:solidFill>
                <a:srgbClr val="000000"/>
              </a:solidFill>
              <a:miter lim="800000"/>
              <a:headEnd/>
              <a:tailEnd/>
            </a:ln>
          </p:spPr>
          <p:txBody>
            <a:bodyPr/>
            <a:lstStyle/>
            <a:p>
              <a:pPr algn="ctr">
                <a:defRPr/>
              </a:pPr>
              <a:r>
                <a:rPr lang="en-US" sz="2000">
                  <a:latin typeface="Times New Roman" pitchFamily="18" charset="0"/>
                  <a:cs typeface="Arial" charset="0"/>
                </a:rPr>
                <a:t>1</a:t>
              </a:r>
            </a:p>
          </p:txBody>
        </p:sp>
        <p:sp>
          <p:nvSpPr>
            <p:cNvPr id="9" name="Text Box 136">
              <a:extLst>
                <a:ext uri="{FF2B5EF4-FFF2-40B4-BE49-F238E27FC236}">
                  <a16:creationId xmlns:a16="http://schemas.microsoft.com/office/drawing/2014/main" id="{4C84BA12-2DEB-43F5-822B-F8EACC6C2BFB}"/>
                </a:ext>
              </a:extLst>
            </p:cNvPr>
            <p:cNvSpPr txBox="1">
              <a:spLocks noChangeArrowheads="1"/>
            </p:cNvSpPr>
            <p:nvPr/>
          </p:nvSpPr>
          <p:spPr bwMode="auto">
            <a:xfrm>
              <a:off x="3479800" y="5162550"/>
              <a:ext cx="492750" cy="395288"/>
            </a:xfrm>
            <a:prstGeom prst="rect">
              <a:avLst/>
            </a:prstGeom>
            <a:solidFill>
              <a:schemeClr val="accent1">
                <a:lumMod val="40000"/>
                <a:lumOff val="60000"/>
              </a:schemeClr>
            </a:solidFill>
            <a:ln w="31750">
              <a:solidFill>
                <a:srgbClr val="000000"/>
              </a:solidFill>
              <a:miter lim="800000"/>
              <a:headEnd/>
              <a:tailEnd/>
            </a:ln>
          </p:spPr>
          <p:txBody>
            <a:bodyPr/>
            <a:lstStyle/>
            <a:p>
              <a:pPr algn="ctr">
                <a:defRPr/>
              </a:pPr>
              <a:r>
                <a:rPr lang="en-US" sz="2000" dirty="0">
                  <a:latin typeface="Times New Roman" pitchFamily="18" charset="0"/>
                  <a:cs typeface="Arial" charset="0"/>
                </a:rPr>
                <a:t>1</a:t>
              </a:r>
            </a:p>
          </p:txBody>
        </p:sp>
        <p:sp>
          <p:nvSpPr>
            <p:cNvPr id="33863" name="Text Box 137">
              <a:extLst>
                <a:ext uri="{FF2B5EF4-FFF2-40B4-BE49-F238E27FC236}">
                  <a16:creationId xmlns:a16="http://schemas.microsoft.com/office/drawing/2014/main" id="{1743C6E8-5360-4967-AB60-3FE14513806E}"/>
                </a:ext>
              </a:extLst>
            </p:cNvPr>
            <p:cNvSpPr txBox="1">
              <a:spLocks noChangeArrowheads="1"/>
            </p:cNvSpPr>
            <p:nvPr/>
          </p:nvSpPr>
          <p:spPr bwMode="auto">
            <a:xfrm>
              <a:off x="8235900" y="5129213"/>
              <a:ext cx="547133" cy="428625"/>
            </a:xfrm>
            <a:prstGeom prst="rect">
              <a:avLst/>
            </a:prstGeom>
            <a:solidFill>
              <a:schemeClr val="accent1">
                <a:lumMod val="40000"/>
                <a:lumOff val="60000"/>
              </a:schemeClr>
            </a:solidFill>
            <a:ln w="31750">
              <a:solidFill>
                <a:srgbClr val="000000"/>
              </a:solidFill>
              <a:miter lim="800000"/>
              <a:headEnd/>
              <a:tailEnd/>
            </a:ln>
          </p:spPr>
          <p:txBody>
            <a:bodyPr/>
            <a:lstStyle/>
            <a:p>
              <a:pPr algn="ctr">
                <a:defRPr/>
              </a:pPr>
              <a:r>
                <a:rPr lang="en-US" sz="2000">
                  <a:latin typeface="Times New Roman" pitchFamily="18" charset="0"/>
                  <a:cs typeface="Arial" charset="0"/>
                </a:rPr>
                <a:t>0</a:t>
              </a:r>
            </a:p>
          </p:txBody>
        </p:sp>
        <p:sp>
          <p:nvSpPr>
            <p:cNvPr id="33864" name="Text Box 138">
              <a:extLst>
                <a:ext uri="{FF2B5EF4-FFF2-40B4-BE49-F238E27FC236}">
                  <a16:creationId xmlns:a16="http://schemas.microsoft.com/office/drawing/2014/main" id="{B2569003-BCD0-4908-9C13-FB79D42964C7}"/>
                </a:ext>
              </a:extLst>
            </p:cNvPr>
            <p:cNvSpPr txBox="1">
              <a:spLocks noChangeArrowheads="1"/>
            </p:cNvSpPr>
            <p:nvPr/>
          </p:nvSpPr>
          <p:spPr bwMode="auto">
            <a:xfrm>
              <a:off x="7566816" y="5130800"/>
              <a:ext cx="525709" cy="427038"/>
            </a:xfrm>
            <a:prstGeom prst="rect">
              <a:avLst/>
            </a:prstGeom>
            <a:solidFill>
              <a:schemeClr val="accent1">
                <a:lumMod val="40000"/>
                <a:lumOff val="60000"/>
              </a:schemeClr>
            </a:solidFill>
            <a:ln w="31750">
              <a:solidFill>
                <a:srgbClr val="000000"/>
              </a:solidFill>
              <a:miter lim="800000"/>
              <a:headEnd/>
              <a:tailEnd/>
            </a:ln>
          </p:spPr>
          <p:txBody>
            <a:bodyPr/>
            <a:lstStyle/>
            <a:p>
              <a:pPr algn="ctr">
                <a:defRPr/>
              </a:pPr>
              <a:r>
                <a:rPr lang="en-US" sz="2000">
                  <a:latin typeface="Times New Roman" pitchFamily="18" charset="0"/>
                  <a:cs typeface="Arial" charset="0"/>
                </a:rPr>
                <a:t>1</a:t>
              </a:r>
            </a:p>
          </p:txBody>
        </p:sp>
        <p:sp>
          <p:nvSpPr>
            <p:cNvPr id="33865" name="Text Box 139">
              <a:extLst>
                <a:ext uri="{FF2B5EF4-FFF2-40B4-BE49-F238E27FC236}">
                  <a16:creationId xmlns:a16="http://schemas.microsoft.com/office/drawing/2014/main" id="{3522EC9C-C829-47B2-BBF0-142DC128491D}"/>
                </a:ext>
              </a:extLst>
            </p:cNvPr>
            <p:cNvSpPr txBox="1">
              <a:spLocks noChangeArrowheads="1"/>
            </p:cNvSpPr>
            <p:nvPr/>
          </p:nvSpPr>
          <p:spPr bwMode="auto">
            <a:xfrm>
              <a:off x="6245128" y="5129213"/>
              <a:ext cx="545485" cy="428625"/>
            </a:xfrm>
            <a:prstGeom prst="rect">
              <a:avLst/>
            </a:prstGeom>
            <a:solidFill>
              <a:schemeClr val="accent1">
                <a:lumMod val="40000"/>
                <a:lumOff val="60000"/>
              </a:schemeClr>
            </a:solidFill>
            <a:ln w="31750">
              <a:solidFill>
                <a:srgbClr val="000000"/>
              </a:solidFill>
              <a:miter lim="800000"/>
              <a:headEnd/>
              <a:tailEnd/>
            </a:ln>
          </p:spPr>
          <p:txBody>
            <a:bodyPr/>
            <a:lstStyle/>
            <a:p>
              <a:pPr algn="ctr">
                <a:defRPr/>
              </a:pPr>
              <a:r>
                <a:rPr lang="en-US" sz="2000">
                  <a:latin typeface="Times New Roman" pitchFamily="18" charset="0"/>
                  <a:cs typeface="Arial" charset="0"/>
                </a:rPr>
                <a:t>1</a:t>
              </a:r>
            </a:p>
          </p:txBody>
        </p:sp>
        <p:sp>
          <p:nvSpPr>
            <p:cNvPr id="33866" name="Text Box 140">
              <a:extLst>
                <a:ext uri="{FF2B5EF4-FFF2-40B4-BE49-F238E27FC236}">
                  <a16:creationId xmlns:a16="http://schemas.microsoft.com/office/drawing/2014/main" id="{70F9E199-68A4-4618-96EE-4F54F878E489}"/>
                </a:ext>
              </a:extLst>
            </p:cNvPr>
            <p:cNvSpPr txBox="1">
              <a:spLocks noChangeArrowheads="1"/>
            </p:cNvSpPr>
            <p:nvPr/>
          </p:nvSpPr>
          <p:spPr bwMode="auto">
            <a:xfrm>
              <a:off x="6899381" y="5129213"/>
              <a:ext cx="547133" cy="428625"/>
            </a:xfrm>
            <a:prstGeom prst="rect">
              <a:avLst/>
            </a:prstGeom>
            <a:solidFill>
              <a:schemeClr val="accent1">
                <a:lumMod val="40000"/>
                <a:lumOff val="60000"/>
              </a:schemeClr>
            </a:solidFill>
            <a:ln w="31750">
              <a:solidFill>
                <a:srgbClr val="000000"/>
              </a:solidFill>
              <a:miter lim="800000"/>
              <a:headEnd/>
              <a:tailEnd/>
            </a:ln>
          </p:spPr>
          <p:txBody>
            <a:bodyPr/>
            <a:lstStyle/>
            <a:p>
              <a:pPr algn="ctr">
                <a:defRPr/>
              </a:pPr>
              <a:r>
                <a:rPr lang="en-US" sz="2000">
                  <a:latin typeface="Times New Roman" pitchFamily="18" charset="0"/>
                  <a:cs typeface="Arial" charset="0"/>
                </a:rPr>
                <a:t>0</a:t>
              </a:r>
            </a:p>
          </p:txBody>
        </p:sp>
        <p:sp>
          <p:nvSpPr>
            <p:cNvPr id="57421" name="Line 141">
              <a:extLst>
                <a:ext uri="{FF2B5EF4-FFF2-40B4-BE49-F238E27FC236}">
                  <a16:creationId xmlns:a16="http://schemas.microsoft.com/office/drawing/2014/main" id="{CB03F19C-3AC6-22F8-0794-168CBC746336}"/>
                </a:ext>
              </a:extLst>
            </p:cNvPr>
            <p:cNvSpPr>
              <a:spLocks noChangeShapeType="1"/>
            </p:cNvSpPr>
            <p:nvPr/>
          </p:nvSpPr>
          <p:spPr bwMode="auto">
            <a:xfrm flipH="1">
              <a:off x="6442075" y="4541838"/>
              <a:ext cx="134938" cy="582612"/>
            </a:xfrm>
            <a:prstGeom prst="line">
              <a:avLst/>
            </a:prstGeom>
            <a:noFill/>
            <a:ln w="31750">
              <a:solidFill>
                <a:srgbClr val="000000"/>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57422" name="Line 142">
              <a:extLst>
                <a:ext uri="{FF2B5EF4-FFF2-40B4-BE49-F238E27FC236}">
                  <a16:creationId xmlns:a16="http://schemas.microsoft.com/office/drawing/2014/main" id="{08C1AF5F-B0C2-91AA-AC6C-605ED35FE1B3}"/>
                </a:ext>
              </a:extLst>
            </p:cNvPr>
            <p:cNvSpPr>
              <a:spLocks noChangeShapeType="1"/>
            </p:cNvSpPr>
            <p:nvPr/>
          </p:nvSpPr>
          <p:spPr bwMode="auto">
            <a:xfrm>
              <a:off x="6821488" y="4505325"/>
              <a:ext cx="292100" cy="619125"/>
            </a:xfrm>
            <a:prstGeom prst="line">
              <a:avLst/>
            </a:prstGeom>
            <a:noFill/>
            <a:ln w="3175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0" name="Text Box 143">
              <a:extLst>
                <a:ext uri="{FF2B5EF4-FFF2-40B4-BE49-F238E27FC236}">
                  <a16:creationId xmlns:a16="http://schemas.microsoft.com/office/drawing/2014/main" id="{D708E5E3-442D-4F48-859A-C2AD92C7344B}"/>
                </a:ext>
              </a:extLst>
            </p:cNvPr>
            <p:cNvSpPr txBox="1">
              <a:spLocks noChangeArrowheads="1"/>
            </p:cNvSpPr>
            <p:nvPr/>
          </p:nvSpPr>
          <p:spPr bwMode="auto">
            <a:xfrm>
              <a:off x="7016387" y="4506913"/>
              <a:ext cx="397166" cy="311150"/>
            </a:xfrm>
            <a:prstGeom prst="rect">
              <a:avLst/>
            </a:prstGeom>
            <a:noFill/>
            <a:ln w="31750">
              <a:noFill/>
              <a:miter lim="800000"/>
              <a:headEnd/>
              <a:tailEnd/>
            </a:ln>
          </p:spPr>
          <p:txBody>
            <a:bodyPr/>
            <a:lstStyle/>
            <a:p>
              <a:pPr>
                <a:defRPr/>
              </a:pPr>
              <a:r>
                <a:rPr lang="en-US" sz="2000" dirty="0">
                  <a:latin typeface="+mj-lt"/>
                  <a:cs typeface="Arial" charset="0"/>
                </a:rPr>
                <a:t>1</a:t>
              </a:r>
            </a:p>
          </p:txBody>
        </p:sp>
        <p:sp>
          <p:nvSpPr>
            <p:cNvPr id="11" name="Text Box 144">
              <a:extLst>
                <a:ext uri="{FF2B5EF4-FFF2-40B4-BE49-F238E27FC236}">
                  <a16:creationId xmlns:a16="http://schemas.microsoft.com/office/drawing/2014/main" id="{FE796F3F-66EB-4456-B77E-E31F0481E644}"/>
                </a:ext>
              </a:extLst>
            </p:cNvPr>
            <p:cNvSpPr txBox="1">
              <a:spLocks noChangeArrowheads="1"/>
            </p:cNvSpPr>
            <p:nvPr/>
          </p:nvSpPr>
          <p:spPr bwMode="auto">
            <a:xfrm>
              <a:off x="6187449" y="4533900"/>
              <a:ext cx="482861" cy="379413"/>
            </a:xfrm>
            <a:prstGeom prst="rect">
              <a:avLst/>
            </a:prstGeom>
            <a:noFill/>
            <a:ln w="31750">
              <a:noFill/>
              <a:miter lim="800000"/>
              <a:headEnd/>
              <a:tailEnd/>
            </a:ln>
          </p:spPr>
          <p:txBody>
            <a:bodyPr/>
            <a:lstStyle/>
            <a:p>
              <a:pPr>
                <a:defRPr/>
              </a:pPr>
              <a:r>
                <a:rPr lang="en-US" sz="2000" dirty="0">
                  <a:latin typeface="+mj-lt"/>
                  <a:cs typeface="Arial" charset="0"/>
                </a:rPr>
                <a:t>0</a:t>
              </a:r>
            </a:p>
          </p:txBody>
        </p:sp>
        <p:sp>
          <p:nvSpPr>
            <p:cNvPr id="33871" name="Text Box 145">
              <a:extLst>
                <a:ext uri="{FF2B5EF4-FFF2-40B4-BE49-F238E27FC236}">
                  <a16:creationId xmlns:a16="http://schemas.microsoft.com/office/drawing/2014/main" id="{D0BACBD0-5B63-4E9C-A607-C247AD19851F}"/>
                </a:ext>
              </a:extLst>
            </p:cNvPr>
            <p:cNvSpPr txBox="1">
              <a:spLocks noChangeArrowheads="1"/>
            </p:cNvSpPr>
            <p:nvPr/>
          </p:nvSpPr>
          <p:spPr bwMode="auto">
            <a:xfrm>
              <a:off x="3657783" y="4562475"/>
              <a:ext cx="482862" cy="379413"/>
            </a:xfrm>
            <a:prstGeom prst="rect">
              <a:avLst/>
            </a:prstGeom>
            <a:noFill/>
            <a:ln w="31750">
              <a:noFill/>
              <a:miter lim="800000"/>
              <a:headEnd/>
              <a:tailEnd/>
            </a:ln>
          </p:spPr>
          <p:txBody>
            <a:bodyPr/>
            <a:lstStyle/>
            <a:p>
              <a:pPr>
                <a:defRPr/>
              </a:pPr>
              <a:r>
                <a:rPr lang="en-US" sz="2000" dirty="0">
                  <a:latin typeface="+mj-lt"/>
                  <a:cs typeface="Arial" charset="0"/>
                </a:rPr>
                <a:t>0</a:t>
              </a:r>
            </a:p>
          </p:txBody>
        </p:sp>
        <p:sp>
          <p:nvSpPr>
            <p:cNvPr id="33872" name="Text Box 146">
              <a:extLst>
                <a:ext uri="{FF2B5EF4-FFF2-40B4-BE49-F238E27FC236}">
                  <a16:creationId xmlns:a16="http://schemas.microsoft.com/office/drawing/2014/main" id="{69A9BF3C-4985-40C4-95BB-B7801C2A8E24}"/>
                </a:ext>
              </a:extLst>
            </p:cNvPr>
            <p:cNvSpPr txBox="1">
              <a:spLocks noChangeArrowheads="1"/>
            </p:cNvSpPr>
            <p:nvPr/>
          </p:nvSpPr>
          <p:spPr bwMode="auto">
            <a:xfrm>
              <a:off x="4430691" y="4545013"/>
              <a:ext cx="398814" cy="311150"/>
            </a:xfrm>
            <a:prstGeom prst="rect">
              <a:avLst/>
            </a:prstGeom>
            <a:noFill/>
            <a:ln w="31750">
              <a:noFill/>
              <a:miter lim="800000"/>
              <a:headEnd/>
              <a:tailEnd/>
            </a:ln>
          </p:spPr>
          <p:txBody>
            <a:bodyPr/>
            <a:lstStyle/>
            <a:p>
              <a:pPr>
                <a:defRPr/>
              </a:pPr>
              <a:r>
                <a:rPr lang="en-US" sz="2000" dirty="0">
                  <a:latin typeface="+mj-lt"/>
                  <a:cs typeface="Arial" charset="0"/>
                </a:rPr>
                <a:t>1</a:t>
              </a:r>
            </a:p>
          </p:txBody>
        </p:sp>
        <p:sp>
          <p:nvSpPr>
            <p:cNvPr id="33873" name="Text Box 147">
              <a:extLst>
                <a:ext uri="{FF2B5EF4-FFF2-40B4-BE49-F238E27FC236}">
                  <a16:creationId xmlns:a16="http://schemas.microsoft.com/office/drawing/2014/main" id="{45687628-4399-42C9-B936-57F415C3E4DA}"/>
                </a:ext>
              </a:extLst>
            </p:cNvPr>
            <p:cNvSpPr txBox="1">
              <a:spLocks noChangeArrowheads="1"/>
            </p:cNvSpPr>
            <p:nvPr/>
          </p:nvSpPr>
          <p:spPr bwMode="auto">
            <a:xfrm>
              <a:off x="3740182" y="4043363"/>
              <a:ext cx="687213" cy="550862"/>
            </a:xfrm>
            <a:prstGeom prst="rect">
              <a:avLst/>
            </a:prstGeom>
            <a:noFill/>
            <a:ln w="31750">
              <a:noFill/>
              <a:miter lim="800000"/>
              <a:headEnd/>
              <a:tailEnd/>
            </a:ln>
          </p:spPr>
          <p:txBody>
            <a:bodyPr/>
            <a:lstStyle/>
            <a:p>
              <a:pPr>
                <a:defRPr/>
              </a:pPr>
              <a:r>
                <a:rPr lang="en-US" sz="2000" dirty="0">
                  <a:latin typeface="+mj-lt"/>
                  <a:cs typeface="Arial" charset="0"/>
                </a:rPr>
                <a:t>x</a:t>
              </a:r>
              <a:r>
                <a:rPr lang="en-US" sz="2000" baseline="-25000" dirty="0">
                  <a:latin typeface="+mj-lt"/>
                  <a:cs typeface="Arial" charset="0"/>
                </a:rPr>
                <a:t>3</a:t>
              </a:r>
              <a:endParaRPr lang="en-US" sz="2000" dirty="0">
                <a:latin typeface="+mj-lt"/>
                <a:cs typeface="Arial" charset="0"/>
              </a:endParaRPr>
            </a:p>
          </p:txBody>
        </p:sp>
        <p:sp>
          <p:nvSpPr>
            <p:cNvPr id="33874" name="Text Box 148">
              <a:extLst>
                <a:ext uri="{FF2B5EF4-FFF2-40B4-BE49-F238E27FC236}">
                  <a16:creationId xmlns:a16="http://schemas.microsoft.com/office/drawing/2014/main" id="{0D5897C0-BAFB-4F31-A85B-E030F8E11F60}"/>
                </a:ext>
              </a:extLst>
            </p:cNvPr>
            <p:cNvSpPr txBox="1">
              <a:spLocks noChangeArrowheads="1"/>
            </p:cNvSpPr>
            <p:nvPr/>
          </p:nvSpPr>
          <p:spPr bwMode="auto">
            <a:xfrm>
              <a:off x="6919156" y="4090988"/>
              <a:ext cx="677324" cy="550862"/>
            </a:xfrm>
            <a:prstGeom prst="rect">
              <a:avLst/>
            </a:prstGeom>
            <a:noFill/>
            <a:ln w="31750">
              <a:noFill/>
              <a:miter lim="800000"/>
              <a:headEnd/>
              <a:tailEnd/>
            </a:ln>
          </p:spPr>
          <p:txBody>
            <a:bodyPr/>
            <a:lstStyle/>
            <a:p>
              <a:pPr>
                <a:defRPr/>
              </a:pPr>
              <a:r>
                <a:rPr lang="en-US" sz="2000" dirty="0">
                  <a:latin typeface="+mj-lt"/>
                  <a:cs typeface="Arial" charset="0"/>
                </a:rPr>
                <a:t>~x</a:t>
              </a:r>
              <a:r>
                <a:rPr lang="en-US" sz="2000" baseline="-25000" dirty="0">
                  <a:latin typeface="+mj-lt"/>
                  <a:cs typeface="Arial" charset="0"/>
                </a:rPr>
                <a:t>3</a:t>
              </a:r>
              <a:endParaRPr lang="en-US" sz="2000" dirty="0">
                <a:latin typeface="+mj-lt"/>
                <a:cs typeface="Arial" charset="0"/>
              </a:endParaRPr>
            </a:p>
          </p:txBody>
        </p:sp>
        <p:sp>
          <p:nvSpPr>
            <p:cNvPr id="33875" name="Text Box 149">
              <a:extLst>
                <a:ext uri="{FF2B5EF4-FFF2-40B4-BE49-F238E27FC236}">
                  <a16:creationId xmlns:a16="http://schemas.microsoft.com/office/drawing/2014/main" id="{FABCBCD5-C1D1-4703-BB33-91387F4449D9}"/>
                </a:ext>
              </a:extLst>
            </p:cNvPr>
            <p:cNvSpPr txBox="1">
              <a:spLocks noChangeArrowheads="1"/>
            </p:cNvSpPr>
            <p:nvPr/>
          </p:nvSpPr>
          <p:spPr bwMode="auto">
            <a:xfrm>
              <a:off x="8029902" y="4014788"/>
              <a:ext cx="675676" cy="550862"/>
            </a:xfrm>
            <a:prstGeom prst="rect">
              <a:avLst/>
            </a:prstGeom>
            <a:noFill/>
            <a:ln w="31750">
              <a:noFill/>
              <a:miter lim="800000"/>
              <a:headEnd/>
              <a:tailEnd/>
            </a:ln>
          </p:spPr>
          <p:txBody>
            <a:bodyPr/>
            <a:lstStyle/>
            <a:p>
              <a:pPr>
                <a:defRPr/>
              </a:pPr>
              <a:r>
                <a:rPr lang="en-US" sz="2000" dirty="0">
                  <a:latin typeface="+mj-lt"/>
                  <a:cs typeface="Arial" charset="0"/>
                </a:rPr>
                <a:t>~x</a:t>
              </a:r>
              <a:r>
                <a:rPr lang="en-US" sz="2000" baseline="-25000" dirty="0">
                  <a:latin typeface="+mj-lt"/>
                  <a:cs typeface="Arial" charset="0"/>
                </a:rPr>
                <a:t>3</a:t>
              </a:r>
              <a:endParaRPr lang="en-US" sz="2000" dirty="0">
                <a:latin typeface="+mj-lt"/>
                <a:cs typeface="Arial" charset="0"/>
              </a:endParaRPr>
            </a:p>
          </p:txBody>
        </p:sp>
      </p:grpSp>
      <p:graphicFrame>
        <p:nvGraphicFramePr>
          <p:cNvPr id="55" name="Table 54">
            <a:extLst>
              <a:ext uri="{FF2B5EF4-FFF2-40B4-BE49-F238E27FC236}">
                <a16:creationId xmlns:a16="http://schemas.microsoft.com/office/drawing/2014/main" id="{F0C84D67-B959-4BA0-862C-2461C06E73E1}"/>
              </a:ext>
            </a:extLst>
          </p:cNvPr>
          <p:cNvGraphicFramePr>
            <a:graphicFrameLocks noGrp="1"/>
          </p:cNvGraphicFramePr>
          <p:nvPr/>
        </p:nvGraphicFramePr>
        <p:xfrm>
          <a:off x="2200276" y="1816101"/>
          <a:ext cx="2333626" cy="3630615"/>
        </p:xfrm>
        <a:graphic>
          <a:graphicData uri="http://schemas.openxmlformats.org/drawingml/2006/table">
            <a:tbl>
              <a:tblPr firstRow="1" bandRow="1">
                <a:tableStyleId>{69CF1AB2-1976-4502-BF36-3FF5EA218861}</a:tableStyleId>
              </a:tblPr>
              <a:tblGrid>
                <a:gridCol w="1166813">
                  <a:extLst>
                    <a:ext uri="{9D8B030D-6E8A-4147-A177-3AD203B41FA5}">
                      <a16:colId xmlns:a16="http://schemas.microsoft.com/office/drawing/2014/main" val="20000"/>
                    </a:ext>
                  </a:extLst>
                </a:gridCol>
                <a:gridCol w="1166813">
                  <a:extLst>
                    <a:ext uri="{9D8B030D-6E8A-4147-A177-3AD203B41FA5}">
                      <a16:colId xmlns:a16="http://schemas.microsoft.com/office/drawing/2014/main" val="20001"/>
                    </a:ext>
                  </a:extLst>
                </a:gridCol>
              </a:tblGrid>
              <a:tr h="46041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x</a:t>
                      </a:r>
                      <a:r>
                        <a:rPr kumimoji="0" lang="en-US" sz="2000" u="none" strike="noStrike" cap="none" normalizeH="0" baseline="-25000" dirty="0">
                          <a:ln>
                            <a:noFill/>
                          </a:ln>
                          <a:effectLst/>
                        </a:rPr>
                        <a:t>2</a:t>
                      </a:r>
                      <a:r>
                        <a:rPr kumimoji="0" lang="en-US" sz="2000" u="none" strike="noStrike" cap="none" normalizeH="0" baseline="0" dirty="0">
                          <a:ln>
                            <a:noFill/>
                          </a:ln>
                          <a:effectLst/>
                        </a:rPr>
                        <a:t> x</a:t>
                      </a:r>
                      <a:r>
                        <a:rPr kumimoji="0" lang="en-US" sz="2000" u="none" strike="noStrike" cap="none" normalizeH="0" baseline="-25000" dirty="0">
                          <a:ln>
                            <a:noFill/>
                          </a:ln>
                          <a:effectLst/>
                        </a:rPr>
                        <a:t>1</a:t>
                      </a:r>
                      <a:r>
                        <a:rPr kumimoji="0" lang="en-US" sz="2000" u="none" strike="noStrike" cap="none" normalizeH="0" baseline="0" dirty="0">
                          <a:ln>
                            <a:noFill/>
                          </a:ln>
                          <a:effectLst/>
                        </a:rPr>
                        <a:t> x</a:t>
                      </a:r>
                      <a:r>
                        <a:rPr kumimoji="0" lang="en-US" sz="2000" u="none" strike="noStrike" cap="none" normalizeH="0" baseline="-25000" dirty="0">
                          <a:ln>
                            <a:noFill/>
                          </a:ln>
                          <a:effectLst/>
                        </a:rPr>
                        <a:t>3</a:t>
                      </a:r>
                      <a:endParaRPr kumimoji="0" lang="en-US" sz="2000" b="0" i="0" u="none" strike="noStrike" cap="none" normalizeH="0" baseline="0" dirty="0">
                        <a:ln>
                          <a:noFill/>
                        </a:ln>
                        <a:solidFill>
                          <a:schemeClr val="tx1"/>
                        </a:solidFill>
                        <a:effectLst/>
                        <a:latin typeface="Arial" charset="0"/>
                        <a:cs typeface="Arial" charset="0"/>
                      </a:endParaRPr>
                    </a:p>
                  </a:txBody>
                  <a:tcPr marT="45724" marB="45724"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f(x</a:t>
                      </a:r>
                      <a:r>
                        <a:rPr kumimoji="0" lang="en-US" sz="2000" u="none" strike="noStrike" cap="none" normalizeH="0" baseline="-25000" dirty="0">
                          <a:ln>
                            <a:noFill/>
                          </a:ln>
                          <a:effectLst/>
                        </a:rPr>
                        <a:t>1</a:t>
                      </a:r>
                      <a:r>
                        <a:rPr kumimoji="0" lang="en-US" sz="2000" u="none" strike="noStrike" cap="none" normalizeH="0" baseline="0" dirty="0">
                          <a:ln>
                            <a:noFill/>
                          </a:ln>
                          <a:effectLst/>
                        </a:rPr>
                        <a:t>x</a:t>
                      </a:r>
                      <a:r>
                        <a:rPr kumimoji="0" lang="en-US" sz="2000" u="none" strike="noStrike" cap="none" normalizeH="0" baseline="-25000" dirty="0">
                          <a:ln>
                            <a:noFill/>
                          </a:ln>
                          <a:effectLst/>
                        </a:rPr>
                        <a:t>2</a:t>
                      </a:r>
                      <a:r>
                        <a:rPr kumimoji="0" lang="en-US" sz="2000" u="none" strike="noStrike" cap="none" normalizeH="0" baseline="0" dirty="0">
                          <a:ln>
                            <a:noFill/>
                          </a:ln>
                          <a:effectLst/>
                        </a:rPr>
                        <a:t>x</a:t>
                      </a:r>
                      <a:r>
                        <a:rPr kumimoji="0" lang="en-US" sz="2000" u="none" strike="noStrike" cap="none" normalizeH="0" baseline="-25000" dirty="0">
                          <a:ln>
                            <a:noFill/>
                          </a:ln>
                          <a:effectLst/>
                        </a:rPr>
                        <a:t>3</a:t>
                      </a:r>
                      <a:r>
                        <a:rPr kumimoji="0" lang="en-US" sz="2000" u="none" strike="noStrike" cap="none" normalizeH="0" baseline="0" dirty="0">
                          <a:ln>
                            <a:noFill/>
                          </a:ln>
                          <a:effectLst/>
                        </a:rPr>
                        <a:t>)</a:t>
                      </a:r>
                      <a:endParaRPr kumimoji="0" lang="en-US" sz="2000" b="0" i="0" u="none" strike="noStrike" cap="none" normalizeH="0" baseline="0" dirty="0">
                        <a:ln>
                          <a:noFill/>
                        </a:ln>
                        <a:solidFill>
                          <a:schemeClr val="tx1"/>
                        </a:solidFill>
                        <a:effectLst/>
                        <a:latin typeface="Arial" charset="0"/>
                        <a:cs typeface="Arial" charset="0"/>
                      </a:endParaRPr>
                    </a:p>
                  </a:txBody>
                  <a:tcPr marT="45724" marB="45724" horzOverflow="overflow"/>
                </a:tc>
                <a:extLst>
                  <a:ext uri="{0D108BD9-81ED-4DB2-BD59-A6C34878D82A}">
                    <a16:rowId xmlns:a16="http://schemas.microsoft.com/office/drawing/2014/main" val="10000"/>
                  </a:ext>
                </a:extLst>
              </a:tr>
              <a:tr h="3962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a:ln>
                            <a:noFill/>
                          </a:ln>
                          <a:effectLst/>
                        </a:rPr>
                        <a:t>0  0  0 </a:t>
                      </a:r>
                      <a:endParaRPr kumimoji="0" lang="en-US" sz="2000" b="0" i="0" u="none" strike="noStrike" cap="none" normalizeH="0" baseline="0">
                        <a:ln>
                          <a:noFill/>
                        </a:ln>
                        <a:solidFill>
                          <a:schemeClr val="tx1"/>
                        </a:solidFill>
                        <a:effectLst/>
                        <a:latin typeface="Arial" charset="0"/>
                        <a:cs typeface="Arial" charset="0"/>
                      </a:endParaRPr>
                    </a:p>
                  </a:txBody>
                  <a:tcPr marT="45724" marB="45724"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a:ln>
                            <a:noFill/>
                          </a:ln>
                          <a:effectLst/>
                        </a:rPr>
                        <a:t>1</a:t>
                      </a:r>
                      <a:endParaRPr kumimoji="0" lang="en-US" sz="2000" b="0" i="0" u="none" strike="noStrike" cap="none" normalizeH="0" baseline="0">
                        <a:ln>
                          <a:noFill/>
                        </a:ln>
                        <a:solidFill>
                          <a:schemeClr val="tx1"/>
                        </a:solidFill>
                        <a:effectLst/>
                        <a:latin typeface="Arial" charset="0"/>
                        <a:cs typeface="Arial" charset="0"/>
                      </a:endParaRPr>
                    </a:p>
                  </a:txBody>
                  <a:tcPr marT="45724" marB="45724" horzOverflow="overflow"/>
                </a:tc>
                <a:extLst>
                  <a:ext uri="{0D108BD9-81ED-4DB2-BD59-A6C34878D82A}">
                    <a16:rowId xmlns:a16="http://schemas.microsoft.com/office/drawing/2014/main" val="10001"/>
                  </a:ext>
                </a:extLst>
              </a:tr>
              <a:tr h="3962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a:ln>
                            <a:noFill/>
                          </a:ln>
                          <a:effectLst/>
                        </a:rPr>
                        <a:t>0  0  1</a:t>
                      </a:r>
                      <a:endParaRPr kumimoji="0" lang="en-US" sz="2000" b="0" i="0" u="none" strike="noStrike" cap="none" normalizeH="0" baseline="0">
                        <a:ln>
                          <a:noFill/>
                        </a:ln>
                        <a:solidFill>
                          <a:schemeClr val="tx1"/>
                        </a:solidFill>
                        <a:effectLst/>
                        <a:latin typeface="Arial" charset="0"/>
                        <a:cs typeface="Arial" charset="0"/>
                      </a:endParaRPr>
                    </a:p>
                  </a:txBody>
                  <a:tcPr marT="45724" marB="45724"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a:ln>
                            <a:noFill/>
                          </a:ln>
                          <a:effectLst/>
                        </a:rPr>
                        <a:t>1</a:t>
                      </a:r>
                      <a:endParaRPr kumimoji="0" lang="en-US" sz="2000" b="0" i="0" u="none" strike="noStrike" cap="none" normalizeH="0" baseline="0">
                        <a:ln>
                          <a:noFill/>
                        </a:ln>
                        <a:solidFill>
                          <a:schemeClr val="tx1"/>
                        </a:solidFill>
                        <a:effectLst/>
                        <a:latin typeface="Arial" charset="0"/>
                        <a:cs typeface="Arial" charset="0"/>
                      </a:endParaRPr>
                    </a:p>
                  </a:txBody>
                  <a:tcPr marT="45724" marB="45724" horzOverflow="overflow"/>
                </a:tc>
                <a:extLst>
                  <a:ext uri="{0D108BD9-81ED-4DB2-BD59-A6C34878D82A}">
                    <a16:rowId xmlns:a16="http://schemas.microsoft.com/office/drawing/2014/main" val="10002"/>
                  </a:ext>
                </a:extLst>
              </a:tr>
              <a:tr h="3962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a:ln>
                            <a:noFill/>
                          </a:ln>
                          <a:effectLst/>
                        </a:rPr>
                        <a:t>0  1  0  </a:t>
                      </a:r>
                      <a:endParaRPr kumimoji="0" lang="en-US" sz="2000" b="0" i="0" u="none" strike="noStrike" cap="none" normalizeH="0" baseline="0">
                        <a:ln>
                          <a:noFill/>
                        </a:ln>
                        <a:solidFill>
                          <a:schemeClr val="tx1"/>
                        </a:solidFill>
                        <a:effectLst/>
                        <a:latin typeface="Arial" charset="0"/>
                        <a:cs typeface="Arial" charset="0"/>
                      </a:endParaRPr>
                    </a:p>
                  </a:txBody>
                  <a:tcPr marT="45724" marB="45724"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a:ln>
                            <a:noFill/>
                          </a:ln>
                          <a:effectLst/>
                        </a:rPr>
                        <a:t>0</a:t>
                      </a:r>
                      <a:endParaRPr kumimoji="0" lang="en-US" sz="2000" b="0" i="0" u="none" strike="noStrike" cap="none" normalizeH="0" baseline="0">
                        <a:ln>
                          <a:noFill/>
                        </a:ln>
                        <a:solidFill>
                          <a:schemeClr val="tx1"/>
                        </a:solidFill>
                        <a:effectLst/>
                        <a:latin typeface="Arial" charset="0"/>
                        <a:cs typeface="Arial" charset="0"/>
                      </a:endParaRPr>
                    </a:p>
                  </a:txBody>
                  <a:tcPr marT="45724" marB="45724" horzOverflow="overflow"/>
                </a:tc>
                <a:extLst>
                  <a:ext uri="{0D108BD9-81ED-4DB2-BD59-A6C34878D82A}">
                    <a16:rowId xmlns:a16="http://schemas.microsoft.com/office/drawing/2014/main" val="10003"/>
                  </a:ext>
                </a:extLst>
              </a:tr>
              <a:tr h="3962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a:ln>
                            <a:noFill/>
                          </a:ln>
                          <a:effectLst/>
                        </a:rPr>
                        <a:t>0  1  1</a:t>
                      </a:r>
                      <a:endParaRPr kumimoji="0" lang="en-US" sz="2000" b="0" i="0" u="none" strike="noStrike" cap="none" normalizeH="0" baseline="0">
                        <a:ln>
                          <a:noFill/>
                        </a:ln>
                        <a:solidFill>
                          <a:schemeClr val="tx1"/>
                        </a:solidFill>
                        <a:effectLst/>
                        <a:latin typeface="Arial" charset="0"/>
                        <a:cs typeface="Arial" charset="0"/>
                      </a:endParaRPr>
                    </a:p>
                  </a:txBody>
                  <a:tcPr marT="45724" marB="45724"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a:ln>
                            <a:noFill/>
                          </a:ln>
                          <a:effectLst/>
                        </a:rPr>
                        <a:t>0</a:t>
                      </a:r>
                      <a:endParaRPr kumimoji="0" lang="en-US" sz="2000" b="0" i="0" u="none" strike="noStrike" cap="none" normalizeH="0" baseline="0">
                        <a:ln>
                          <a:noFill/>
                        </a:ln>
                        <a:solidFill>
                          <a:schemeClr val="tx1"/>
                        </a:solidFill>
                        <a:effectLst/>
                        <a:latin typeface="Arial" charset="0"/>
                        <a:cs typeface="Arial" charset="0"/>
                      </a:endParaRPr>
                    </a:p>
                  </a:txBody>
                  <a:tcPr marT="45724" marB="45724" horzOverflow="overflow"/>
                </a:tc>
                <a:extLst>
                  <a:ext uri="{0D108BD9-81ED-4DB2-BD59-A6C34878D82A}">
                    <a16:rowId xmlns:a16="http://schemas.microsoft.com/office/drawing/2014/main" val="10004"/>
                  </a:ext>
                </a:extLst>
              </a:tr>
              <a:tr h="3962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a:ln>
                            <a:noFill/>
                          </a:ln>
                          <a:effectLst/>
                        </a:rPr>
                        <a:t>1  0  0  </a:t>
                      </a:r>
                      <a:endParaRPr kumimoji="0" lang="en-US" sz="2000" b="0" i="0" u="none" strike="noStrike" cap="none" normalizeH="0" baseline="0">
                        <a:ln>
                          <a:noFill/>
                        </a:ln>
                        <a:solidFill>
                          <a:schemeClr val="tx1"/>
                        </a:solidFill>
                        <a:effectLst/>
                        <a:latin typeface="Arial" charset="0"/>
                        <a:cs typeface="Arial" charset="0"/>
                      </a:endParaRPr>
                    </a:p>
                  </a:txBody>
                  <a:tcPr marT="45724" marB="45724"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1</a:t>
                      </a:r>
                      <a:endParaRPr kumimoji="0" lang="en-US" sz="2000" b="0" i="0" u="none" strike="noStrike" cap="none" normalizeH="0" baseline="0" dirty="0">
                        <a:ln>
                          <a:noFill/>
                        </a:ln>
                        <a:solidFill>
                          <a:schemeClr val="tx1"/>
                        </a:solidFill>
                        <a:effectLst/>
                        <a:latin typeface="Arial" charset="0"/>
                        <a:cs typeface="Arial" charset="0"/>
                      </a:endParaRPr>
                    </a:p>
                  </a:txBody>
                  <a:tcPr marT="45724" marB="45724" horzOverflow="overflow"/>
                </a:tc>
                <a:extLst>
                  <a:ext uri="{0D108BD9-81ED-4DB2-BD59-A6C34878D82A}">
                    <a16:rowId xmlns:a16="http://schemas.microsoft.com/office/drawing/2014/main" val="10005"/>
                  </a:ext>
                </a:extLst>
              </a:tr>
              <a:tr h="3962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a:ln>
                            <a:noFill/>
                          </a:ln>
                          <a:effectLst/>
                        </a:rPr>
                        <a:t>1  0  1</a:t>
                      </a:r>
                      <a:endParaRPr kumimoji="0" lang="en-US" sz="2000" b="0" i="0" u="none" strike="noStrike" cap="none" normalizeH="0" baseline="0">
                        <a:ln>
                          <a:noFill/>
                        </a:ln>
                        <a:solidFill>
                          <a:schemeClr val="tx1"/>
                        </a:solidFill>
                        <a:effectLst/>
                        <a:latin typeface="Arial" charset="0"/>
                        <a:cs typeface="Arial" charset="0"/>
                      </a:endParaRPr>
                    </a:p>
                  </a:txBody>
                  <a:tcPr marT="45724" marB="45724"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a:ln>
                            <a:noFill/>
                          </a:ln>
                          <a:effectLst/>
                        </a:rPr>
                        <a:t>0</a:t>
                      </a:r>
                      <a:endParaRPr kumimoji="0" lang="en-US" sz="2000" b="0" i="0" u="none" strike="noStrike" cap="none" normalizeH="0" baseline="0">
                        <a:ln>
                          <a:noFill/>
                        </a:ln>
                        <a:solidFill>
                          <a:schemeClr val="tx1"/>
                        </a:solidFill>
                        <a:effectLst/>
                        <a:latin typeface="Arial" charset="0"/>
                        <a:cs typeface="Arial" charset="0"/>
                      </a:endParaRPr>
                    </a:p>
                  </a:txBody>
                  <a:tcPr marT="45724" marB="45724" horzOverflow="overflow"/>
                </a:tc>
                <a:extLst>
                  <a:ext uri="{0D108BD9-81ED-4DB2-BD59-A6C34878D82A}">
                    <a16:rowId xmlns:a16="http://schemas.microsoft.com/office/drawing/2014/main" val="10006"/>
                  </a:ext>
                </a:extLst>
              </a:tr>
              <a:tr h="3962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a:ln>
                            <a:noFill/>
                          </a:ln>
                          <a:effectLst/>
                        </a:rPr>
                        <a:t>1  1  0</a:t>
                      </a:r>
                      <a:endParaRPr kumimoji="0" lang="en-US" sz="2000" b="0" i="0" u="none" strike="noStrike" cap="none" normalizeH="0" baseline="0">
                        <a:ln>
                          <a:noFill/>
                        </a:ln>
                        <a:solidFill>
                          <a:schemeClr val="tx1"/>
                        </a:solidFill>
                        <a:effectLst/>
                        <a:latin typeface="Arial" charset="0"/>
                        <a:cs typeface="Arial" charset="0"/>
                      </a:endParaRPr>
                    </a:p>
                  </a:txBody>
                  <a:tcPr marT="45724" marB="45724"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1</a:t>
                      </a:r>
                      <a:endParaRPr kumimoji="0" lang="en-US" sz="2000" b="0" i="0" u="none" strike="noStrike" cap="none" normalizeH="0" baseline="0" dirty="0">
                        <a:ln>
                          <a:noFill/>
                        </a:ln>
                        <a:solidFill>
                          <a:schemeClr val="tx1"/>
                        </a:solidFill>
                        <a:effectLst/>
                        <a:latin typeface="Arial" charset="0"/>
                        <a:cs typeface="Arial" charset="0"/>
                      </a:endParaRPr>
                    </a:p>
                  </a:txBody>
                  <a:tcPr marT="45724" marB="45724" horzOverflow="overflow"/>
                </a:tc>
                <a:extLst>
                  <a:ext uri="{0D108BD9-81ED-4DB2-BD59-A6C34878D82A}">
                    <a16:rowId xmlns:a16="http://schemas.microsoft.com/office/drawing/2014/main" val="10007"/>
                  </a:ext>
                </a:extLst>
              </a:tr>
              <a:tr h="3962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a:ln>
                            <a:noFill/>
                          </a:ln>
                          <a:effectLst/>
                        </a:rPr>
                        <a:t>1  1  1</a:t>
                      </a:r>
                      <a:endParaRPr kumimoji="0" lang="en-US" sz="2000" b="0" i="0" u="none" strike="noStrike" cap="none" normalizeH="0" baseline="0">
                        <a:ln>
                          <a:noFill/>
                        </a:ln>
                        <a:solidFill>
                          <a:schemeClr val="tx1"/>
                        </a:solidFill>
                        <a:effectLst/>
                        <a:latin typeface="Arial" charset="0"/>
                        <a:cs typeface="Arial" charset="0"/>
                      </a:endParaRPr>
                    </a:p>
                  </a:txBody>
                  <a:tcPr marT="45724" marB="45724"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0</a:t>
                      </a:r>
                      <a:endParaRPr kumimoji="0" lang="en-US" sz="2000" b="0" i="0" u="none" strike="noStrike" cap="none" normalizeH="0" baseline="0" dirty="0">
                        <a:ln>
                          <a:noFill/>
                        </a:ln>
                        <a:solidFill>
                          <a:schemeClr val="tx1"/>
                        </a:solidFill>
                        <a:effectLst/>
                        <a:latin typeface="Arial" charset="0"/>
                        <a:cs typeface="Arial" charset="0"/>
                      </a:endParaRPr>
                    </a:p>
                  </a:txBody>
                  <a:tcPr marT="45724" marB="45724" horzOverflow="overflow"/>
                </a:tc>
                <a:extLst>
                  <a:ext uri="{0D108BD9-81ED-4DB2-BD59-A6C34878D82A}">
                    <a16:rowId xmlns:a16="http://schemas.microsoft.com/office/drawing/2014/main" val="10008"/>
                  </a:ext>
                </a:extLst>
              </a:tr>
            </a:tbl>
          </a:graphicData>
        </a:graphic>
      </p:graphicFrame>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1" name="Oval 26">
            <a:extLst>
              <a:ext uri="{FF2B5EF4-FFF2-40B4-BE49-F238E27FC236}">
                <a16:creationId xmlns:a16="http://schemas.microsoft.com/office/drawing/2014/main" id="{E1A3439F-6DBB-4B5B-873E-B885FF9C98D4}"/>
              </a:ext>
            </a:extLst>
          </p:cNvPr>
          <p:cNvSpPr>
            <a:spLocks noChangeArrowheads="1"/>
          </p:cNvSpPr>
          <p:nvPr/>
        </p:nvSpPr>
        <p:spPr bwMode="auto">
          <a:xfrm>
            <a:off x="2309813" y="3589339"/>
            <a:ext cx="563562" cy="465137"/>
          </a:xfrm>
          <a:prstGeom prst="ellipse">
            <a:avLst/>
          </a:prstGeom>
          <a:solidFill>
            <a:schemeClr val="accent1">
              <a:lumMod val="60000"/>
              <a:lumOff val="40000"/>
            </a:schemeClr>
          </a:solidFill>
          <a:ln w="12700">
            <a:solidFill>
              <a:srgbClr val="000000"/>
            </a:solidFill>
            <a:round/>
            <a:headEnd/>
            <a:tailEnd/>
          </a:ln>
        </p:spPr>
        <p:txBody>
          <a:bodyPr/>
          <a:lstStyle/>
          <a:p>
            <a:pPr>
              <a:defRPr/>
            </a:pPr>
            <a:r>
              <a:rPr lang="en-US" sz="2000">
                <a:latin typeface="Times New Roman" pitchFamily="18" charset="0"/>
                <a:cs typeface="Arial" charset="0"/>
              </a:rPr>
              <a:t>x</a:t>
            </a:r>
            <a:r>
              <a:rPr lang="en-US" sz="2000" baseline="-25000">
                <a:latin typeface="Times New Roman" pitchFamily="18" charset="0"/>
                <a:cs typeface="Arial" charset="0"/>
              </a:rPr>
              <a:t>3</a:t>
            </a:r>
            <a:endParaRPr lang="en-US" sz="2000">
              <a:latin typeface="Times New Roman" pitchFamily="18" charset="0"/>
              <a:cs typeface="Arial" charset="0"/>
            </a:endParaRPr>
          </a:p>
        </p:txBody>
      </p:sp>
      <p:sp>
        <p:nvSpPr>
          <p:cNvPr id="59395" name="Line 36">
            <a:extLst>
              <a:ext uri="{FF2B5EF4-FFF2-40B4-BE49-F238E27FC236}">
                <a16:creationId xmlns:a16="http://schemas.microsoft.com/office/drawing/2014/main" id="{0F273811-A375-3B8D-D692-B2E30CB91CD1}"/>
              </a:ext>
            </a:extLst>
          </p:cNvPr>
          <p:cNvSpPr>
            <a:spLocks noChangeShapeType="1"/>
          </p:cNvSpPr>
          <p:nvPr/>
        </p:nvSpPr>
        <p:spPr bwMode="auto">
          <a:xfrm flipH="1">
            <a:off x="7639051" y="2144714"/>
            <a:ext cx="182563" cy="471487"/>
          </a:xfrm>
          <a:prstGeom prst="line">
            <a:avLst/>
          </a:prstGeom>
          <a:noFill/>
          <a:ln w="31750">
            <a:solidFill>
              <a:srgbClr val="000000"/>
            </a:solidFill>
            <a:prstDash val="dash"/>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59396" name="Line 37">
            <a:extLst>
              <a:ext uri="{FF2B5EF4-FFF2-40B4-BE49-F238E27FC236}">
                <a16:creationId xmlns:a16="http://schemas.microsoft.com/office/drawing/2014/main" id="{E6D19A19-7781-0C83-00FB-66D63068B44D}"/>
              </a:ext>
            </a:extLst>
          </p:cNvPr>
          <p:cNvSpPr>
            <a:spLocks noChangeShapeType="1"/>
          </p:cNvSpPr>
          <p:nvPr/>
        </p:nvSpPr>
        <p:spPr bwMode="auto">
          <a:xfrm>
            <a:off x="8115300" y="2076450"/>
            <a:ext cx="1455738" cy="1512888"/>
          </a:xfrm>
          <a:prstGeom prst="line">
            <a:avLst/>
          </a:prstGeom>
          <a:noFill/>
          <a:ln w="3175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59397" name="Line 39">
            <a:extLst>
              <a:ext uri="{FF2B5EF4-FFF2-40B4-BE49-F238E27FC236}">
                <a16:creationId xmlns:a16="http://schemas.microsoft.com/office/drawing/2014/main" id="{BA485CCD-7E3E-BEB2-C51D-C5E25426FCE6}"/>
              </a:ext>
            </a:extLst>
          </p:cNvPr>
          <p:cNvSpPr>
            <a:spLocks noChangeShapeType="1"/>
          </p:cNvSpPr>
          <p:nvPr/>
        </p:nvSpPr>
        <p:spPr bwMode="auto">
          <a:xfrm flipH="1">
            <a:off x="7331076" y="3078164"/>
            <a:ext cx="219075" cy="1550987"/>
          </a:xfrm>
          <a:prstGeom prst="line">
            <a:avLst/>
          </a:prstGeom>
          <a:noFill/>
          <a:ln w="31750">
            <a:solidFill>
              <a:srgbClr val="000000"/>
            </a:solidFill>
            <a:prstDash val="dash"/>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59398" name="Line 44">
            <a:extLst>
              <a:ext uri="{FF2B5EF4-FFF2-40B4-BE49-F238E27FC236}">
                <a16:creationId xmlns:a16="http://schemas.microsoft.com/office/drawing/2014/main" id="{66041AE4-953B-2D00-CC1B-BB4F271DDEFA}"/>
              </a:ext>
            </a:extLst>
          </p:cNvPr>
          <p:cNvSpPr>
            <a:spLocks noChangeShapeType="1"/>
          </p:cNvSpPr>
          <p:nvPr/>
        </p:nvSpPr>
        <p:spPr bwMode="auto">
          <a:xfrm flipH="1">
            <a:off x="7581901" y="3978276"/>
            <a:ext cx="1903413" cy="671513"/>
          </a:xfrm>
          <a:prstGeom prst="line">
            <a:avLst/>
          </a:prstGeom>
          <a:noFill/>
          <a:ln w="31750">
            <a:solidFill>
              <a:srgbClr val="000000"/>
            </a:solidFill>
            <a:prstDash val="dash"/>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34826" name="Oval 46">
            <a:extLst>
              <a:ext uri="{FF2B5EF4-FFF2-40B4-BE49-F238E27FC236}">
                <a16:creationId xmlns:a16="http://schemas.microsoft.com/office/drawing/2014/main" id="{F8E08886-656D-4C44-B555-18642AC8A267}"/>
              </a:ext>
            </a:extLst>
          </p:cNvPr>
          <p:cNvSpPr>
            <a:spLocks noChangeArrowheads="1"/>
          </p:cNvSpPr>
          <p:nvPr/>
        </p:nvSpPr>
        <p:spPr bwMode="auto">
          <a:xfrm>
            <a:off x="7681914" y="1728789"/>
            <a:ext cx="561975" cy="465137"/>
          </a:xfrm>
          <a:prstGeom prst="ellipse">
            <a:avLst/>
          </a:prstGeom>
          <a:solidFill>
            <a:schemeClr val="accent1">
              <a:lumMod val="60000"/>
              <a:lumOff val="40000"/>
            </a:schemeClr>
          </a:solidFill>
          <a:ln w="12700">
            <a:solidFill>
              <a:srgbClr val="000000"/>
            </a:solidFill>
            <a:round/>
            <a:headEnd/>
            <a:tailEnd/>
          </a:ln>
        </p:spPr>
        <p:txBody>
          <a:bodyPr/>
          <a:lstStyle/>
          <a:p>
            <a:pPr algn="ctr">
              <a:defRPr/>
            </a:pPr>
            <a:r>
              <a:rPr lang="en-US" sz="2000">
                <a:latin typeface="Times New Roman" pitchFamily="18" charset="0"/>
                <a:cs typeface="Arial" charset="0"/>
              </a:rPr>
              <a:t>x</a:t>
            </a:r>
            <a:r>
              <a:rPr lang="en-US" sz="2000" baseline="-25000">
                <a:latin typeface="Times New Roman" pitchFamily="18" charset="0"/>
                <a:cs typeface="Arial" charset="0"/>
              </a:rPr>
              <a:t>2</a:t>
            </a:r>
          </a:p>
        </p:txBody>
      </p:sp>
      <p:sp>
        <p:nvSpPr>
          <p:cNvPr id="34827" name="Oval 47">
            <a:extLst>
              <a:ext uri="{FF2B5EF4-FFF2-40B4-BE49-F238E27FC236}">
                <a16:creationId xmlns:a16="http://schemas.microsoft.com/office/drawing/2014/main" id="{DAF89C59-B1C4-447A-8189-869E391D890F}"/>
              </a:ext>
            </a:extLst>
          </p:cNvPr>
          <p:cNvSpPr>
            <a:spLocks noChangeArrowheads="1"/>
          </p:cNvSpPr>
          <p:nvPr/>
        </p:nvSpPr>
        <p:spPr bwMode="auto">
          <a:xfrm>
            <a:off x="7331076" y="2605089"/>
            <a:ext cx="563563" cy="465137"/>
          </a:xfrm>
          <a:prstGeom prst="ellipse">
            <a:avLst/>
          </a:prstGeom>
          <a:solidFill>
            <a:schemeClr val="accent1">
              <a:lumMod val="60000"/>
              <a:lumOff val="40000"/>
            </a:schemeClr>
          </a:solidFill>
          <a:ln w="12700">
            <a:solidFill>
              <a:srgbClr val="000000"/>
            </a:solidFill>
            <a:round/>
            <a:headEnd/>
            <a:tailEnd/>
          </a:ln>
        </p:spPr>
        <p:txBody>
          <a:bodyPr/>
          <a:lstStyle/>
          <a:p>
            <a:pPr algn="ctr">
              <a:defRPr/>
            </a:pPr>
            <a:r>
              <a:rPr lang="en-US" sz="2000">
                <a:latin typeface="Times New Roman" pitchFamily="18" charset="0"/>
                <a:cs typeface="Arial" charset="0"/>
              </a:rPr>
              <a:t>x</a:t>
            </a:r>
            <a:r>
              <a:rPr lang="en-US" sz="2000" baseline="-25000">
                <a:latin typeface="Times New Roman" pitchFamily="18" charset="0"/>
                <a:cs typeface="Arial" charset="0"/>
              </a:rPr>
              <a:t>1</a:t>
            </a:r>
          </a:p>
        </p:txBody>
      </p:sp>
      <p:sp>
        <p:nvSpPr>
          <p:cNvPr id="34828" name="Oval 50">
            <a:extLst>
              <a:ext uri="{FF2B5EF4-FFF2-40B4-BE49-F238E27FC236}">
                <a16:creationId xmlns:a16="http://schemas.microsoft.com/office/drawing/2014/main" id="{63DFF6A1-91B3-4F83-9A53-C7D9B053A447}"/>
              </a:ext>
            </a:extLst>
          </p:cNvPr>
          <p:cNvSpPr>
            <a:spLocks noChangeArrowheads="1"/>
          </p:cNvSpPr>
          <p:nvPr/>
        </p:nvSpPr>
        <p:spPr bwMode="auto">
          <a:xfrm>
            <a:off x="9404351" y="3552825"/>
            <a:ext cx="563563" cy="465138"/>
          </a:xfrm>
          <a:prstGeom prst="ellipse">
            <a:avLst/>
          </a:prstGeom>
          <a:solidFill>
            <a:schemeClr val="accent1">
              <a:lumMod val="60000"/>
              <a:lumOff val="40000"/>
            </a:schemeClr>
          </a:solidFill>
          <a:ln w="12700">
            <a:solidFill>
              <a:srgbClr val="000000"/>
            </a:solidFill>
            <a:round/>
            <a:headEnd/>
            <a:tailEnd/>
          </a:ln>
        </p:spPr>
        <p:txBody>
          <a:bodyPr/>
          <a:lstStyle/>
          <a:p>
            <a:pPr algn="ctr">
              <a:defRPr/>
            </a:pPr>
            <a:r>
              <a:rPr lang="en-US" sz="2000">
                <a:solidFill>
                  <a:srgbClr val="0000FF"/>
                </a:solidFill>
                <a:latin typeface="Times New Roman" pitchFamily="18" charset="0"/>
                <a:cs typeface="Arial" charset="0"/>
              </a:rPr>
              <a:t>x</a:t>
            </a:r>
            <a:r>
              <a:rPr lang="en-US" sz="2000" baseline="-25000">
                <a:solidFill>
                  <a:srgbClr val="0000FF"/>
                </a:solidFill>
                <a:latin typeface="Times New Roman" pitchFamily="18" charset="0"/>
                <a:cs typeface="Arial" charset="0"/>
              </a:rPr>
              <a:t>3</a:t>
            </a:r>
            <a:endParaRPr lang="en-US" sz="2000">
              <a:solidFill>
                <a:srgbClr val="0000FF"/>
              </a:solidFill>
              <a:latin typeface="Times New Roman" pitchFamily="18" charset="0"/>
              <a:cs typeface="Arial" charset="0"/>
            </a:endParaRPr>
          </a:p>
        </p:txBody>
      </p:sp>
      <p:sp>
        <p:nvSpPr>
          <p:cNvPr id="2" name="Text Box 51">
            <a:extLst>
              <a:ext uri="{FF2B5EF4-FFF2-40B4-BE49-F238E27FC236}">
                <a16:creationId xmlns:a16="http://schemas.microsoft.com/office/drawing/2014/main" id="{B33D1E5C-BDBC-4F08-8955-C3273924C6E1}"/>
              </a:ext>
            </a:extLst>
          </p:cNvPr>
          <p:cNvSpPr txBox="1">
            <a:spLocks noChangeArrowheads="1"/>
          </p:cNvSpPr>
          <p:nvPr/>
        </p:nvSpPr>
        <p:spPr bwMode="auto">
          <a:xfrm>
            <a:off x="8216900" y="1619251"/>
            <a:ext cx="1392238" cy="519113"/>
          </a:xfrm>
          <a:prstGeom prst="rect">
            <a:avLst/>
          </a:prstGeom>
          <a:noFill/>
          <a:ln w="31750">
            <a:noFill/>
            <a:miter lim="800000"/>
            <a:headEnd/>
            <a:tailEnd/>
          </a:ln>
        </p:spPr>
        <p:txBody>
          <a:bodyPr/>
          <a:lstStyle/>
          <a:p>
            <a:pPr>
              <a:defRPr/>
            </a:pPr>
            <a:r>
              <a:rPr lang="en-US" sz="2000" dirty="0">
                <a:latin typeface="+mj-lt"/>
                <a:cs typeface="Arial" charset="0"/>
              </a:rPr>
              <a:t>f(x</a:t>
            </a:r>
            <a:r>
              <a:rPr lang="en-US" sz="2000" baseline="-25000" dirty="0">
                <a:latin typeface="+mj-lt"/>
                <a:cs typeface="Arial" charset="0"/>
              </a:rPr>
              <a:t>1</a:t>
            </a:r>
            <a:r>
              <a:rPr lang="en-US" sz="2000" dirty="0">
                <a:latin typeface="+mj-lt"/>
                <a:cs typeface="Arial" charset="0"/>
              </a:rPr>
              <a:t>,x</a:t>
            </a:r>
            <a:r>
              <a:rPr lang="en-US" sz="2000" baseline="-25000" dirty="0">
                <a:latin typeface="+mj-lt"/>
                <a:cs typeface="Arial" charset="0"/>
              </a:rPr>
              <a:t>2</a:t>
            </a:r>
            <a:r>
              <a:rPr lang="en-US" sz="2000" dirty="0">
                <a:latin typeface="+mj-lt"/>
                <a:cs typeface="Arial" charset="0"/>
              </a:rPr>
              <a:t>,x</a:t>
            </a:r>
            <a:r>
              <a:rPr lang="en-US" sz="2000" baseline="-25000" dirty="0">
                <a:latin typeface="+mj-lt"/>
                <a:cs typeface="Arial" charset="0"/>
              </a:rPr>
              <a:t>3</a:t>
            </a:r>
            <a:r>
              <a:rPr lang="en-US" sz="2000" dirty="0">
                <a:latin typeface="+mj-lt"/>
                <a:cs typeface="Arial" charset="0"/>
              </a:rPr>
              <a:t>)</a:t>
            </a:r>
          </a:p>
        </p:txBody>
      </p:sp>
      <p:sp>
        <p:nvSpPr>
          <p:cNvPr id="3" name="Text Box 54">
            <a:extLst>
              <a:ext uri="{FF2B5EF4-FFF2-40B4-BE49-F238E27FC236}">
                <a16:creationId xmlns:a16="http://schemas.microsoft.com/office/drawing/2014/main" id="{DDA140A6-D2BB-4C74-8D76-0958F370676E}"/>
              </a:ext>
            </a:extLst>
          </p:cNvPr>
          <p:cNvSpPr txBox="1">
            <a:spLocks noChangeArrowheads="1"/>
          </p:cNvSpPr>
          <p:nvPr/>
        </p:nvSpPr>
        <p:spPr bwMode="auto">
          <a:xfrm>
            <a:off x="8829676" y="3597275"/>
            <a:ext cx="671513" cy="336550"/>
          </a:xfrm>
          <a:prstGeom prst="rect">
            <a:avLst/>
          </a:prstGeom>
          <a:noFill/>
          <a:ln w="12700">
            <a:noFill/>
            <a:miter lim="800000"/>
            <a:headEnd/>
            <a:tailEnd/>
          </a:ln>
        </p:spPr>
        <p:txBody>
          <a:bodyPr/>
          <a:lstStyle/>
          <a:p>
            <a:pPr>
              <a:defRPr/>
            </a:pPr>
            <a:r>
              <a:rPr lang="en-US" sz="2000" dirty="0">
                <a:latin typeface="+mj-lt"/>
                <a:cs typeface="Arial" charset="0"/>
              </a:rPr>
              <a:t>~x</a:t>
            </a:r>
            <a:r>
              <a:rPr lang="en-US" sz="2000" baseline="-25000" dirty="0">
                <a:latin typeface="+mj-lt"/>
                <a:cs typeface="Arial" charset="0"/>
              </a:rPr>
              <a:t>3</a:t>
            </a:r>
            <a:endParaRPr lang="en-US" sz="2000" dirty="0">
              <a:latin typeface="+mj-lt"/>
              <a:cs typeface="Arial" charset="0"/>
            </a:endParaRPr>
          </a:p>
        </p:txBody>
      </p:sp>
      <p:sp>
        <p:nvSpPr>
          <p:cNvPr id="59404" name="Line 62">
            <a:extLst>
              <a:ext uri="{FF2B5EF4-FFF2-40B4-BE49-F238E27FC236}">
                <a16:creationId xmlns:a16="http://schemas.microsoft.com/office/drawing/2014/main" id="{FE3458C6-D700-C7B5-88B0-0C90ADC23D4A}"/>
              </a:ext>
            </a:extLst>
          </p:cNvPr>
          <p:cNvSpPr>
            <a:spLocks noChangeShapeType="1"/>
          </p:cNvSpPr>
          <p:nvPr/>
        </p:nvSpPr>
        <p:spPr bwMode="auto">
          <a:xfrm flipH="1">
            <a:off x="9218613" y="4040188"/>
            <a:ext cx="488950" cy="588962"/>
          </a:xfrm>
          <a:prstGeom prst="line">
            <a:avLst/>
          </a:prstGeom>
          <a:noFill/>
          <a:ln w="3175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59405" name="Line 67">
            <a:extLst>
              <a:ext uri="{FF2B5EF4-FFF2-40B4-BE49-F238E27FC236}">
                <a16:creationId xmlns:a16="http://schemas.microsoft.com/office/drawing/2014/main" id="{64980E55-9B1A-E575-27C8-3A8C8CEC30BF}"/>
              </a:ext>
            </a:extLst>
          </p:cNvPr>
          <p:cNvSpPr>
            <a:spLocks noChangeShapeType="1"/>
          </p:cNvSpPr>
          <p:nvPr/>
        </p:nvSpPr>
        <p:spPr bwMode="auto">
          <a:xfrm>
            <a:off x="7783514" y="3000376"/>
            <a:ext cx="1366837" cy="1628775"/>
          </a:xfrm>
          <a:prstGeom prst="line">
            <a:avLst/>
          </a:prstGeom>
          <a:noFill/>
          <a:ln w="317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4" name="Text Box 68">
            <a:extLst>
              <a:ext uri="{FF2B5EF4-FFF2-40B4-BE49-F238E27FC236}">
                <a16:creationId xmlns:a16="http://schemas.microsoft.com/office/drawing/2014/main" id="{69BBE940-9359-4600-B9B1-52B6FC661761}"/>
              </a:ext>
            </a:extLst>
          </p:cNvPr>
          <p:cNvSpPr txBox="1">
            <a:spLocks noChangeArrowheads="1"/>
          </p:cNvSpPr>
          <p:nvPr/>
        </p:nvSpPr>
        <p:spPr bwMode="auto">
          <a:xfrm>
            <a:off x="6762751" y="2649538"/>
            <a:ext cx="708025" cy="519112"/>
          </a:xfrm>
          <a:prstGeom prst="rect">
            <a:avLst/>
          </a:prstGeom>
          <a:noFill/>
          <a:ln w="31750">
            <a:noFill/>
            <a:miter lim="800000"/>
            <a:headEnd/>
            <a:tailEnd/>
          </a:ln>
        </p:spPr>
        <p:txBody>
          <a:bodyPr/>
          <a:lstStyle/>
          <a:p>
            <a:pPr>
              <a:defRPr/>
            </a:pPr>
            <a:r>
              <a:rPr lang="en-US" sz="2000" dirty="0">
                <a:latin typeface="+mj-lt"/>
                <a:cs typeface="Arial" charset="0"/>
              </a:rPr>
              <a:t>~x</a:t>
            </a:r>
            <a:r>
              <a:rPr lang="en-US" sz="2000" baseline="-25000" dirty="0">
                <a:latin typeface="+mj-lt"/>
                <a:cs typeface="Arial" charset="0"/>
              </a:rPr>
              <a:t>1</a:t>
            </a:r>
          </a:p>
        </p:txBody>
      </p:sp>
      <p:sp>
        <p:nvSpPr>
          <p:cNvPr id="59407" name="AutoShape 71">
            <a:extLst>
              <a:ext uri="{FF2B5EF4-FFF2-40B4-BE49-F238E27FC236}">
                <a16:creationId xmlns:a16="http://schemas.microsoft.com/office/drawing/2014/main" id="{AC2AE9B8-2762-D94C-F051-C693EB531FB1}"/>
              </a:ext>
            </a:extLst>
          </p:cNvPr>
          <p:cNvSpPr>
            <a:spLocks noChangeArrowheads="1"/>
          </p:cNvSpPr>
          <p:nvPr/>
        </p:nvSpPr>
        <p:spPr bwMode="auto">
          <a:xfrm>
            <a:off x="6000751" y="2357439"/>
            <a:ext cx="841375" cy="173037"/>
          </a:xfrm>
          <a:prstGeom prst="rightArrow">
            <a:avLst>
              <a:gd name="adj1" fmla="val 50000"/>
              <a:gd name="adj2" fmla="val 121560"/>
            </a:avLst>
          </a:prstGeom>
          <a:solidFill>
            <a:srgbClr val="0000FF"/>
          </a:solidFill>
          <a:ln w="9525">
            <a:solidFill>
              <a:schemeClr val="tx1"/>
            </a:solidFill>
            <a:miter lim="800000"/>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endParaRPr lang="ru-RU" altLang="en-US" b="0"/>
          </a:p>
        </p:txBody>
      </p:sp>
      <p:sp>
        <p:nvSpPr>
          <p:cNvPr id="5" name="Text Box 6">
            <a:extLst>
              <a:ext uri="{FF2B5EF4-FFF2-40B4-BE49-F238E27FC236}">
                <a16:creationId xmlns:a16="http://schemas.microsoft.com/office/drawing/2014/main" id="{6833015F-3E91-490C-A8D1-7CFD8CAC7594}"/>
              </a:ext>
            </a:extLst>
          </p:cNvPr>
          <p:cNvSpPr txBox="1">
            <a:spLocks noChangeArrowheads="1"/>
          </p:cNvSpPr>
          <p:nvPr/>
        </p:nvSpPr>
        <p:spPr bwMode="auto">
          <a:xfrm>
            <a:off x="5630864" y="2470151"/>
            <a:ext cx="623887" cy="519113"/>
          </a:xfrm>
          <a:prstGeom prst="rect">
            <a:avLst/>
          </a:prstGeom>
          <a:noFill/>
          <a:ln w="31750">
            <a:noFill/>
            <a:miter lim="800000"/>
            <a:headEnd/>
            <a:tailEnd/>
          </a:ln>
        </p:spPr>
        <p:txBody>
          <a:bodyPr/>
          <a:lstStyle/>
          <a:p>
            <a:pPr>
              <a:defRPr/>
            </a:pPr>
            <a:r>
              <a:rPr lang="en-US" sz="2000" dirty="0">
                <a:latin typeface="+mj-lt"/>
                <a:cs typeface="Arial" charset="0"/>
                <a:sym typeface="Symbol" pitchFamily="18" charset="2"/>
              </a:rPr>
              <a:t>~x</a:t>
            </a:r>
            <a:r>
              <a:rPr lang="en-US" sz="2000" baseline="-25000" dirty="0">
                <a:latin typeface="+mj-lt"/>
                <a:cs typeface="Arial" charset="0"/>
                <a:sym typeface="Symbol" pitchFamily="18" charset="2"/>
              </a:rPr>
              <a:t>3</a:t>
            </a:r>
            <a:endParaRPr lang="en-US" sz="2000" dirty="0">
              <a:latin typeface="+mj-lt"/>
              <a:cs typeface="Arial" charset="0"/>
            </a:endParaRPr>
          </a:p>
        </p:txBody>
      </p:sp>
      <p:sp>
        <p:nvSpPr>
          <p:cNvPr id="59409" name="Line 7">
            <a:extLst>
              <a:ext uri="{FF2B5EF4-FFF2-40B4-BE49-F238E27FC236}">
                <a16:creationId xmlns:a16="http://schemas.microsoft.com/office/drawing/2014/main" id="{48127750-5F0D-D2DF-4042-A7EA6AC42725}"/>
              </a:ext>
            </a:extLst>
          </p:cNvPr>
          <p:cNvSpPr>
            <a:spLocks noChangeShapeType="1"/>
          </p:cNvSpPr>
          <p:nvPr/>
        </p:nvSpPr>
        <p:spPr bwMode="auto">
          <a:xfrm flipH="1">
            <a:off x="3671888" y="2047876"/>
            <a:ext cx="715962" cy="519113"/>
          </a:xfrm>
          <a:prstGeom prst="line">
            <a:avLst/>
          </a:prstGeom>
          <a:noFill/>
          <a:ln w="31750">
            <a:solidFill>
              <a:srgbClr val="000000"/>
            </a:solidFill>
            <a:prstDash val="dash"/>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59410" name="Line 8">
            <a:extLst>
              <a:ext uri="{FF2B5EF4-FFF2-40B4-BE49-F238E27FC236}">
                <a16:creationId xmlns:a16="http://schemas.microsoft.com/office/drawing/2014/main" id="{1403FB6C-43E4-1A7D-C993-9A2273C6A5BE}"/>
              </a:ext>
            </a:extLst>
          </p:cNvPr>
          <p:cNvSpPr>
            <a:spLocks noChangeShapeType="1"/>
          </p:cNvSpPr>
          <p:nvPr/>
        </p:nvSpPr>
        <p:spPr bwMode="auto">
          <a:xfrm>
            <a:off x="4699000" y="2071688"/>
            <a:ext cx="660400" cy="476250"/>
          </a:xfrm>
          <a:prstGeom prst="line">
            <a:avLst/>
          </a:prstGeom>
          <a:noFill/>
          <a:ln w="3175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59411" name="Line 9">
            <a:extLst>
              <a:ext uri="{FF2B5EF4-FFF2-40B4-BE49-F238E27FC236}">
                <a16:creationId xmlns:a16="http://schemas.microsoft.com/office/drawing/2014/main" id="{E6F26932-E46C-E7FC-FABF-29372D633CC2}"/>
              </a:ext>
            </a:extLst>
          </p:cNvPr>
          <p:cNvSpPr>
            <a:spLocks noChangeShapeType="1"/>
          </p:cNvSpPr>
          <p:nvPr/>
        </p:nvSpPr>
        <p:spPr bwMode="auto">
          <a:xfrm flipH="1">
            <a:off x="2646363" y="2919414"/>
            <a:ext cx="596900" cy="676275"/>
          </a:xfrm>
          <a:prstGeom prst="line">
            <a:avLst/>
          </a:prstGeom>
          <a:noFill/>
          <a:ln w="31750">
            <a:solidFill>
              <a:srgbClr val="000000"/>
            </a:solidFill>
            <a:prstDash val="dash"/>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59412" name="Line 10">
            <a:extLst>
              <a:ext uri="{FF2B5EF4-FFF2-40B4-BE49-F238E27FC236}">
                <a16:creationId xmlns:a16="http://schemas.microsoft.com/office/drawing/2014/main" id="{2B7BAE5F-2675-9475-C279-D441B7676DDC}"/>
              </a:ext>
            </a:extLst>
          </p:cNvPr>
          <p:cNvSpPr>
            <a:spLocks noChangeShapeType="1"/>
          </p:cNvSpPr>
          <p:nvPr/>
        </p:nvSpPr>
        <p:spPr bwMode="auto">
          <a:xfrm>
            <a:off x="3598864" y="2978151"/>
            <a:ext cx="244475" cy="608013"/>
          </a:xfrm>
          <a:prstGeom prst="line">
            <a:avLst/>
          </a:prstGeom>
          <a:noFill/>
          <a:ln w="3175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59413" name="Line 11">
            <a:extLst>
              <a:ext uri="{FF2B5EF4-FFF2-40B4-BE49-F238E27FC236}">
                <a16:creationId xmlns:a16="http://schemas.microsoft.com/office/drawing/2014/main" id="{8E55556D-0284-CFEB-FC78-E826C005F9EA}"/>
              </a:ext>
            </a:extLst>
          </p:cNvPr>
          <p:cNvSpPr>
            <a:spLocks noChangeShapeType="1"/>
          </p:cNvSpPr>
          <p:nvPr/>
        </p:nvSpPr>
        <p:spPr bwMode="auto">
          <a:xfrm flipH="1">
            <a:off x="5080000" y="2978150"/>
            <a:ext cx="222250" cy="673100"/>
          </a:xfrm>
          <a:prstGeom prst="line">
            <a:avLst/>
          </a:prstGeom>
          <a:noFill/>
          <a:ln w="3175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59414" name="Line 12">
            <a:extLst>
              <a:ext uri="{FF2B5EF4-FFF2-40B4-BE49-F238E27FC236}">
                <a16:creationId xmlns:a16="http://schemas.microsoft.com/office/drawing/2014/main" id="{89168B3A-4C86-F58C-7C82-1762541E000A}"/>
              </a:ext>
            </a:extLst>
          </p:cNvPr>
          <p:cNvSpPr>
            <a:spLocks noChangeShapeType="1"/>
          </p:cNvSpPr>
          <p:nvPr/>
        </p:nvSpPr>
        <p:spPr bwMode="auto">
          <a:xfrm>
            <a:off x="5597526" y="2916239"/>
            <a:ext cx="671513" cy="631825"/>
          </a:xfrm>
          <a:prstGeom prst="line">
            <a:avLst/>
          </a:prstGeom>
          <a:noFill/>
          <a:ln w="31750">
            <a:solidFill>
              <a:srgbClr val="000000"/>
            </a:solidFill>
            <a:prstDash val="dash"/>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59415" name="Line 13">
            <a:extLst>
              <a:ext uri="{FF2B5EF4-FFF2-40B4-BE49-F238E27FC236}">
                <a16:creationId xmlns:a16="http://schemas.microsoft.com/office/drawing/2014/main" id="{3609A67A-B045-A25C-3F8A-4BC3DB14682B}"/>
              </a:ext>
            </a:extLst>
          </p:cNvPr>
          <p:cNvSpPr>
            <a:spLocks noChangeShapeType="1"/>
          </p:cNvSpPr>
          <p:nvPr/>
        </p:nvSpPr>
        <p:spPr bwMode="auto">
          <a:xfrm>
            <a:off x="3846514" y="4064001"/>
            <a:ext cx="1557337" cy="538163"/>
          </a:xfrm>
          <a:prstGeom prst="line">
            <a:avLst/>
          </a:prstGeom>
          <a:noFill/>
          <a:ln w="31750">
            <a:solidFill>
              <a:srgbClr val="000000"/>
            </a:solidFill>
            <a:prstDash val="dash"/>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59416" name="Line 14">
            <a:extLst>
              <a:ext uri="{FF2B5EF4-FFF2-40B4-BE49-F238E27FC236}">
                <a16:creationId xmlns:a16="http://schemas.microsoft.com/office/drawing/2014/main" id="{8F47C81A-EEF0-5C22-CA70-B8CAD4FA63EB}"/>
              </a:ext>
            </a:extLst>
          </p:cNvPr>
          <p:cNvSpPr>
            <a:spLocks noChangeShapeType="1"/>
          </p:cNvSpPr>
          <p:nvPr/>
        </p:nvSpPr>
        <p:spPr bwMode="auto">
          <a:xfrm>
            <a:off x="2662238" y="4035425"/>
            <a:ext cx="723900" cy="603250"/>
          </a:xfrm>
          <a:prstGeom prst="line">
            <a:avLst/>
          </a:prstGeom>
          <a:noFill/>
          <a:ln w="3175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59417" name="Line 15">
            <a:extLst>
              <a:ext uri="{FF2B5EF4-FFF2-40B4-BE49-F238E27FC236}">
                <a16:creationId xmlns:a16="http://schemas.microsoft.com/office/drawing/2014/main" id="{5012A71E-8B62-38B3-71FA-92D73EC7F935}"/>
              </a:ext>
            </a:extLst>
          </p:cNvPr>
          <p:cNvSpPr>
            <a:spLocks noChangeShapeType="1"/>
          </p:cNvSpPr>
          <p:nvPr/>
        </p:nvSpPr>
        <p:spPr bwMode="auto">
          <a:xfrm flipH="1">
            <a:off x="3773489" y="3973513"/>
            <a:ext cx="2295525" cy="673100"/>
          </a:xfrm>
          <a:prstGeom prst="line">
            <a:avLst/>
          </a:prstGeom>
          <a:noFill/>
          <a:ln w="31750">
            <a:solidFill>
              <a:srgbClr val="000000"/>
            </a:solidFill>
            <a:prstDash val="dash"/>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34845" name="Oval 17">
            <a:extLst>
              <a:ext uri="{FF2B5EF4-FFF2-40B4-BE49-F238E27FC236}">
                <a16:creationId xmlns:a16="http://schemas.microsoft.com/office/drawing/2014/main" id="{1AD070C4-1EF3-4473-A464-4E4CE323B494}"/>
              </a:ext>
            </a:extLst>
          </p:cNvPr>
          <p:cNvSpPr>
            <a:spLocks noChangeArrowheads="1"/>
          </p:cNvSpPr>
          <p:nvPr/>
        </p:nvSpPr>
        <p:spPr bwMode="auto">
          <a:xfrm>
            <a:off x="4303714" y="1716089"/>
            <a:ext cx="561975" cy="465137"/>
          </a:xfrm>
          <a:prstGeom prst="ellipse">
            <a:avLst/>
          </a:prstGeom>
          <a:solidFill>
            <a:schemeClr val="accent1">
              <a:lumMod val="60000"/>
              <a:lumOff val="40000"/>
            </a:schemeClr>
          </a:solidFill>
          <a:ln w="12700">
            <a:solidFill>
              <a:srgbClr val="000000"/>
            </a:solidFill>
            <a:round/>
            <a:headEnd/>
            <a:tailEnd/>
          </a:ln>
        </p:spPr>
        <p:txBody>
          <a:bodyPr/>
          <a:lstStyle/>
          <a:p>
            <a:pPr algn="ctr">
              <a:defRPr/>
            </a:pPr>
            <a:r>
              <a:rPr lang="en-US" sz="2000">
                <a:latin typeface="Times New Roman" pitchFamily="18" charset="0"/>
                <a:cs typeface="Arial" charset="0"/>
              </a:rPr>
              <a:t>x</a:t>
            </a:r>
            <a:r>
              <a:rPr lang="en-US" sz="2000" baseline="-25000">
                <a:latin typeface="Times New Roman" pitchFamily="18" charset="0"/>
                <a:cs typeface="Arial" charset="0"/>
              </a:rPr>
              <a:t>2</a:t>
            </a:r>
          </a:p>
        </p:txBody>
      </p:sp>
      <p:sp>
        <p:nvSpPr>
          <p:cNvPr id="34846" name="Oval 18">
            <a:extLst>
              <a:ext uri="{FF2B5EF4-FFF2-40B4-BE49-F238E27FC236}">
                <a16:creationId xmlns:a16="http://schemas.microsoft.com/office/drawing/2014/main" id="{689231D9-2096-4F0E-AE63-DC386DBAD818}"/>
              </a:ext>
            </a:extLst>
          </p:cNvPr>
          <p:cNvSpPr>
            <a:spLocks noChangeArrowheads="1"/>
          </p:cNvSpPr>
          <p:nvPr/>
        </p:nvSpPr>
        <p:spPr bwMode="auto">
          <a:xfrm>
            <a:off x="3284538" y="2557464"/>
            <a:ext cx="563562" cy="465137"/>
          </a:xfrm>
          <a:prstGeom prst="ellipse">
            <a:avLst/>
          </a:prstGeom>
          <a:solidFill>
            <a:schemeClr val="accent1">
              <a:lumMod val="60000"/>
              <a:lumOff val="40000"/>
            </a:schemeClr>
          </a:solidFill>
          <a:ln w="12700">
            <a:solidFill>
              <a:srgbClr val="000000"/>
            </a:solidFill>
            <a:round/>
            <a:headEnd/>
            <a:tailEnd/>
          </a:ln>
        </p:spPr>
        <p:txBody>
          <a:bodyPr/>
          <a:lstStyle/>
          <a:p>
            <a:pPr algn="ctr">
              <a:defRPr/>
            </a:pPr>
            <a:r>
              <a:rPr lang="en-US" sz="2000">
                <a:latin typeface="Times New Roman" pitchFamily="18" charset="0"/>
                <a:cs typeface="Arial" charset="0"/>
              </a:rPr>
              <a:t>x</a:t>
            </a:r>
            <a:r>
              <a:rPr lang="en-US" sz="2000" baseline="-25000">
                <a:latin typeface="Times New Roman" pitchFamily="18" charset="0"/>
                <a:cs typeface="Arial" charset="0"/>
              </a:rPr>
              <a:t>1</a:t>
            </a:r>
          </a:p>
        </p:txBody>
      </p:sp>
      <p:sp>
        <p:nvSpPr>
          <p:cNvPr id="34847" name="Oval 19">
            <a:extLst>
              <a:ext uri="{FF2B5EF4-FFF2-40B4-BE49-F238E27FC236}">
                <a16:creationId xmlns:a16="http://schemas.microsoft.com/office/drawing/2014/main" id="{E9475805-10EB-4954-813B-14C582F70F03}"/>
              </a:ext>
            </a:extLst>
          </p:cNvPr>
          <p:cNvSpPr>
            <a:spLocks noChangeArrowheads="1"/>
          </p:cNvSpPr>
          <p:nvPr/>
        </p:nvSpPr>
        <p:spPr bwMode="auto">
          <a:xfrm>
            <a:off x="5073651" y="2541588"/>
            <a:ext cx="563563" cy="463550"/>
          </a:xfrm>
          <a:prstGeom prst="ellipse">
            <a:avLst/>
          </a:prstGeom>
          <a:solidFill>
            <a:schemeClr val="accent1">
              <a:lumMod val="60000"/>
              <a:lumOff val="40000"/>
            </a:schemeClr>
          </a:solidFill>
          <a:ln w="12700">
            <a:solidFill>
              <a:srgbClr val="000000"/>
            </a:solidFill>
            <a:round/>
            <a:headEnd/>
            <a:tailEnd/>
          </a:ln>
        </p:spPr>
        <p:txBody>
          <a:bodyPr/>
          <a:lstStyle/>
          <a:p>
            <a:pPr algn="ctr">
              <a:defRPr/>
            </a:pPr>
            <a:r>
              <a:rPr lang="en-US" sz="2000">
                <a:latin typeface="Times New Roman" pitchFamily="18" charset="0"/>
                <a:cs typeface="Arial" charset="0"/>
              </a:rPr>
              <a:t>x</a:t>
            </a:r>
            <a:r>
              <a:rPr lang="en-US" sz="2000" baseline="-25000">
                <a:latin typeface="Times New Roman" pitchFamily="18" charset="0"/>
                <a:cs typeface="Arial" charset="0"/>
              </a:rPr>
              <a:t>1</a:t>
            </a:r>
          </a:p>
        </p:txBody>
      </p:sp>
      <p:sp>
        <p:nvSpPr>
          <p:cNvPr id="34848" name="Oval 20">
            <a:extLst>
              <a:ext uri="{FF2B5EF4-FFF2-40B4-BE49-F238E27FC236}">
                <a16:creationId xmlns:a16="http://schemas.microsoft.com/office/drawing/2014/main" id="{35F303AE-3BEF-4040-A7EF-7CA87489E5B5}"/>
              </a:ext>
            </a:extLst>
          </p:cNvPr>
          <p:cNvSpPr>
            <a:spLocks noChangeArrowheads="1"/>
          </p:cNvSpPr>
          <p:nvPr/>
        </p:nvSpPr>
        <p:spPr bwMode="auto">
          <a:xfrm>
            <a:off x="3584576" y="3595689"/>
            <a:ext cx="561975" cy="465137"/>
          </a:xfrm>
          <a:prstGeom prst="ellipse">
            <a:avLst/>
          </a:prstGeom>
          <a:solidFill>
            <a:schemeClr val="accent1">
              <a:lumMod val="60000"/>
              <a:lumOff val="40000"/>
            </a:schemeClr>
          </a:solidFill>
          <a:ln w="12700">
            <a:solidFill>
              <a:srgbClr val="000000"/>
            </a:solidFill>
            <a:round/>
            <a:headEnd/>
            <a:tailEnd/>
          </a:ln>
        </p:spPr>
        <p:txBody>
          <a:bodyPr/>
          <a:lstStyle/>
          <a:p>
            <a:pPr>
              <a:defRPr/>
            </a:pPr>
            <a:r>
              <a:rPr lang="en-US" sz="2000">
                <a:latin typeface="Times New Roman" pitchFamily="18" charset="0"/>
                <a:cs typeface="Arial" charset="0"/>
              </a:rPr>
              <a:t>x</a:t>
            </a:r>
            <a:r>
              <a:rPr lang="en-US" sz="2000" baseline="-25000">
                <a:latin typeface="Times New Roman" pitchFamily="18" charset="0"/>
                <a:cs typeface="Arial" charset="0"/>
              </a:rPr>
              <a:t>3</a:t>
            </a:r>
            <a:endParaRPr lang="en-US" sz="2000">
              <a:latin typeface="Times New Roman" pitchFamily="18" charset="0"/>
              <a:cs typeface="Arial" charset="0"/>
            </a:endParaRPr>
          </a:p>
        </p:txBody>
      </p:sp>
      <p:sp>
        <p:nvSpPr>
          <p:cNvPr id="34849" name="Oval 21">
            <a:extLst>
              <a:ext uri="{FF2B5EF4-FFF2-40B4-BE49-F238E27FC236}">
                <a16:creationId xmlns:a16="http://schemas.microsoft.com/office/drawing/2014/main" id="{2D86C23C-4B0F-4569-ACAF-E161510B1A40}"/>
              </a:ext>
            </a:extLst>
          </p:cNvPr>
          <p:cNvSpPr>
            <a:spLocks noChangeArrowheads="1"/>
          </p:cNvSpPr>
          <p:nvPr/>
        </p:nvSpPr>
        <p:spPr bwMode="auto">
          <a:xfrm>
            <a:off x="5988051" y="3567114"/>
            <a:ext cx="563563" cy="465137"/>
          </a:xfrm>
          <a:prstGeom prst="ellipse">
            <a:avLst/>
          </a:prstGeom>
          <a:solidFill>
            <a:schemeClr val="accent1">
              <a:lumMod val="60000"/>
              <a:lumOff val="40000"/>
            </a:schemeClr>
          </a:solidFill>
          <a:ln w="12700">
            <a:solidFill>
              <a:srgbClr val="000000"/>
            </a:solidFill>
            <a:round/>
            <a:headEnd/>
            <a:tailEnd/>
          </a:ln>
        </p:spPr>
        <p:txBody>
          <a:bodyPr/>
          <a:lstStyle/>
          <a:p>
            <a:pPr>
              <a:defRPr/>
            </a:pPr>
            <a:r>
              <a:rPr lang="en-US" sz="2000">
                <a:latin typeface="Times New Roman" pitchFamily="18" charset="0"/>
                <a:cs typeface="Arial" charset="0"/>
              </a:rPr>
              <a:t>x</a:t>
            </a:r>
            <a:r>
              <a:rPr lang="en-US" sz="2000" baseline="-25000">
                <a:latin typeface="Times New Roman" pitchFamily="18" charset="0"/>
                <a:cs typeface="Arial" charset="0"/>
              </a:rPr>
              <a:t>3</a:t>
            </a:r>
            <a:endParaRPr lang="en-US" sz="2000">
              <a:latin typeface="Times New Roman" pitchFamily="18" charset="0"/>
              <a:cs typeface="Arial" charset="0"/>
            </a:endParaRPr>
          </a:p>
        </p:txBody>
      </p:sp>
      <p:sp>
        <p:nvSpPr>
          <p:cNvPr id="6" name="Text Box 22">
            <a:extLst>
              <a:ext uri="{FF2B5EF4-FFF2-40B4-BE49-F238E27FC236}">
                <a16:creationId xmlns:a16="http://schemas.microsoft.com/office/drawing/2014/main" id="{4CF9C325-7490-475A-B825-97DAED883F6F}"/>
              </a:ext>
            </a:extLst>
          </p:cNvPr>
          <p:cNvSpPr txBox="1">
            <a:spLocks noChangeArrowheads="1"/>
          </p:cNvSpPr>
          <p:nvPr/>
        </p:nvSpPr>
        <p:spPr bwMode="auto">
          <a:xfrm>
            <a:off x="4800600" y="1614488"/>
            <a:ext cx="1392238" cy="519112"/>
          </a:xfrm>
          <a:prstGeom prst="rect">
            <a:avLst/>
          </a:prstGeom>
          <a:noFill/>
          <a:ln w="31750">
            <a:noFill/>
            <a:miter lim="800000"/>
            <a:headEnd/>
            <a:tailEnd/>
          </a:ln>
        </p:spPr>
        <p:txBody>
          <a:bodyPr/>
          <a:lstStyle/>
          <a:p>
            <a:pPr>
              <a:defRPr/>
            </a:pPr>
            <a:r>
              <a:rPr lang="en-US" sz="2000" dirty="0">
                <a:latin typeface="+mj-lt"/>
                <a:cs typeface="Arial" charset="0"/>
              </a:rPr>
              <a:t>f(x</a:t>
            </a:r>
            <a:r>
              <a:rPr lang="en-US" sz="2000" baseline="-25000" dirty="0">
                <a:latin typeface="+mj-lt"/>
                <a:cs typeface="Arial" charset="0"/>
              </a:rPr>
              <a:t>1</a:t>
            </a:r>
            <a:r>
              <a:rPr lang="en-US" sz="2000" dirty="0">
                <a:latin typeface="+mj-lt"/>
                <a:cs typeface="Arial" charset="0"/>
              </a:rPr>
              <a:t>,x</a:t>
            </a:r>
            <a:r>
              <a:rPr lang="en-US" sz="2000" baseline="-25000" dirty="0">
                <a:latin typeface="+mj-lt"/>
                <a:cs typeface="Arial" charset="0"/>
              </a:rPr>
              <a:t>2</a:t>
            </a:r>
            <a:r>
              <a:rPr lang="en-US" sz="2000" dirty="0">
                <a:latin typeface="+mj-lt"/>
                <a:cs typeface="Arial" charset="0"/>
              </a:rPr>
              <a:t>,x</a:t>
            </a:r>
            <a:r>
              <a:rPr lang="en-US" sz="2000" baseline="-25000" dirty="0">
                <a:latin typeface="+mj-lt"/>
                <a:cs typeface="Arial" charset="0"/>
              </a:rPr>
              <a:t>3</a:t>
            </a:r>
            <a:r>
              <a:rPr lang="en-US" sz="2000" dirty="0">
                <a:latin typeface="+mj-lt"/>
                <a:cs typeface="Arial" charset="0"/>
              </a:rPr>
              <a:t>)</a:t>
            </a:r>
          </a:p>
        </p:txBody>
      </p:sp>
      <p:sp>
        <p:nvSpPr>
          <p:cNvPr id="34850" name="Text Box 23">
            <a:extLst>
              <a:ext uri="{FF2B5EF4-FFF2-40B4-BE49-F238E27FC236}">
                <a16:creationId xmlns:a16="http://schemas.microsoft.com/office/drawing/2014/main" id="{EF057708-B9E3-4DE8-93FC-D3D4CADACB79}"/>
              </a:ext>
            </a:extLst>
          </p:cNvPr>
          <p:cNvSpPr txBox="1">
            <a:spLocks noChangeArrowheads="1"/>
          </p:cNvSpPr>
          <p:nvPr/>
        </p:nvSpPr>
        <p:spPr bwMode="auto">
          <a:xfrm>
            <a:off x="2546350" y="2501901"/>
            <a:ext cx="839788" cy="519113"/>
          </a:xfrm>
          <a:prstGeom prst="rect">
            <a:avLst/>
          </a:prstGeom>
          <a:noFill/>
          <a:ln w="31750">
            <a:noFill/>
            <a:miter lim="800000"/>
            <a:headEnd/>
            <a:tailEnd/>
          </a:ln>
        </p:spPr>
        <p:txBody>
          <a:bodyPr/>
          <a:lstStyle/>
          <a:p>
            <a:pPr>
              <a:defRPr/>
            </a:pPr>
            <a:r>
              <a:rPr lang="en-US" sz="2000" dirty="0">
                <a:latin typeface="+mj-lt"/>
                <a:cs typeface="Arial" charset="0"/>
              </a:rPr>
              <a:t>~x</a:t>
            </a:r>
            <a:r>
              <a:rPr lang="en-US" sz="2000" baseline="-25000" dirty="0">
                <a:latin typeface="+mj-lt"/>
                <a:cs typeface="Arial" charset="0"/>
              </a:rPr>
              <a:t>1</a:t>
            </a:r>
            <a:r>
              <a:rPr lang="en-US" sz="2000" dirty="0">
                <a:latin typeface="+mj-lt"/>
                <a:cs typeface="Arial" charset="0"/>
              </a:rPr>
              <a:t>x</a:t>
            </a:r>
            <a:r>
              <a:rPr lang="en-US" sz="2000" baseline="-25000" dirty="0">
                <a:latin typeface="+mj-lt"/>
                <a:cs typeface="Arial" charset="0"/>
              </a:rPr>
              <a:t>3</a:t>
            </a:r>
          </a:p>
        </p:txBody>
      </p:sp>
      <p:sp>
        <p:nvSpPr>
          <p:cNvPr id="34852" name="Text Box 25">
            <a:extLst>
              <a:ext uri="{FF2B5EF4-FFF2-40B4-BE49-F238E27FC236}">
                <a16:creationId xmlns:a16="http://schemas.microsoft.com/office/drawing/2014/main" id="{EFA9A04A-F226-4630-B45C-4E11160FB030}"/>
              </a:ext>
            </a:extLst>
          </p:cNvPr>
          <p:cNvSpPr txBox="1">
            <a:spLocks noChangeArrowheads="1"/>
          </p:cNvSpPr>
          <p:nvPr/>
        </p:nvSpPr>
        <p:spPr bwMode="auto">
          <a:xfrm>
            <a:off x="5294313" y="3683001"/>
            <a:ext cx="671512" cy="334963"/>
          </a:xfrm>
          <a:prstGeom prst="rect">
            <a:avLst/>
          </a:prstGeom>
          <a:noFill/>
          <a:ln w="31750">
            <a:noFill/>
            <a:miter lim="800000"/>
            <a:headEnd/>
            <a:tailEnd/>
          </a:ln>
        </p:spPr>
        <p:txBody>
          <a:bodyPr/>
          <a:lstStyle/>
          <a:p>
            <a:pPr>
              <a:defRPr/>
            </a:pPr>
            <a:r>
              <a:rPr lang="en-US" sz="2000" dirty="0">
                <a:latin typeface="+mj-lt"/>
                <a:cs typeface="Arial" charset="0"/>
              </a:rPr>
              <a:t>~x</a:t>
            </a:r>
            <a:r>
              <a:rPr lang="en-US" sz="2000" baseline="-25000" dirty="0">
                <a:latin typeface="+mj-lt"/>
                <a:cs typeface="Arial" charset="0"/>
              </a:rPr>
              <a:t>3</a:t>
            </a:r>
            <a:endParaRPr lang="en-US" sz="2000" dirty="0">
              <a:latin typeface="+mj-lt"/>
              <a:cs typeface="Arial" charset="0"/>
            </a:endParaRPr>
          </a:p>
        </p:txBody>
      </p:sp>
      <p:sp>
        <p:nvSpPr>
          <p:cNvPr id="59426" name="Line 27">
            <a:extLst>
              <a:ext uri="{FF2B5EF4-FFF2-40B4-BE49-F238E27FC236}">
                <a16:creationId xmlns:a16="http://schemas.microsoft.com/office/drawing/2014/main" id="{F9201BEB-97D7-0F43-19DE-EC2C25DCCF70}"/>
              </a:ext>
            </a:extLst>
          </p:cNvPr>
          <p:cNvSpPr>
            <a:spLocks noChangeShapeType="1"/>
          </p:cNvSpPr>
          <p:nvPr/>
        </p:nvSpPr>
        <p:spPr bwMode="auto">
          <a:xfrm>
            <a:off x="2786063" y="3992563"/>
            <a:ext cx="811212" cy="646112"/>
          </a:xfrm>
          <a:prstGeom prst="line">
            <a:avLst/>
          </a:prstGeom>
          <a:noFill/>
          <a:ln w="31750">
            <a:solidFill>
              <a:srgbClr val="000000"/>
            </a:solidFill>
            <a:prstDash val="dash"/>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34855" name="Oval 28">
            <a:extLst>
              <a:ext uri="{FF2B5EF4-FFF2-40B4-BE49-F238E27FC236}">
                <a16:creationId xmlns:a16="http://schemas.microsoft.com/office/drawing/2014/main" id="{C2093881-7FF3-4525-B98A-3555A63D070A}"/>
              </a:ext>
            </a:extLst>
          </p:cNvPr>
          <p:cNvSpPr>
            <a:spLocks noChangeArrowheads="1"/>
          </p:cNvSpPr>
          <p:nvPr/>
        </p:nvSpPr>
        <p:spPr bwMode="auto">
          <a:xfrm>
            <a:off x="4767263" y="3621089"/>
            <a:ext cx="563562" cy="465137"/>
          </a:xfrm>
          <a:prstGeom prst="ellipse">
            <a:avLst/>
          </a:prstGeom>
          <a:solidFill>
            <a:schemeClr val="accent1">
              <a:lumMod val="60000"/>
              <a:lumOff val="40000"/>
            </a:schemeClr>
          </a:solidFill>
          <a:ln w="12700">
            <a:solidFill>
              <a:srgbClr val="000000"/>
            </a:solidFill>
            <a:round/>
            <a:headEnd/>
            <a:tailEnd/>
          </a:ln>
        </p:spPr>
        <p:txBody>
          <a:bodyPr/>
          <a:lstStyle/>
          <a:p>
            <a:pPr>
              <a:defRPr/>
            </a:pPr>
            <a:r>
              <a:rPr lang="en-US" sz="2000">
                <a:latin typeface="Times New Roman" pitchFamily="18" charset="0"/>
                <a:cs typeface="Arial" charset="0"/>
              </a:rPr>
              <a:t>x</a:t>
            </a:r>
            <a:r>
              <a:rPr lang="en-US" sz="2000" baseline="-25000">
                <a:latin typeface="Times New Roman" pitchFamily="18" charset="0"/>
                <a:cs typeface="Arial" charset="0"/>
              </a:rPr>
              <a:t>3</a:t>
            </a:r>
            <a:endParaRPr lang="en-US" sz="2000">
              <a:latin typeface="Times New Roman" pitchFamily="18" charset="0"/>
              <a:cs typeface="Arial" charset="0"/>
            </a:endParaRPr>
          </a:p>
        </p:txBody>
      </p:sp>
      <p:sp>
        <p:nvSpPr>
          <p:cNvPr id="59428" name="Line 29">
            <a:extLst>
              <a:ext uri="{FF2B5EF4-FFF2-40B4-BE49-F238E27FC236}">
                <a16:creationId xmlns:a16="http://schemas.microsoft.com/office/drawing/2014/main" id="{C5AA5CC2-DC14-9FAF-90F8-ADAE758BBD48}"/>
              </a:ext>
            </a:extLst>
          </p:cNvPr>
          <p:cNvSpPr>
            <a:spLocks noChangeShapeType="1"/>
          </p:cNvSpPr>
          <p:nvPr/>
        </p:nvSpPr>
        <p:spPr bwMode="auto">
          <a:xfrm>
            <a:off x="4013201" y="3983038"/>
            <a:ext cx="1655763" cy="646112"/>
          </a:xfrm>
          <a:prstGeom prst="line">
            <a:avLst/>
          </a:prstGeom>
          <a:noFill/>
          <a:ln w="3175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59429" name="Line 31">
            <a:extLst>
              <a:ext uri="{FF2B5EF4-FFF2-40B4-BE49-F238E27FC236}">
                <a16:creationId xmlns:a16="http://schemas.microsoft.com/office/drawing/2014/main" id="{52F22DD5-8988-5CD6-5D03-756335C27632}"/>
              </a:ext>
            </a:extLst>
          </p:cNvPr>
          <p:cNvSpPr>
            <a:spLocks noChangeShapeType="1"/>
          </p:cNvSpPr>
          <p:nvPr/>
        </p:nvSpPr>
        <p:spPr bwMode="auto">
          <a:xfrm flipH="1">
            <a:off x="3600451" y="4035426"/>
            <a:ext cx="1209675" cy="600075"/>
          </a:xfrm>
          <a:prstGeom prst="line">
            <a:avLst/>
          </a:prstGeom>
          <a:noFill/>
          <a:ln w="31750">
            <a:solidFill>
              <a:srgbClr val="000000"/>
            </a:solidFill>
            <a:prstDash val="dash"/>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59430" name="Line 32">
            <a:extLst>
              <a:ext uri="{FF2B5EF4-FFF2-40B4-BE49-F238E27FC236}">
                <a16:creationId xmlns:a16="http://schemas.microsoft.com/office/drawing/2014/main" id="{8C8414B8-2601-41B8-6555-DCB819E45E10}"/>
              </a:ext>
            </a:extLst>
          </p:cNvPr>
          <p:cNvSpPr>
            <a:spLocks noChangeShapeType="1"/>
          </p:cNvSpPr>
          <p:nvPr/>
        </p:nvSpPr>
        <p:spPr bwMode="auto">
          <a:xfrm>
            <a:off x="5224463" y="4017964"/>
            <a:ext cx="500062" cy="611187"/>
          </a:xfrm>
          <a:prstGeom prst="line">
            <a:avLst/>
          </a:prstGeom>
          <a:noFill/>
          <a:ln w="3175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59431" name="Line 33">
            <a:extLst>
              <a:ext uri="{FF2B5EF4-FFF2-40B4-BE49-F238E27FC236}">
                <a16:creationId xmlns:a16="http://schemas.microsoft.com/office/drawing/2014/main" id="{6CD03879-8D1F-C363-2ADE-E49CF4EC9A08}"/>
              </a:ext>
            </a:extLst>
          </p:cNvPr>
          <p:cNvSpPr>
            <a:spLocks noChangeShapeType="1"/>
          </p:cNvSpPr>
          <p:nvPr/>
        </p:nvSpPr>
        <p:spPr bwMode="auto">
          <a:xfrm flipH="1">
            <a:off x="5802313" y="4035426"/>
            <a:ext cx="488950" cy="588963"/>
          </a:xfrm>
          <a:prstGeom prst="line">
            <a:avLst/>
          </a:prstGeom>
          <a:noFill/>
          <a:ln w="3175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7" name="Text Box 34">
            <a:extLst>
              <a:ext uri="{FF2B5EF4-FFF2-40B4-BE49-F238E27FC236}">
                <a16:creationId xmlns:a16="http://schemas.microsoft.com/office/drawing/2014/main" id="{EDB14EBE-2029-4E2C-B08E-0EC0F8C8B7E2}"/>
              </a:ext>
            </a:extLst>
          </p:cNvPr>
          <p:cNvSpPr txBox="1">
            <a:spLocks noChangeArrowheads="1"/>
          </p:cNvSpPr>
          <p:nvPr/>
        </p:nvSpPr>
        <p:spPr bwMode="auto">
          <a:xfrm>
            <a:off x="6535738" y="3598863"/>
            <a:ext cx="671512" cy="334962"/>
          </a:xfrm>
          <a:prstGeom prst="rect">
            <a:avLst/>
          </a:prstGeom>
          <a:noFill/>
          <a:ln w="31750">
            <a:noFill/>
            <a:miter lim="800000"/>
            <a:headEnd/>
            <a:tailEnd/>
          </a:ln>
        </p:spPr>
        <p:txBody>
          <a:bodyPr/>
          <a:lstStyle/>
          <a:p>
            <a:pPr>
              <a:defRPr/>
            </a:pPr>
            <a:r>
              <a:rPr lang="en-US" sz="2000" dirty="0">
                <a:latin typeface="+mj-lt"/>
                <a:cs typeface="Arial" charset="0"/>
              </a:rPr>
              <a:t>~x</a:t>
            </a:r>
            <a:r>
              <a:rPr lang="en-US" sz="2000" baseline="-25000" dirty="0">
                <a:latin typeface="+mj-lt"/>
                <a:cs typeface="Arial" charset="0"/>
              </a:rPr>
              <a:t>3</a:t>
            </a:r>
            <a:endParaRPr lang="en-US" sz="2000" dirty="0">
              <a:latin typeface="+mj-lt"/>
              <a:cs typeface="Arial" charset="0"/>
            </a:endParaRPr>
          </a:p>
        </p:txBody>
      </p:sp>
      <p:sp>
        <p:nvSpPr>
          <p:cNvPr id="34860" name="Text Box 31">
            <a:extLst>
              <a:ext uri="{FF2B5EF4-FFF2-40B4-BE49-F238E27FC236}">
                <a16:creationId xmlns:a16="http://schemas.microsoft.com/office/drawing/2014/main" id="{98DF7B97-DD75-42D0-84B4-0B0A712CFE26}"/>
              </a:ext>
            </a:extLst>
          </p:cNvPr>
          <p:cNvSpPr txBox="1">
            <a:spLocks noChangeArrowheads="1"/>
          </p:cNvSpPr>
          <p:nvPr/>
        </p:nvSpPr>
        <p:spPr bwMode="auto">
          <a:xfrm>
            <a:off x="5346701" y="4664076"/>
            <a:ext cx="677863" cy="403225"/>
          </a:xfrm>
          <a:prstGeom prst="rect">
            <a:avLst/>
          </a:prstGeom>
          <a:solidFill>
            <a:schemeClr val="accent1">
              <a:lumMod val="40000"/>
              <a:lumOff val="60000"/>
            </a:schemeClr>
          </a:solidFill>
          <a:ln w="9525">
            <a:solidFill>
              <a:srgbClr val="000000"/>
            </a:solidFill>
            <a:miter lim="800000"/>
            <a:headEnd/>
            <a:tailEnd/>
          </a:ln>
        </p:spPr>
        <p:txBody>
          <a:bodyPr/>
          <a:lstStyle/>
          <a:p>
            <a:pPr algn="ctr">
              <a:defRPr/>
            </a:pPr>
            <a:r>
              <a:rPr lang="en-US" sz="2000">
                <a:latin typeface="Times New Roman" pitchFamily="18" charset="0"/>
                <a:cs typeface="Arial" charset="0"/>
              </a:rPr>
              <a:t>0</a:t>
            </a:r>
          </a:p>
        </p:txBody>
      </p:sp>
      <p:sp>
        <p:nvSpPr>
          <p:cNvPr id="34861" name="Text Box 16">
            <a:extLst>
              <a:ext uri="{FF2B5EF4-FFF2-40B4-BE49-F238E27FC236}">
                <a16:creationId xmlns:a16="http://schemas.microsoft.com/office/drawing/2014/main" id="{FEBFAC21-D772-4642-8831-F9156E6AB89E}"/>
              </a:ext>
            </a:extLst>
          </p:cNvPr>
          <p:cNvSpPr txBox="1">
            <a:spLocks noChangeArrowheads="1"/>
          </p:cNvSpPr>
          <p:nvPr/>
        </p:nvSpPr>
        <p:spPr bwMode="auto">
          <a:xfrm>
            <a:off x="3322639" y="4703764"/>
            <a:ext cx="727075" cy="403225"/>
          </a:xfrm>
          <a:prstGeom prst="rect">
            <a:avLst/>
          </a:prstGeom>
          <a:solidFill>
            <a:schemeClr val="accent1">
              <a:lumMod val="40000"/>
              <a:lumOff val="60000"/>
            </a:schemeClr>
          </a:solidFill>
          <a:ln w="9525">
            <a:solidFill>
              <a:srgbClr val="000000"/>
            </a:solidFill>
            <a:miter lim="800000"/>
            <a:headEnd/>
            <a:tailEnd/>
          </a:ln>
        </p:spPr>
        <p:txBody>
          <a:bodyPr/>
          <a:lstStyle/>
          <a:p>
            <a:pPr algn="ctr">
              <a:defRPr/>
            </a:pPr>
            <a:r>
              <a:rPr lang="en-US" sz="2000">
                <a:latin typeface="Times New Roman" pitchFamily="18" charset="0"/>
                <a:cs typeface="Arial" charset="0"/>
              </a:rPr>
              <a:t>1</a:t>
            </a:r>
          </a:p>
        </p:txBody>
      </p:sp>
      <p:sp>
        <p:nvSpPr>
          <p:cNvPr id="34862" name="Text Box 16">
            <a:extLst>
              <a:ext uri="{FF2B5EF4-FFF2-40B4-BE49-F238E27FC236}">
                <a16:creationId xmlns:a16="http://schemas.microsoft.com/office/drawing/2014/main" id="{41399001-2364-485E-B9D6-0D952BD94540}"/>
              </a:ext>
            </a:extLst>
          </p:cNvPr>
          <p:cNvSpPr txBox="1">
            <a:spLocks noChangeArrowheads="1"/>
          </p:cNvSpPr>
          <p:nvPr/>
        </p:nvSpPr>
        <p:spPr bwMode="auto">
          <a:xfrm>
            <a:off x="7094539" y="4662489"/>
            <a:ext cx="727075" cy="401637"/>
          </a:xfrm>
          <a:prstGeom prst="rect">
            <a:avLst/>
          </a:prstGeom>
          <a:solidFill>
            <a:schemeClr val="accent1">
              <a:lumMod val="40000"/>
              <a:lumOff val="60000"/>
            </a:schemeClr>
          </a:solidFill>
          <a:ln w="9525">
            <a:solidFill>
              <a:srgbClr val="000000"/>
            </a:solidFill>
            <a:miter lim="800000"/>
            <a:headEnd/>
            <a:tailEnd/>
          </a:ln>
        </p:spPr>
        <p:txBody>
          <a:bodyPr/>
          <a:lstStyle/>
          <a:p>
            <a:pPr algn="ctr">
              <a:defRPr/>
            </a:pPr>
            <a:r>
              <a:rPr lang="en-US" sz="2000">
                <a:latin typeface="Times New Roman" pitchFamily="18" charset="0"/>
                <a:cs typeface="Arial" charset="0"/>
              </a:rPr>
              <a:t>1</a:t>
            </a:r>
          </a:p>
        </p:txBody>
      </p:sp>
      <p:sp>
        <p:nvSpPr>
          <p:cNvPr id="34863" name="Text Box 31">
            <a:extLst>
              <a:ext uri="{FF2B5EF4-FFF2-40B4-BE49-F238E27FC236}">
                <a16:creationId xmlns:a16="http://schemas.microsoft.com/office/drawing/2014/main" id="{5C68C826-9E8B-4BB0-802A-B12964D92C8E}"/>
              </a:ext>
            </a:extLst>
          </p:cNvPr>
          <p:cNvSpPr txBox="1">
            <a:spLocks noChangeArrowheads="1"/>
          </p:cNvSpPr>
          <p:nvPr/>
        </p:nvSpPr>
        <p:spPr bwMode="auto">
          <a:xfrm>
            <a:off x="8847139" y="4646614"/>
            <a:ext cx="676275" cy="403225"/>
          </a:xfrm>
          <a:prstGeom prst="rect">
            <a:avLst/>
          </a:prstGeom>
          <a:solidFill>
            <a:schemeClr val="accent1">
              <a:lumMod val="40000"/>
              <a:lumOff val="60000"/>
            </a:schemeClr>
          </a:solidFill>
          <a:ln w="9525">
            <a:solidFill>
              <a:srgbClr val="000000"/>
            </a:solidFill>
            <a:miter lim="800000"/>
            <a:headEnd/>
            <a:tailEnd/>
          </a:ln>
        </p:spPr>
        <p:txBody>
          <a:bodyPr/>
          <a:lstStyle/>
          <a:p>
            <a:pPr algn="ctr">
              <a:defRPr/>
            </a:pPr>
            <a:r>
              <a:rPr lang="en-US" sz="2000">
                <a:latin typeface="Times New Roman" pitchFamily="18" charset="0"/>
                <a:cs typeface="Arial" charset="0"/>
              </a:rPr>
              <a:t>0</a:t>
            </a:r>
          </a:p>
        </p:txBody>
      </p:sp>
      <p:sp>
        <p:nvSpPr>
          <p:cNvPr id="59437" name="Title 50">
            <a:extLst>
              <a:ext uri="{FF2B5EF4-FFF2-40B4-BE49-F238E27FC236}">
                <a16:creationId xmlns:a16="http://schemas.microsoft.com/office/drawing/2014/main" id="{41C88F12-C8C8-A189-F498-9018498810A4}"/>
              </a:ext>
            </a:extLst>
          </p:cNvPr>
          <p:cNvSpPr>
            <a:spLocks noGrp="1" noChangeArrowheads="1"/>
          </p:cNvSpPr>
          <p:nvPr>
            <p:ph type="title"/>
          </p:nvPr>
        </p:nvSpPr>
        <p:spPr/>
        <p:txBody>
          <a:bodyPr>
            <a:normAutofit/>
          </a:bodyPr>
          <a:lstStyle/>
          <a:p>
            <a:r>
              <a:rPr lang="en-US" altLang="en-US"/>
              <a:t>Reordering Variables</a:t>
            </a:r>
            <a:endParaRPr lang="ru-RU" altLang="en-US" dirty="0"/>
          </a:p>
        </p:txBody>
      </p:sp>
      <p:sp>
        <p:nvSpPr>
          <p:cNvPr id="59438" name="Content Placeholder 51">
            <a:extLst>
              <a:ext uri="{FF2B5EF4-FFF2-40B4-BE49-F238E27FC236}">
                <a16:creationId xmlns:a16="http://schemas.microsoft.com/office/drawing/2014/main" id="{D3D0AD15-20AF-257E-7F9C-8D77A61D50BC}"/>
              </a:ext>
            </a:extLst>
          </p:cNvPr>
          <p:cNvSpPr>
            <a:spLocks noGrp="1" noChangeArrowheads="1"/>
          </p:cNvSpPr>
          <p:nvPr>
            <p:ph type="body" sz="quarter" idx="10"/>
          </p:nvPr>
        </p:nvSpPr>
        <p:spPr/>
        <p:txBody>
          <a:bodyPr/>
          <a:lstStyle/>
          <a:p>
            <a:pPr>
              <a:buFont typeface="Wingdings" panose="05000000000000000000" pitchFamily="2" charset="2"/>
              <a:buNone/>
            </a:pPr>
            <a:endParaRPr lang="en-US" altLang="en-US" sz="2000"/>
          </a:p>
          <a:p>
            <a:pPr>
              <a:buFont typeface="Wingdings" panose="05000000000000000000" pitchFamily="2" charset="2"/>
              <a:buNone/>
            </a:pPr>
            <a:endParaRPr lang="en-US" altLang="en-US" sz="2000"/>
          </a:p>
          <a:p>
            <a:pPr>
              <a:buFont typeface="Wingdings" panose="05000000000000000000" pitchFamily="2" charset="2"/>
              <a:buNone/>
            </a:pPr>
            <a:endParaRPr lang="en-US" altLang="en-US" sz="2000"/>
          </a:p>
          <a:p>
            <a:pPr>
              <a:buFont typeface="Wingdings" panose="05000000000000000000" pitchFamily="2" charset="2"/>
              <a:buNone/>
            </a:pPr>
            <a:endParaRPr lang="en-US" altLang="en-US" sz="2000"/>
          </a:p>
          <a:p>
            <a:pPr>
              <a:buFont typeface="Wingdings" panose="05000000000000000000" pitchFamily="2" charset="2"/>
              <a:buNone/>
            </a:pPr>
            <a:endParaRPr lang="en-US" altLang="en-US" sz="2000"/>
          </a:p>
          <a:p>
            <a:pPr>
              <a:buFont typeface="Wingdings" panose="05000000000000000000" pitchFamily="2" charset="2"/>
              <a:buNone/>
            </a:pPr>
            <a:endParaRPr lang="en-US" altLang="en-US" sz="2000"/>
          </a:p>
          <a:p>
            <a:pPr>
              <a:buFont typeface="Wingdings" panose="05000000000000000000" pitchFamily="2" charset="2"/>
              <a:buNone/>
            </a:pPr>
            <a:endParaRPr lang="en-US" altLang="en-US" sz="2000"/>
          </a:p>
          <a:p>
            <a:pPr>
              <a:buFont typeface="Wingdings" panose="05000000000000000000" pitchFamily="2" charset="2"/>
              <a:buNone/>
            </a:pPr>
            <a:endParaRPr lang="en-US" altLang="en-US" sz="2000"/>
          </a:p>
          <a:p>
            <a:pPr>
              <a:buFont typeface="Wingdings" panose="05000000000000000000" pitchFamily="2" charset="2"/>
              <a:buNone/>
            </a:pPr>
            <a:endParaRPr lang="en-US" altLang="en-US" sz="2000"/>
          </a:p>
          <a:p>
            <a:pPr>
              <a:buFont typeface="Wingdings" panose="05000000000000000000" pitchFamily="2" charset="2"/>
              <a:buNone/>
            </a:pPr>
            <a:endParaRPr lang="en-US" altLang="en-US" sz="2000"/>
          </a:p>
          <a:p>
            <a:pPr>
              <a:buFont typeface="Wingdings" panose="05000000000000000000" pitchFamily="2" charset="2"/>
              <a:buNone/>
            </a:pPr>
            <a:r>
              <a:rPr lang="en-US" altLang="en-US" sz="2000"/>
              <a:t>            Y=x2?(x3?0:1):(x1?0:1)  (C)                y = ~x</a:t>
            </a:r>
            <a:r>
              <a:rPr lang="en-US" altLang="en-US" sz="2000" baseline="-25000"/>
              <a:t>1</a:t>
            </a:r>
            <a:r>
              <a:rPr lang="en-US" altLang="en-US" sz="2000"/>
              <a:t>·~x</a:t>
            </a:r>
            <a:r>
              <a:rPr lang="en-US" altLang="en-US" sz="2000" baseline="-25000"/>
              <a:t>2 </a:t>
            </a:r>
            <a:r>
              <a:rPr lang="en-US" altLang="en-US" sz="2000"/>
              <a:t>+ x</a:t>
            </a:r>
            <a:r>
              <a:rPr lang="en-US" altLang="en-US" sz="2000" baseline="-25000"/>
              <a:t>2</a:t>
            </a:r>
            <a:r>
              <a:rPr lang="en-US" altLang="en-US" sz="2000"/>
              <a:t>·~x</a:t>
            </a:r>
            <a:r>
              <a:rPr lang="en-US" altLang="en-US" sz="2000" baseline="-25000"/>
              <a:t>3</a:t>
            </a:r>
            <a:endParaRPr lang="en-US" altLang="en-US" sz="2000"/>
          </a:p>
          <a:p>
            <a:pPr>
              <a:buFont typeface="Wingdings" panose="05000000000000000000" pitchFamily="2" charset="2"/>
              <a:buNone/>
            </a:pPr>
            <a:endParaRPr lang="ru-RU" altLang="en-US" sz="2000"/>
          </a:p>
          <a:p>
            <a:pPr>
              <a:buFont typeface="Wingdings" panose="05000000000000000000" pitchFamily="2" charset="2"/>
              <a:buNone/>
            </a:pPr>
            <a:endParaRPr lang="ru-RU" altLang="en-US" sz="2000"/>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442" name="Group 37">
            <a:extLst>
              <a:ext uri="{FF2B5EF4-FFF2-40B4-BE49-F238E27FC236}">
                <a16:creationId xmlns:a16="http://schemas.microsoft.com/office/drawing/2014/main" id="{A8AE72F5-24F1-4034-ADEF-09A8FF272FC7}"/>
              </a:ext>
            </a:extLst>
          </p:cNvPr>
          <p:cNvGrpSpPr>
            <a:grpSpLocks/>
          </p:cNvGrpSpPr>
          <p:nvPr/>
        </p:nvGrpSpPr>
        <p:grpSpPr bwMode="auto">
          <a:xfrm>
            <a:off x="2765199" y="2167393"/>
            <a:ext cx="6288087" cy="3857625"/>
            <a:chOff x="912813" y="1731963"/>
            <a:chExt cx="6288088" cy="3857626"/>
          </a:xfrm>
        </p:grpSpPr>
        <p:sp>
          <p:nvSpPr>
            <p:cNvPr id="35845" name="Oval 5">
              <a:extLst>
                <a:ext uri="{FF2B5EF4-FFF2-40B4-BE49-F238E27FC236}">
                  <a16:creationId xmlns:a16="http://schemas.microsoft.com/office/drawing/2014/main" id="{98C7FDDA-2B2B-4CA8-8880-24AD1FA6550E}"/>
                </a:ext>
              </a:extLst>
            </p:cNvPr>
            <p:cNvSpPr>
              <a:spLocks noChangeArrowheads="1"/>
            </p:cNvSpPr>
            <p:nvPr/>
          </p:nvSpPr>
          <p:spPr bwMode="auto">
            <a:xfrm>
              <a:off x="1735138" y="1795463"/>
              <a:ext cx="579437" cy="579437"/>
            </a:xfrm>
            <a:prstGeom prst="ellipse">
              <a:avLst/>
            </a:prstGeom>
            <a:solidFill>
              <a:schemeClr val="accent1">
                <a:lumMod val="60000"/>
                <a:lumOff val="40000"/>
              </a:schemeClr>
            </a:solidFill>
            <a:ln w="22225">
              <a:solidFill>
                <a:srgbClr val="000000"/>
              </a:solidFill>
              <a:round/>
              <a:headEnd/>
              <a:tailEnd/>
            </a:ln>
          </p:spPr>
          <p:txBody>
            <a:bodyPr/>
            <a:lstStyle/>
            <a:p>
              <a:pPr algn="ctr">
                <a:defRPr/>
              </a:pPr>
              <a:r>
                <a:rPr lang="en-US" sz="2000">
                  <a:latin typeface="Times New Roman" pitchFamily="18" charset="0"/>
                  <a:cs typeface="Arial" charset="0"/>
                </a:rPr>
                <a:t>a</a:t>
              </a:r>
              <a:endParaRPr lang="en-US" sz="2000" baseline="-25000">
                <a:latin typeface="Times New Roman" pitchFamily="18" charset="0"/>
                <a:cs typeface="Arial" charset="0"/>
              </a:endParaRPr>
            </a:p>
          </p:txBody>
        </p:sp>
        <p:sp>
          <p:nvSpPr>
            <p:cNvPr id="35846" name="Oval 6">
              <a:extLst>
                <a:ext uri="{FF2B5EF4-FFF2-40B4-BE49-F238E27FC236}">
                  <a16:creationId xmlns:a16="http://schemas.microsoft.com/office/drawing/2014/main" id="{593974D9-B8FD-4730-923D-8D6CFBE0797B}"/>
                </a:ext>
              </a:extLst>
            </p:cNvPr>
            <p:cNvSpPr>
              <a:spLocks noChangeArrowheads="1"/>
            </p:cNvSpPr>
            <p:nvPr/>
          </p:nvSpPr>
          <p:spPr bwMode="auto">
            <a:xfrm>
              <a:off x="984250" y="2803525"/>
              <a:ext cx="579438" cy="579438"/>
            </a:xfrm>
            <a:prstGeom prst="ellipse">
              <a:avLst/>
            </a:prstGeom>
            <a:solidFill>
              <a:schemeClr val="accent1">
                <a:lumMod val="60000"/>
                <a:lumOff val="40000"/>
              </a:schemeClr>
            </a:solidFill>
            <a:ln w="22225">
              <a:solidFill>
                <a:srgbClr val="000000"/>
              </a:solidFill>
              <a:round/>
              <a:headEnd/>
              <a:tailEnd/>
            </a:ln>
          </p:spPr>
          <p:txBody>
            <a:bodyPr/>
            <a:lstStyle/>
            <a:p>
              <a:pPr algn="ctr">
                <a:defRPr/>
              </a:pPr>
              <a:r>
                <a:rPr lang="en-US" sz="2000">
                  <a:latin typeface="Times New Roman" pitchFamily="18" charset="0"/>
                  <a:cs typeface="Arial" charset="0"/>
                </a:rPr>
                <a:t>c</a:t>
              </a:r>
              <a:endParaRPr lang="en-US" sz="2000" baseline="-25000">
                <a:latin typeface="Times New Roman" pitchFamily="18" charset="0"/>
                <a:cs typeface="Arial" charset="0"/>
              </a:endParaRPr>
            </a:p>
          </p:txBody>
        </p:sp>
        <p:sp>
          <p:nvSpPr>
            <p:cNvPr id="35847" name="Oval 7">
              <a:extLst>
                <a:ext uri="{FF2B5EF4-FFF2-40B4-BE49-F238E27FC236}">
                  <a16:creationId xmlns:a16="http://schemas.microsoft.com/office/drawing/2014/main" id="{35206B49-4E32-4641-BD86-71B4A61F8D75}"/>
                </a:ext>
              </a:extLst>
            </p:cNvPr>
            <p:cNvSpPr>
              <a:spLocks noChangeArrowheads="1"/>
            </p:cNvSpPr>
            <p:nvPr/>
          </p:nvSpPr>
          <p:spPr bwMode="auto">
            <a:xfrm>
              <a:off x="2414588" y="2828925"/>
              <a:ext cx="579437" cy="579438"/>
            </a:xfrm>
            <a:prstGeom prst="ellipse">
              <a:avLst/>
            </a:prstGeom>
            <a:solidFill>
              <a:schemeClr val="accent1">
                <a:lumMod val="60000"/>
                <a:lumOff val="40000"/>
              </a:schemeClr>
            </a:solidFill>
            <a:ln w="22225">
              <a:solidFill>
                <a:srgbClr val="000000"/>
              </a:solidFill>
              <a:round/>
              <a:headEnd/>
              <a:tailEnd/>
            </a:ln>
          </p:spPr>
          <p:txBody>
            <a:bodyPr/>
            <a:lstStyle/>
            <a:p>
              <a:pPr algn="ctr">
                <a:defRPr/>
              </a:pPr>
              <a:r>
                <a:rPr lang="en-US" sz="2000">
                  <a:latin typeface="Times New Roman" pitchFamily="18" charset="0"/>
                  <a:cs typeface="Arial" charset="0"/>
                </a:rPr>
                <a:t>c</a:t>
              </a:r>
            </a:p>
          </p:txBody>
        </p:sp>
        <p:sp>
          <p:nvSpPr>
            <p:cNvPr id="35848" name="Oval 8">
              <a:extLst>
                <a:ext uri="{FF2B5EF4-FFF2-40B4-BE49-F238E27FC236}">
                  <a16:creationId xmlns:a16="http://schemas.microsoft.com/office/drawing/2014/main" id="{5CC043FD-1CE4-4959-BE99-0FA9A2F394AA}"/>
                </a:ext>
              </a:extLst>
            </p:cNvPr>
            <p:cNvSpPr>
              <a:spLocks noChangeArrowheads="1"/>
            </p:cNvSpPr>
            <p:nvPr/>
          </p:nvSpPr>
          <p:spPr bwMode="auto">
            <a:xfrm>
              <a:off x="971550" y="3990976"/>
              <a:ext cx="579438" cy="579438"/>
            </a:xfrm>
            <a:prstGeom prst="ellipse">
              <a:avLst/>
            </a:prstGeom>
            <a:solidFill>
              <a:schemeClr val="accent1">
                <a:lumMod val="60000"/>
                <a:lumOff val="40000"/>
              </a:schemeClr>
            </a:solidFill>
            <a:ln w="22225">
              <a:solidFill>
                <a:srgbClr val="000000"/>
              </a:solidFill>
              <a:round/>
              <a:headEnd/>
              <a:tailEnd/>
            </a:ln>
          </p:spPr>
          <p:txBody>
            <a:bodyPr/>
            <a:lstStyle/>
            <a:p>
              <a:pPr algn="ctr">
                <a:defRPr/>
              </a:pPr>
              <a:r>
                <a:rPr lang="en-US" sz="2000">
                  <a:latin typeface="Times New Roman" pitchFamily="18" charset="0"/>
                  <a:cs typeface="Arial" charset="0"/>
                </a:rPr>
                <a:t>b</a:t>
              </a:r>
              <a:endParaRPr lang="en-US" sz="2000" baseline="-25000">
                <a:latin typeface="Times New Roman" pitchFamily="18" charset="0"/>
                <a:cs typeface="Arial" charset="0"/>
              </a:endParaRPr>
            </a:p>
          </p:txBody>
        </p:sp>
        <p:sp>
          <p:nvSpPr>
            <p:cNvPr id="2" name="Rectangle 9">
              <a:extLst>
                <a:ext uri="{FF2B5EF4-FFF2-40B4-BE49-F238E27FC236}">
                  <a16:creationId xmlns:a16="http://schemas.microsoft.com/office/drawing/2014/main" id="{AD6E49E7-909F-4C1D-9AD8-4DEB38E03A5C}"/>
                </a:ext>
              </a:extLst>
            </p:cNvPr>
            <p:cNvSpPr>
              <a:spLocks noChangeArrowheads="1"/>
            </p:cNvSpPr>
            <p:nvPr/>
          </p:nvSpPr>
          <p:spPr bwMode="auto">
            <a:xfrm>
              <a:off x="912813" y="5078414"/>
              <a:ext cx="655637" cy="503237"/>
            </a:xfrm>
            <a:prstGeom prst="rect">
              <a:avLst/>
            </a:prstGeom>
            <a:solidFill>
              <a:schemeClr val="accent1">
                <a:lumMod val="40000"/>
                <a:lumOff val="60000"/>
              </a:schemeClr>
            </a:solidFill>
            <a:ln w="9525">
              <a:solidFill>
                <a:schemeClr val="tx1"/>
              </a:solidFill>
              <a:miter lim="800000"/>
              <a:headEnd/>
              <a:tailEnd/>
            </a:ln>
          </p:spPr>
          <p:txBody>
            <a:bodyPr wrap="none" anchor="ctr"/>
            <a:lstStyle/>
            <a:p>
              <a:pPr algn="ctr" eaLnBrk="1" hangingPunct="1">
                <a:defRPr/>
              </a:pPr>
              <a:r>
                <a:rPr lang="en-US" sz="2000">
                  <a:latin typeface="Arial" charset="0"/>
                  <a:cs typeface="Arial" charset="0"/>
                </a:rPr>
                <a:t>0</a:t>
              </a:r>
              <a:endParaRPr lang="ru-RU" sz="2000">
                <a:latin typeface="Arial" charset="0"/>
                <a:cs typeface="Arial" charset="0"/>
              </a:endParaRPr>
            </a:p>
          </p:txBody>
        </p:sp>
        <p:sp>
          <p:nvSpPr>
            <p:cNvPr id="35849" name="Rectangle 10">
              <a:extLst>
                <a:ext uri="{FF2B5EF4-FFF2-40B4-BE49-F238E27FC236}">
                  <a16:creationId xmlns:a16="http://schemas.microsoft.com/office/drawing/2014/main" id="{F8CE4D3E-9222-4E65-AA17-DF92F32CFB4D}"/>
                </a:ext>
              </a:extLst>
            </p:cNvPr>
            <p:cNvSpPr>
              <a:spLocks noChangeArrowheads="1"/>
            </p:cNvSpPr>
            <p:nvPr/>
          </p:nvSpPr>
          <p:spPr bwMode="auto">
            <a:xfrm>
              <a:off x="2455863" y="5086351"/>
              <a:ext cx="608012" cy="503238"/>
            </a:xfrm>
            <a:prstGeom prst="rect">
              <a:avLst/>
            </a:prstGeom>
            <a:solidFill>
              <a:schemeClr val="accent1">
                <a:lumMod val="40000"/>
                <a:lumOff val="60000"/>
              </a:schemeClr>
            </a:solidFill>
            <a:ln w="9525">
              <a:solidFill>
                <a:schemeClr val="tx1"/>
              </a:solidFill>
              <a:miter lim="800000"/>
              <a:headEnd/>
              <a:tailEnd/>
            </a:ln>
          </p:spPr>
          <p:txBody>
            <a:bodyPr wrap="none" anchor="ctr"/>
            <a:lstStyle/>
            <a:p>
              <a:pPr algn="ctr" eaLnBrk="1" hangingPunct="1">
                <a:defRPr/>
              </a:pPr>
              <a:r>
                <a:rPr lang="en-US" sz="2000">
                  <a:latin typeface="Arial" charset="0"/>
                  <a:cs typeface="Arial" charset="0"/>
                </a:rPr>
                <a:t>1</a:t>
              </a:r>
              <a:endParaRPr lang="ru-RU" sz="2000">
                <a:latin typeface="Arial" charset="0"/>
                <a:cs typeface="Arial" charset="0"/>
              </a:endParaRPr>
            </a:p>
          </p:txBody>
        </p:sp>
        <p:sp>
          <p:nvSpPr>
            <p:cNvPr id="61451" name="Line 11">
              <a:extLst>
                <a:ext uri="{FF2B5EF4-FFF2-40B4-BE49-F238E27FC236}">
                  <a16:creationId xmlns:a16="http://schemas.microsoft.com/office/drawing/2014/main" id="{A5FF7F0C-3E98-1CE6-D7A8-A4F4520CA0EB}"/>
                </a:ext>
              </a:extLst>
            </p:cNvPr>
            <p:cNvSpPr>
              <a:spLocks noChangeShapeType="1"/>
            </p:cNvSpPr>
            <p:nvPr/>
          </p:nvSpPr>
          <p:spPr bwMode="auto">
            <a:xfrm flipH="1">
              <a:off x="1417638" y="2298701"/>
              <a:ext cx="431800" cy="530225"/>
            </a:xfrm>
            <a:prstGeom prst="line">
              <a:avLst/>
            </a:prstGeom>
            <a:noFill/>
            <a:ln w="22225">
              <a:solidFill>
                <a:schemeClr val="tx1"/>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1452" name="Line 12">
              <a:extLst>
                <a:ext uri="{FF2B5EF4-FFF2-40B4-BE49-F238E27FC236}">
                  <a16:creationId xmlns:a16="http://schemas.microsoft.com/office/drawing/2014/main" id="{74DCD117-9892-7879-CAF4-164C226A4624}"/>
                </a:ext>
              </a:extLst>
            </p:cNvPr>
            <p:cNvSpPr>
              <a:spLocks noChangeShapeType="1"/>
            </p:cNvSpPr>
            <p:nvPr/>
          </p:nvSpPr>
          <p:spPr bwMode="auto">
            <a:xfrm>
              <a:off x="2209801" y="2298701"/>
              <a:ext cx="461963" cy="536575"/>
            </a:xfrm>
            <a:prstGeom prst="line">
              <a:avLst/>
            </a:prstGeom>
            <a:noFill/>
            <a:ln w="222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1453" name="Line 13">
              <a:extLst>
                <a:ext uri="{FF2B5EF4-FFF2-40B4-BE49-F238E27FC236}">
                  <a16:creationId xmlns:a16="http://schemas.microsoft.com/office/drawing/2014/main" id="{926A5282-0E14-E771-6541-FB3F31B43C3E}"/>
                </a:ext>
              </a:extLst>
            </p:cNvPr>
            <p:cNvSpPr>
              <a:spLocks noChangeShapeType="1"/>
            </p:cNvSpPr>
            <p:nvPr/>
          </p:nvSpPr>
          <p:spPr bwMode="auto">
            <a:xfrm flipH="1">
              <a:off x="1489076" y="3306763"/>
              <a:ext cx="1008063" cy="792163"/>
            </a:xfrm>
            <a:prstGeom prst="line">
              <a:avLst/>
            </a:prstGeom>
            <a:noFill/>
            <a:ln w="22225">
              <a:solidFill>
                <a:schemeClr val="tx1"/>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1454" name="Line 14">
              <a:extLst>
                <a:ext uri="{FF2B5EF4-FFF2-40B4-BE49-F238E27FC236}">
                  <a16:creationId xmlns:a16="http://schemas.microsoft.com/office/drawing/2014/main" id="{60A6119D-0C48-650C-7E02-979FA1340509}"/>
                </a:ext>
              </a:extLst>
            </p:cNvPr>
            <p:cNvSpPr>
              <a:spLocks noChangeShapeType="1"/>
            </p:cNvSpPr>
            <p:nvPr/>
          </p:nvSpPr>
          <p:spPr bwMode="auto">
            <a:xfrm>
              <a:off x="2713038" y="3417888"/>
              <a:ext cx="71438" cy="1655763"/>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1455" name="Line 15">
              <a:extLst>
                <a:ext uri="{FF2B5EF4-FFF2-40B4-BE49-F238E27FC236}">
                  <a16:creationId xmlns:a16="http://schemas.microsoft.com/office/drawing/2014/main" id="{F7E7B329-C166-B8B6-0185-735E3D14ED18}"/>
                </a:ext>
              </a:extLst>
            </p:cNvPr>
            <p:cNvSpPr>
              <a:spLocks noChangeShapeType="1"/>
            </p:cNvSpPr>
            <p:nvPr/>
          </p:nvSpPr>
          <p:spPr bwMode="auto">
            <a:xfrm>
              <a:off x="1344613" y="3379788"/>
              <a:ext cx="0" cy="611188"/>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1456" name="Line 16">
              <a:extLst>
                <a:ext uri="{FF2B5EF4-FFF2-40B4-BE49-F238E27FC236}">
                  <a16:creationId xmlns:a16="http://schemas.microsoft.com/office/drawing/2014/main" id="{592D1B49-27AC-57C8-09AC-C9BF967A8CC9}"/>
                </a:ext>
              </a:extLst>
            </p:cNvPr>
            <p:cNvSpPr>
              <a:spLocks noChangeShapeType="1"/>
            </p:cNvSpPr>
            <p:nvPr/>
          </p:nvSpPr>
          <p:spPr bwMode="auto">
            <a:xfrm>
              <a:off x="1187451" y="3379788"/>
              <a:ext cx="0" cy="611188"/>
            </a:xfrm>
            <a:prstGeom prst="line">
              <a:avLst/>
            </a:prstGeom>
            <a:noFill/>
            <a:ln w="25400">
              <a:solidFill>
                <a:schemeClr val="tx1"/>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1457" name="Line 17">
              <a:extLst>
                <a:ext uri="{FF2B5EF4-FFF2-40B4-BE49-F238E27FC236}">
                  <a16:creationId xmlns:a16="http://schemas.microsoft.com/office/drawing/2014/main" id="{75A45FF4-E6ED-26CC-588F-CDD57BEBF833}"/>
                </a:ext>
              </a:extLst>
            </p:cNvPr>
            <p:cNvSpPr>
              <a:spLocks noChangeShapeType="1"/>
            </p:cNvSpPr>
            <p:nvPr/>
          </p:nvSpPr>
          <p:spPr bwMode="auto">
            <a:xfrm>
              <a:off x="1455738" y="4484688"/>
              <a:ext cx="1223963" cy="576263"/>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1458" name="Line 18">
              <a:extLst>
                <a:ext uri="{FF2B5EF4-FFF2-40B4-BE49-F238E27FC236}">
                  <a16:creationId xmlns:a16="http://schemas.microsoft.com/office/drawing/2014/main" id="{35DACED4-E110-8EEA-AEEF-3138B3F79451}"/>
                </a:ext>
              </a:extLst>
            </p:cNvPr>
            <p:cNvSpPr>
              <a:spLocks noChangeShapeType="1"/>
            </p:cNvSpPr>
            <p:nvPr/>
          </p:nvSpPr>
          <p:spPr bwMode="auto">
            <a:xfrm>
              <a:off x="1238251" y="4557713"/>
              <a:ext cx="0" cy="539750"/>
            </a:xfrm>
            <a:prstGeom prst="line">
              <a:avLst/>
            </a:prstGeom>
            <a:noFill/>
            <a:ln w="25400">
              <a:solidFill>
                <a:schemeClr val="tx1"/>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35859" name="Oval 19">
              <a:extLst>
                <a:ext uri="{FF2B5EF4-FFF2-40B4-BE49-F238E27FC236}">
                  <a16:creationId xmlns:a16="http://schemas.microsoft.com/office/drawing/2014/main" id="{0DB18495-AC8B-460A-8A81-9DA3026F5D7A}"/>
                </a:ext>
              </a:extLst>
            </p:cNvPr>
            <p:cNvSpPr>
              <a:spLocks noChangeArrowheads="1"/>
            </p:cNvSpPr>
            <p:nvPr/>
          </p:nvSpPr>
          <p:spPr bwMode="auto">
            <a:xfrm>
              <a:off x="5872164" y="1731963"/>
              <a:ext cx="579437" cy="579437"/>
            </a:xfrm>
            <a:prstGeom prst="ellipse">
              <a:avLst/>
            </a:prstGeom>
            <a:solidFill>
              <a:schemeClr val="accent1">
                <a:lumMod val="60000"/>
                <a:lumOff val="40000"/>
              </a:schemeClr>
            </a:solidFill>
            <a:ln w="22225">
              <a:solidFill>
                <a:srgbClr val="000000"/>
              </a:solidFill>
              <a:round/>
              <a:headEnd/>
              <a:tailEnd/>
            </a:ln>
          </p:spPr>
          <p:txBody>
            <a:bodyPr/>
            <a:lstStyle/>
            <a:p>
              <a:pPr algn="ctr">
                <a:defRPr/>
              </a:pPr>
              <a:r>
                <a:rPr lang="en-US" sz="2000">
                  <a:latin typeface="Times New Roman" pitchFamily="18" charset="0"/>
                  <a:cs typeface="Arial" charset="0"/>
                </a:rPr>
                <a:t>a</a:t>
              </a:r>
              <a:endParaRPr lang="en-US" sz="2000" baseline="-25000">
                <a:latin typeface="Times New Roman" pitchFamily="18" charset="0"/>
                <a:cs typeface="Arial" charset="0"/>
              </a:endParaRPr>
            </a:p>
          </p:txBody>
        </p:sp>
        <p:sp>
          <p:nvSpPr>
            <p:cNvPr id="35860" name="Oval 20">
              <a:extLst>
                <a:ext uri="{FF2B5EF4-FFF2-40B4-BE49-F238E27FC236}">
                  <a16:creationId xmlns:a16="http://schemas.microsoft.com/office/drawing/2014/main" id="{4D1452A9-74F4-4603-8F3B-2768438B089D}"/>
                </a:ext>
              </a:extLst>
            </p:cNvPr>
            <p:cNvSpPr>
              <a:spLocks noChangeArrowheads="1"/>
            </p:cNvSpPr>
            <p:nvPr/>
          </p:nvSpPr>
          <p:spPr bwMode="auto">
            <a:xfrm>
              <a:off x="5121276" y="2740025"/>
              <a:ext cx="579438" cy="579438"/>
            </a:xfrm>
            <a:prstGeom prst="ellipse">
              <a:avLst/>
            </a:prstGeom>
            <a:solidFill>
              <a:schemeClr val="accent1">
                <a:lumMod val="60000"/>
                <a:lumOff val="40000"/>
              </a:schemeClr>
            </a:solidFill>
            <a:ln w="22225">
              <a:solidFill>
                <a:srgbClr val="000000"/>
              </a:solidFill>
              <a:round/>
              <a:headEnd/>
              <a:tailEnd/>
            </a:ln>
          </p:spPr>
          <p:txBody>
            <a:bodyPr/>
            <a:lstStyle/>
            <a:p>
              <a:pPr algn="ctr">
                <a:defRPr/>
              </a:pPr>
              <a:r>
                <a:rPr lang="en-US" sz="2000">
                  <a:latin typeface="Times New Roman" pitchFamily="18" charset="0"/>
                  <a:cs typeface="Arial" charset="0"/>
                </a:rPr>
                <a:t>b</a:t>
              </a:r>
              <a:endParaRPr lang="en-US" sz="2000" baseline="-25000">
                <a:latin typeface="Times New Roman" pitchFamily="18" charset="0"/>
                <a:cs typeface="Arial" charset="0"/>
              </a:endParaRPr>
            </a:p>
          </p:txBody>
        </p:sp>
        <p:sp>
          <p:nvSpPr>
            <p:cNvPr id="35861" name="Oval 21">
              <a:extLst>
                <a:ext uri="{FF2B5EF4-FFF2-40B4-BE49-F238E27FC236}">
                  <a16:creationId xmlns:a16="http://schemas.microsoft.com/office/drawing/2014/main" id="{7099543C-8E2E-4704-891C-5A141743760A}"/>
                </a:ext>
              </a:extLst>
            </p:cNvPr>
            <p:cNvSpPr>
              <a:spLocks noChangeArrowheads="1"/>
            </p:cNvSpPr>
            <p:nvPr/>
          </p:nvSpPr>
          <p:spPr bwMode="auto">
            <a:xfrm>
              <a:off x="6551614" y="2765425"/>
              <a:ext cx="579437" cy="579438"/>
            </a:xfrm>
            <a:prstGeom prst="ellipse">
              <a:avLst/>
            </a:prstGeom>
            <a:solidFill>
              <a:schemeClr val="accent1">
                <a:lumMod val="60000"/>
                <a:lumOff val="40000"/>
              </a:schemeClr>
            </a:solidFill>
            <a:ln w="22225">
              <a:solidFill>
                <a:srgbClr val="000000"/>
              </a:solidFill>
              <a:round/>
              <a:headEnd/>
              <a:tailEnd/>
            </a:ln>
          </p:spPr>
          <p:txBody>
            <a:bodyPr/>
            <a:lstStyle/>
            <a:p>
              <a:pPr algn="ctr">
                <a:defRPr/>
              </a:pPr>
              <a:r>
                <a:rPr lang="en-US" sz="2000">
                  <a:latin typeface="Times New Roman" pitchFamily="18" charset="0"/>
                  <a:cs typeface="Arial" charset="0"/>
                </a:rPr>
                <a:t>c</a:t>
              </a:r>
            </a:p>
          </p:txBody>
        </p:sp>
        <p:sp>
          <p:nvSpPr>
            <p:cNvPr id="35862" name="Oval 22">
              <a:extLst>
                <a:ext uri="{FF2B5EF4-FFF2-40B4-BE49-F238E27FC236}">
                  <a16:creationId xmlns:a16="http://schemas.microsoft.com/office/drawing/2014/main" id="{506B65B4-BDA0-4C44-BDD1-D52F472AC46F}"/>
                </a:ext>
              </a:extLst>
            </p:cNvPr>
            <p:cNvSpPr>
              <a:spLocks noChangeArrowheads="1"/>
            </p:cNvSpPr>
            <p:nvPr/>
          </p:nvSpPr>
          <p:spPr bwMode="auto">
            <a:xfrm>
              <a:off x="5108576" y="3927476"/>
              <a:ext cx="579438" cy="579438"/>
            </a:xfrm>
            <a:prstGeom prst="ellipse">
              <a:avLst/>
            </a:prstGeom>
            <a:solidFill>
              <a:schemeClr val="accent1">
                <a:lumMod val="60000"/>
                <a:lumOff val="40000"/>
              </a:schemeClr>
            </a:solidFill>
            <a:ln w="22225">
              <a:solidFill>
                <a:srgbClr val="000000"/>
              </a:solidFill>
              <a:round/>
              <a:headEnd/>
              <a:tailEnd/>
            </a:ln>
          </p:spPr>
          <p:txBody>
            <a:bodyPr/>
            <a:lstStyle/>
            <a:p>
              <a:pPr algn="ctr">
                <a:defRPr/>
              </a:pPr>
              <a:r>
                <a:rPr lang="en-US" sz="2000">
                  <a:latin typeface="Times New Roman" pitchFamily="18" charset="0"/>
                  <a:cs typeface="Arial" charset="0"/>
                </a:rPr>
                <a:t>c</a:t>
              </a:r>
              <a:endParaRPr lang="en-US" sz="2000" baseline="-25000">
                <a:latin typeface="Times New Roman" pitchFamily="18" charset="0"/>
                <a:cs typeface="Arial" charset="0"/>
              </a:endParaRPr>
            </a:p>
          </p:txBody>
        </p:sp>
        <p:sp>
          <p:nvSpPr>
            <p:cNvPr id="35863" name="Rectangle 24">
              <a:extLst>
                <a:ext uri="{FF2B5EF4-FFF2-40B4-BE49-F238E27FC236}">
                  <a16:creationId xmlns:a16="http://schemas.microsoft.com/office/drawing/2014/main" id="{3E790C59-8D54-4BBB-9C44-08BE983737AE}"/>
                </a:ext>
              </a:extLst>
            </p:cNvPr>
            <p:cNvSpPr>
              <a:spLocks noChangeArrowheads="1"/>
            </p:cNvSpPr>
            <p:nvPr/>
          </p:nvSpPr>
          <p:spPr bwMode="auto">
            <a:xfrm>
              <a:off x="6592889" y="5022851"/>
              <a:ext cx="608012" cy="503238"/>
            </a:xfrm>
            <a:prstGeom prst="rect">
              <a:avLst/>
            </a:prstGeom>
            <a:solidFill>
              <a:schemeClr val="accent1">
                <a:lumMod val="40000"/>
                <a:lumOff val="60000"/>
              </a:schemeClr>
            </a:solidFill>
            <a:ln w="9525">
              <a:solidFill>
                <a:schemeClr val="tx1"/>
              </a:solidFill>
              <a:miter lim="800000"/>
              <a:headEnd/>
              <a:tailEnd/>
            </a:ln>
          </p:spPr>
          <p:txBody>
            <a:bodyPr wrap="none" anchor="ctr"/>
            <a:lstStyle/>
            <a:p>
              <a:pPr algn="ctr" eaLnBrk="1" hangingPunct="1">
                <a:defRPr/>
              </a:pPr>
              <a:r>
                <a:rPr lang="en-US" sz="2000">
                  <a:latin typeface="Arial" charset="0"/>
                  <a:cs typeface="Arial" charset="0"/>
                </a:rPr>
                <a:t>1</a:t>
              </a:r>
              <a:endParaRPr lang="ru-RU" sz="2000">
                <a:latin typeface="Arial" charset="0"/>
                <a:cs typeface="Arial" charset="0"/>
              </a:endParaRPr>
            </a:p>
          </p:txBody>
        </p:sp>
        <p:sp>
          <p:nvSpPr>
            <p:cNvPr id="61464" name="Line 25">
              <a:extLst>
                <a:ext uri="{FF2B5EF4-FFF2-40B4-BE49-F238E27FC236}">
                  <a16:creationId xmlns:a16="http://schemas.microsoft.com/office/drawing/2014/main" id="{177F26A7-6878-A8E2-1CDF-73B8742D79AE}"/>
                </a:ext>
              </a:extLst>
            </p:cNvPr>
            <p:cNvSpPr>
              <a:spLocks noChangeShapeType="1"/>
            </p:cNvSpPr>
            <p:nvPr/>
          </p:nvSpPr>
          <p:spPr bwMode="auto">
            <a:xfrm flipH="1">
              <a:off x="5554663" y="2235201"/>
              <a:ext cx="431800" cy="530225"/>
            </a:xfrm>
            <a:prstGeom prst="line">
              <a:avLst/>
            </a:prstGeom>
            <a:noFill/>
            <a:ln w="22225">
              <a:solidFill>
                <a:schemeClr val="tx1"/>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1465" name="Line 26">
              <a:extLst>
                <a:ext uri="{FF2B5EF4-FFF2-40B4-BE49-F238E27FC236}">
                  <a16:creationId xmlns:a16="http://schemas.microsoft.com/office/drawing/2014/main" id="{D4D19601-6670-CE8A-3826-D7EFCD819956}"/>
                </a:ext>
              </a:extLst>
            </p:cNvPr>
            <p:cNvSpPr>
              <a:spLocks noChangeShapeType="1"/>
            </p:cNvSpPr>
            <p:nvPr/>
          </p:nvSpPr>
          <p:spPr bwMode="auto">
            <a:xfrm>
              <a:off x="6346826" y="2235201"/>
              <a:ext cx="461963" cy="536575"/>
            </a:xfrm>
            <a:prstGeom prst="line">
              <a:avLst/>
            </a:prstGeom>
            <a:noFill/>
            <a:ln w="222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1466" name="Line 27">
              <a:extLst>
                <a:ext uri="{FF2B5EF4-FFF2-40B4-BE49-F238E27FC236}">
                  <a16:creationId xmlns:a16="http://schemas.microsoft.com/office/drawing/2014/main" id="{A1B020A5-4264-5FF7-813A-2365AE762719}"/>
                </a:ext>
              </a:extLst>
            </p:cNvPr>
            <p:cNvSpPr>
              <a:spLocks noChangeShapeType="1"/>
            </p:cNvSpPr>
            <p:nvPr/>
          </p:nvSpPr>
          <p:spPr bwMode="auto">
            <a:xfrm flipH="1">
              <a:off x="5305426" y="3243263"/>
              <a:ext cx="1328738" cy="1792288"/>
            </a:xfrm>
            <a:prstGeom prst="line">
              <a:avLst/>
            </a:prstGeom>
            <a:noFill/>
            <a:ln w="22225">
              <a:solidFill>
                <a:schemeClr val="tx1"/>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1467" name="Line 28">
              <a:extLst>
                <a:ext uri="{FF2B5EF4-FFF2-40B4-BE49-F238E27FC236}">
                  <a16:creationId xmlns:a16="http://schemas.microsoft.com/office/drawing/2014/main" id="{D8D8B618-C7B6-1C97-E2BC-2CD440643152}"/>
                </a:ext>
              </a:extLst>
            </p:cNvPr>
            <p:cNvSpPr>
              <a:spLocks noChangeShapeType="1"/>
            </p:cNvSpPr>
            <p:nvPr/>
          </p:nvSpPr>
          <p:spPr bwMode="auto">
            <a:xfrm flipH="1">
              <a:off x="6838951" y="3354388"/>
              <a:ext cx="11113" cy="601663"/>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1468" name="Line 29">
              <a:extLst>
                <a:ext uri="{FF2B5EF4-FFF2-40B4-BE49-F238E27FC236}">
                  <a16:creationId xmlns:a16="http://schemas.microsoft.com/office/drawing/2014/main" id="{E47CEF41-6EA0-C963-1378-E76C15F9953A}"/>
                </a:ext>
              </a:extLst>
            </p:cNvPr>
            <p:cNvSpPr>
              <a:spLocks noChangeShapeType="1"/>
            </p:cNvSpPr>
            <p:nvPr/>
          </p:nvSpPr>
          <p:spPr bwMode="auto">
            <a:xfrm>
              <a:off x="5481638" y="3316288"/>
              <a:ext cx="1501775" cy="1719263"/>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1469" name="Line 30">
              <a:extLst>
                <a:ext uri="{FF2B5EF4-FFF2-40B4-BE49-F238E27FC236}">
                  <a16:creationId xmlns:a16="http://schemas.microsoft.com/office/drawing/2014/main" id="{C6B52F2A-DF8C-03BB-20AA-E44E505FC28B}"/>
                </a:ext>
              </a:extLst>
            </p:cNvPr>
            <p:cNvSpPr>
              <a:spLocks noChangeShapeType="1"/>
            </p:cNvSpPr>
            <p:nvPr/>
          </p:nvSpPr>
          <p:spPr bwMode="auto">
            <a:xfrm>
              <a:off x="5324476" y="3316288"/>
              <a:ext cx="0" cy="611188"/>
            </a:xfrm>
            <a:prstGeom prst="line">
              <a:avLst/>
            </a:prstGeom>
            <a:noFill/>
            <a:ln w="25400">
              <a:solidFill>
                <a:schemeClr val="tx1"/>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1470" name="Line 31">
              <a:extLst>
                <a:ext uri="{FF2B5EF4-FFF2-40B4-BE49-F238E27FC236}">
                  <a16:creationId xmlns:a16="http://schemas.microsoft.com/office/drawing/2014/main" id="{118C146B-4668-98D5-76DC-56A521A0978E}"/>
                </a:ext>
              </a:extLst>
            </p:cNvPr>
            <p:cNvSpPr>
              <a:spLocks noChangeShapeType="1"/>
            </p:cNvSpPr>
            <p:nvPr/>
          </p:nvSpPr>
          <p:spPr bwMode="auto">
            <a:xfrm>
              <a:off x="5592763" y="4421188"/>
              <a:ext cx="1223963" cy="576263"/>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1471" name="Line 32">
              <a:extLst>
                <a:ext uri="{FF2B5EF4-FFF2-40B4-BE49-F238E27FC236}">
                  <a16:creationId xmlns:a16="http://schemas.microsoft.com/office/drawing/2014/main" id="{9AA3AB5A-4B39-D803-27E4-F784DB0C35A2}"/>
                </a:ext>
              </a:extLst>
            </p:cNvPr>
            <p:cNvSpPr>
              <a:spLocks noChangeShapeType="1"/>
            </p:cNvSpPr>
            <p:nvPr/>
          </p:nvSpPr>
          <p:spPr bwMode="auto">
            <a:xfrm flipH="1">
              <a:off x="5018088" y="4459288"/>
              <a:ext cx="215900" cy="576263"/>
            </a:xfrm>
            <a:prstGeom prst="line">
              <a:avLst/>
            </a:prstGeom>
            <a:noFill/>
            <a:ln w="25400">
              <a:solidFill>
                <a:schemeClr val="tx1"/>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35872" name="Oval 35">
              <a:extLst>
                <a:ext uri="{FF2B5EF4-FFF2-40B4-BE49-F238E27FC236}">
                  <a16:creationId xmlns:a16="http://schemas.microsoft.com/office/drawing/2014/main" id="{EA653C17-0BF7-4018-B88A-685D589CEFCB}"/>
                </a:ext>
              </a:extLst>
            </p:cNvPr>
            <p:cNvSpPr>
              <a:spLocks noChangeArrowheads="1"/>
            </p:cNvSpPr>
            <p:nvPr/>
          </p:nvSpPr>
          <p:spPr bwMode="auto">
            <a:xfrm>
              <a:off x="6551614" y="3956051"/>
              <a:ext cx="579437" cy="579438"/>
            </a:xfrm>
            <a:prstGeom prst="ellipse">
              <a:avLst/>
            </a:prstGeom>
            <a:solidFill>
              <a:schemeClr val="accent1">
                <a:lumMod val="60000"/>
                <a:lumOff val="40000"/>
              </a:schemeClr>
            </a:solidFill>
            <a:ln w="22225">
              <a:solidFill>
                <a:srgbClr val="000000"/>
              </a:solidFill>
              <a:round/>
              <a:headEnd/>
              <a:tailEnd/>
            </a:ln>
          </p:spPr>
          <p:txBody>
            <a:bodyPr/>
            <a:lstStyle/>
            <a:p>
              <a:pPr algn="ctr">
                <a:defRPr/>
              </a:pPr>
              <a:r>
                <a:rPr lang="en-US" sz="2000">
                  <a:latin typeface="Times New Roman" pitchFamily="18" charset="0"/>
                  <a:cs typeface="Arial" charset="0"/>
                </a:rPr>
                <a:t>b</a:t>
              </a:r>
              <a:endParaRPr lang="en-US" sz="2000" baseline="-25000">
                <a:latin typeface="Times New Roman" pitchFamily="18" charset="0"/>
                <a:cs typeface="Arial" charset="0"/>
              </a:endParaRPr>
            </a:p>
          </p:txBody>
        </p:sp>
        <p:sp>
          <p:nvSpPr>
            <p:cNvPr id="61473" name="Line 37">
              <a:extLst>
                <a:ext uri="{FF2B5EF4-FFF2-40B4-BE49-F238E27FC236}">
                  <a16:creationId xmlns:a16="http://schemas.microsoft.com/office/drawing/2014/main" id="{9F7A7549-04D8-D8BB-8CAB-A2B7F18092F2}"/>
                </a:ext>
              </a:extLst>
            </p:cNvPr>
            <p:cNvSpPr>
              <a:spLocks noChangeShapeType="1"/>
            </p:cNvSpPr>
            <p:nvPr/>
          </p:nvSpPr>
          <p:spPr bwMode="auto">
            <a:xfrm>
              <a:off x="6983413" y="4497388"/>
              <a:ext cx="50800" cy="538163"/>
            </a:xfrm>
            <a:prstGeom prst="line">
              <a:avLst/>
            </a:prstGeom>
            <a:noFill/>
            <a:ln w="9525">
              <a:solidFill>
                <a:schemeClr val="tx1"/>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35874" name="Rectangle 38">
              <a:extLst>
                <a:ext uri="{FF2B5EF4-FFF2-40B4-BE49-F238E27FC236}">
                  <a16:creationId xmlns:a16="http://schemas.microsoft.com/office/drawing/2014/main" id="{BE98EFDA-4CB8-4134-BDF1-BD77F1F02295}"/>
                </a:ext>
              </a:extLst>
            </p:cNvPr>
            <p:cNvSpPr>
              <a:spLocks noChangeArrowheads="1"/>
            </p:cNvSpPr>
            <p:nvPr/>
          </p:nvSpPr>
          <p:spPr bwMode="auto">
            <a:xfrm>
              <a:off x="4937126" y="5035551"/>
              <a:ext cx="655638" cy="503238"/>
            </a:xfrm>
            <a:prstGeom prst="rect">
              <a:avLst/>
            </a:prstGeom>
            <a:solidFill>
              <a:schemeClr val="accent1">
                <a:lumMod val="40000"/>
                <a:lumOff val="60000"/>
              </a:schemeClr>
            </a:solidFill>
            <a:ln w="9525">
              <a:solidFill>
                <a:schemeClr val="tx1"/>
              </a:solidFill>
              <a:miter lim="800000"/>
              <a:headEnd/>
              <a:tailEnd/>
            </a:ln>
          </p:spPr>
          <p:txBody>
            <a:bodyPr wrap="none" anchor="ctr"/>
            <a:lstStyle/>
            <a:p>
              <a:pPr algn="ctr" eaLnBrk="1" hangingPunct="1">
                <a:defRPr/>
              </a:pPr>
              <a:r>
                <a:rPr lang="en-US" sz="2000">
                  <a:latin typeface="Arial" charset="0"/>
                  <a:cs typeface="Arial" charset="0"/>
                </a:rPr>
                <a:t>0</a:t>
              </a:r>
              <a:endParaRPr lang="ru-RU" sz="2000">
                <a:latin typeface="Arial" charset="0"/>
                <a:cs typeface="Arial" charset="0"/>
              </a:endParaRPr>
            </a:p>
          </p:txBody>
        </p:sp>
        <p:sp>
          <p:nvSpPr>
            <p:cNvPr id="61475" name="Line 39">
              <a:extLst>
                <a:ext uri="{FF2B5EF4-FFF2-40B4-BE49-F238E27FC236}">
                  <a16:creationId xmlns:a16="http://schemas.microsoft.com/office/drawing/2014/main" id="{4F4D89C4-F6A2-17D8-9AA4-0DB7A6340661}"/>
                </a:ext>
              </a:extLst>
            </p:cNvPr>
            <p:cNvSpPr>
              <a:spLocks noChangeShapeType="1"/>
            </p:cNvSpPr>
            <p:nvPr/>
          </p:nvSpPr>
          <p:spPr bwMode="auto">
            <a:xfrm flipH="1">
              <a:off x="5376863" y="4459288"/>
              <a:ext cx="1246188" cy="576263"/>
            </a:xfrm>
            <a:prstGeom prst="line">
              <a:avLst/>
            </a:prstGeom>
            <a:noFill/>
            <a:ln w="222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grpSp>
      <p:sp>
        <p:nvSpPr>
          <p:cNvPr id="61443" name="Title 38">
            <a:extLst>
              <a:ext uri="{FF2B5EF4-FFF2-40B4-BE49-F238E27FC236}">
                <a16:creationId xmlns:a16="http://schemas.microsoft.com/office/drawing/2014/main" id="{F0BF9713-59B3-A9A6-6022-0868A059C540}"/>
              </a:ext>
            </a:extLst>
          </p:cNvPr>
          <p:cNvSpPr>
            <a:spLocks noGrp="1" noChangeArrowheads="1"/>
          </p:cNvSpPr>
          <p:nvPr>
            <p:ph type="title"/>
          </p:nvPr>
        </p:nvSpPr>
        <p:spPr/>
        <p:txBody>
          <a:bodyPr>
            <a:normAutofit/>
          </a:bodyPr>
          <a:lstStyle/>
          <a:p>
            <a:r>
              <a:rPr lang="en-US" altLang="en-US"/>
              <a:t>Examples</a:t>
            </a:r>
            <a:endParaRPr lang="ru-RU" altLang="en-US" dirty="0"/>
          </a:p>
        </p:txBody>
      </p:sp>
      <p:sp>
        <p:nvSpPr>
          <p:cNvPr id="61444" name="Content Placeholder 39">
            <a:extLst>
              <a:ext uri="{FF2B5EF4-FFF2-40B4-BE49-F238E27FC236}">
                <a16:creationId xmlns:a16="http://schemas.microsoft.com/office/drawing/2014/main" id="{CC7DCA4C-805C-C55B-1408-1FE5C3AF61DA}"/>
              </a:ext>
            </a:extLst>
          </p:cNvPr>
          <p:cNvSpPr>
            <a:spLocks noGrp="1" noChangeArrowheads="1"/>
          </p:cNvSpPr>
          <p:nvPr>
            <p:ph type="body" sz="quarter" idx="10"/>
          </p:nvPr>
        </p:nvSpPr>
        <p:spPr>
          <a:xfrm>
            <a:off x="457200" y="1188720"/>
            <a:ext cx="11277922" cy="3894457"/>
          </a:xfrm>
        </p:spPr>
        <p:txBody>
          <a:bodyPr/>
          <a:lstStyle/>
          <a:p>
            <a:pPr>
              <a:buFont typeface="Wingdings" panose="05000000000000000000" pitchFamily="2" charset="2"/>
              <a:buNone/>
            </a:pPr>
            <a:r>
              <a:rPr lang="en-US" altLang="en-US" sz="2000"/>
              <a:t>                                 Ordered                                             Not ordered</a:t>
            </a:r>
          </a:p>
          <a:p>
            <a:pPr>
              <a:buFont typeface="Wingdings" panose="05000000000000000000" pitchFamily="2" charset="2"/>
              <a:buNone/>
            </a:pPr>
            <a:r>
              <a:rPr lang="en-US" altLang="en-US" sz="2000"/>
              <a:t>                                 order – a,c,b</a:t>
            </a:r>
            <a:endParaRPr lang="ru-RU" altLang="en-US" sz="2000"/>
          </a:p>
          <a:p>
            <a:pPr>
              <a:buFont typeface="Wingdings" panose="05000000000000000000" pitchFamily="2" charset="2"/>
              <a:buNone/>
            </a:pPr>
            <a:endParaRPr lang="ru-RU" altLang="en-US" sz="2000" dirty="0"/>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3" name="Title 31">
            <a:extLst>
              <a:ext uri="{FF2B5EF4-FFF2-40B4-BE49-F238E27FC236}">
                <a16:creationId xmlns:a16="http://schemas.microsoft.com/office/drawing/2014/main" id="{FF7EFD03-C5FC-1FF5-A50B-9D874B53B83A}"/>
              </a:ext>
            </a:extLst>
          </p:cNvPr>
          <p:cNvSpPr>
            <a:spLocks noGrp="1" noChangeArrowheads="1"/>
          </p:cNvSpPr>
          <p:nvPr>
            <p:ph type="title"/>
          </p:nvPr>
        </p:nvSpPr>
        <p:spPr>
          <a:xfrm>
            <a:off x="-1" y="183402"/>
            <a:ext cx="11612880" cy="704088"/>
          </a:xfrm>
        </p:spPr>
        <p:txBody>
          <a:bodyPr>
            <a:normAutofit/>
          </a:bodyPr>
          <a:lstStyle/>
          <a:p>
            <a:r>
              <a:rPr lang="en-US" altLang="en-US"/>
              <a:t>ROBDDs</a:t>
            </a:r>
            <a:endParaRPr lang="ru-RU" altLang="en-US" dirty="0"/>
          </a:p>
        </p:txBody>
      </p:sp>
      <p:sp>
        <p:nvSpPr>
          <p:cNvPr id="33" name="Content Placeholder 32">
            <a:extLst>
              <a:ext uri="{FF2B5EF4-FFF2-40B4-BE49-F238E27FC236}">
                <a16:creationId xmlns:a16="http://schemas.microsoft.com/office/drawing/2014/main" id="{709E5BEC-C6DA-41E9-9816-E45784F26FBF}"/>
              </a:ext>
            </a:extLst>
          </p:cNvPr>
          <p:cNvSpPr>
            <a:spLocks noGrp="1"/>
          </p:cNvSpPr>
          <p:nvPr>
            <p:ph type="body" sz="quarter" idx="10"/>
          </p:nvPr>
        </p:nvSpPr>
        <p:spPr>
          <a:xfrm>
            <a:off x="457200" y="1188720"/>
            <a:ext cx="11277922" cy="5185186"/>
          </a:xfrm>
        </p:spPr>
        <p:txBody>
          <a:bodyPr/>
          <a:lstStyle/>
          <a:p>
            <a:r>
              <a:rPr lang="en-US" dirty="0"/>
              <a:t>ROBDDs are canonical for a given variable order</a:t>
            </a:r>
          </a:p>
          <a:p>
            <a:r>
              <a:rPr lang="en-US" dirty="0"/>
              <a:t>ROBDD are more compact  than other canonical forms</a:t>
            </a:r>
          </a:p>
          <a:p>
            <a:r>
              <a:rPr lang="en-US" dirty="0"/>
              <a:t>ROBDD size depends on the variable order</a:t>
            </a:r>
          </a:p>
          <a:p>
            <a:endParaRPr lang="en-US" dirty="0"/>
          </a:p>
          <a:p>
            <a:endParaRPr lang="en-US" dirty="0"/>
          </a:p>
          <a:p>
            <a:pPr marL="0" indent="0">
              <a:buNone/>
            </a:pPr>
            <a:r>
              <a:rPr lang="en-US" dirty="0"/>
              <a:t>                   F=x1</a:t>
            </a:r>
            <a:r>
              <a:rPr lang="en-US" dirty="0">
                <a:sym typeface="Symbol" pitchFamily="18" charset="2"/>
              </a:rPr>
              <a:t>x2x3x4</a:t>
            </a:r>
          </a:p>
          <a:p>
            <a:endParaRPr lang="ru-RU" dirty="0"/>
          </a:p>
        </p:txBody>
      </p:sp>
      <p:sp>
        <p:nvSpPr>
          <p:cNvPr id="63491" name="Text Box 63">
            <a:extLst>
              <a:ext uri="{FF2B5EF4-FFF2-40B4-BE49-F238E27FC236}">
                <a16:creationId xmlns:a16="http://schemas.microsoft.com/office/drawing/2014/main" id="{D5656B12-C14F-DB2C-ACC1-A2C2CDC93031}"/>
              </a:ext>
            </a:extLst>
          </p:cNvPr>
          <p:cNvSpPr txBox="1">
            <a:spLocks noChangeArrowheads="1"/>
          </p:cNvSpPr>
          <p:nvPr/>
        </p:nvSpPr>
        <p:spPr bwMode="auto">
          <a:xfrm>
            <a:off x="5519739" y="4868863"/>
            <a:ext cx="19446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endParaRPr lang="ru-RU" altLang="en-US" sz="1800" b="0"/>
          </a:p>
        </p:txBody>
      </p:sp>
      <p:grpSp>
        <p:nvGrpSpPr>
          <p:cNvPr id="63492" name="Group 32">
            <a:extLst>
              <a:ext uri="{FF2B5EF4-FFF2-40B4-BE49-F238E27FC236}">
                <a16:creationId xmlns:a16="http://schemas.microsoft.com/office/drawing/2014/main" id="{1974297C-F2B2-2DFD-088B-76DBB70CC68F}"/>
              </a:ext>
            </a:extLst>
          </p:cNvPr>
          <p:cNvGrpSpPr>
            <a:grpSpLocks/>
          </p:cNvGrpSpPr>
          <p:nvPr/>
        </p:nvGrpSpPr>
        <p:grpSpPr bwMode="auto">
          <a:xfrm>
            <a:off x="8538370" y="1558925"/>
            <a:ext cx="2008187" cy="4110037"/>
            <a:chOff x="3787" y="1047"/>
            <a:chExt cx="1265" cy="2589"/>
          </a:xfrm>
        </p:grpSpPr>
        <p:sp>
          <p:nvSpPr>
            <p:cNvPr id="36871" name="Oval 65">
              <a:extLst>
                <a:ext uri="{FF2B5EF4-FFF2-40B4-BE49-F238E27FC236}">
                  <a16:creationId xmlns:a16="http://schemas.microsoft.com/office/drawing/2014/main" id="{DAC0C8E6-8E4C-4E80-8DCA-15E98C06BA12}"/>
                </a:ext>
              </a:extLst>
            </p:cNvPr>
            <p:cNvSpPr>
              <a:spLocks noChangeArrowheads="1"/>
            </p:cNvSpPr>
            <p:nvPr/>
          </p:nvSpPr>
          <p:spPr bwMode="auto">
            <a:xfrm>
              <a:off x="4214" y="1241"/>
              <a:ext cx="424" cy="313"/>
            </a:xfrm>
            <a:prstGeom prst="ellipse">
              <a:avLst/>
            </a:prstGeom>
            <a:solidFill>
              <a:schemeClr val="accent1">
                <a:lumMod val="60000"/>
                <a:lumOff val="40000"/>
              </a:schemeClr>
            </a:solidFill>
            <a:ln w="22225">
              <a:solidFill>
                <a:srgbClr val="000000"/>
              </a:solidFill>
              <a:round/>
              <a:headEnd/>
              <a:tailEnd/>
            </a:ln>
          </p:spPr>
          <p:txBody>
            <a:bodyPr/>
            <a:lstStyle/>
            <a:p>
              <a:pPr algn="ctr">
                <a:defRPr/>
              </a:pPr>
              <a:r>
                <a:rPr lang="en-US" sz="2000" dirty="0">
                  <a:latin typeface="+mj-lt"/>
                  <a:cs typeface="Arial" charset="0"/>
                </a:rPr>
                <a:t>x</a:t>
              </a:r>
              <a:r>
                <a:rPr lang="en-US" sz="2000" baseline="-25000" dirty="0">
                  <a:latin typeface="+mj-lt"/>
                  <a:cs typeface="Arial" charset="0"/>
                </a:rPr>
                <a:t>1</a:t>
              </a:r>
            </a:p>
          </p:txBody>
        </p:sp>
        <p:sp>
          <p:nvSpPr>
            <p:cNvPr id="36872" name="Oval 66">
              <a:extLst>
                <a:ext uri="{FF2B5EF4-FFF2-40B4-BE49-F238E27FC236}">
                  <a16:creationId xmlns:a16="http://schemas.microsoft.com/office/drawing/2014/main" id="{87259CF0-FCA6-44D0-B15B-B97728472142}"/>
                </a:ext>
              </a:extLst>
            </p:cNvPr>
            <p:cNvSpPr>
              <a:spLocks noChangeArrowheads="1"/>
            </p:cNvSpPr>
            <p:nvPr/>
          </p:nvSpPr>
          <p:spPr bwMode="auto">
            <a:xfrm>
              <a:off x="3795" y="1785"/>
              <a:ext cx="423" cy="313"/>
            </a:xfrm>
            <a:prstGeom prst="ellipse">
              <a:avLst/>
            </a:prstGeom>
            <a:solidFill>
              <a:schemeClr val="accent1">
                <a:lumMod val="60000"/>
                <a:lumOff val="40000"/>
              </a:schemeClr>
            </a:solidFill>
            <a:ln w="22225">
              <a:solidFill>
                <a:srgbClr val="000000"/>
              </a:solidFill>
              <a:round/>
              <a:headEnd/>
              <a:tailEnd/>
            </a:ln>
          </p:spPr>
          <p:txBody>
            <a:bodyPr/>
            <a:lstStyle/>
            <a:p>
              <a:pPr algn="ctr">
                <a:defRPr/>
              </a:pPr>
              <a:r>
                <a:rPr lang="en-US" sz="2000" dirty="0">
                  <a:latin typeface="+mj-lt"/>
                  <a:cs typeface="Arial" charset="0"/>
                </a:rPr>
                <a:t>x</a:t>
              </a:r>
              <a:r>
                <a:rPr lang="en-US" sz="2000" baseline="-25000" dirty="0">
                  <a:latin typeface="+mj-lt"/>
                  <a:cs typeface="Arial" charset="0"/>
                </a:rPr>
                <a:t>2</a:t>
              </a:r>
            </a:p>
          </p:txBody>
        </p:sp>
        <p:sp>
          <p:nvSpPr>
            <p:cNvPr id="36873" name="Oval 67">
              <a:extLst>
                <a:ext uri="{FF2B5EF4-FFF2-40B4-BE49-F238E27FC236}">
                  <a16:creationId xmlns:a16="http://schemas.microsoft.com/office/drawing/2014/main" id="{8F3CBC84-7D23-4168-95E1-E6299149CFD9}"/>
                </a:ext>
              </a:extLst>
            </p:cNvPr>
            <p:cNvSpPr>
              <a:spLocks noChangeArrowheads="1"/>
            </p:cNvSpPr>
            <p:nvPr/>
          </p:nvSpPr>
          <p:spPr bwMode="auto">
            <a:xfrm>
              <a:off x="4603" y="1792"/>
              <a:ext cx="425" cy="313"/>
            </a:xfrm>
            <a:prstGeom prst="ellipse">
              <a:avLst/>
            </a:prstGeom>
            <a:solidFill>
              <a:schemeClr val="accent1">
                <a:lumMod val="60000"/>
                <a:lumOff val="40000"/>
              </a:schemeClr>
            </a:solidFill>
            <a:ln w="22225">
              <a:solidFill>
                <a:srgbClr val="000000"/>
              </a:solidFill>
              <a:round/>
              <a:headEnd/>
              <a:tailEnd/>
            </a:ln>
          </p:spPr>
          <p:txBody>
            <a:bodyPr/>
            <a:lstStyle/>
            <a:p>
              <a:pPr algn="ctr">
                <a:defRPr/>
              </a:pPr>
              <a:r>
                <a:rPr lang="en-US" sz="2000" dirty="0">
                  <a:latin typeface="+mj-lt"/>
                  <a:cs typeface="Arial" charset="0"/>
                </a:rPr>
                <a:t>x</a:t>
              </a:r>
              <a:r>
                <a:rPr lang="en-US" sz="2000" baseline="-25000" dirty="0">
                  <a:latin typeface="+mj-lt"/>
                  <a:cs typeface="Arial" charset="0"/>
                </a:rPr>
                <a:t>2</a:t>
              </a:r>
            </a:p>
            <a:p>
              <a:pPr algn="ctr">
                <a:defRPr/>
              </a:pPr>
              <a:endParaRPr lang="en-US" sz="2000" baseline="-25000" dirty="0">
                <a:latin typeface="+mj-lt"/>
                <a:cs typeface="Arial" charset="0"/>
              </a:endParaRPr>
            </a:p>
          </p:txBody>
        </p:sp>
        <p:sp>
          <p:nvSpPr>
            <p:cNvPr id="36874" name="Oval 68">
              <a:extLst>
                <a:ext uri="{FF2B5EF4-FFF2-40B4-BE49-F238E27FC236}">
                  <a16:creationId xmlns:a16="http://schemas.microsoft.com/office/drawing/2014/main" id="{013BD327-789A-45B9-8720-BE980CF41838}"/>
                </a:ext>
              </a:extLst>
            </p:cNvPr>
            <p:cNvSpPr>
              <a:spLocks noChangeArrowheads="1"/>
            </p:cNvSpPr>
            <p:nvPr/>
          </p:nvSpPr>
          <p:spPr bwMode="auto">
            <a:xfrm>
              <a:off x="3787" y="2291"/>
              <a:ext cx="401" cy="312"/>
            </a:xfrm>
            <a:prstGeom prst="ellipse">
              <a:avLst/>
            </a:prstGeom>
            <a:solidFill>
              <a:schemeClr val="accent1">
                <a:lumMod val="60000"/>
                <a:lumOff val="40000"/>
              </a:schemeClr>
            </a:solidFill>
            <a:ln w="22225">
              <a:solidFill>
                <a:srgbClr val="000000"/>
              </a:solidFill>
              <a:round/>
              <a:headEnd/>
              <a:tailEnd/>
            </a:ln>
          </p:spPr>
          <p:txBody>
            <a:bodyPr/>
            <a:lstStyle/>
            <a:p>
              <a:pPr algn="ctr">
                <a:defRPr/>
              </a:pPr>
              <a:r>
                <a:rPr lang="en-US" sz="2000" dirty="0">
                  <a:latin typeface="+mj-lt"/>
                  <a:cs typeface="Arial" charset="0"/>
                </a:rPr>
                <a:t>x</a:t>
              </a:r>
              <a:r>
                <a:rPr lang="en-US" sz="2000" baseline="-25000" dirty="0">
                  <a:latin typeface="+mj-lt"/>
                  <a:cs typeface="Arial" charset="0"/>
                </a:rPr>
                <a:t>3</a:t>
              </a:r>
            </a:p>
          </p:txBody>
        </p:sp>
        <p:sp>
          <p:nvSpPr>
            <p:cNvPr id="36875" name="Oval 69">
              <a:extLst>
                <a:ext uri="{FF2B5EF4-FFF2-40B4-BE49-F238E27FC236}">
                  <a16:creationId xmlns:a16="http://schemas.microsoft.com/office/drawing/2014/main" id="{9981B8D8-AB3C-406B-8D2A-1124B7C8B2F6}"/>
                </a:ext>
              </a:extLst>
            </p:cNvPr>
            <p:cNvSpPr>
              <a:spLocks noChangeArrowheads="1"/>
            </p:cNvSpPr>
            <p:nvPr/>
          </p:nvSpPr>
          <p:spPr bwMode="auto">
            <a:xfrm>
              <a:off x="4635" y="2284"/>
              <a:ext cx="417" cy="312"/>
            </a:xfrm>
            <a:prstGeom prst="ellipse">
              <a:avLst/>
            </a:prstGeom>
            <a:solidFill>
              <a:schemeClr val="accent1">
                <a:lumMod val="60000"/>
                <a:lumOff val="40000"/>
              </a:schemeClr>
            </a:solidFill>
            <a:ln w="22225">
              <a:solidFill>
                <a:srgbClr val="000000"/>
              </a:solidFill>
              <a:round/>
              <a:headEnd/>
              <a:tailEnd/>
            </a:ln>
          </p:spPr>
          <p:txBody>
            <a:bodyPr/>
            <a:lstStyle/>
            <a:p>
              <a:pPr algn="ctr">
                <a:defRPr/>
              </a:pPr>
              <a:r>
                <a:rPr lang="en-US" sz="2000" dirty="0">
                  <a:latin typeface="+mj-lt"/>
                  <a:cs typeface="Arial" charset="0"/>
                </a:rPr>
                <a:t>x</a:t>
              </a:r>
              <a:r>
                <a:rPr lang="en-US" sz="2000" baseline="-25000" dirty="0">
                  <a:latin typeface="+mj-lt"/>
                  <a:cs typeface="Arial" charset="0"/>
                </a:rPr>
                <a:t>3</a:t>
              </a:r>
            </a:p>
          </p:txBody>
        </p:sp>
        <p:sp>
          <p:nvSpPr>
            <p:cNvPr id="36876" name="Oval 70">
              <a:extLst>
                <a:ext uri="{FF2B5EF4-FFF2-40B4-BE49-F238E27FC236}">
                  <a16:creationId xmlns:a16="http://schemas.microsoft.com/office/drawing/2014/main" id="{C82480C5-8570-4ED7-B3AC-F618D0F3A20E}"/>
                </a:ext>
              </a:extLst>
            </p:cNvPr>
            <p:cNvSpPr>
              <a:spLocks noChangeArrowheads="1"/>
            </p:cNvSpPr>
            <p:nvPr/>
          </p:nvSpPr>
          <p:spPr bwMode="auto">
            <a:xfrm>
              <a:off x="3795" y="2821"/>
              <a:ext cx="405" cy="312"/>
            </a:xfrm>
            <a:prstGeom prst="ellipse">
              <a:avLst/>
            </a:prstGeom>
            <a:solidFill>
              <a:schemeClr val="accent1">
                <a:lumMod val="60000"/>
                <a:lumOff val="40000"/>
              </a:schemeClr>
            </a:solidFill>
            <a:ln w="22225">
              <a:solidFill>
                <a:srgbClr val="000000"/>
              </a:solidFill>
              <a:round/>
              <a:headEnd/>
              <a:tailEnd/>
            </a:ln>
          </p:spPr>
          <p:txBody>
            <a:bodyPr/>
            <a:lstStyle/>
            <a:p>
              <a:pPr algn="ctr">
                <a:defRPr/>
              </a:pPr>
              <a:r>
                <a:rPr lang="en-US" sz="2000" dirty="0">
                  <a:latin typeface="+mj-lt"/>
                  <a:cs typeface="Arial" charset="0"/>
                </a:rPr>
                <a:t>x</a:t>
              </a:r>
              <a:r>
                <a:rPr lang="en-US" sz="2000" baseline="-25000" dirty="0">
                  <a:latin typeface="+mj-lt"/>
                  <a:cs typeface="Arial" charset="0"/>
                </a:rPr>
                <a:t>4</a:t>
              </a:r>
            </a:p>
          </p:txBody>
        </p:sp>
        <p:sp>
          <p:nvSpPr>
            <p:cNvPr id="36877" name="Oval 71">
              <a:extLst>
                <a:ext uri="{FF2B5EF4-FFF2-40B4-BE49-F238E27FC236}">
                  <a16:creationId xmlns:a16="http://schemas.microsoft.com/office/drawing/2014/main" id="{387DECA1-3CE2-4D72-B3E2-6CCAF3724E41}"/>
                </a:ext>
              </a:extLst>
            </p:cNvPr>
            <p:cNvSpPr>
              <a:spLocks noChangeArrowheads="1"/>
            </p:cNvSpPr>
            <p:nvPr/>
          </p:nvSpPr>
          <p:spPr bwMode="auto">
            <a:xfrm>
              <a:off x="4627" y="2828"/>
              <a:ext cx="407" cy="312"/>
            </a:xfrm>
            <a:prstGeom prst="ellipse">
              <a:avLst/>
            </a:prstGeom>
            <a:solidFill>
              <a:schemeClr val="accent1">
                <a:lumMod val="60000"/>
                <a:lumOff val="40000"/>
              </a:schemeClr>
            </a:solidFill>
            <a:ln w="22225">
              <a:solidFill>
                <a:srgbClr val="000000"/>
              </a:solidFill>
              <a:round/>
              <a:headEnd/>
              <a:tailEnd/>
            </a:ln>
          </p:spPr>
          <p:txBody>
            <a:bodyPr/>
            <a:lstStyle/>
            <a:p>
              <a:pPr algn="ctr">
                <a:defRPr/>
              </a:pPr>
              <a:r>
                <a:rPr lang="en-US" sz="2000" dirty="0">
                  <a:latin typeface="+mj-lt"/>
                  <a:cs typeface="Arial" charset="0"/>
                </a:rPr>
                <a:t>x</a:t>
              </a:r>
              <a:r>
                <a:rPr lang="en-US" sz="2000" baseline="-25000" dirty="0">
                  <a:latin typeface="+mj-lt"/>
                  <a:cs typeface="Arial" charset="0"/>
                </a:rPr>
                <a:t>4</a:t>
              </a:r>
            </a:p>
          </p:txBody>
        </p:sp>
        <p:sp>
          <p:nvSpPr>
            <p:cNvPr id="36878" name="Rectangle 72">
              <a:extLst>
                <a:ext uri="{FF2B5EF4-FFF2-40B4-BE49-F238E27FC236}">
                  <a16:creationId xmlns:a16="http://schemas.microsoft.com/office/drawing/2014/main" id="{E5F6AED0-20FB-468C-9EDF-7E755AE5988F}"/>
                </a:ext>
              </a:extLst>
            </p:cNvPr>
            <p:cNvSpPr>
              <a:spLocks noChangeArrowheads="1"/>
            </p:cNvSpPr>
            <p:nvPr/>
          </p:nvSpPr>
          <p:spPr bwMode="auto">
            <a:xfrm>
              <a:off x="4649" y="3399"/>
              <a:ext cx="338" cy="233"/>
            </a:xfrm>
            <a:prstGeom prst="rect">
              <a:avLst/>
            </a:prstGeom>
            <a:solidFill>
              <a:schemeClr val="accent1">
                <a:lumMod val="40000"/>
                <a:lumOff val="60000"/>
              </a:schemeClr>
            </a:solidFill>
            <a:ln w="9525">
              <a:solidFill>
                <a:schemeClr val="tx1"/>
              </a:solidFill>
              <a:miter lim="800000"/>
              <a:headEnd/>
              <a:tailEnd/>
            </a:ln>
          </p:spPr>
          <p:txBody>
            <a:bodyPr wrap="none" anchor="ctr"/>
            <a:lstStyle/>
            <a:p>
              <a:pPr algn="ctr" eaLnBrk="1" hangingPunct="1">
                <a:defRPr/>
              </a:pPr>
              <a:r>
                <a:rPr lang="en-US" sz="2000">
                  <a:latin typeface="Arial" charset="0"/>
                  <a:cs typeface="Arial" charset="0"/>
                </a:rPr>
                <a:t>1</a:t>
              </a:r>
              <a:endParaRPr lang="ru-RU" sz="2000">
                <a:latin typeface="Arial" charset="0"/>
                <a:cs typeface="Arial" charset="0"/>
              </a:endParaRPr>
            </a:p>
          </p:txBody>
        </p:sp>
        <p:sp>
          <p:nvSpPr>
            <p:cNvPr id="36879" name="Rectangle 73">
              <a:extLst>
                <a:ext uri="{FF2B5EF4-FFF2-40B4-BE49-F238E27FC236}">
                  <a16:creationId xmlns:a16="http://schemas.microsoft.com/office/drawing/2014/main" id="{00886880-28C7-4F62-97F2-4AD94E8A52A1}"/>
                </a:ext>
              </a:extLst>
            </p:cNvPr>
            <p:cNvSpPr>
              <a:spLocks noChangeArrowheads="1"/>
            </p:cNvSpPr>
            <p:nvPr/>
          </p:nvSpPr>
          <p:spPr bwMode="auto">
            <a:xfrm>
              <a:off x="3830" y="3403"/>
              <a:ext cx="338" cy="233"/>
            </a:xfrm>
            <a:prstGeom prst="rect">
              <a:avLst/>
            </a:prstGeom>
            <a:solidFill>
              <a:schemeClr val="accent1">
                <a:lumMod val="40000"/>
                <a:lumOff val="60000"/>
              </a:schemeClr>
            </a:solidFill>
            <a:ln w="9525">
              <a:solidFill>
                <a:schemeClr val="tx1"/>
              </a:solidFill>
              <a:miter lim="800000"/>
              <a:headEnd/>
              <a:tailEnd/>
            </a:ln>
          </p:spPr>
          <p:txBody>
            <a:bodyPr wrap="none" anchor="ctr"/>
            <a:lstStyle/>
            <a:p>
              <a:pPr algn="ctr" eaLnBrk="1" hangingPunct="1">
                <a:defRPr/>
              </a:pPr>
              <a:r>
                <a:rPr lang="en-US" sz="2000" dirty="0">
                  <a:latin typeface="Arial" charset="0"/>
                  <a:cs typeface="Arial" charset="0"/>
                </a:rPr>
                <a:t>0</a:t>
              </a:r>
              <a:endParaRPr lang="ru-RU" sz="2000" dirty="0">
                <a:latin typeface="Arial" charset="0"/>
                <a:cs typeface="Arial" charset="0"/>
              </a:endParaRPr>
            </a:p>
          </p:txBody>
        </p:sp>
        <p:sp>
          <p:nvSpPr>
            <p:cNvPr id="63503" name="Line 74">
              <a:extLst>
                <a:ext uri="{FF2B5EF4-FFF2-40B4-BE49-F238E27FC236}">
                  <a16:creationId xmlns:a16="http://schemas.microsoft.com/office/drawing/2014/main" id="{0D0C00F7-FD33-50F7-7920-D74AFD61AA63}"/>
                </a:ext>
              </a:extLst>
            </p:cNvPr>
            <p:cNvSpPr>
              <a:spLocks noChangeShapeType="1"/>
            </p:cNvSpPr>
            <p:nvPr/>
          </p:nvSpPr>
          <p:spPr bwMode="auto">
            <a:xfrm flipH="1">
              <a:off x="4014" y="1514"/>
              <a:ext cx="227" cy="271"/>
            </a:xfrm>
            <a:prstGeom prst="line">
              <a:avLst/>
            </a:prstGeom>
            <a:noFill/>
            <a:ln w="25400">
              <a:solidFill>
                <a:schemeClr val="tx1"/>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3504" name="Line 75">
              <a:extLst>
                <a:ext uri="{FF2B5EF4-FFF2-40B4-BE49-F238E27FC236}">
                  <a16:creationId xmlns:a16="http://schemas.microsoft.com/office/drawing/2014/main" id="{7F0D9918-CEEE-317F-54DC-1BE2F92AA088}"/>
                </a:ext>
              </a:extLst>
            </p:cNvPr>
            <p:cNvSpPr>
              <a:spLocks noChangeShapeType="1"/>
            </p:cNvSpPr>
            <p:nvPr/>
          </p:nvSpPr>
          <p:spPr bwMode="auto">
            <a:xfrm>
              <a:off x="4573" y="1514"/>
              <a:ext cx="226" cy="271"/>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3505" name="Line 76">
              <a:extLst>
                <a:ext uri="{FF2B5EF4-FFF2-40B4-BE49-F238E27FC236}">
                  <a16:creationId xmlns:a16="http://schemas.microsoft.com/office/drawing/2014/main" id="{0D927877-430C-3416-815A-8CDDBBA0945C}"/>
                </a:ext>
              </a:extLst>
            </p:cNvPr>
            <p:cNvSpPr>
              <a:spLocks noChangeShapeType="1"/>
            </p:cNvSpPr>
            <p:nvPr/>
          </p:nvSpPr>
          <p:spPr bwMode="auto">
            <a:xfrm>
              <a:off x="4177" y="2025"/>
              <a:ext cx="589" cy="273"/>
            </a:xfrm>
            <a:prstGeom prst="line">
              <a:avLst/>
            </a:prstGeom>
            <a:noFill/>
            <a:ln w="25400">
              <a:solidFill>
                <a:schemeClr val="tx1"/>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3506" name="Line 77">
              <a:extLst>
                <a:ext uri="{FF2B5EF4-FFF2-40B4-BE49-F238E27FC236}">
                  <a16:creationId xmlns:a16="http://schemas.microsoft.com/office/drawing/2014/main" id="{AFF65766-AD58-FBA9-153A-B8BBAF5A046D}"/>
                </a:ext>
              </a:extLst>
            </p:cNvPr>
            <p:cNvSpPr>
              <a:spLocks noChangeShapeType="1"/>
            </p:cNvSpPr>
            <p:nvPr/>
          </p:nvSpPr>
          <p:spPr bwMode="auto">
            <a:xfrm flipH="1">
              <a:off x="4059" y="2018"/>
              <a:ext cx="544" cy="273"/>
            </a:xfrm>
            <a:prstGeom prst="line">
              <a:avLst/>
            </a:prstGeom>
            <a:noFill/>
            <a:ln w="25400">
              <a:solidFill>
                <a:schemeClr val="tx1"/>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3507" name="Line 78">
              <a:extLst>
                <a:ext uri="{FF2B5EF4-FFF2-40B4-BE49-F238E27FC236}">
                  <a16:creationId xmlns:a16="http://schemas.microsoft.com/office/drawing/2014/main" id="{EEC2EDE9-4CAF-F480-A29B-8482CC7623F1}"/>
                </a:ext>
              </a:extLst>
            </p:cNvPr>
            <p:cNvSpPr>
              <a:spLocks noChangeShapeType="1"/>
            </p:cNvSpPr>
            <p:nvPr/>
          </p:nvSpPr>
          <p:spPr bwMode="auto">
            <a:xfrm>
              <a:off x="3923" y="2096"/>
              <a:ext cx="0" cy="195"/>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3508" name="Line 79">
              <a:extLst>
                <a:ext uri="{FF2B5EF4-FFF2-40B4-BE49-F238E27FC236}">
                  <a16:creationId xmlns:a16="http://schemas.microsoft.com/office/drawing/2014/main" id="{966E6739-7FEE-FB41-A883-2C7445A7AC16}"/>
                </a:ext>
              </a:extLst>
            </p:cNvPr>
            <p:cNvSpPr>
              <a:spLocks noChangeShapeType="1"/>
            </p:cNvSpPr>
            <p:nvPr/>
          </p:nvSpPr>
          <p:spPr bwMode="auto">
            <a:xfrm>
              <a:off x="4838" y="2096"/>
              <a:ext cx="0" cy="195"/>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3509" name="Line 80">
              <a:extLst>
                <a:ext uri="{FF2B5EF4-FFF2-40B4-BE49-F238E27FC236}">
                  <a16:creationId xmlns:a16="http://schemas.microsoft.com/office/drawing/2014/main" id="{C6DD2DB6-CD2B-EFA9-ABC9-9866B5F0FA61}"/>
                </a:ext>
              </a:extLst>
            </p:cNvPr>
            <p:cNvSpPr>
              <a:spLocks noChangeShapeType="1"/>
            </p:cNvSpPr>
            <p:nvPr/>
          </p:nvSpPr>
          <p:spPr bwMode="auto">
            <a:xfrm>
              <a:off x="4059" y="2581"/>
              <a:ext cx="653" cy="259"/>
            </a:xfrm>
            <a:prstGeom prst="line">
              <a:avLst/>
            </a:prstGeom>
            <a:noFill/>
            <a:ln w="25400">
              <a:solidFill>
                <a:schemeClr val="tx1"/>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3510" name="Line 81">
              <a:extLst>
                <a:ext uri="{FF2B5EF4-FFF2-40B4-BE49-F238E27FC236}">
                  <a16:creationId xmlns:a16="http://schemas.microsoft.com/office/drawing/2014/main" id="{0F7C1478-7B82-0AC6-1729-21C6C4241E8D}"/>
                </a:ext>
              </a:extLst>
            </p:cNvPr>
            <p:cNvSpPr>
              <a:spLocks noChangeShapeType="1"/>
            </p:cNvSpPr>
            <p:nvPr/>
          </p:nvSpPr>
          <p:spPr bwMode="auto">
            <a:xfrm flipH="1">
              <a:off x="4059" y="2583"/>
              <a:ext cx="680" cy="251"/>
            </a:xfrm>
            <a:prstGeom prst="line">
              <a:avLst/>
            </a:prstGeom>
            <a:noFill/>
            <a:ln w="25400">
              <a:solidFill>
                <a:schemeClr val="tx1"/>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3511" name="Line 82">
              <a:extLst>
                <a:ext uri="{FF2B5EF4-FFF2-40B4-BE49-F238E27FC236}">
                  <a16:creationId xmlns:a16="http://schemas.microsoft.com/office/drawing/2014/main" id="{49FC3257-4336-8C7C-2DE4-E1669AD6941B}"/>
                </a:ext>
              </a:extLst>
            </p:cNvPr>
            <p:cNvSpPr>
              <a:spLocks noChangeShapeType="1"/>
            </p:cNvSpPr>
            <p:nvPr/>
          </p:nvSpPr>
          <p:spPr bwMode="auto">
            <a:xfrm>
              <a:off x="3939" y="2601"/>
              <a:ext cx="0" cy="214"/>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3512" name="Line 83">
              <a:extLst>
                <a:ext uri="{FF2B5EF4-FFF2-40B4-BE49-F238E27FC236}">
                  <a16:creationId xmlns:a16="http://schemas.microsoft.com/office/drawing/2014/main" id="{5E485081-FFF0-7CC0-99C6-8AEB6AA779E2}"/>
                </a:ext>
              </a:extLst>
            </p:cNvPr>
            <p:cNvSpPr>
              <a:spLocks noChangeShapeType="1"/>
            </p:cNvSpPr>
            <p:nvPr/>
          </p:nvSpPr>
          <p:spPr bwMode="auto">
            <a:xfrm>
              <a:off x="4830" y="2601"/>
              <a:ext cx="0" cy="214"/>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3513" name="Line 84">
              <a:extLst>
                <a:ext uri="{FF2B5EF4-FFF2-40B4-BE49-F238E27FC236}">
                  <a16:creationId xmlns:a16="http://schemas.microsoft.com/office/drawing/2014/main" id="{00C90191-DAC6-32F6-AB3C-1055698395B2}"/>
                </a:ext>
              </a:extLst>
            </p:cNvPr>
            <p:cNvSpPr>
              <a:spLocks noChangeShapeType="1"/>
            </p:cNvSpPr>
            <p:nvPr/>
          </p:nvSpPr>
          <p:spPr bwMode="auto">
            <a:xfrm>
              <a:off x="4075" y="3113"/>
              <a:ext cx="710" cy="265"/>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3514" name="Line 85">
              <a:extLst>
                <a:ext uri="{FF2B5EF4-FFF2-40B4-BE49-F238E27FC236}">
                  <a16:creationId xmlns:a16="http://schemas.microsoft.com/office/drawing/2014/main" id="{FD8945C9-9AA0-8681-6EFA-F11838362299}"/>
                </a:ext>
              </a:extLst>
            </p:cNvPr>
            <p:cNvSpPr>
              <a:spLocks noChangeShapeType="1"/>
            </p:cNvSpPr>
            <p:nvPr/>
          </p:nvSpPr>
          <p:spPr bwMode="auto">
            <a:xfrm>
              <a:off x="4830" y="3145"/>
              <a:ext cx="0" cy="253"/>
            </a:xfrm>
            <a:prstGeom prst="line">
              <a:avLst/>
            </a:prstGeom>
            <a:noFill/>
            <a:ln w="25400">
              <a:solidFill>
                <a:schemeClr val="tx1"/>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3515" name="Line 86">
              <a:extLst>
                <a:ext uri="{FF2B5EF4-FFF2-40B4-BE49-F238E27FC236}">
                  <a16:creationId xmlns:a16="http://schemas.microsoft.com/office/drawing/2014/main" id="{5A3BDF6B-2C8D-2AFB-BC0D-C137F2D95641}"/>
                </a:ext>
              </a:extLst>
            </p:cNvPr>
            <p:cNvSpPr>
              <a:spLocks noChangeShapeType="1"/>
            </p:cNvSpPr>
            <p:nvPr/>
          </p:nvSpPr>
          <p:spPr bwMode="auto">
            <a:xfrm flipH="1">
              <a:off x="4059" y="3099"/>
              <a:ext cx="631" cy="300"/>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3516" name="Line 87">
              <a:extLst>
                <a:ext uri="{FF2B5EF4-FFF2-40B4-BE49-F238E27FC236}">
                  <a16:creationId xmlns:a16="http://schemas.microsoft.com/office/drawing/2014/main" id="{68699773-7118-206C-F066-CB3A8D9FD911}"/>
                </a:ext>
              </a:extLst>
            </p:cNvPr>
            <p:cNvSpPr>
              <a:spLocks noChangeShapeType="1"/>
            </p:cNvSpPr>
            <p:nvPr/>
          </p:nvSpPr>
          <p:spPr bwMode="auto">
            <a:xfrm>
              <a:off x="3978" y="3152"/>
              <a:ext cx="0" cy="253"/>
            </a:xfrm>
            <a:prstGeom prst="line">
              <a:avLst/>
            </a:prstGeom>
            <a:noFill/>
            <a:ln w="25400">
              <a:solidFill>
                <a:schemeClr val="tx1"/>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3517" name="Line 88">
              <a:extLst>
                <a:ext uri="{FF2B5EF4-FFF2-40B4-BE49-F238E27FC236}">
                  <a16:creationId xmlns:a16="http://schemas.microsoft.com/office/drawing/2014/main" id="{92C9AC42-781B-95ED-92A2-8758E8C91A69}"/>
                </a:ext>
              </a:extLst>
            </p:cNvPr>
            <p:cNvSpPr>
              <a:spLocks noChangeShapeType="1"/>
            </p:cNvSpPr>
            <p:nvPr/>
          </p:nvSpPr>
          <p:spPr bwMode="auto">
            <a:xfrm flipH="1">
              <a:off x="4422" y="1047"/>
              <a:ext cx="91" cy="194"/>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gr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D226C-F2C8-30AD-16C4-0D7C0B38AE1F}"/>
              </a:ext>
            </a:extLst>
          </p:cNvPr>
          <p:cNvSpPr>
            <a:spLocks noGrp="1"/>
          </p:cNvSpPr>
          <p:nvPr>
            <p:ph type="title"/>
          </p:nvPr>
        </p:nvSpPr>
        <p:spPr/>
        <p:txBody>
          <a:bodyPr/>
          <a:lstStyle/>
          <a:p>
            <a:r>
              <a:rPr lang="en-US" dirty="0"/>
              <a:t>Shannon Cofactors</a:t>
            </a:r>
          </a:p>
        </p:txBody>
      </p:sp>
      <p:sp>
        <p:nvSpPr>
          <p:cNvPr id="3" name="Text Placeholder 2">
            <a:extLst>
              <a:ext uri="{FF2B5EF4-FFF2-40B4-BE49-F238E27FC236}">
                <a16:creationId xmlns:a16="http://schemas.microsoft.com/office/drawing/2014/main" id="{184DEA31-1A61-68ED-6CD1-35DD77F70B76}"/>
              </a:ext>
            </a:extLst>
          </p:cNvPr>
          <p:cNvSpPr>
            <a:spLocks noGrp="1"/>
          </p:cNvSpPr>
          <p:nvPr>
            <p:ph type="body" sz="quarter" idx="10"/>
          </p:nvPr>
        </p:nvSpPr>
        <p:spPr/>
        <p:txBody>
          <a:bodyPr/>
          <a:lstStyle/>
          <a:p>
            <a:r>
              <a:rPr lang="en-US" dirty="0"/>
              <a:t>f(x1,x2, . . . </a:t>
            </a:r>
            <a:r>
              <a:rPr lang="en-US" dirty="0" err="1"/>
              <a:t>xn</a:t>
            </a:r>
            <a:r>
              <a:rPr lang="en-US" dirty="0"/>
              <a:t>) = ~</a:t>
            </a:r>
            <a:r>
              <a:rPr lang="en-US" dirty="0" err="1"/>
              <a:t>xif~xi</a:t>
            </a:r>
            <a:r>
              <a:rPr lang="en-US" dirty="0"/>
              <a:t>(x1,x2 . . .xi-1, xi+1 . . .</a:t>
            </a:r>
            <a:r>
              <a:rPr lang="en-US" dirty="0" err="1"/>
              <a:t>xn</a:t>
            </a:r>
            <a:r>
              <a:rPr lang="en-US" dirty="0"/>
              <a:t>) + xi </a:t>
            </a:r>
            <a:r>
              <a:rPr lang="en-US" dirty="0" err="1"/>
              <a:t>fxi</a:t>
            </a:r>
            <a:r>
              <a:rPr lang="en-US" dirty="0"/>
              <a:t> (x1,x2 . . .xi-1, xi+1 …</a:t>
            </a:r>
            <a:r>
              <a:rPr lang="en-US" dirty="0" err="1"/>
              <a:t>xn</a:t>
            </a:r>
            <a:r>
              <a:rPr lang="en-US" dirty="0"/>
              <a:t>)</a:t>
            </a:r>
          </a:p>
          <a:p>
            <a:r>
              <a:rPr lang="en-US" dirty="0" err="1"/>
              <a:t>f~xi,fxi</a:t>
            </a:r>
            <a:r>
              <a:rPr lang="en-US" dirty="0"/>
              <a:t>  - cofactors of f by  literals ~xi and xi.</a:t>
            </a:r>
          </a:p>
          <a:p>
            <a:r>
              <a:rPr lang="en-US" dirty="0"/>
              <a:t>Cofactor (</a:t>
            </a:r>
            <a:r>
              <a:rPr lang="en-US" dirty="0" err="1"/>
              <a:t>fx</a:t>
            </a:r>
            <a:r>
              <a:rPr lang="en-US" dirty="0"/>
              <a:t>): the function that is obtained when substituting 1 for x in f.</a:t>
            </a:r>
          </a:p>
          <a:p>
            <a:r>
              <a:rPr lang="en-US" dirty="0"/>
              <a:t>BDD is a compressed Shannon co-factoring tree:</a:t>
            </a:r>
          </a:p>
          <a:p>
            <a:pPr lvl="1"/>
            <a:r>
              <a:rPr lang="en-US" dirty="0"/>
              <a:t>f = </a:t>
            </a:r>
            <a:r>
              <a:rPr lang="en-US" dirty="0" err="1"/>
              <a:t>v·fv</a:t>
            </a:r>
            <a:r>
              <a:rPr lang="en-US" dirty="0"/>
              <a:t> + ~</a:t>
            </a:r>
            <a:r>
              <a:rPr lang="en-US" dirty="0" err="1"/>
              <a:t>v·f~v</a:t>
            </a:r>
            <a:r>
              <a:rPr lang="en-US" dirty="0"/>
              <a:t> </a:t>
            </a:r>
          </a:p>
          <a:p>
            <a:pPr lvl="1"/>
            <a:r>
              <a:rPr lang="en-US" dirty="0" err="1"/>
              <a:t>Leafs</a:t>
            </a:r>
            <a:r>
              <a:rPr lang="en-US" dirty="0"/>
              <a:t> are constants “0” and “1”</a:t>
            </a:r>
          </a:p>
          <a:p>
            <a:pPr lvl="1"/>
            <a:r>
              <a:rPr lang="en-US" dirty="0"/>
              <a:t>Each node is written as a triple: f = (</a:t>
            </a:r>
            <a:r>
              <a:rPr lang="en-US" dirty="0" err="1"/>
              <a:t>v,g,h</a:t>
            </a:r>
            <a:r>
              <a:rPr lang="en-US" dirty="0"/>
              <a:t>) where g=</a:t>
            </a:r>
            <a:r>
              <a:rPr lang="en-US" dirty="0" err="1"/>
              <a:t>fv</a:t>
            </a:r>
            <a:r>
              <a:rPr lang="en-US" dirty="0"/>
              <a:t> , h=</a:t>
            </a:r>
            <a:r>
              <a:rPr lang="en-US" dirty="0" err="1"/>
              <a:t>f~v</a:t>
            </a:r>
            <a:r>
              <a:rPr lang="en-US" dirty="0"/>
              <a:t>.</a:t>
            </a:r>
            <a:br>
              <a:rPr lang="en-US" dirty="0"/>
            </a:br>
            <a:r>
              <a:rPr lang="en-US" dirty="0"/>
              <a:t>v is a top variable of f.</a:t>
            </a:r>
          </a:p>
          <a:p>
            <a:pPr lvl="1"/>
            <a:r>
              <a:rPr lang="en-US" dirty="0"/>
              <a:t>This triple is read as: f = if v then g else h = </a:t>
            </a:r>
            <a:r>
              <a:rPr lang="en-US" dirty="0" err="1"/>
              <a:t>ite</a:t>
            </a:r>
            <a:r>
              <a:rPr lang="en-US" dirty="0"/>
              <a:t> (</a:t>
            </a:r>
            <a:r>
              <a:rPr lang="en-US" dirty="0" err="1"/>
              <a:t>v,g,h</a:t>
            </a:r>
            <a:r>
              <a:rPr lang="en-US" dirty="0"/>
              <a:t>) = </a:t>
            </a:r>
            <a:r>
              <a:rPr lang="en-US" dirty="0" err="1"/>
              <a:t>v·g</a:t>
            </a:r>
            <a:r>
              <a:rPr lang="en-US" dirty="0"/>
              <a:t>+~</a:t>
            </a:r>
            <a:r>
              <a:rPr lang="en-US" dirty="0" err="1"/>
              <a:t>v·h</a:t>
            </a:r>
            <a:r>
              <a:rPr lang="en-US" dirty="0"/>
              <a:t>.</a:t>
            </a:r>
          </a:p>
          <a:p>
            <a:pPr lvl="1"/>
            <a:r>
              <a:rPr lang="en-US" dirty="0"/>
              <a:t>a multiplexer can be put into compliance to each node.</a:t>
            </a:r>
          </a:p>
          <a:p>
            <a:pPr lvl="1"/>
            <a:endParaRPr lang="en-US" dirty="0"/>
          </a:p>
        </p:txBody>
      </p:sp>
    </p:spTree>
    <p:extLst>
      <p:ext uri="{BB962C8B-B14F-4D97-AF65-F5344CB8AC3E}">
        <p14:creationId xmlns:p14="http://schemas.microsoft.com/office/powerpoint/2010/main" val="5364454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57">
            <a:extLst>
              <a:ext uri="{FF2B5EF4-FFF2-40B4-BE49-F238E27FC236}">
                <a16:creationId xmlns:a16="http://schemas.microsoft.com/office/drawing/2014/main" id="{7147C762-5CAB-D0EF-E4DB-DA5AC569DF26}"/>
              </a:ext>
            </a:extLst>
          </p:cNvPr>
          <p:cNvSpPr>
            <a:spLocks noGrp="1" noChangeArrowheads="1"/>
          </p:cNvSpPr>
          <p:nvPr>
            <p:ph type="title"/>
          </p:nvPr>
        </p:nvSpPr>
        <p:spPr/>
        <p:txBody>
          <a:bodyPr>
            <a:normAutofit/>
          </a:bodyPr>
          <a:lstStyle/>
          <a:p>
            <a:r>
              <a:rPr lang="en-US" altLang="en-US"/>
              <a:t>Cofactors</a:t>
            </a:r>
            <a:endParaRPr lang="ru-RU" altLang="en-US" dirty="0"/>
          </a:p>
        </p:txBody>
      </p:sp>
      <p:grpSp>
        <p:nvGrpSpPr>
          <p:cNvPr id="67587" name="Group 56">
            <a:extLst>
              <a:ext uri="{FF2B5EF4-FFF2-40B4-BE49-F238E27FC236}">
                <a16:creationId xmlns:a16="http://schemas.microsoft.com/office/drawing/2014/main" id="{124F0EC5-7369-6125-7DA5-DF505402D5FE}"/>
              </a:ext>
            </a:extLst>
          </p:cNvPr>
          <p:cNvGrpSpPr>
            <a:grpSpLocks/>
          </p:cNvGrpSpPr>
          <p:nvPr/>
        </p:nvGrpSpPr>
        <p:grpSpPr bwMode="auto">
          <a:xfrm>
            <a:off x="2106614" y="1473200"/>
            <a:ext cx="7896225" cy="4129088"/>
            <a:chOff x="581890" y="1472541"/>
            <a:chExt cx="7897092" cy="4129747"/>
          </a:xfrm>
        </p:grpSpPr>
        <p:sp>
          <p:nvSpPr>
            <p:cNvPr id="38914" name="Rectangle 59">
              <a:extLst>
                <a:ext uri="{FF2B5EF4-FFF2-40B4-BE49-F238E27FC236}">
                  <a16:creationId xmlns:a16="http://schemas.microsoft.com/office/drawing/2014/main" id="{A9A2FCBC-ADB6-4E0E-9C0C-9FED46CBD167}"/>
                </a:ext>
              </a:extLst>
            </p:cNvPr>
            <p:cNvSpPr>
              <a:spLocks noChangeArrowheads="1"/>
            </p:cNvSpPr>
            <p:nvPr/>
          </p:nvSpPr>
          <p:spPr bwMode="auto">
            <a:xfrm>
              <a:off x="672387" y="1702766"/>
              <a:ext cx="2083029" cy="1382933"/>
            </a:xfrm>
            <a:prstGeom prst="rect">
              <a:avLst/>
            </a:prstGeom>
            <a:solidFill>
              <a:schemeClr val="accent1">
                <a:lumMod val="40000"/>
                <a:lumOff val="60000"/>
              </a:schemeClr>
            </a:solidFill>
            <a:ln w="9525">
              <a:noFill/>
              <a:miter lim="800000"/>
              <a:headEnd/>
              <a:tailEnd/>
            </a:ln>
          </p:spPr>
          <p:txBody>
            <a:bodyPr wrap="none" anchor="ctr"/>
            <a:lstStyle/>
            <a:p>
              <a:pPr eaLnBrk="1" hangingPunct="1">
                <a:defRPr/>
              </a:pPr>
              <a:endParaRPr lang="ru-RU">
                <a:latin typeface="Arial" charset="0"/>
                <a:cs typeface="Arial" charset="0"/>
              </a:endParaRPr>
            </a:p>
          </p:txBody>
        </p:sp>
        <p:sp>
          <p:nvSpPr>
            <p:cNvPr id="67589" name="AutoShape 8">
              <a:extLst>
                <a:ext uri="{FF2B5EF4-FFF2-40B4-BE49-F238E27FC236}">
                  <a16:creationId xmlns:a16="http://schemas.microsoft.com/office/drawing/2014/main" id="{FAF5182C-6CDC-C9C5-9453-F72E4458D8E4}"/>
                </a:ext>
              </a:extLst>
            </p:cNvPr>
            <p:cNvSpPr>
              <a:spLocks noChangeArrowheads="1"/>
            </p:cNvSpPr>
            <p:nvPr/>
          </p:nvSpPr>
          <p:spPr bwMode="auto">
            <a:xfrm rot="10800000">
              <a:off x="1050925" y="2111375"/>
              <a:ext cx="1200150" cy="45720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89 w 21600"/>
                <a:gd name="T13" fmla="*/ 4500 h 21600"/>
                <a:gd name="T14" fmla="*/ 17111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ot="10800000"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b="0"/>
                <a:t>MUX</a:t>
              </a:r>
            </a:p>
          </p:txBody>
        </p:sp>
        <p:sp>
          <p:nvSpPr>
            <p:cNvPr id="67590" name="Line 9">
              <a:extLst>
                <a:ext uri="{FF2B5EF4-FFF2-40B4-BE49-F238E27FC236}">
                  <a16:creationId xmlns:a16="http://schemas.microsoft.com/office/drawing/2014/main" id="{99EDA1F9-9746-5B1A-1657-8D8CBDF5861A}"/>
                </a:ext>
              </a:extLst>
            </p:cNvPr>
            <p:cNvSpPr>
              <a:spLocks noChangeShapeType="1"/>
            </p:cNvSpPr>
            <p:nvPr/>
          </p:nvSpPr>
          <p:spPr bwMode="auto">
            <a:xfrm flipV="1">
              <a:off x="1654175" y="1885950"/>
              <a:ext cx="0" cy="2667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591" name="Line 10">
              <a:extLst>
                <a:ext uri="{FF2B5EF4-FFF2-40B4-BE49-F238E27FC236}">
                  <a16:creationId xmlns:a16="http://schemas.microsoft.com/office/drawing/2014/main" id="{6EEBEF8F-3549-84E6-FCC0-FF05676F0EDC}"/>
                </a:ext>
              </a:extLst>
            </p:cNvPr>
            <p:cNvSpPr>
              <a:spLocks noChangeShapeType="1"/>
            </p:cNvSpPr>
            <p:nvPr/>
          </p:nvSpPr>
          <p:spPr bwMode="auto">
            <a:xfrm>
              <a:off x="1276350" y="2568575"/>
              <a:ext cx="0" cy="2889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592" name="Line 11">
              <a:extLst>
                <a:ext uri="{FF2B5EF4-FFF2-40B4-BE49-F238E27FC236}">
                  <a16:creationId xmlns:a16="http://schemas.microsoft.com/office/drawing/2014/main" id="{88D08226-EA27-F4B8-CDB5-D133276F442B}"/>
                </a:ext>
              </a:extLst>
            </p:cNvPr>
            <p:cNvSpPr>
              <a:spLocks noChangeShapeType="1"/>
            </p:cNvSpPr>
            <p:nvPr/>
          </p:nvSpPr>
          <p:spPr bwMode="auto">
            <a:xfrm>
              <a:off x="1911350" y="2566988"/>
              <a:ext cx="0" cy="29051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593" name="Line 12">
              <a:extLst>
                <a:ext uri="{FF2B5EF4-FFF2-40B4-BE49-F238E27FC236}">
                  <a16:creationId xmlns:a16="http://schemas.microsoft.com/office/drawing/2014/main" id="{73CF536D-D4C5-0CD5-6885-CC4F6F91DC10}"/>
                </a:ext>
              </a:extLst>
            </p:cNvPr>
            <p:cNvSpPr>
              <a:spLocks noChangeShapeType="1"/>
            </p:cNvSpPr>
            <p:nvPr/>
          </p:nvSpPr>
          <p:spPr bwMode="auto">
            <a:xfrm>
              <a:off x="2087563" y="2335213"/>
              <a:ext cx="37623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594" name="Text Box 13">
              <a:extLst>
                <a:ext uri="{FF2B5EF4-FFF2-40B4-BE49-F238E27FC236}">
                  <a16:creationId xmlns:a16="http://schemas.microsoft.com/office/drawing/2014/main" id="{2152AF99-6E47-56F7-C3D2-BA0B2FF16B1B}"/>
                </a:ext>
              </a:extLst>
            </p:cNvPr>
            <p:cNvSpPr txBox="1">
              <a:spLocks noChangeArrowheads="1"/>
            </p:cNvSpPr>
            <p:nvPr/>
          </p:nvSpPr>
          <p:spPr bwMode="auto">
            <a:xfrm>
              <a:off x="1662485" y="1682297"/>
              <a:ext cx="4508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latin typeface="Times New Roman" panose="02020603050405020304" pitchFamily="18" charset="0"/>
                </a:rPr>
                <a:t>f</a:t>
              </a:r>
            </a:p>
          </p:txBody>
        </p:sp>
        <p:sp>
          <p:nvSpPr>
            <p:cNvPr id="67595" name="Text Box 14">
              <a:extLst>
                <a:ext uri="{FF2B5EF4-FFF2-40B4-BE49-F238E27FC236}">
                  <a16:creationId xmlns:a16="http://schemas.microsoft.com/office/drawing/2014/main" id="{984776A8-4492-9628-5ED3-2ABE243BEAD8}"/>
                </a:ext>
              </a:extLst>
            </p:cNvPr>
            <p:cNvSpPr txBox="1">
              <a:spLocks noChangeArrowheads="1"/>
            </p:cNvSpPr>
            <p:nvPr/>
          </p:nvSpPr>
          <p:spPr bwMode="auto">
            <a:xfrm>
              <a:off x="2406650" y="2220913"/>
              <a:ext cx="4524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latin typeface="Times New Roman" panose="02020603050405020304" pitchFamily="18" charset="0"/>
                </a:rPr>
                <a:t>v</a:t>
              </a:r>
            </a:p>
          </p:txBody>
        </p:sp>
        <p:sp>
          <p:nvSpPr>
            <p:cNvPr id="67596" name="Text Box 15">
              <a:extLst>
                <a:ext uri="{FF2B5EF4-FFF2-40B4-BE49-F238E27FC236}">
                  <a16:creationId xmlns:a16="http://schemas.microsoft.com/office/drawing/2014/main" id="{09388ABD-E86C-318F-7D29-8AB4080C2F79}"/>
                </a:ext>
              </a:extLst>
            </p:cNvPr>
            <p:cNvSpPr txBox="1">
              <a:spLocks noChangeArrowheads="1"/>
            </p:cNvSpPr>
            <p:nvPr/>
          </p:nvSpPr>
          <p:spPr bwMode="auto">
            <a:xfrm>
              <a:off x="1050925" y="2743200"/>
              <a:ext cx="4524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latin typeface="Times New Roman" panose="02020603050405020304" pitchFamily="18" charset="0"/>
                </a:rPr>
                <a:t>h</a:t>
              </a:r>
            </a:p>
          </p:txBody>
        </p:sp>
        <p:sp>
          <p:nvSpPr>
            <p:cNvPr id="67597" name="Text Box 16">
              <a:extLst>
                <a:ext uri="{FF2B5EF4-FFF2-40B4-BE49-F238E27FC236}">
                  <a16:creationId xmlns:a16="http://schemas.microsoft.com/office/drawing/2014/main" id="{B4A2C80A-4DF1-6DC3-B59D-BBFA43FD1A36}"/>
                </a:ext>
              </a:extLst>
            </p:cNvPr>
            <p:cNvSpPr txBox="1">
              <a:spLocks noChangeArrowheads="1"/>
            </p:cNvSpPr>
            <p:nvPr/>
          </p:nvSpPr>
          <p:spPr bwMode="auto">
            <a:xfrm>
              <a:off x="1841500" y="2743200"/>
              <a:ext cx="4524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b="0">
                  <a:latin typeface="Times New Roman" panose="02020603050405020304" pitchFamily="18" charset="0"/>
                </a:rPr>
                <a:t>g</a:t>
              </a:r>
            </a:p>
          </p:txBody>
        </p:sp>
        <p:sp>
          <p:nvSpPr>
            <p:cNvPr id="67598" name="Text Box 17">
              <a:extLst>
                <a:ext uri="{FF2B5EF4-FFF2-40B4-BE49-F238E27FC236}">
                  <a16:creationId xmlns:a16="http://schemas.microsoft.com/office/drawing/2014/main" id="{05B34361-5105-2F89-DF53-B1111C4C7E5A}"/>
                </a:ext>
              </a:extLst>
            </p:cNvPr>
            <p:cNvSpPr txBox="1">
              <a:spLocks noChangeArrowheads="1"/>
            </p:cNvSpPr>
            <p:nvPr/>
          </p:nvSpPr>
          <p:spPr bwMode="auto">
            <a:xfrm>
              <a:off x="1125538" y="2296413"/>
              <a:ext cx="45243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b="0">
                  <a:latin typeface="Times New Roman" panose="02020603050405020304" pitchFamily="18" charset="0"/>
                </a:rPr>
                <a:t>0</a:t>
              </a:r>
            </a:p>
          </p:txBody>
        </p:sp>
        <p:sp>
          <p:nvSpPr>
            <p:cNvPr id="67599" name="Text Box 18">
              <a:extLst>
                <a:ext uri="{FF2B5EF4-FFF2-40B4-BE49-F238E27FC236}">
                  <a16:creationId xmlns:a16="http://schemas.microsoft.com/office/drawing/2014/main" id="{643A7EDE-6F74-37C4-A56E-3EF97DB2EF97}"/>
                </a:ext>
              </a:extLst>
            </p:cNvPr>
            <p:cNvSpPr txBox="1">
              <a:spLocks noChangeArrowheads="1"/>
            </p:cNvSpPr>
            <p:nvPr/>
          </p:nvSpPr>
          <p:spPr bwMode="auto">
            <a:xfrm>
              <a:off x="1831975" y="2299588"/>
              <a:ext cx="45243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b="0">
                  <a:latin typeface="Times New Roman" panose="02020603050405020304" pitchFamily="18" charset="0"/>
                </a:rPr>
                <a:t>1</a:t>
              </a:r>
            </a:p>
          </p:txBody>
        </p:sp>
        <p:grpSp>
          <p:nvGrpSpPr>
            <p:cNvPr id="67600" name="Group 19">
              <a:extLst>
                <a:ext uri="{FF2B5EF4-FFF2-40B4-BE49-F238E27FC236}">
                  <a16:creationId xmlns:a16="http://schemas.microsoft.com/office/drawing/2014/main" id="{6B282D19-C86E-251C-C37C-B1BCCFEC455F}"/>
                </a:ext>
              </a:extLst>
            </p:cNvPr>
            <p:cNvGrpSpPr>
              <a:grpSpLocks/>
            </p:cNvGrpSpPr>
            <p:nvPr/>
          </p:nvGrpSpPr>
          <p:grpSpPr bwMode="auto">
            <a:xfrm>
              <a:off x="3259138" y="2308225"/>
              <a:ext cx="450850" cy="115888"/>
              <a:chOff x="2448" y="3600"/>
              <a:chExt cx="288" cy="96"/>
            </a:xfrm>
          </p:grpSpPr>
          <p:sp>
            <p:nvSpPr>
              <p:cNvPr id="67637" name="Line 20">
                <a:extLst>
                  <a:ext uri="{FF2B5EF4-FFF2-40B4-BE49-F238E27FC236}">
                    <a16:creationId xmlns:a16="http://schemas.microsoft.com/office/drawing/2014/main" id="{D51F871F-8716-E370-3B21-60F4154AEDD9}"/>
                  </a:ext>
                </a:extLst>
              </p:cNvPr>
              <p:cNvSpPr>
                <a:spLocks noChangeShapeType="1"/>
              </p:cNvSpPr>
              <p:nvPr/>
            </p:nvSpPr>
            <p:spPr bwMode="auto">
              <a:xfrm>
                <a:off x="2448" y="3600"/>
                <a:ext cx="2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7638" name="Line 21">
                <a:extLst>
                  <a:ext uri="{FF2B5EF4-FFF2-40B4-BE49-F238E27FC236}">
                    <a16:creationId xmlns:a16="http://schemas.microsoft.com/office/drawing/2014/main" id="{B552E4D3-C47F-CA61-1FF1-66A8A555F49F}"/>
                  </a:ext>
                </a:extLst>
              </p:cNvPr>
              <p:cNvSpPr>
                <a:spLocks noChangeShapeType="1"/>
              </p:cNvSpPr>
              <p:nvPr/>
            </p:nvSpPr>
            <p:spPr bwMode="auto">
              <a:xfrm>
                <a:off x="2448" y="3648"/>
                <a:ext cx="2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7639" name="Line 22">
                <a:extLst>
                  <a:ext uri="{FF2B5EF4-FFF2-40B4-BE49-F238E27FC236}">
                    <a16:creationId xmlns:a16="http://schemas.microsoft.com/office/drawing/2014/main" id="{FB0068F7-52C8-394F-5AB0-6E0346346E22}"/>
                  </a:ext>
                </a:extLst>
              </p:cNvPr>
              <p:cNvSpPr>
                <a:spLocks noChangeShapeType="1"/>
              </p:cNvSpPr>
              <p:nvPr/>
            </p:nvSpPr>
            <p:spPr bwMode="auto">
              <a:xfrm>
                <a:off x="2448" y="3696"/>
                <a:ext cx="2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67601" name="Oval 23">
              <a:extLst>
                <a:ext uri="{FF2B5EF4-FFF2-40B4-BE49-F238E27FC236}">
                  <a16:creationId xmlns:a16="http://schemas.microsoft.com/office/drawing/2014/main" id="{668FD814-4C6B-C5BB-7C48-C9F482F66556}"/>
                </a:ext>
              </a:extLst>
            </p:cNvPr>
            <p:cNvSpPr>
              <a:spLocks noChangeArrowheads="1"/>
            </p:cNvSpPr>
            <p:nvPr/>
          </p:nvSpPr>
          <p:spPr bwMode="auto">
            <a:xfrm>
              <a:off x="4697413" y="1892300"/>
              <a:ext cx="474662" cy="363538"/>
            </a:xfrm>
            <a:prstGeom prst="ellipse">
              <a:avLst/>
            </a:prstGeom>
            <a:solidFill>
              <a:srgbClr val="33CCCC"/>
            </a:solidFill>
            <a:ln w="9525">
              <a:solidFill>
                <a:srgbClr val="003366"/>
              </a:solidFill>
              <a:round/>
              <a:headEnd/>
              <a:tailEnd/>
            </a:ln>
          </p:spPr>
          <p:txBody>
            <a:bodyPr wrap="none" anchor="ct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a:endParaRPr lang="ru-RU" altLang="en-US" sz="1800" b="0">
                <a:solidFill>
                  <a:srgbClr val="000000"/>
                </a:solidFill>
              </a:endParaRPr>
            </a:p>
          </p:txBody>
        </p:sp>
        <p:sp>
          <p:nvSpPr>
            <p:cNvPr id="67602" name="Line 24">
              <a:extLst>
                <a:ext uri="{FF2B5EF4-FFF2-40B4-BE49-F238E27FC236}">
                  <a16:creationId xmlns:a16="http://schemas.microsoft.com/office/drawing/2014/main" id="{2E65DF2A-645B-AC13-D1D1-0E58910E8B8B}"/>
                </a:ext>
              </a:extLst>
            </p:cNvPr>
            <p:cNvSpPr>
              <a:spLocks noChangeShapeType="1"/>
            </p:cNvSpPr>
            <p:nvPr/>
          </p:nvSpPr>
          <p:spPr bwMode="auto">
            <a:xfrm flipH="1">
              <a:off x="4341813" y="2220913"/>
              <a:ext cx="427037" cy="438150"/>
            </a:xfrm>
            <a:prstGeom prst="line">
              <a:avLst/>
            </a:prstGeom>
            <a:noFill/>
            <a:ln w="31750">
              <a:solidFill>
                <a:schemeClr val="tx1"/>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38929" name="Oval 25">
              <a:extLst>
                <a:ext uri="{FF2B5EF4-FFF2-40B4-BE49-F238E27FC236}">
                  <a16:creationId xmlns:a16="http://schemas.microsoft.com/office/drawing/2014/main" id="{50BACB38-99C5-4D64-B2E6-54DA334E47E3}"/>
                </a:ext>
              </a:extLst>
            </p:cNvPr>
            <p:cNvSpPr>
              <a:spLocks noChangeArrowheads="1"/>
            </p:cNvSpPr>
            <p:nvPr/>
          </p:nvSpPr>
          <p:spPr bwMode="auto">
            <a:xfrm>
              <a:off x="4697142" y="1891708"/>
              <a:ext cx="474714" cy="363596"/>
            </a:xfrm>
            <a:prstGeom prst="ellipse">
              <a:avLst/>
            </a:prstGeom>
            <a:solidFill>
              <a:schemeClr val="accent1">
                <a:lumMod val="60000"/>
                <a:lumOff val="40000"/>
              </a:schemeClr>
            </a:solidFill>
            <a:ln w="25400">
              <a:solidFill>
                <a:schemeClr val="tx1"/>
              </a:solidFill>
              <a:round/>
              <a:headEnd/>
              <a:tailEnd/>
            </a:ln>
          </p:spPr>
          <p:txBody>
            <a:bodyPr wrap="none" anchor="ctr"/>
            <a:lstStyle/>
            <a:p>
              <a:pPr algn="ctr">
                <a:defRPr/>
              </a:pPr>
              <a:r>
                <a:rPr lang="en-US">
                  <a:latin typeface="Arial" charset="0"/>
                  <a:cs typeface="Arial" charset="0"/>
                </a:rPr>
                <a:t>v</a:t>
              </a:r>
              <a:endParaRPr lang="ru-RU">
                <a:latin typeface="Arial" charset="0"/>
                <a:cs typeface="Arial" charset="0"/>
              </a:endParaRPr>
            </a:p>
          </p:txBody>
        </p:sp>
        <p:sp>
          <p:nvSpPr>
            <p:cNvPr id="38930" name="Oval 26">
              <a:extLst>
                <a:ext uri="{FF2B5EF4-FFF2-40B4-BE49-F238E27FC236}">
                  <a16:creationId xmlns:a16="http://schemas.microsoft.com/office/drawing/2014/main" id="{4BB11CDA-E8EF-437E-8BFC-B9048EE6B85C}"/>
                </a:ext>
              </a:extLst>
            </p:cNvPr>
            <p:cNvSpPr>
              <a:spLocks noChangeArrowheads="1"/>
            </p:cNvSpPr>
            <p:nvPr/>
          </p:nvSpPr>
          <p:spPr bwMode="auto">
            <a:xfrm>
              <a:off x="4019204" y="2636365"/>
              <a:ext cx="474715" cy="352481"/>
            </a:xfrm>
            <a:prstGeom prst="ellipse">
              <a:avLst/>
            </a:prstGeom>
            <a:solidFill>
              <a:schemeClr val="accent1">
                <a:lumMod val="60000"/>
                <a:lumOff val="40000"/>
              </a:schemeClr>
            </a:solidFill>
            <a:ln w="25400">
              <a:solidFill>
                <a:schemeClr val="tx1"/>
              </a:solidFill>
              <a:round/>
              <a:headEnd/>
              <a:tailEnd/>
            </a:ln>
          </p:spPr>
          <p:txBody>
            <a:bodyPr wrap="none" anchor="ctr"/>
            <a:lstStyle/>
            <a:p>
              <a:pPr algn="ctr">
                <a:defRPr/>
              </a:pPr>
              <a:r>
                <a:rPr lang="en-US">
                  <a:latin typeface="Arial" charset="0"/>
                  <a:cs typeface="Arial" charset="0"/>
                </a:rPr>
                <a:t>h</a:t>
              </a:r>
              <a:endParaRPr lang="ru-RU">
                <a:latin typeface="Arial" charset="0"/>
                <a:cs typeface="Arial" charset="0"/>
              </a:endParaRPr>
            </a:p>
          </p:txBody>
        </p:sp>
        <p:sp>
          <p:nvSpPr>
            <p:cNvPr id="38931" name="Oval 28">
              <a:extLst>
                <a:ext uri="{FF2B5EF4-FFF2-40B4-BE49-F238E27FC236}">
                  <a16:creationId xmlns:a16="http://schemas.microsoft.com/office/drawing/2014/main" id="{D068AED2-0DDA-45C8-8467-0DB836C96700}"/>
                </a:ext>
              </a:extLst>
            </p:cNvPr>
            <p:cNvSpPr>
              <a:spLocks noChangeArrowheads="1"/>
            </p:cNvSpPr>
            <p:nvPr/>
          </p:nvSpPr>
          <p:spPr bwMode="auto">
            <a:xfrm>
              <a:off x="5338562" y="2641127"/>
              <a:ext cx="474714" cy="363596"/>
            </a:xfrm>
            <a:prstGeom prst="ellipse">
              <a:avLst/>
            </a:prstGeom>
            <a:solidFill>
              <a:schemeClr val="accent1">
                <a:lumMod val="60000"/>
                <a:lumOff val="40000"/>
              </a:schemeClr>
            </a:solidFill>
            <a:ln w="25400">
              <a:solidFill>
                <a:schemeClr val="tx1"/>
              </a:solidFill>
              <a:round/>
              <a:headEnd/>
              <a:tailEnd/>
            </a:ln>
          </p:spPr>
          <p:txBody>
            <a:bodyPr wrap="none" anchor="ctr"/>
            <a:lstStyle/>
            <a:p>
              <a:pPr algn="ctr">
                <a:defRPr/>
              </a:pPr>
              <a:r>
                <a:rPr lang="en-US" dirty="0">
                  <a:latin typeface="Arial" charset="0"/>
                  <a:cs typeface="Arial" charset="0"/>
                </a:rPr>
                <a:t>g</a:t>
              </a:r>
              <a:endParaRPr lang="ru-RU" dirty="0">
                <a:latin typeface="Arial" charset="0"/>
                <a:cs typeface="Arial" charset="0"/>
              </a:endParaRPr>
            </a:p>
          </p:txBody>
        </p:sp>
        <p:sp>
          <p:nvSpPr>
            <p:cNvPr id="67606" name="Line 29">
              <a:extLst>
                <a:ext uri="{FF2B5EF4-FFF2-40B4-BE49-F238E27FC236}">
                  <a16:creationId xmlns:a16="http://schemas.microsoft.com/office/drawing/2014/main" id="{ECEBC956-9B02-70EA-666A-23D89C46C83E}"/>
                </a:ext>
              </a:extLst>
            </p:cNvPr>
            <p:cNvSpPr>
              <a:spLocks noChangeShapeType="1"/>
            </p:cNvSpPr>
            <p:nvPr/>
          </p:nvSpPr>
          <p:spPr bwMode="auto">
            <a:xfrm>
              <a:off x="5080000" y="2205038"/>
              <a:ext cx="496888" cy="436562"/>
            </a:xfrm>
            <a:prstGeom prst="line">
              <a:avLst/>
            </a:prstGeom>
            <a:noFill/>
            <a:ln w="3175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7607" name="Line 71">
              <a:extLst>
                <a:ext uri="{FF2B5EF4-FFF2-40B4-BE49-F238E27FC236}">
                  <a16:creationId xmlns:a16="http://schemas.microsoft.com/office/drawing/2014/main" id="{3878F53F-FB28-FFCE-DBFC-C8E995FA14CD}"/>
                </a:ext>
              </a:extLst>
            </p:cNvPr>
            <p:cNvSpPr>
              <a:spLocks noChangeShapeType="1"/>
            </p:cNvSpPr>
            <p:nvPr/>
          </p:nvSpPr>
          <p:spPr bwMode="auto">
            <a:xfrm flipH="1">
              <a:off x="5054600" y="1749425"/>
              <a:ext cx="284163" cy="1111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8934" name="Rectangle 73">
              <a:extLst>
                <a:ext uri="{FF2B5EF4-FFF2-40B4-BE49-F238E27FC236}">
                  <a16:creationId xmlns:a16="http://schemas.microsoft.com/office/drawing/2014/main" id="{9E42419C-D762-4D55-8C1B-815AB3EA2DE9}"/>
                </a:ext>
              </a:extLst>
            </p:cNvPr>
            <p:cNvSpPr>
              <a:spLocks noChangeArrowheads="1"/>
            </p:cNvSpPr>
            <p:nvPr/>
          </p:nvSpPr>
          <p:spPr bwMode="auto">
            <a:xfrm>
              <a:off x="804164" y="3750968"/>
              <a:ext cx="530283" cy="330253"/>
            </a:xfrm>
            <a:prstGeom prst="rect">
              <a:avLst/>
            </a:prstGeom>
            <a:solidFill>
              <a:schemeClr val="accent1">
                <a:lumMod val="40000"/>
                <a:lumOff val="60000"/>
              </a:schemeClr>
            </a:solidFill>
            <a:ln w="9525">
              <a:solidFill>
                <a:schemeClr val="tx1"/>
              </a:solidFill>
              <a:miter lim="800000"/>
              <a:headEnd/>
              <a:tailEnd/>
            </a:ln>
          </p:spPr>
          <p:txBody>
            <a:bodyPr wrap="none" anchor="ctr"/>
            <a:lstStyle/>
            <a:p>
              <a:pPr algn="ctr" eaLnBrk="1" hangingPunct="1">
                <a:defRPr/>
              </a:pPr>
              <a:r>
                <a:rPr lang="en-US" sz="2000">
                  <a:latin typeface="Arial" charset="0"/>
                  <a:cs typeface="Arial" charset="0"/>
                </a:rPr>
                <a:t>0</a:t>
              </a:r>
              <a:endParaRPr lang="ru-RU" sz="2000">
                <a:latin typeface="Arial" charset="0"/>
                <a:cs typeface="Arial" charset="0"/>
              </a:endParaRPr>
            </a:p>
          </p:txBody>
        </p:sp>
        <p:sp>
          <p:nvSpPr>
            <p:cNvPr id="67609" name="Line 74">
              <a:extLst>
                <a:ext uri="{FF2B5EF4-FFF2-40B4-BE49-F238E27FC236}">
                  <a16:creationId xmlns:a16="http://schemas.microsoft.com/office/drawing/2014/main" id="{934BD907-EAD3-BD70-841F-EAD029AE8FAC}"/>
                </a:ext>
              </a:extLst>
            </p:cNvPr>
            <p:cNvSpPr>
              <a:spLocks noChangeShapeType="1"/>
            </p:cNvSpPr>
            <p:nvPr/>
          </p:nvSpPr>
          <p:spPr bwMode="auto">
            <a:xfrm flipH="1">
              <a:off x="1089025" y="3544263"/>
              <a:ext cx="212725" cy="1651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8936" name="Rectangle 75">
              <a:extLst>
                <a:ext uri="{FF2B5EF4-FFF2-40B4-BE49-F238E27FC236}">
                  <a16:creationId xmlns:a16="http://schemas.microsoft.com/office/drawing/2014/main" id="{FBE6E031-A05A-4E4C-873F-5400C6F3EEAA}"/>
                </a:ext>
              </a:extLst>
            </p:cNvPr>
            <p:cNvSpPr>
              <a:spLocks noChangeArrowheads="1"/>
            </p:cNvSpPr>
            <p:nvPr/>
          </p:nvSpPr>
          <p:spPr bwMode="auto">
            <a:xfrm>
              <a:off x="1801224" y="3744617"/>
              <a:ext cx="530283" cy="327077"/>
            </a:xfrm>
            <a:prstGeom prst="rect">
              <a:avLst/>
            </a:prstGeom>
            <a:solidFill>
              <a:schemeClr val="accent1">
                <a:lumMod val="40000"/>
                <a:lumOff val="60000"/>
              </a:schemeClr>
            </a:solidFill>
            <a:ln w="9525">
              <a:solidFill>
                <a:schemeClr val="tx1"/>
              </a:solidFill>
              <a:miter lim="800000"/>
              <a:headEnd/>
              <a:tailEnd/>
            </a:ln>
          </p:spPr>
          <p:txBody>
            <a:bodyPr wrap="none" anchor="ctr"/>
            <a:lstStyle/>
            <a:p>
              <a:pPr algn="ctr" eaLnBrk="1" hangingPunct="1">
                <a:defRPr/>
              </a:pPr>
              <a:r>
                <a:rPr lang="en-US" sz="2000">
                  <a:latin typeface="Arial" charset="0"/>
                  <a:cs typeface="Arial" charset="0"/>
                </a:rPr>
                <a:t>1</a:t>
              </a:r>
              <a:endParaRPr lang="ru-RU" sz="2000">
                <a:latin typeface="Arial" charset="0"/>
                <a:cs typeface="Arial" charset="0"/>
              </a:endParaRPr>
            </a:p>
          </p:txBody>
        </p:sp>
        <p:sp>
          <p:nvSpPr>
            <p:cNvPr id="67611" name="Line 76">
              <a:extLst>
                <a:ext uri="{FF2B5EF4-FFF2-40B4-BE49-F238E27FC236}">
                  <a16:creationId xmlns:a16="http://schemas.microsoft.com/office/drawing/2014/main" id="{19E35E0B-8840-6D2A-8805-4BBC07F59A7F}"/>
                </a:ext>
              </a:extLst>
            </p:cNvPr>
            <p:cNvSpPr>
              <a:spLocks noChangeShapeType="1"/>
            </p:cNvSpPr>
            <p:nvPr/>
          </p:nvSpPr>
          <p:spPr bwMode="auto">
            <a:xfrm flipH="1">
              <a:off x="2085975" y="3556963"/>
              <a:ext cx="212725" cy="1635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7612" name="Oval 79">
              <a:extLst>
                <a:ext uri="{FF2B5EF4-FFF2-40B4-BE49-F238E27FC236}">
                  <a16:creationId xmlns:a16="http://schemas.microsoft.com/office/drawing/2014/main" id="{5983D57E-0FD9-282D-C93C-8DF404E944DF}"/>
                </a:ext>
              </a:extLst>
            </p:cNvPr>
            <p:cNvSpPr>
              <a:spLocks noChangeArrowheads="1"/>
            </p:cNvSpPr>
            <p:nvPr/>
          </p:nvSpPr>
          <p:spPr bwMode="auto">
            <a:xfrm>
              <a:off x="1444625" y="4554538"/>
              <a:ext cx="573088" cy="439737"/>
            </a:xfrm>
            <a:prstGeom prst="ellipse">
              <a:avLst/>
            </a:prstGeom>
            <a:solidFill>
              <a:srgbClr val="F9F9A5"/>
            </a:solidFill>
            <a:ln w="22225">
              <a:solidFill>
                <a:srgbClr val="000000"/>
              </a:solidFill>
              <a:round/>
              <a:headEnd/>
              <a:tailEnd/>
            </a:ln>
          </p:spPr>
          <p:txBody>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ctr"/>
              <a:r>
                <a:rPr lang="en-US" altLang="en-US" b="0" i="1">
                  <a:latin typeface="Times New Roman" panose="02020603050405020304" pitchFamily="18" charset="0"/>
                </a:rPr>
                <a:t>x</a:t>
              </a:r>
              <a:endParaRPr lang="en-US" altLang="en-US" b="0" i="1" baseline="-25000">
                <a:latin typeface="Times New Roman" panose="02020603050405020304" pitchFamily="18" charset="0"/>
              </a:endParaRPr>
            </a:p>
          </p:txBody>
        </p:sp>
        <p:sp>
          <p:nvSpPr>
            <p:cNvPr id="38939" name="Oval 104">
              <a:extLst>
                <a:ext uri="{FF2B5EF4-FFF2-40B4-BE49-F238E27FC236}">
                  <a16:creationId xmlns:a16="http://schemas.microsoft.com/office/drawing/2014/main" id="{E325E757-2D32-4E08-8D56-033D113906FC}"/>
                </a:ext>
              </a:extLst>
            </p:cNvPr>
            <p:cNvSpPr>
              <a:spLocks noChangeArrowheads="1"/>
            </p:cNvSpPr>
            <p:nvPr/>
          </p:nvSpPr>
          <p:spPr bwMode="auto">
            <a:xfrm>
              <a:off x="1443997" y="4554371"/>
              <a:ext cx="573151" cy="439807"/>
            </a:xfrm>
            <a:prstGeom prst="ellipse">
              <a:avLst/>
            </a:prstGeom>
            <a:solidFill>
              <a:schemeClr val="accent1">
                <a:lumMod val="40000"/>
                <a:lumOff val="60000"/>
              </a:schemeClr>
            </a:solidFill>
            <a:ln w="22225">
              <a:solidFill>
                <a:srgbClr val="000000"/>
              </a:solidFill>
              <a:round/>
              <a:headEnd/>
              <a:tailEnd/>
            </a:ln>
          </p:spPr>
          <p:txBody>
            <a:bodyPr/>
            <a:lstStyle/>
            <a:p>
              <a:pPr algn="ctr">
                <a:defRPr/>
              </a:pPr>
              <a:r>
                <a:rPr lang="en-US" sz="2000" i="1" dirty="0">
                  <a:latin typeface="Times New Roman" pitchFamily="18" charset="0"/>
                  <a:cs typeface="Arial" charset="0"/>
                </a:rPr>
                <a:t>x</a:t>
              </a:r>
              <a:endParaRPr lang="en-US" sz="2000" i="1" baseline="-25000" dirty="0">
                <a:latin typeface="Times New Roman" pitchFamily="18" charset="0"/>
                <a:cs typeface="Arial" charset="0"/>
              </a:endParaRPr>
            </a:p>
          </p:txBody>
        </p:sp>
        <p:sp>
          <p:nvSpPr>
            <p:cNvPr id="67614" name="Line 105">
              <a:extLst>
                <a:ext uri="{FF2B5EF4-FFF2-40B4-BE49-F238E27FC236}">
                  <a16:creationId xmlns:a16="http://schemas.microsoft.com/office/drawing/2014/main" id="{380F8A29-C193-8064-D7BF-8083F712C9AE}"/>
                </a:ext>
              </a:extLst>
            </p:cNvPr>
            <p:cNvSpPr>
              <a:spLocks noChangeShapeType="1"/>
            </p:cNvSpPr>
            <p:nvPr/>
          </p:nvSpPr>
          <p:spPr bwMode="auto">
            <a:xfrm flipH="1">
              <a:off x="1236663" y="4937125"/>
              <a:ext cx="279400" cy="330200"/>
            </a:xfrm>
            <a:prstGeom prst="line">
              <a:avLst/>
            </a:prstGeom>
            <a:noFill/>
            <a:ln w="25400">
              <a:solidFill>
                <a:schemeClr val="tx1"/>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7615" name="Line 106">
              <a:extLst>
                <a:ext uri="{FF2B5EF4-FFF2-40B4-BE49-F238E27FC236}">
                  <a16:creationId xmlns:a16="http://schemas.microsoft.com/office/drawing/2014/main" id="{C2CB2D6C-E527-C020-E680-240A7977575C}"/>
                </a:ext>
              </a:extLst>
            </p:cNvPr>
            <p:cNvSpPr>
              <a:spLocks noChangeShapeType="1"/>
            </p:cNvSpPr>
            <p:nvPr/>
          </p:nvSpPr>
          <p:spPr bwMode="auto">
            <a:xfrm>
              <a:off x="1944688" y="4937125"/>
              <a:ext cx="261937" cy="312738"/>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7616" name="Line 108">
              <a:extLst>
                <a:ext uri="{FF2B5EF4-FFF2-40B4-BE49-F238E27FC236}">
                  <a16:creationId xmlns:a16="http://schemas.microsoft.com/office/drawing/2014/main" id="{97C9B64D-A5FE-A0E7-29AD-946DAE8C83A9}"/>
                </a:ext>
              </a:extLst>
            </p:cNvPr>
            <p:cNvSpPr>
              <a:spLocks noChangeShapeType="1"/>
            </p:cNvSpPr>
            <p:nvPr/>
          </p:nvSpPr>
          <p:spPr bwMode="auto">
            <a:xfrm flipH="1">
              <a:off x="1801813" y="4365625"/>
              <a:ext cx="212725" cy="16351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8943" name="Oval 109">
              <a:extLst>
                <a:ext uri="{FF2B5EF4-FFF2-40B4-BE49-F238E27FC236}">
                  <a16:creationId xmlns:a16="http://schemas.microsoft.com/office/drawing/2014/main" id="{E8020014-4A85-404B-A792-8BDFDEDB50D2}"/>
                </a:ext>
              </a:extLst>
            </p:cNvPr>
            <p:cNvSpPr>
              <a:spLocks noChangeArrowheads="1"/>
            </p:cNvSpPr>
            <p:nvPr/>
          </p:nvSpPr>
          <p:spPr bwMode="auto">
            <a:xfrm>
              <a:off x="6207020" y="3166674"/>
              <a:ext cx="573151" cy="442983"/>
            </a:xfrm>
            <a:prstGeom prst="ellipse">
              <a:avLst/>
            </a:prstGeom>
            <a:solidFill>
              <a:schemeClr val="accent1">
                <a:lumMod val="60000"/>
                <a:lumOff val="40000"/>
              </a:schemeClr>
            </a:solidFill>
            <a:ln w="22225">
              <a:solidFill>
                <a:srgbClr val="000000"/>
              </a:solidFill>
              <a:round/>
              <a:headEnd/>
              <a:tailEnd/>
            </a:ln>
          </p:spPr>
          <p:txBody>
            <a:bodyPr/>
            <a:lstStyle/>
            <a:p>
              <a:pPr algn="ctr">
                <a:defRPr/>
              </a:pPr>
              <a:r>
                <a:rPr lang="en-US" sz="2000" dirty="0">
                  <a:latin typeface="Arial" charset="0"/>
                  <a:cs typeface="Arial" charset="0"/>
                </a:rPr>
                <a:t>a</a:t>
              </a:r>
            </a:p>
          </p:txBody>
        </p:sp>
        <p:sp>
          <p:nvSpPr>
            <p:cNvPr id="38944" name="Oval 110">
              <a:extLst>
                <a:ext uri="{FF2B5EF4-FFF2-40B4-BE49-F238E27FC236}">
                  <a16:creationId xmlns:a16="http://schemas.microsoft.com/office/drawing/2014/main" id="{50D50882-E6B9-47A5-B568-8BAA3706BEEE}"/>
                </a:ext>
              </a:extLst>
            </p:cNvPr>
            <p:cNvSpPr>
              <a:spLocks noChangeArrowheads="1"/>
            </p:cNvSpPr>
            <p:nvPr/>
          </p:nvSpPr>
          <p:spPr bwMode="auto">
            <a:xfrm>
              <a:off x="5259179" y="3865286"/>
              <a:ext cx="573150" cy="441395"/>
            </a:xfrm>
            <a:prstGeom prst="ellipse">
              <a:avLst/>
            </a:prstGeom>
            <a:solidFill>
              <a:schemeClr val="accent1">
                <a:lumMod val="60000"/>
                <a:lumOff val="40000"/>
              </a:schemeClr>
            </a:solidFill>
            <a:ln w="22225">
              <a:solidFill>
                <a:srgbClr val="000000"/>
              </a:solidFill>
              <a:round/>
              <a:headEnd/>
              <a:tailEnd/>
            </a:ln>
          </p:spPr>
          <p:txBody>
            <a:bodyPr/>
            <a:lstStyle/>
            <a:p>
              <a:pPr algn="ctr">
                <a:defRPr/>
              </a:pPr>
              <a:r>
                <a:rPr lang="en-US" sz="2000" dirty="0">
                  <a:latin typeface="Arial" charset="0"/>
                  <a:cs typeface="Arial" charset="0"/>
                </a:rPr>
                <a:t>b</a:t>
              </a:r>
              <a:endParaRPr lang="en-US" sz="2000" baseline="-25000" dirty="0">
                <a:latin typeface="Arial" charset="0"/>
                <a:cs typeface="Arial" charset="0"/>
              </a:endParaRPr>
            </a:p>
          </p:txBody>
        </p:sp>
        <p:sp>
          <p:nvSpPr>
            <p:cNvPr id="38945" name="Oval 111">
              <a:extLst>
                <a:ext uri="{FF2B5EF4-FFF2-40B4-BE49-F238E27FC236}">
                  <a16:creationId xmlns:a16="http://schemas.microsoft.com/office/drawing/2014/main" id="{E2141666-7563-4A00-9180-E73E1DA9F758}"/>
                </a:ext>
              </a:extLst>
            </p:cNvPr>
            <p:cNvSpPr>
              <a:spLocks noChangeArrowheads="1"/>
            </p:cNvSpPr>
            <p:nvPr/>
          </p:nvSpPr>
          <p:spPr bwMode="auto">
            <a:xfrm>
              <a:off x="6705549" y="4417824"/>
              <a:ext cx="573151" cy="439807"/>
            </a:xfrm>
            <a:prstGeom prst="ellipse">
              <a:avLst/>
            </a:prstGeom>
            <a:solidFill>
              <a:schemeClr val="accent1">
                <a:lumMod val="60000"/>
                <a:lumOff val="40000"/>
              </a:schemeClr>
            </a:solidFill>
            <a:ln w="22225">
              <a:solidFill>
                <a:srgbClr val="000000"/>
              </a:solidFill>
              <a:round/>
              <a:headEnd/>
              <a:tailEnd/>
            </a:ln>
          </p:spPr>
          <p:txBody>
            <a:bodyPr/>
            <a:lstStyle/>
            <a:p>
              <a:pPr algn="ctr">
                <a:defRPr/>
              </a:pPr>
              <a:r>
                <a:rPr lang="en-US" sz="2000" dirty="0">
                  <a:latin typeface="Arial" charset="0"/>
                  <a:cs typeface="Arial" charset="0"/>
                </a:rPr>
                <a:t>c</a:t>
              </a:r>
              <a:endParaRPr lang="en-US" sz="2000" baseline="-25000" dirty="0">
                <a:latin typeface="Arial" charset="0"/>
                <a:cs typeface="Arial" charset="0"/>
              </a:endParaRPr>
            </a:p>
          </p:txBody>
        </p:sp>
        <p:sp>
          <p:nvSpPr>
            <p:cNvPr id="38949" name="Rectangle 112">
              <a:extLst>
                <a:ext uri="{FF2B5EF4-FFF2-40B4-BE49-F238E27FC236}">
                  <a16:creationId xmlns:a16="http://schemas.microsoft.com/office/drawing/2014/main" id="{40D47B3A-B4BB-4A5C-A8E7-55BE6CFD0858}"/>
                </a:ext>
              </a:extLst>
            </p:cNvPr>
            <p:cNvSpPr>
              <a:spLocks noChangeArrowheads="1"/>
            </p:cNvSpPr>
            <p:nvPr/>
          </p:nvSpPr>
          <p:spPr bwMode="auto">
            <a:xfrm>
              <a:off x="5422708" y="5252982"/>
              <a:ext cx="530283" cy="328664"/>
            </a:xfrm>
            <a:prstGeom prst="rect">
              <a:avLst/>
            </a:prstGeom>
            <a:solidFill>
              <a:schemeClr val="accent1">
                <a:lumMod val="40000"/>
                <a:lumOff val="60000"/>
              </a:schemeClr>
            </a:solidFill>
            <a:ln w="9525">
              <a:solidFill>
                <a:schemeClr val="tx1"/>
              </a:solidFill>
              <a:miter lim="800000"/>
              <a:headEnd/>
              <a:tailEnd/>
            </a:ln>
          </p:spPr>
          <p:txBody>
            <a:bodyPr wrap="none" anchor="ctr"/>
            <a:lstStyle/>
            <a:p>
              <a:pPr algn="ctr" eaLnBrk="1" hangingPunct="1">
                <a:defRPr/>
              </a:pPr>
              <a:r>
                <a:rPr lang="en-US" sz="2000">
                  <a:latin typeface="Arial" charset="0"/>
                  <a:cs typeface="Arial" charset="0"/>
                </a:rPr>
                <a:t>0</a:t>
              </a:r>
              <a:endParaRPr lang="ru-RU" sz="2000">
                <a:latin typeface="Arial" charset="0"/>
                <a:cs typeface="Arial" charset="0"/>
              </a:endParaRPr>
            </a:p>
          </p:txBody>
        </p:sp>
        <p:sp>
          <p:nvSpPr>
            <p:cNvPr id="38950" name="Rectangle 115">
              <a:extLst>
                <a:ext uri="{FF2B5EF4-FFF2-40B4-BE49-F238E27FC236}">
                  <a16:creationId xmlns:a16="http://schemas.microsoft.com/office/drawing/2014/main" id="{33D37373-A151-4495-BE51-C66824B7AB4D}"/>
                </a:ext>
              </a:extLst>
            </p:cNvPr>
            <p:cNvSpPr>
              <a:spLocks noChangeArrowheads="1"/>
            </p:cNvSpPr>
            <p:nvPr/>
          </p:nvSpPr>
          <p:spPr bwMode="auto">
            <a:xfrm>
              <a:off x="6705549" y="5252982"/>
              <a:ext cx="530283" cy="328664"/>
            </a:xfrm>
            <a:prstGeom prst="rect">
              <a:avLst/>
            </a:prstGeom>
            <a:solidFill>
              <a:schemeClr val="accent1">
                <a:lumMod val="40000"/>
                <a:lumOff val="60000"/>
              </a:schemeClr>
            </a:solidFill>
            <a:ln w="9525">
              <a:solidFill>
                <a:schemeClr val="tx1"/>
              </a:solidFill>
              <a:miter lim="800000"/>
              <a:headEnd/>
              <a:tailEnd/>
            </a:ln>
          </p:spPr>
          <p:txBody>
            <a:bodyPr wrap="none" anchor="ctr"/>
            <a:lstStyle/>
            <a:p>
              <a:pPr algn="ctr" eaLnBrk="1" hangingPunct="1">
                <a:defRPr/>
              </a:pPr>
              <a:r>
                <a:rPr lang="en-US" sz="2000">
                  <a:latin typeface="Arial" charset="0"/>
                  <a:cs typeface="Arial" charset="0"/>
                </a:rPr>
                <a:t>1</a:t>
              </a:r>
              <a:endParaRPr lang="ru-RU" sz="2000">
                <a:latin typeface="Arial" charset="0"/>
                <a:cs typeface="Arial" charset="0"/>
              </a:endParaRPr>
            </a:p>
          </p:txBody>
        </p:sp>
        <p:sp>
          <p:nvSpPr>
            <p:cNvPr id="67622" name="Line 118">
              <a:extLst>
                <a:ext uri="{FF2B5EF4-FFF2-40B4-BE49-F238E27FC236}">
                  <a16:creationId xmlns:a16="http://schemas.microsoft.com/office/drawing/2014/main" id="{C0BBF7F7-9939-B17A-A923-66A650B583BE}"/>
                </a:ext>
              </a:extLst>
            </p:cNvPr>
            <p:cNvSpPr>
              <a:spLocks noChangeShapeType="1"/>
            </p:cNvSpPr>
            <p:nvPr/>
          </p:nvSpPr>
          <p:spPr bwMode="auto">
            <a:xfrm flipH="1">
              <a:off x="5637213" y="3476625"/>
              <a:ext cx="606425" cy="404813"/>
            </a:xfrm>
            <a:prstGeom prst="line">
              <a:avLst/>
            </a:prstGeom>
            <a:noFill/>
            <a:ln w="25400">
              <a:solidFill>
                <a:schemeClr val="tx1"/>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7623" name="Line 120">
              <a:extLst>
                <a:ext uri="{FF2B5EF4-FFF2-40B4-BE49-F238E27FC236}">
                  <a16:creationId xmlns:a16="http://schemas.microsoft.com/office/drawing/2014/main" id="{77C4CA82-B1AD-9DF9-CCC2-574A8136BBC9}"/>
                </a:ext>
              </a:extLst>
            </p:cNvPr>
            <p:cNvSpPr>
              <a:spLocks noChangeShapeType="1"/>
            </p:cNvSpPr>
            <p:nvPr/>
          </p:nvSpPr>
          <p:spPr bwMode="auto">
            <a:xfrm>
              <a:off x="6623050" y="3578225"/>
              <a:ext cx="330200" cy="835025"/>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7624" name="Line 121">
              <a:extLst>
                <a:ext uri="{FF2B5EF4-FFF2-40B4-BE49-F238E27FC236}">
                  <a16:creationId xmlns:a16="http://schemas.microsoft.com/office/drawing/2014/main" id="{2E77D3AE-2789-FE7B-D073-A138BAC495EF}"/>
                </a:ext>
              </a:extLst>
            </p:cNvPr>
            <p:cNvSpPr>
              <a:spLocks noChangeShapeType="1"/>
            </p:cNvSpPr>
            <p:nvPr/>
          </p:nvSpPr>
          <p:spPr bwMode="auto">
            <a:xfrm>
              <a:off x="5495925" y="4310063"/>
              <a:ext cx="212725" cy="933450"/>
            </a:xfrm>
            <a:prstGeom prst="line">
              <a:avLst/>
            </a:prstGeom>
            <a:noFill/>
            <a:ln w="25400">
              <a:solidFill>
                <a:schemeClr val="tx1"/>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7625" name="Line 122">
              <a:extLst>
                <a:ext uri="{FF2B5EF4-FFF2-40B4-BE49-F238E27FC236}">
                  <a16:creationId xmlns:a16="http://schemas.microsoft.com/office/drawing/2014/main" id="{D5FC47E6-F59F-1C4E-BDE3-FE971AD61F2D}"/>
                </a:ext>
              </a:extLst>
            </p:cNvPr>
            <p:cNvSpPr>
              <a:spLocks noChangeShapeType="1"/>
            </p:cNvSpPr>
            <p:nvPr/>
          </p:nvSpPr>
          <p:spPr bwMode="auto">
            <a:xfrm>
              <a:off x="5780088" y="4211638"/>
              <a:ext cx="925512" cy="327025"/>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7626" name="Line 123">
              <a:extLst>
                <a:ext uri="{FF2B5EF4-FFF2-40B4-BE49-F238E27FC236}">
                  <a16:creationId xmlns:a16="http://schemas.microsoft.com/office/drawing/2014/main" id="{D2954418-6F75-154A-6D18-191335A70E72}"/>
                </a:ext>
              </a:extLst>
            </p:cNvPr>
            <p:cNvSpPr>
              <a:spLocks noChangeShapeType="1"/>
            </p:cNvSpPr>
            <p:nvPr/>
          </p:nvSpPr>
          <p:spPr bwMode="auto">
            <a:xfrm flipH="1">
              <a:off x="5780088" y="4759325"/>
              <a:ext cx="996950" cy="493713"/>
            </a:xfrm>
            <a:prstGeom prst="line">
              <a:avLst/>
            </a:prstGeom>
            <a:noFill/>
            <a:ln w="25400">
              <a:solidFill>
                <a:schemeClr val="tx1"/>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7627" name="Line 124">
              <a:extLst>
                <a:ext uri="{FF2B5EF4-FFF2-40B4-BE49-F238E27FC236}">
                  <a16:creationId xmlns:a16="http://schemas.microsoft.com/office/drawing/2014/main" id="{B74A8607-1428-A295-C7C6-9BB8458DA928}"/>
                </a:ext>
              </a:extLst>
            </p:cNvPr>
            <p:cNvSpPr>
              <a:spLocks noChangeShapeType="1"/>
            </p:cNvSpPr>
            <p:nvPr/>
          </p:nvSpPr>
          <p:spPr bwMode="auto">
            <a:xfrm>
              <a:off x="6989763" y="4868863"/>
              <a:ext cx="0" cy="384175"/>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7628" name="Line 150">
              <a:extLst>
                <a:ext uri="{FF2B5EF4-FFF2-40B4-BE49-F238E27FC236}">
                  <a16:creationId xmlns:a16="http://schemas.microsoft.com/office/drawing/2014/main" id="{52A4F9ED-20AF-6E92-578B-32CB566ED663}"/>
                </a:ext>
              </a:extLst>
            </p:cNvPr>
            <p:cNvSpPr>
              <a:spLocks noChangeShapeType="1"/>
            </p:cNvSpPr>
            <p:nvPr/>
          </p:nvSpPr>
          <p:spPr bwMode="auto">
            <a:xfrm flipH="1">
              <a:off x="6638925" y="3003550"/>
              <a:ext cx="212725" cy="1651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8963" name="Rectangle 112">
              <a:extLst>
                <a:ext uri="{FF2B5EF4-FFF2-40B4-BE49-F238E27FC236}">
                  <a16:creationId xmlns:a16="http://schemas.microsoft.com/office/drawing/2014/main" id="{5C227FB0-7400-47C3-AF13-081B47824DA2}"/>
                </a:ext>
              </a:extLst>
            </p:cNvPr>
            <p:cNvSpPr>
              <a:spLocks noChangeArrowheads="1"/>
            </p:cNvSpPr>
            <p:nvPr/>
          </p:nvSpPr>
          <p:spPr bwMode="auto">
            <a:xfrm>
              <a:off x="901012" y="5275211"/>
              <a:ext cx="530283" cy="327077"/>
            </a:xfrm>
            <a:prstGeom prst="rect">
              <a:avLst/>
            </a:prstGeom>
            <a:solidFill>
              <a:schemeClr val="accent1">
                <a:lumMod val="40000"/>
                <a:lumOff val="60000"/>
              </a:schemeClr>
            </a:solidFill>
            <a:ln w="9525">
              <a:solidFill>
                <a:schemeClr val="tx1"/>
              </a:solidFill>
              <a:miter lim="800000"/>
              <a:headEnd/>
              <a:tailEnd/>
            </a:ln>
          </p:spPr>
          <p:txBody>
            <a:bodyPr wrap="none" anchor="ctr"/>
            <a:lstStyle/>
            <a:p>
              <a:pPr algn="ctr" eaLnBrk="1" hangingPunct="1">
                <a:defRPr/>
              </a:pPr>
              <a:r>
                <a:rPr lang="en-US" sz="2000">
                  <a:latin typeface="Arial" charset="0"/>
                  <a:cs typeface="Arial" charset="0"/>
                </a:rPr>
                <a:t>0</a:t>
              </a:r>
              <a:endParaRPr lang="ru-RU" sz="2000">
                <a:latin typeface="Arial" charset="0"/>
                <a:cs typeface="Arial" charset="0"/>
              </a:endParaRPr>
            </a:p>
          </p:txBody>
        </p:sp>
        <p:sp>
          <p:nvSpPr>
            <p:cNvPr id="38964" name="Rectangle 115">
              <a:extLst>
                <a:ext uri="{FF2B5EF4-FFF2-40B4-BE49-F238E27FC236}">
                  <a16:creationId xmlns:a16="http://schemas.microsoft.com/office/drawing/2014/main" id="{5F872F1F-C4D2-49EA-88EB-F8DEA63BD047}"/>
                </a:ext>
              </a:extLst>
            </p:cNvPr>
            <p:cNvSpPr>
              <a:spLocks noChangeArrowheads="1"/>
            </p:cNvSpPr>
            <p:nvPr/>
          </p:nvSpPr>
          <p:spPr bwMode="auto">
            <a:xfrm>
              <a:off x="2056839" y="5252982"/>
              <a:ext cx="530283" cy="328664"/>
            </a:xfrm>
            <a:prstGeom prst="rect">
              <a:avLst/>
            </a:prstGeom>
            <a:solidFill>
              <a:schemeClr val="accent1">
                <a:lumMod val="40000"/>
                <a:lumOff val="60000"/>
              </a:schemeClr>
            </a:solidFill>
            <a:ln w="9525">
              <a:solidFill>
                <a:schemeClr val="tx1"/>
              </a:solidFill>
              <a:miter lim="800000"/>
              <a:headEnd/>
              <a:tailEnd/>
            </a:ln>
          </p:spPr>
          <p:txBody>
            <a:bodyPr wrap="none" anchor="ctr"/>
            <a:lstStyle/>
            <a:p>
              <a:pPr algn="ctr" eaLnBrk="1" hangingPunct="1">
                <a:defRPr/>
              </a:pPr>
              <a:r>
                <a:rPr lang="en-US" sz="2000">
                  <a:latin typeface="Arial" charset="0"/>
                  <a:cs typeface="Arial" charset="0"/>
                </a:rPr>
                <a:t>1</a:t>
              </a:r>
              <a:endParaRPr lang="ru-RU" sz="2000">
                <a:latin typeface="Arial" charset="0"/>
                <a:cs typeface="Arial" charset="0"/>
              </a:endParaRPr>
            </a:p>
          </p:txBody>
        </p:sp>
        <p:sp>
          <p:nvSpPr>
            <p:cNvPr id="67631" name="TextBox 50">
              <a:extLst>
                <a:ext uri="{FF2B5EF4-FFF2-40B4-BE49-F238E27FC236}">
                  <a16:creationId xmlns:a16="http://schemas.microsoft.com/office/drawing/2014/main" id="{FBAE6FF2-0CD4-86B9-A332-05BFB5601093}"/>
                </a:ext>
              </a:extLst>
            </p:cNvPr>
            <p:cNvSpPr txBox="1">
              <a:spLocks noChangeArrowheads="1"/>
            </p:cNvSpPr>
            <p:nvPr/>
          </p:nvSpPr>
          <p:spPr bwMode="auto">
            <a:xfrm>
              <a:off x="5545776" y="1472541"/>
              <a:ext cx="220881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2000" b="0"/>
                <a:t>f = ~v</a:t>
              </a:r>
              <a:r>
                <a:rPr lang="en-US" altLang="en-US" sz="2000" b="0">
                  <a:sym typeface="Symbol" panose="05050102010706020507" pitchFamily="18" charset="2"/>
                </a:rPr>
                <a:t>h+vg</a:t>
              </a:r>
              <a:r>
                <a:rPr lang="en-US" altLang="en-US" sz="2000" b="0"/>
                <a:t> </a:t>
              </a:r>
              <a:endParaRPr lang="en-GB" altLang="en-US" sz="2000" b="0"/>
            </a:p>
          </p:txBody>
        </p:sp>
        <p:sp>
          <p:nvSpPr>
            <p:cNvPr id="67632" name="TextBox 51">
              <a:extLst>
                <a:ext uri="{FF2B5EF4-FFF2-40B4-BE49-F238E27FC236}">
                  <a16:creationId xmlns:a16="http://schemas.microsoft.com/office/drawing/2014/main" id="{420C4A8C-8B88-1B6E-515B-E6B6D0E71DDC}"/>
                </a:ext>
              </a:extLst>
            </p:cNvPr>
            <p:cNvSpPr txBox="1">
              <a:spLocks noChangeArrowheads="1"/>
            </p:cNvSpPr>
            <p:nvPr/>
          </p:nvSpPr>
          <p:spPr bwMode="auto">
            <a:xfrm>
              <a:off x="581890" y="3241963"/>
              <a:ext cx="22919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sz="2000" b="0"/>
                <a:t>     f=0            f=1</a:t>
              </a:r>
              <a:endParaRPr lang="en-GB" altLang="en-US" sz="2000" b="0"/>
            </a:p>
          </p:txBody>
        </p:sp>
        <p:sp>
          <p:nvSpPr>
            <p:cNvPr id="67633" name="TextBox 52">
              <a:extLst>
                <a:ext uri="{FF2B5EF4-FFF2-40B4-BE49-F238E27FC236}">
                  <a16:creationId xmlns:a16="http://schemas.microsoft.com/office/drawing/2014/main" id="{8918393D-50AF-B275-A6A9-551575779602}"/>
                </a:ext>
              </a:extLst>
            </p:cNvPr>
            <p:cNvSpPr txBox="1">
              <a:spLocks noChangeArrowheads="1"/>
            </p:cNvSpPr>
            <p:nvPr/>
          </p:nvSpPr>
          <p:spPr bwMode="auto">
            <a:xfrm>
              <a:off x="1911927" y="4251367"/>
              <a:ext cx="109253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b="0"/>
                <a:t>  </a:t>
              </a:r>
              <a:r>
                <a:rPr lang="en-US" altLang="en-US" sz="2000" b="0"/>
                <a:t> f=x</a:t>
              </a:r>
              <a:endParaRPr lang="en-GB" altLang="en-US" sz="2000" b="0"/>
            </a:p>
          </p:txBody>
        </p:sp>
        <p:sp>
          <p:nvSpPr>
            <p:cNvPr id="67634" name="TextBox 53">
              <a:extLst>
                <a:ext uri="{FF2B5EF4-FFF2-40B4-BE49-F238E27FC236}">
                  <a16:creationId xmlns:a16="http://schemas.microsoft.com/office/drawing/2014/main" id="{4E1D2B70-ED16-B401-3241-B2524E753C56}"/>
                </a:ext>
              </a:extLst>
            </p:cNvPr>
            <p:cNvSpPr txBox="1">
              <a:spLocks noChangeArrowheads="1"/>
            </p:cNvSpPr>
            <p:nvPr/>
          </p:nvSpPr>
          <p:spPr bwMode="auto">
            <a:xfrm>
              <a:off x="6958939" y="2778825"/>
              <a:ext cx="15200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b="0"/>
                <a:t> f</a:t>
              </a:r>
              <a:r>
                <a:rPr lang="en-US" altLang="en-US" sz="2000" b="0"/>
                <a:t>=(a+b)</a:t>
              </a:r>
              <a:r>
                <a:rPr lang="en-US" altLang="en-US" sz="2000" b="0">
                  <a:sym typeface="Symbol" panose="05050102010706020507" pitchFamily="18" charset="2"/>
                </a:rPr>
                <a:t>c</a:t>
              </a:r>
              <a:endParaRPr lang="en-GB" altLang="en-US" sz="2000" b="0"/>
            </a:p>
          </p:txBody>
        </p:sp>
        <p:sp>
          <p:nvSpPr>
            <p:cNvPr id="67635" name="TextBox 54">
              <a:extLst>
                <a:ext uri="{FF2B5EF4-FFF2-40B4-BE49-F238E27FC236}">
                  <a16:creationId xmlns:a16="http://schemas.microsoft.com/office/drawing/2014/main" id="{80E1423C-A648-47D4-CD85-805A47EDBDFE}"/>
                </a:ext>
              </a:extLst>
            </p:cNvPr>
            <p:cNvSpPr txBox="1">
              <a:spLocks noChangeArrowheads="1"/>
            </p:cNvSpPr>
            <p:nvPr/>
          </p:nvSpPr>
          <p:spPr bwMode="auto">
            <a:xfrm>
              <a:off x="7220196" y="4358243"/>
              <a:ext cx="89065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b="0"/>
                <a:t> f</a:t>
              </a:r>
              <a:r>
                <a:rPr lang="en-US" altLang="en-US" sz="2000" b="0"/>
                <a:t>=</a:t>
              </a:r>
              <a:r>
                <a:rPr lang="en-US" altLang="en-US" sz="2000" b="0">
                  <a:sym typeface="Symbol" panose="05050102010706020507" pitchFamily="18" charset="2"/>
                </a:rPr>
                <a:t>c</a:t>
              </a:r>
              <a:endParaRPr lang="en-GB" altLang="en-US" sz="2000" b="0"/>
            </a:p>
          </p:txBody>
        </p:sp>
        <p:sp>
          <p:nvSpPr>
            <p:cNvPr id="67636" name="TextBox 55">
              <a:extLst>
                <a:ext uri="{FF2B5EF4-FFF2-40B4-BE49-F238E27FC236}">
                  <a16:creationId xmlns:a16="http://schemas.microsoft.com/office/drawing/2014/main" id="{FB7FFFAF-4ED4-4C96-B4AC-E7CAF062B168}"/>
                </a:ext>
              </a:extLst>
            </p:cNvPr>
            <p:cNvSpPr txBox="1">
              <a:spLocks noChangeArrowheads="1"/>
            </p:cNvSpPr>
            <p:nvPr/>
          </p:nvSpPr>
          <p:spPr bwMode="auto">
            <a:xfrm>
              <a:off x="4476997" y="3847604"/>
              <a:ext cx="89065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r>
                <a:rPr lang="en-US" altLang="en-US" b="0"/>
                <a:t> f</a:t>
              </a:r>
              <a:r>
                <a:rPr lang="en-US" altLang="en-US" sz="2000" b="0"/>
                <a:t>=b</a:t>
              </a:r>
              <a:r>
                <a:rPr lang="en-US" altLang="en-US" sz="2000" b="0">
                  <a:sym typeface="Symbol" panose="05050102010706020507" pitchFamily="18" charset="2"/>
                </a:rPr>
                <a:t>c</a:t>
              </a:r>
              <a:endParaRPr lang="en-GB" altLang="en-US" sz="2000" b="0"/>
            </a:p>
          </p:txBody>
        </p:sp>
      </p:gr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6CAC3AAE-AF35-45E4-8B2C-7A2672E28DA6}"/>
              </a:ext>
            </a:extLst>
          </p:cNvPr>
          <p:cNvGraphicFramePr>
            <a:graphicFrameLocks noGrp="1"/>
          </p:cNvGraphicFramePr>
          <p:nvPr/>
        </p:nvGraphicFramePr>
        <p:xfrm>
          <a:off x="2832100" y="1819276"/>
          <a:ext cx="2006600" cy="3776663"/>
        </p:xfrm>
        <a:graphic>
          <a:graphicData uri="http://schemas.openxmlformats.org/drawingml/2006/table">
            <a:tbl>
              <a:tblPr firstRow="1" bandRow="1">
                <a:tableStyleId>{5C22544A-7EE6-4342-B048-85BDC9FD1C3A}</a:tableStyleId>
              </a:tblPr>
              <a:tblGrid>
                <a:gridCol w="1193800">
                  <a:extLst>
                    <a:ext uri="{9D8B030D-6E8A-4147-A177-3AD203B41FA5}">
                      <a16:colId xmlns:a16="http://schemas.microsoft.com/office/drawing/2014/main" val="20000"/>
                    </a:ext>
                  </a:extLst>
                </a:gridCol>
                <a:gridCol w="812800">
                  <a:extLst>
                    <a:ext uri="{9D8B030D-6E8A-4147-A177-3AD203B41FA5}">
                      <a16:colId xmlns:a16="http://schemas.microsoft.com/office/drawing/2014/main" val="20001"/>
                    </a:ext>
                  </a:extLst>
                </a:gridCol>
              </a:tblGrid>
              <a:tr h="450151">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a b c d</a:t>
                      </a:r>
                      <a:endParaRPr kumimoji="0" lang="ru-RU" sz="2000" b="0" i="0" u="none" strike="noStrike" cap="none" normalizeH="0" baseline="0" dirty="0">
                        <a:ln>
                          <a:noFill/>
                        </a:ln>
                        <a:solidFill>
                          <a:schemeClr val="tx1"/>
                        </a:solidFill>
                        <a:effectLst/>
                        <a:latin typeface="Arial" charset="0"/>
                        <a:cs typeface="Arial" charset="0"/>
                      </a:endParaRPr>
                    </a:p>
                  </a:txBody>
                  <a:tcPr marT="45728" marB="45728"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y</a:t>
                      </a:r>
                      <a:endParaRPr kumimoji="0" lang="ru-RU" sz="2000" b="0" i="0" u="none" strike="noStrike" cap="none" normalizeH="0" baseline="0" dirty="0">
                        <a:ln>
                          <a:noFill/>
                        </a:ln>
                        <a:solidFill>
                          <a:schemeClr val="tx1"/>
                        </a:solidFill>
                        <a:effectLst/>
                        <a:latin typeface="Arial" charset="0"/>
                        <a:cs typeface="Arial" charset="0"/>
                      </a:endParaRPr>
                    </a:p>
                  </a:txBody>
                  <a:tcPr marT="45728" marB="45728" horzOverflow="overflow"/>
                </a:tc>
                <a:extLst>
                  <a:ext uri="{0D108BD9-81ED-4DB2-BD59-A6C34878D82A}">
                    <a16:rowId xmlns:a16="http://schemas.microsoft.com/office/drawing/2014/main" val="10000"/>
                  </a:ext>
                </a:extLst>
              </a:tr>
              <a:tr h="41581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a:ln>
                            <a:noFill/>
                          </a:ln>
                          <a:effectLst/>
                        </a:rPr>
                        <a:t>0 0 0 0</a:t>
                      </a:r>
                      <a:endParaRPr kumimoji="0" lang="ru-RU" sz="2000" b="0" i="0" u="none" strike="noStrike" cap="none" normalizeH="0" baseline="0">
                        <a:ln>
                          <a:noFill/>
                        </a:ln>
                        <a:solidFill>
                          <a:schemeClr val="tx1"/>
                        </a:solidFill>
                        <a:effectLst/>
                        <a:latin typeface="Arial" charset="0"/>
                        <a:cs typeface="Arial" charset="0"/>
                      </a:endParaRPr>
                    </a:p>
                  </a:txBody>
                  <a:tcPr marT="45728" marB="45728"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0</a:t>
                      </a:r>
                      <a:endParaRPr kumimoji="0" lang="ru-RU" sz="2000" b="0" i="0" u="none" strike="noStrike" cap="none" normalizeH="0" baseline="0" dirty="0">
                        <a:ln>
                          <a:noFill/>
                        </a:ln>
                        <a:solidFill>
                          <a:schemeClr val="tx1"/>
                        </a:solidFill>
                        <a:effectLst/>
                        <a:latin typeface="Arial" charset="0"/>
                        <a:cs typeface="Arial" charset="0"/>
                      </a:endParaRPr>
                    </a:p>
                  </a:txBody>
                  <a:tcPr marT="45728" marB="45728" horzOverflow="overflow"/>
                </a:tc>
                <a:extLst>
                  <a:ext uri="{0D108BD9-81ED-4DB2-BD59-A6C34878D82A}">
                    <a16:rowId xmlns:a16="http://schemas.microsoft.com/office/drawing/2014/main" val="10001"/>
                  </a:ext>
                </a:extLst>
              </a:tr>
              <a:tr h="41581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a:ln>
                            <a:noFill/>
                          </a:ln>
                          <a:effectLst/>
                        </a:rPr>
                        <a:t>0 0 0 1</a:t>
                      </a:r>
                      <a:endParaRPr kumimoji="0" lang="ru-RU" sz="2000" b="0" i="0" u="none" strike="noStrike" cap="none" normalizeH="0" baseline="0">
                        <a:ln>
                          <a:noFill/>
                        </a:ln>
                        <a:solidFill>
                          <a:schemeClr val="tx1"/>
                        </a:solidFill>
                        <a:effectLst/>
                        <a:latin typeface="Arial" charset="0"/>
                        <a:cs typeface="Arial" charset="0"/>
                      </a:endParaRPr>
                    </a:p>
                  </a:txBody>
                  <a:tcPr marT="45728" marB="45728"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a:ln>
                            <a:noFill/>
                          </a:ln>
                          <a:effectLst/>
                        </a:rPr>
                        <a:t>0</a:t>
                      </a:r>
                      <a:endParaRPr kumimoji="0" lang="ru-RU" sz="2000" b="0" i="0" u="none" strike="noStrike" cap="none" normalizeH="0" baseline="0">
                        <a:ln>
                          <a:noFill/>
                        </a:ln>
                        <a:solidFill>
                          <a:schemeClr val="tx1"/>
                        </a:solidFill>
                        <a:effectLst/>
                        <a:latin typeface="Arial" charset="0"/>
                        <a:cs typeface="Arial" charset="0"/>
                      </a:endParaRPr>
                    </a:p>
                  </a:txBody>
                  <a:tcPr marT="45728" marB="45728" horzOverflow="overflow"/>
                </a:tc>
                <a:extLst>
                  <a:ext uri="{0D108BD9-81ED-4DB2-BD59-A6C34878D82A}">
                    <a16:rowId xmlns:a16="http://schemas.microsoft.com/office/drawing/2014/main" val="10002"/>
                  </a:ext>
                </a:extLst>
              </a:tr>
              <a:tr h="41581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a:ln>
                            <a:noFill/>
                          </a:ln>
                          <a:effectLst/>
                        </a:rPr>
                        <a:t>0 0 1 0</a:t>
                      </a:r>
                      <a:endParaRPr kumimoji="0" lang="ru-RU" sz="2000" b="0" i="0" u="none" strike="noStrike" cap="none" normalizeH="0" baseline="0">
                        <a:ln>
                          <a:noFill/>
                        </a:ln>
                        <a:solidFill>
                          <a:schemeClr val="tx1"/>
                        </a:solidFill>
                        <a:effectLst/>
                        <a:latin typeface="Arial" charset="0"/>
                        <a:cs typeface="Arial" charset="0"/>
                      </a:endParaRPr>
                    </a:p>
                  </a:txBody>
                  <a:tcPr marT="45728" marB="45728"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a:ln>
                            <a:noFill/>
                          </a:ln>
                          <a:effectLst/>
                        </a:rPr>
                        <a:t>1</a:t>
                      </a:r>
                      <a:endParaRPr kumimoji="0" lang="ru-RU" sz="2000" b="0" i="0" u="none" strike="noStrike" cap="none" normalizeH="0" baseline="0">
                        <a:ln>
                          <a:noFill/>
                        </a:ln>
                        <a:solidFill>
                          <a:schemeClr val="tx1"/>
                        </a:solidFill>
                        <a:effectLst/>
                        <a:latin typeface="Arial" charset="0"/>
                        <a:cs typeface="Arial" charset="0"/>
                      </a:endParaRPr>
                    </a:p>
                  </a:txBody>
                  <a:tcPr marT="45728" marB="45728" horzOverflow="overflow"/>
                </a:tc>
                <a:extLst>
                  <a:ext uri="{0D108BD9-81ED-4DB2-BD59-A6C34878D82A}">
                    <a16:rowId xmlns:a16="http://schemas.microsoft.com/office/drawing/2014/main" val="10003"/>
                  </a:ext>
                </a:extLst>
              </a:tr>
              <a:tr h="41581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a:ln>
                            <a:noFill/>
                          </a:ln>
                          <a:effectLst/>
                        </a:rPr>
                        <a:t>0 0 1 1 </a:t>
                      </a:r>
                      <a:endParaRPr kumimoji="0" lang="ru-RU" sz="2000" b="0" i="0" u="none" strike="noStrike" cap="none" normalizeH="0" baseline="0">
                        <a:ln>
                          <a:noFill/>
                        </a:ln>
                        <a:solidFill>
                          <a:schemeClr val="tx1"/>
                        </a:solidFill>
                        <a:effectLst/>
                        <a:latin typeface="Arial" charset="0"/>
                        <a:cs typeface="Arial" charset="0"/>
                      </a:endParaRPr>
                    </a:p>
                  </a:txBody>
                  <a:tcPr marT="45728" marB="45728"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a:ln>
                            <a:noFill/>
                          </a:ln>
                          <a:effectLst/>
                        </a:rPr>
                        <a:t>1</a:t>
                      </a:r>
                      <a:endParaRPr kumimoji="0" lang="ru-RU" sz="2000" b="0" i="0" u="none" strike="noStrike" cap="none" normalizeH="0" baseline="0">
                        <a:ln>
                          <a:noFill/>
                        </a:ln>
                        <a:solidFill>
                          <a:schemeClr val="tx1"/>
                        </a:solidFill>
                        <a:effectLst/>
                        <a:latin typeface="Arial" charset="0"/>
                        <a:cs typeface="Arial" charset="0"/>
                      </a:endParaRPr>
                    </a:p>
                  </a:txBody>
                  <a:tcPr marT="45728" marB="45728" horzOverflow="overflow"/>
                </a:tc>
                <a:extLst>
                  <a:ext uri="{0D108BD9-81ED-4DB2-BD59-A6C34878D82A}">
                    <a16:rowId xmlns:a16="http://schemas.microsoft.com/office/drawing/2014/main" val="10004"/>
                  </a:ext>
                </a:extLst>
              </a:tr>
              <a:tr h="41581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a:ln>
                            <a:noFill/>
                          </a:ln>
                          <a:effectLst/>
                        </a:rPr>
                        <a:t>0 1 0 0</a:t>
                      </a:r>
                      <a:endParaRPr kumimoji="0" lang="ru-RU" sz="2000" b="0" i="0" u="none" strike="noStrike" cap="none" normalizeH="0" baseline="0">
                        <a:ln>
                          <a:noFill/>
                        </a:ln>
                        <a:solidFill>
                          <a:schemeClr val="tx1"/>
                        </a:solidFill>
                        <a:effectLst/>
                        <a:latin typeface="Arial" charset="0"/>
                        <a:cs typeface="Arial" charset="0"/>
                      </a:endParaRPr>
                    </a:p>
                  </a:txBody>
                  <a:tcPr marT="45728" marB="45728"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0</a:t>
                      </a:r>
                      <a:endParaRPr kumimoji="0" lang="ru-RU" sz="2000" b="0" i="0" u="none" strike="noStrike" cap="none" normalizeH="0" baseline="0" dirty="0">
                        <a:ln>
                          <a:noFill/>
                        </a:ln>
                        <a:solidFill>
                          <a:schemeClr val="tx1"/>
                        </a:solidFill>
                        <a:effectLst/>
                        <a:latin typeface="Arial" charset="0"/>
                        <a:cs typeface="Arial" charset="0"/>
                      </a:endParaRPr>
                    </a:p>
                  </a:txBody>
                  <a:tcPr marT="45728" marB="45728" horzOverflow="overflow"/>
                </a:tc>
                <a:extLst>
                  <a:ext uri="{0D108BD9-81ED-4DB2-BD59-A6C34878D82A}">
                    <a16:rowId xmlns:a16="http://schemas.microsoft.com/office/drawing/2014/main" val="10005"/>
                  </a:ext>
                </a:extLst>
              </a:tr>
              <a:tr h="41581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a:ln>
                            <a:noFill/>
                          </a:ln>
                          <a:effectLst/>
                        </a:rPr>
                        <a:t>0 1 0 1</a:t>
                      </a:r>
                      <a:endParaRPr kumimoji="0" lang="ru-RU" sz="2000" b="0" i="0" u="none" strike="noStrike" cap="none" normalizeH="0" baseline="0">
                        <a:ln>
                          <a:noFill/>
                        </a:ln>
                        <a:solidFill>
                          <a:schemeClr val="tx1"/>
                        </a:solidFill>
                        <a:effectLst/>
                        <a:latin typeface="Arial" charset="0"/>
                        <a:cs typeface="Arial" charset="0"/>
                      </a:endParaRPr>
                    </a:p>
                  </a:txBody>
                  <a:tcPr marT="45728" marB="45728"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1</a:t>
                      </a:r>
                      <a:endParaRPr kumimoji="0" lang="ru-RU" sz="2000" b="0" i="0" u="none" strike="noStrike" cap="none" normalizeH="0" baseline="0" dirty="0">
                        <a:ln>
                          <a:noFill/>
                        </a:ln>
                        <a:solidFill>
                          <a:schemeClr val="tx1"/>
                        </a:solidFill>
                        <a:effectLst/>
                        <a:latin typeface="Arial" charset="0"/>
                        <a:cs typeface="Arial" charset="0"/>
                      </a:endParaRPr>
                    </a:p>
                  </a:txBody>
                  <a:tcPr marT="45728" marB="45728" horzOverflow="overflow"/>
                </a:tc>
                <a:extLst>
                  <a:ext uri="{0D108BD9-81ED-4DB2-BD59-A6C34878D82A}">
                    <a16:rowId xmlns:a16="http://schemas.microsoft.com/office/drawing/2014/main" val="10006"/>
                  </a:ext>
                </a:extLst>
              </a:tr>
              <a:tr h="41581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a:ln>
                            <a:noFill/>
                          </a:ln>
                          <a:effectLst/>
                        </a:rPr>
                        <a:t>0 1 1 0</a:t>
                      </a:r>
                      <a:endParaRPr kumimoji="0" lang="ru-RU" sz="2000" b="0" i="0" u="none" strike="noStrike" cap="none" normalizeH="0" baseline="0">
                        <a:ln>
                          <a:noFill/>
                        </a:ln>
                        <a:solidFill>
                          <a:schemeClr val="tx1"/>
                        </a:solidFill>
                        <a:effectLst/>
                        <a:latin typeface="Arial" charset="0"/>
                        <a:cs typeface="Arial" charset="0"/>
                      </a:endParaRPr>
                    </a:p>
                  </a:txBody>
                  <a:tcPr marT="45728" marB="45728"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a:ln>
                            <a:noFill/>
                          </a:ln>
                          <a:effectLst/>
                        </a:rPr>
                        <a:t>1</a:t>
                      </a:r>
                      <a:endParaRPr kumimoji="0" lang="ru-RU" sz="2000" b="0" i="0" u="none" strike="noStrike" cap="none" normalizeH="0" baseline="0">
                        <a:ln>
                          <a:noFill/>
                        </a:ln>
                        <a:solidFill>
                          <a:schemeClr val="tx1"/>
                        </a:solidFill>
                        <a:effectLst/>
                        <a:latin typeface="Arial" charset="0"/>
                        <a:cs typeface="Arial" charset="0"/>
                      </a:endParaRPr>
                    </a:p>
                  </a:txBody>
                  <a:tcPr marT="45728" marB="45728" horzOverflow="overflow"/>
                </a:tc>
                <a:extLst>
                  <a:ext uri="{0D108BD9-81ED-4DB2-BD59-A6C34878D82A}">
                    <a16:rowId xmlns:a16="http://schemas.microsoft.com/office/drawing/2014/main" val="10007"/>
                  </a:ext>
                </a:extLst>
              </a:tr>
              <a:tr h="41581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0 1 1 1</a:t>
                      </a:r>
                      <a:endParaRPr kumimoji="0" lang="ru-RU" sz="2000" b="0" i="0" u="none" strike="noStrike" cap="none" normalizeH="0" baseline="0" dirty="0">
                        <a:ln>
                          <a:noFill/>
                        </a:ln>
                        <a:solidFill>
                          <a:schemeClr val="tx1"/>
                        </a:solidFill>
                        <a:effectLst/>
                        <a:latin typeface="Arial" charset="0"/>
                        <a:cs typeface="Arial" charset="0"/>
                      </a:endParaRPr>
                    </a:p>
                  </a:txBody>
                  <a:tcPr marT="45728" marB="45728"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1</a:t>
                      </a:r>
                      <a:endParaRPr kumimoji="0" lang="ru-RU" sz="2000" b="0" i="0" u="none" strike="noStrike" cap="none" normalizeH="0" baseline="0" dirty="0">
                        <a:ln>
                          <a:noFill/>
                        </a:ln>
                        <a:solidFill>
                          <a:schemeClr val="tx1"/>
                        </a:solidFill>
                        <a:effectLst/>
                        <a:latin typeface="Arial" charset="0"/>
                        <a:cs typeface="Arial" charset="0"/>
                      </a:endParaRPr>
                    </a:p>
                  </a:txBody>
                  <a:tcPr marT="45728" marB="45728" horzOverflow="overflow"/>
                </a:tc>
                <a:extLst>
                  <a:ext uri="{0D108BD9-81ED-4DB2-BD59-A6C34878D82A}">
                    <a16:rowId xmlns:a16="http://schemas.microsoft.com/office/drawing/2014/main" val="10008"/>
                  </a:ext>
                </a:extLst>
              </a:tr>
            </a:tbl>
          </a:graphicData>
        </a:graphic>
      </p:graphicFrame>
      <p:graphicFrame>
        <p:nvGraphicFramePr>
          <p:cNvPr id="8" name="Table 7">
            <a:extLst>
              <a:ext uri="{FF2B5EF4-FFF2-40B4-BE49-F238E27FC236}">
                <a16:creationId xmlns:a16="http://schemas.microsoft.com/office/drawing/2014/main" id="{F44ECBB8-29AE-4B71-84D5-1C872142C899}"/>
              </a:ext>
            </a:extLst>
          </p:cNvPr>
          <p:cNvGraphicFramePr>
            <a:graphicFrameLocks noGrp="1"/>
          </p:cNvGraphicFramePr>
          <p:nvPr/>
        </p:nvGraphicFramePr>
        <p:xfrm>
          <a:off x="7632700" y="1828801"/>
          <a:ext cx="2006600" cy="3743325"/>
        </p:xfrm>
        <a:graphic>
          <a:graphicData uri="http://schemas.openxmlformats.org/drawingml/2006/table">
            <a:tbl>
              <a:tblPr firstRow="1" bandRow="1">
                <a:tableStyleId>{5C22544A-7EE6-4342-B048-85BDC9FD1C3A}</a:tableStyleId>
              </a:tblPr>
              <a:tblGrid>
                <a:gridCol w="1250950">
                  <a:extLst>
                    <a:ext uri="{9D8B030D-6E8A-4147-A177-3AD203B41FA5}">
                      <a16:colId xmlns:a16="http://schemas.microsoft.com/office/drawing/2014/main" val="20000"/>
                    </a:ext>
                  </a:extLst>
                </a:gridCol>
                <a:gridCol w="755650">
                  <a:extLst>
                    <a:ext uri="{9D8B030D-6E8A-4147-A177-3AD203B41FA5}">
                      <a16:colId xmlns:a16="http://schemas.microsoft.com/office/drawing/2014/main" val="20001"/>
                    </a:ext>
                  </a:extLst>
                </a:gridCol>
              </a:tblGrid>
              <a:tr h="426061">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a b c d</a:t>
                      </a:r>
                      <a:endParaRPr kumimoji="0" lang="ru-RU" sz="2000" b="0" i="0" u="none" strike="noStrike" cap="none" normalizeH="0" baseline="0" dirty="0">
                        <a:ln>
                          <a:noFill/>
                        </a:ln>
                        <a:solidFill>
                          <a:schemeClr val="tx1"/>
                        </a:solidFill>
                        <a:effectLst/>
                        <a:latin typeface="Arial" charset="0"/>
                        <a:cs typeface="Arial" charset="0"/>
                      </a:endParaRPr>
                    </a:p>
                  </a:txBody>
                  <a:tcPr marT="45729" marB="45729"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y</a:t>
                      </a:r>
                      <a:endParaRPr kumimoji="0" lang="ru-RU" sz="2000" b="0" i="0" u="none" strike="noStrike" cap="none" normalizeH="0" baseline="0" dirty="0">
                        <a:ln>
                          <a:noFill/>
                        </a:ln>
                        <a:solidFill>
                          <a:schemeClr val="tx1"/>
                        </a:solidFill>
                        <a:effectLst/>
                        <a:latin typeface="Arial" charset="0"/>
                        <a:cs typeface="Arial" charset="0"/>
                      </a:endParaRPr>
                    </a:p>
                  </a:txBody>
                  <a:tcPr marT="45729" marB="45729" horzOverflow="overflow"/>
                </a:tc>
                <a:extLst>
                  <a:ext uri="{0D108BD9-81ED-4DB2-BD59-A6C34878D82A}">
                    <a16:rowId xmlns:a16="http://schemas.microsoft.com/office/drawing/2014/main" val="10000"/>
                  </a:ext>
                </a:extLst>
              </a:tr>
              <a:tr h="41465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a:ln>
                            <a:noFill/>
                          </a:ln>
                          <a:effectLst/>
                        </a:rPr>
                        <a:t>1 0 0 0</a:t>
                      </a:r>
                      <a:endParaRPr kumimoji="0" lang="ru-RU" sz="2000" b="0" i="0" u="none" strike="noStrike" cap="none" normalizeH="0" baseline="0">
                        <a:ln>
                          <a:noFill/>
                        </a:ln>
                        <a:solidFill>
                          <a:schemeClr val="tx1"/>
                        </a:solidFill>
                        <a:effectLst/>
                        <a:latin typeface="Arial" charset="0"/>
                        <a:cs typeface="Arial" charset="0"/>
                      </a:endParaRPr>
                    </a:p>
                  </a:txBody>
                  <a:tcPr marT="45729" marB="45729"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a:ln>
                            <a:noFill/>
                          </a:ln>
                          <a:effectLst/>
                        </a:rPr>
                        <a:t>0</a:t>
                      </a:r>
                      <a:endParaRPr kumimoji="0" lang="ru-RU" sz="2000" b="0" i="0" u="none" strike="noStrike" cap="none" normalizeH="0" baseline="0">
                        <a:ln>
                          <a:noFill/>
                        </a:ln>
                        <a:solidFill>
                          <a:schemeClr val="tx1"/>
                        </a:solidFill>
                        <a:effectLst/>
                        <a:latin typeface="Arial" charset="0"/>
                        <a:cs typeface="Arial" charset="0"/>
                      </a:endParaRPr>
                    </a:p>
                  </a:txBody>
                  <a:tcPr marT="45729" marB="45729" horzOverflow="overflow"/>
                </a:tc>
                <a:extLst>
                  <a:ext uri="{0D108BD9-81ED-4DB2-BD59-A6C34878D82A}">
                    <a16:rowId xmlns:a16="http://schemas.microsoft.com/office/drawing/2014/main" val="10001"/>
                  </a:ext>
                </a:extLst>
              </a:tr>
              <a:tr h="41465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1 0 0 1</a:t>
                      </a:r>
                      <a:endParaRPr kumimoji="0" lang="ru-RU" sz="2000" b="0" i="0" u="none" strike="noStrike" cap="none" normalizeH="0" baseline="0" dirty="0">
                        <a:ln>
                          <a:noFill/>
                        </a:ln>
                        <a:solidFill>
                          <a:schemeClr val="tx1"/>
                        </a:solidFill>
                        <a:effectLst/>
                        <a:latin typeface="Arial" charset="0"/>
                        <a:cs typeface="Arial" charset="0"/>
                      </a:endParaRPr>
                    </a:p>
                  </a:txBody>
                  <a:tcPr marT="45729" marB="45729"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0</a:t>
                      </a:r>
                      <a:endParaRPr kumimoji="0" lang="ru-RU" sz="2000" b="0" i="0" u="none" strike="noStrike" cap="none" normalizeH="0" baseline="0" dirty="0">
                        <a:ln>
                          <a:noFill/>
                        </a:ln>
                        <a:solidFill>
                          <a:schemeClr val="tx1"/>
                        </a:solidFill>
                        <a:effectLst/>
                        <a:latin typeface="Arial" charset="0"/>
                        <a:cs typeface="Arial" charset="0"/>
                      </a:endParaRPr>
                    </a:p>
                  </a:txBody>
                  <a:tcPr marT="45729" marB="45729" horzOverflow="overflow"/>
                </a:tc>
                <a:extLst>
                  <a:ext uri="{0D108BD9-81ED-4DB2-BD59-A6C34878D82A}">
                    <a16:rowId xmlns:a16="http://schemas.microsoft.com/office/drawing/2014/main" val="10002"/>
                  </a:ext>
                </a:extLst>
              </a:tr>
              <a:tr h="41465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1 0 1 0</a:t>
                      </a:r>
                      <a:endParaRPr kumimoji="0" lang="ru-RU" sz="2000" b="0" i="0" u="none" strike="noStrike" cap="none" normalizeH="0" baseline="0" dirty="0">
                        <a:ln>
                          <a:noFill/>
                        </a:ln>
                        <a:solidFill>
                          <a:schemeClr val="tx1"/>
                        </a:solidFill>
                        <a:effectLst/>
                        <a:latin typeface="Arial" charset="0"/>
                        <a:cs typeface="Arial" charset="0"/>
                      </a:endParaRPr>
                    </a:p>
                  </a:txBody>
                  <a:tcPr marT="45729" marB="45729"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0</a:t>
                      </a:r>
                      <a:endParaRPr kumimoji="0" lang="ru-RU" sz="2000" b="0" i="0" u="none" strike="noStrike" cap="none" normalizeH="0" baseline="0" dirty="0">
                        <a:ln>
                          <a:noFill/>
                        </a:ln>
                        <a:solidFill>
                          <a:schemeClr val="tx1"/>
                        </a:solidFill>
                        <a:effectLst/>
                        <a:latin typeface="Arial" charset="0"/>
                        <a:cs typeface="Arial" charset="0"/>
                      </a:endParaRPr>
                    </a:p>
                  </a:txBody>
                  <a:tcPr marT="45729" marB="45729" horzOverflow="overflow"/>
                </a:tc>
                <a:extLst>
                  <a:ext uri="{0D108BD9-81ED-4DB2-BD59-A6C34878D82A}">
                    <a16:rowId xmlns:a16="http://schemas.microsoft.com/office/drawing/2014/main" val="10003"/>
                  </a:ext>
                </a:extLst>
              </a:tr>
              <a:tr h="41465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a:ln>
                            <a:noFill/>
                          </a:ln>
                          <a:effectLst/>
                        </a:rPr>
                        <a:t>1 0 1 1 </a:t>
                      </a:r>
                      <a:endParaRPr kumimoji="0" lang="ru-RU" sz="2000" b="0" i="0" u="none" strike="noStrike" cap="none" normalizeH="0" baseline="0">
                        <a:ln>
                          <a:noFill/>
                        </a:ln>
                        <a:solidFill>
                          <a:schemeClr val="tx1"/>
                        </a:solidFill>
                        <a:effectLst/>
                        <a:latin typeface="Arial" charset="0"/>
                        <a:cs typeface="Arial" charset="0"/>
                      </a:endParaRPr>
                    </a:p>
                  </a:txBody>
                  <a:tcPr marT="45729" marB="45729"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a:ln>
                            <a:noFill/>
                          </a:ln>
                          <a:effectLst/>
                        </a:rPr>
                        <a:t>0</a:t>
                      </a:r>
                      <a:endParaRPr kumimoji="0" lang="ru-RU" sz="2000" b="0" i="0" u="none" strike="noStrike" cap="none" normalizeH="0" baseline="0">
                        <a:ln>
                          <a:noFill/>
                        </a:ln>
                        <a:solidFill>
                          <a:schemeClr val="tx1"/>
                        </a:solidFill>
                        <a:effectLst/>
                        <a:latin typeface="Arial" charset="0"/>
                        <a:cs typeface="Arial" charset="0"/>
                      </a:endParaRPr>
                    </a:p>
                  </a:txBody>
                  <a:tcPr marT="45729" marB="45729" horzOverflow="overflow"/>
                </a:tc>
                <a:extLst>
                  <a:ext uri="{0D108BD9-81ED-4DB2-BD59-A6C34878D82A}">
                    <a16:rowId xmlns:a16="http://schemas.microsoft.com/office/drawing/2014/main" val="10004"/>
                  </a:ext>
                </a:extLst>
              </a:tr>
              <a:tr h="41465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a:ln>
                            <a:noFill/>
                          </a:ln>
                          <a:effectLst/>
                        </a:rPr>
                        <a:t>1 1 0 0</a:t>
                      </a:r>
                      <a:endParaRPr kumimoji="0" lang="ru-RU" sz="2000" b="0" i="0" u="none" strike="noStrike" cap="none" normalizeH="0" baseline="0">
                        <a:ln>
                          <a:noFill/>
                        </a:ln>
                        <a:solidFill>
                          <a:schemeClr val="tx1"/>
                        </a:solidFill>
                        <a:effectLst/>
                        <a:latin typeface="Arial" charset="0"/>
                        <a:cs typeface="Arial" charset="0"/>
                      </a:endParaRPr>
                    </a:p>
                  </a:txBody>
                  <a:tcPr marT="45729" marB="45729"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a:ln>
                            <a:noFill/>
                          </a:ln>
                          <a:effectLst/>
                        </a:rPr>
                        <a:t>1</a:t>
                      </a:r>
                      <a:endParaRPr kumimoji="0" lang="ru-RU" sz="2000" b="0" i="0" u="none" strike="noStrike" cap="none" normalizeH="0" baseline="0">
                        <a:ln>
                          <a:noFill/>
                        </a:ln>
                        <a:solidFill>
                          <a:schemeClr val="tx1"/>
                        </a:solidFill>
                        <a:effectLst/>
                        <a:latin typeface="Arial" charset="0"/>
                        <a:cs typeface="Arial" charset="0"/>
                      </a:endParaRPr>
                    </a:p>
                  </a:txBody>
                  <a:tcPr marT="45729" marB="45729" horzOverflow="overflow"/>
                </a:tc>
                <a:extLst>
                  <a:ext uri="{0D108BD9-81ED-4DB2-BD59-A6C34878D82A}">
                    <a16:rowId xmlns:a16="http://schemas.microsoft.com/office/drawing/2014/main" val="10005"/>
                  </a:ext>
                </a:extLst>
              </a:tr>
              <a:tr h="41465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a:ln>
                            <a:noFill/>
                          </a:ln>
                          <a:effectLst/>
                        </a:rPr>
                        <a:t>1 1 0 1</a:t>
                      </a:r>
                      <a:endParaRPr kumimoji="0" lang="ru-RU" sz="2000" b="0" i="0" u="none" strike="noStrike" cap="none" normalizeH="0" baseline="0">
                        <a:ln>
                          <a:noFill/>
                        </a:ln>
                        <a:solidFill>
                          <a:schemeClr val="tx1"/>
                        </a:solidFill>
                        <a:effectLst/>
                        <a:latin typeface="Arial" charset="0"/>
                        <a:cs typeface="Arial" charset="0"/>
                      </a:endParaRPr>
                    </a:p>
                  </a:txBody>
                  <a:tcPr marT="45729" marB="45729"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a:ln>
                            <a:noFill/>
                          </a:ln>
                          <a:effectLst/>
                        </a:rPr>
                        <a:t>1</a:t>
                      </a:r>
                      <a:endParaRPr kumimoji="0" lang="ru-RU" sz="2000" b="0" i="0" u="none" strike="noStrike" cap="none" normalizeH="0" baseline="0">
                        <a:ln>
                          <a:noFill/>
                        </a:ln>
                        <a:solidFill>
                          <a:schemeClr val="tx1"/>
                        </a:solidFill>
                        <a:effectLst/>
                        <a:latin typeface="Arial" charset="0"/>
                        <a:cs typeface="Arial" charset="0"/>
                      </a:endParaRPr>
                    </a:p>
                  </a:txBody>
                  <a:tcPr marT="45729" marB="45729" horzOverflow="overflow"/>
                </a:tc>
                <a:extLst>
                  <a:ext uri="{0D108BD9-81ED-4DB2-BD59-A6C34878D82A}">
                    <a16:rowId xmlns:a16="http://schemas.microsoft.com/office/drawing/2014/main" val="10006"/>
                  </a:ext>
                </a:extLst>
              </a:tr>
              <a:tr h="41465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a:ln>
                            <a:noFill/>
                          </a:ln>
                          <a:effectLst/>
                        </a:rPr>
                        <a:t>1 1 1 0</a:t>
                      </a:r>
                      <a:endParaRPr kumimoji="0" lang="ru-RU" sz="2000" b="0" i="0" u="none" strike="noStrike" cap="none" normalizeH="0" baseline="0">
                        <a:ln>
                          <a:noFill/>
                        </a:ln>
                        <a:solidFill>
                          <a:schemeClr val="tx1"/>
                        </a:solidFill>
                        <a:effectLst/>
                        <a:latin typeface="Arial" charset="0"/>
                        <a:cs typeface="Arial" charset="0"/>
                      </a:endParaRPr>
                    </a:p>
                  </a:txBody>
                  <a:tcPr marT="45729" marB="45729"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a:ln>
                            <a:noFill/>
                          </a:ln>
                          <a:effectLst/>
                        </a:rPr>
                        <a:t>1</a:t>
                      </a:r>
                      <a:endParaRPr kumimoji="0" lang="ru-RU" sz="2000" b="0" i="0" u="none" strike="noStrike" cap="none" normalizeH="0" baseline="0">
                        <a:ln>
                          <a:noFill/>
                        </a:ln>
                        <a:solidFill>
                          <a:schemeClr val="tx1"/>
                        </a:solidFill>
                        <a:effectLst/>
                        <a:latin typeface="Arial" charset="0"/>
                        <a:cs typeface="Arial" charset="0"/>
                      </a:endParaRPr>
                    </a:p>
                  </a:txBody>
                  <a:tcPr marT="45729" marB="45729" horzOverflow="overflow"/>
                </a:tc>
                <a:extLst>
                  <a:ext uri="{0D108BD9-81ED-4DB2-BD59-A6C34878D82A}">
                    <a16:rowId xmlns:a16="http://schemas.microsoft.com/office/drawing/2014/main" val="10007"/>
                  </a:ext>
                </a:extLst>
              </a:tr>
              <a:tr h="41465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a:ln>
                            <a:noFill/>
                          </a:ln>
                          <a:effectLst/>
                        </a:rPr>
                        <a:t>1 1 1 1</a:t>
                      </a:r>
                      <a:endParaRPr kumimoji="0" lang="ru-RU" sz="2000" b="0" i="0" u="none" strike="noStrike" cap="none" normalizeH="0" baseline="0">
                        <a:ln>
                          <a:noFill/>
                        </a:ln>
                        <a:solidFill>
                          <a:schemeClr val="tx1"/>
                        </a:solidFill>
                        <a:effectLst/>
                        <a:latin typeface="Arial" charset="0"/>
                        <a:cs typeface="Arial" charset="0"/>
                      </a:endParaRPr>
                    </a:p>
                  </a:txBody>
                  <a:tcPr marT="45729" marB="45729" horzOverflow="overflow"/>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u="none" strike="noStrike" cap="none" normalizeH="0" baseline="0" dirty="0">
                          <a:ln>
                            <a:noFill/>
                          </a:ln>
                          <a:effectLst/>
                        </a:rPr>
                        <a:t>1</a:t>
                      </a:r>
                      <a:endParaRPr kumimoji="0" lang="ru-RU" sz="2000" b="0" i="0" u="none" strike="noStrike" cap="none" normalizeH="0" baseline="0" dirty="0">
                        <a:ln>
                          <a:noFill/>
                        </a:ln>
                        <a:solidFill>
                          <a:schemeClr val="tx1"/>
                        </a:solidFill>
                        <a:effectLst/>
                        <a:latin typeface="Arial" charset="0"/>
                        <a:cs typeface="Arial" charset="0"/>
                      </a:endParaRPr>
                    </a:p>
                  </a:txBody>
                  <a:tcPr marT="45729" marB="45729" horzOverflow="overflow"/>
                </a:tc>
                <a:extLst>
                  <a:ext uri="{0D108BD9-81ED-4DB2-BD59-A6C34878D82A}">
                    <a16:rowId xmlns:a16="http://schemas.microsoft.com/office/drawing/2014/main" val="10008"/>
                  </a:ext>
                </a:extLst>
              </a:tr>
            </a:tbl>
          </a:graphicData>
        </a:graphic>
      </p:graphicFrame>
      <p:sp>
        <p:nvSpPr>
          <p:cNvPr id="69698" name="Title 8">
            <a:extLst>
              <a:ext uri="{FF2B5EF4-FFF2-40B4-BE49-F238E27FC236}">
                <a16:creationId xmlns:a16="http://schemas.microsoft.com/office/drawing/2014/main" id="{B4E4E495-D466-D2FE-0447-3A98532AC75E}"/>
              </a:ext>
            </a:extLst>
          </p:cNvPr>
          <p:cNvSpPr>
            <a:spLocks noGrp="1" noChangeArrowheads="1"/>
          </p:cNvSpPr>
          <p:nvPr>
            <p:ph type="title"/>
          </p:nvPr>
        </p:nvSpPr>
        <p:spPr/>
        <p:txBody>
          <a:bodyPr>
            <a:normAutofit/>
          </a:bodyPr>
          <a:lstStyle/>
          <a:p>
            <a:r>
              <a:rPr lang="en-US" altLang="en-US"/>
              <a:t>Example</a:t>
            </a:r>
            <a:endParaRPr lang="ru-RU" altLang="en-US" dirty="0"/>
          </a:p>
        </p:txBody>
      </p:sp>
      <p:sp>
        <p:nvSpPr>
          <p:cNvPr id="69699" name="Content Placeholder 11">
            <a:extLst>
              <a:ext uri="{FF2B5EF4-FFF2-40B4-BE49-F238E27FC236}">
                <a16:creationId xmlns:a16="http://schemas.microsoft.com/office/drawing/2014/main" id="{98D4E695-7D38-185A-EFD4-0D2F489A2A0C}"/>
              </a:ext>
            </a:extLst>
          </p:cNvPr>
          <p:cNvSpPr>
            <a:spLocks noGrp="1" noChangeArrowheads="1"/>
          </p:cNvSpPr>
          <p:nvPr>
            <p:ph type="body" sz="quarter" idx="10"/>
          </p:nvPr>
        </p:nvSpPr>
        <p:spPr/>
        <p:txBody>
          <a:bodyPr/>
          <a:lstStyle/>
          <a:p>
            <a:pPr>
              <a:buFont typeface="Wingdings" panose="05000000000000000000" pitchFamily="2" charset="2"/>
              <a:buNone/>
            </a:pPr>
            <a:r>
              <a:rPr lang="en-US" altLang="en-US" sz="2800"/>
              <a:t>                              Y = f(a,b,c,d)</a:t>
            </a:r>
            <a:endParaRPr lang="ru-RU" altLang="en-US" sz="2800"/>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682" name="Group 50">
            <a:extLst>
              <a:ext uri="{FF2B5EF4-FFF2-40B4-BE49-F238E27FC236}">
                <a16:creationId xmlns:a16="http://schemas.microsoft.com/office/drawing/2014/main" id="{39918DD9-830C-79F6-130A-4EA540416C2C}"/>
              </a:ext>
            </a:extLst>
          </p:cNvPr>
          <p:cNvGrpSpPr>
            <a:grpSpLocks/>
          </p:cNvGrpSpPr>
          <p:nvPr/>
        </p:nvGrpSpPr>
        <p:grpSpPr bwMode="auto">
          <a:xfrm>
            <a:off x="2224089" y="1644651"/>
            <a:ext cx="7540625" cy="3725863"/>
            <a:chOff x="700088" y="1390650"/>
            <a:chExt cx="7540626" cy="3725863"/>
          </a:xfrm>
        </p:grpSpPr>
        <p:sp>
          <p:nvSpPr>
            <p:cNvPr id="71685" name="Text Box 47">
              <a:extLst>
                <a:ext uri="{FF2B5EF4-FFF2-40B4-BE49-F238E27FC236}">
                  <a16:creationId xmlns:a16="http://schemas.microsoft.com/office/drawing/2014/main" id="{BC3AF9AF-F3D8-8FD8-A556-E9F15C73CFE9}"/>
                </a:ext>
              </a:extLst>
            </p:cNvPr>
            <p:cNvSpPr txBox="1">
              <a:spLocks noChangeArrowheads="1"/>
            </p:cNvSpPr>
            <p:nvPr/>
          </p:nvSpPr>
          <p:spPr bwMode="auto">
            <a:xfrm>
              <a:off x="4056838" y="2294563"/>
              <a:ext cx="647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t>b</a:t>
              </a:r>
              <a:endParaRPr lang="ru-RU" altLang="en-US" b="0"/>
            </a:p>
          </p:txBody>
        </p:sp>
        <p:sp>
          <p:nvSpPr>
            <p:cNvPr id="71686" name="Text Box 49">
              <a:extLst>
                <a:ext uri="{FF2B5EF4-FFF2-40B4-BE49-F238E27FC236}">
                  <a16:creationId xmlns:a16="http://schemas.microsoft.com/office/drawing/2014/main" id="{5DF166C6-3DE5-697E-01FD-C82CA40BAF1F}"/>
                </a:ext>
              </a:extLst>
            </p:cNvPr>
            <p:cNvSpPr txBox="1">
              <a:spLocks noChangeArrowheads="1"/>
            </p:cNvSpPr>
            <p:nvPr/>
          </p:nvSpPr>
          <p:spPr bwMode="auto">
            <a:xfrm>
              <a:off x="947738" y="3398838"/>
              <a:ext cx="539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t>c</a:t>
              </a:r>
              <a:endParaRPr lang="ru-RU" altLang="en-US" b="0"/>
            </a:p>
          </p:txBody>
        </p:sp>
        <p:sp>
          <p:nvSpPr>
            <p:cNvPr id="40968" name="Oval 5">
              <a:extLst>
                <a:ext uri="{FF2B5EF4-FFF2-40B4-BE49-F238E27FC236}">
                  <a16:creationId xmlns:a16="http://schemas.microsoft.com/office/drawing/2014/main" id="{420CCDE2-0FCA-4C71-8C11-06C276291291}"/>
                </a:ext>
              </a:extLst>
            </p:cNvPr>
            <p:cNvSpPr>
              <a:spLocks noChangeArrowheads="1"/>
            </p:cNvSpPr>
            <p:nvPr/>
          </p:nvSpPr>
          <p:spPr bwMode="auto">
            <a:xfrm>
              <a:off x="2679700" y="1520825"/>
              <a:ext cx="579438" cy="436563"/>
            </a:xfrm>
            <a:prstGeom prst="ellipse">
              <a:avLst/>
            </a:prstGeom>
            <a:solidFill>
              <a:schemeClr val="accent1">
                <a:lumMod val="40000"/>
                <a:lumOff val="60000"/>
              </a:schemeClr>
            </a:solidFill>
            <a:ln w="22225">
              <a:solidFill>
                <a:srgbClr val="000000"/>
              </a:solidFill>
              <a:round/>
              <a:headEnd/>
              <a:tailEnd/>
            </a:ln>
          </p:spPr>
          <p:txBody>
            <a:bodyPr/>
            <a:lstStyle/>
            <a:p>
              <a:pPr algn="ctr">
                <a:defRPr/>
              </a:pPr>
              <a:r>
                <a:rPr lang="en-US" sz="2000" dirty="0">
                  <a:latin typeface="+mj-lt"/>
                  <a:cs typeface="Arial" charset="0"/>
                </a:rPr>
                <a:t>a</a:t>
              </a:r>
              <a:endParaRPr lang="en-US" sz="2000" baseline="-25000" dirty="0">
                <a:latin typeface="+mj-lt"/>
                <a:cs typeface="Arial" charset="0"/>
              </a:endParaRPr>
            </a:p>
          </p:txBody>
        </p:sp>
        <p:sp>
          <p:nvSpPr>
            <p:cNvPr id="40969" name="Oval 6">
              <a:extLst>
                <a:ext uri="{FF2B5EF4-FFF2-40B4-BE49-F238E27FC236}">
                  <a16:creationId xmlns:a16="http://schemas.microsoft.com/office/drawing/2014/main" id="{A116FC11-F0B1-4A77-9E6E-3771A445BD6E}"/>
                </a:ext>
              </a:extLst>
            </p:cNvPr>
            <p:cNvSpPr>
              <a:spLocks noChangeArrowheads="1"/>
            </p:cNvSpPr>
            <p:nvPr/>
          </p:nvSpPr>
          <p:spPr bwMode="auto">
            <a:xfrm>
              <a:off x="3443288" y="2311400"/>
              <a:ext cx="579437" cy="436563"/>
            </a:xfrm>
            <a:prstGeom prst="ellipse">
              <a:avLst/>
            </a:prstGeom>
            <a:solidFill>
              <a:schemeClr val="accent1">
                <a:lumMod val="40000"/>
                <a:lumOff val="60000"/>
              </a:schemeClr>
            </a:solidFill>
            <a:ln w="22225">
              <a:solidFill>
                <a:srgbClr val="000000"/>
              </a:solidFill>
              <a:round/>
              <a:headEnd/>
              <a:tailEnd/>
            </a:ln>
          </p:spPr>
          <p:txBody>
            <a:bodyPr/>
            <a:lstStyle/>
            <a:p>
              <a:pPr algn="ctr">
                <a:defRPr/>
              </a:pPr>
              <a:r>
                <a:rPr lang="en-US" sz="2000" dirty="0">
                  <a:latin typeface="+mj-lt"/>
                  <a:cs typeface="Arial" charset="0"/>
                </a:rPr>
                <a:t>b</a:t>
              </a:r>
              <a:endParaRPr lang="en-US" sz="2000" baseline="-25000" dirty="0">
                <a:latin typeface="+mj-lt"/>
                <a:cs typeface="Arial" charset="0"/>
              </a:endParaRPr>
            </a:p>
          </p:txBody>
        </p:sp>
        <p:sp>
          <p:nvSpPr>
            <p:cNvPr id="40970" name="Oval 7">
              <a:extLst>
                <a:ext uri="{FF2B5EF4-FFF2-40B4-BE49-F238E27FC236}">
                  <a16:creationId xmlns:a16="http://schemas.microsoft.com/office/drawing/2014/main" id="{3E6D2D55-C33C-48AC-9D03-9C664817F559}"/>
                </a:ext>
              </a:extLst>
            </p:cNvPr>
            <p:cNvSpPr>
              <a:spLocks noChangeArrowheads="1"/>
            </p:cNvSpPr>
            <p:nvPr/>
          </p:nvSpPr>
          <p:spPr bwMode="auto">
            <a:xfrm>
              <a:off x="1958975" y="2311400"/>
              <a:ext cx="579438" cy="436563"/>
            </a:xfrm>
            <a:prstGeom prst="ellipse">
              <a:avLst/>
            </a:prstGeom>
            <a:solidFill>
              <a:schemeClr val="accent1">
                <a:lumMod val="40000"/>
                <a:lumOff val="60000"/>
              </a:schemeClr>
            </a:solidFill>
            <a:ln w="22225">
              <a:solidFill>
                <a:srgbClr val="000000"/>
              </a:solidFill>
              <a:round/>
              <a:headEnd/>
              <a:tailEnd/>
            </a:ln>
          </p:spPr>
          <p:txBody>
            <a:bodyPr/>
            <a:lstStyle/>
            <a:p>
              <a:pPr algn="ctr">
                <a:defRPr/>
              </a:pPr>
              <a:r>
                <a:rPr lang="en-US" sz="2000" dirty="0">
                  <a:latin typeface="+mj-lt"/>
                  <a:cs typeface="Arial" charset="0"/>
                </a:rPr>
                <a:t>b</a:t>
              </a:r>
              <a:endParaRPr lang="en-US" sz="2000" baseline="-25000" dirty="0">
                <a:latin typeface="+mj-lt"/>
                <a:cs typeface="Arial" charset="0"/>
              </a:endParaRPr>
            </a:p>
          </p:txBody>
        </p:sp>
        <p:sp>
          <p:nvSpPr>
            <p:cNvPr id="40971" name="Oval 8">
              <a:extLst>
                <a:ext uri="{FF2B5EF4-FFF2-40B4-BE49-F238E27FC236}">
                  <a16:creationId xmlns:a16="http://schemas.microsoft.com/office/drawing/2014/main" id="{B38CDE41-B91E-4A00-A2D0-5DBEF3087D85}"/>
                </a:ext>
              </a:extLst>
            </p:cNvPr>
            <p:cNvSpPr>
              <a:spLocks noChangeArrowheads="1"/>
            </p:cNvSpPr>
            <p:nvPr/>
          </p:nvSpPr>
          <p:spPr bwMode="auto">
            <a:xfrm>
              <a:off x="2679700" y="3124200"/>
              <a:ext cx="579438" cy="436563"/>
            </a:xfrm>
            <a:prstGeom prst="ellipse">
              <a:avLst/>
            </a:prstGeom>
            <a:solidFill>
              <a:schemeClr val="accent1">
                <a:lumMod val="40000"/>
                <a:lumOff val="60000"/>
              </a:schemeClr>
            </a:solidFill>
            <a:ln w="22225">
              <a:solidFill>
                <a:srgbClr val="000000"/>
              </a:solidFill>
              <a:round/>
              <a:headEnd/>
              <a:tailEnd/>
            </a:ln>
          </p:spPr>
          <p:txBody>
            <a:bodyPr/>
            <a:lstStyle/>
            <a:p>
              <a:pPr algn="ctr">
                <a:defRPr/>
              </a:pPr>
              <a:r>
                <a:rPr lang="en-US" sz="2000" dirty="0">
                  <a:latin typeface="+mj-lt"/>
                  <a:cs typeface="Arial" charset="0"/>
                </a:rPr>
                <a:t>c</a:t>
              </a:r>
              <a:endParaRPr lang="en-US" sz="2000" baseline="-25000" dirty="0">
                <a:latin typeface="+mj-lt"/>
                <a:cs typeface="Arial" charset="0"/>
              </a:endParaRPr>
            </a:p>
          </p:txBody>
        </p:sp>
        <p:sp>
          <p:nvSpPr>
            <p:cNvPr id="40972" name="Oval 9">
              <a:extLst>
                <a:ext uri="{FF2B5EF4-FFF2-40B4-BE49-F238E27FC236}">
                  <a16:creationId xmlns:a16="http://schemas.microsoft.com/office/drawing/2014/main" id="{49E55654-89CB-4DCB-AAA5-6D13A20F6493}"/>
                </a:ext>
              </a:extLst>
            </p:cNvPr>
            <p:cNvSpPr>
              <a:spLocks noChangeArrowheads="1"/>
            </p:cNvSpPr>
            <p:nvPr/>
          </p:nvSpPr>
          <p:spPr bwMode="auto">
            <a:xfrm>
              <a:off x="1211263" y="3092450"/>
              <a:ext cx="579437" cy="434975"/>
            </a:xfrm>
            <a:prstGeom prst="ellipse">
              <a:avLst/>
            </a:prstGeom>
            <a:solidFill>
              <a:schemeClr val="accent1">
                <a:lumMod val="40000"/>
                <a:lumOff val="60000"/>
              </a:schemeClr>
            </a:solidFill>
            <a:ln w="22225">
              <a:solidFill>
                <a:srgbClr val="000000"/>
              </a:solidFill>
              <a:round/>
              <a:headEnd/>
              <a:tailEnd/>
            </a:ln>
          </p:spPr>
          <p:txBody>
            <a:bodyPr/>
            <a:lstStyle/>
            <a:p>
              <a:pPr algn="ctr">
                <a:defRPr/>
              </a:pPr>
              <a:r>
                <a:rPr lang="en-US" sz="2000" dirty="0">
                  <a:latin typeface="+mj-lt"/>
                  <a:cs typeface="Arial" charset="0"/>
                </a:rPr>
                <a:t>c</a:t>
              </a:r>
              <a:endParaRPr lang="en-US" sz="2000" baseline="-25000" dirty="0">
                <a:latin typeface="+mj-lt"/>
                <a:cs typeface="Arial" charset="0"/>
              </a:endParaRPr>
            </a:p>
          </p:txBody>
        </p:sp>
        <p:sp>
          <p:nvSpPr>
            <p:cNvPr id="2" name="Oval 10">
              <a:extLst>
                <a:ext uri="{FF2B5EF4-FFF2-40B4-BE49-F238E27FC236}">
                  <a16:creationId xmlns:a16="http://schemas.microsoft.com/office/drawing/2014/main" id="{EF5EEDA9-2F55-4570-92F5-D7A45FE0035A}"/>
                </a:ext>
              </a:extLst>
            </p:cNvPr>
            <p:cNvSpPr>
              <a:spLocks noChangeArrowheads="1"/>
            </p:cNvSpPr>
            <p:nvPr/>
          </p:nvSpPr>
          <p:spPr bwMode="auto">
            <a:xfrm>
              <a:off x="1887538" y="3883025"/>
              <a:ext cx="579437" cy="436563"/>
            </a:xfrm>
            <a:prstGeom prst="ellipse">
              <a:avLst/>
            </a:prstGeom>
            <a:solidFill>
              <a:schemeClr val="accent1">
                <a:lumMod val="40000"/>
                <a:lumOff val="60000"/>
              </a:schemeClr>
            </a:solidFill>
            <a:ln w="22225">
              <a:solidFill>
                <a:srgbClr val="000000"/>
              </a:solidFill>
              <a:round/>
              <a:headEnd/>
              <a:tailEnd/>
            </a:ln>
          </p:spPr>
          <p:txBody>
            <a:bodyPr/>
            <a:lstStyle/>
            <a:p>
              <a:pPr algn="ctr">
                <a:defRPr/>
              </a:pPr>
              <a:r>
                <a:rPr lang="en-US" sz="2000" i="1" dirty="0">
                  <a:latin typeface="Times New Roman" pitchFamily="18" charset="0"/>
                  <a:cs typeface="Arial" charset="0"/>
                </a:rPr>
                <a:t>d</a:t>
              </a:r>
              <a:endParaRPr lang="en-US" sz="2000" i="1" baseline="-25000" dirty="0">
                <a:latin typeface="Times New Roman" pitchFamily="18" charset="0"/>
                <a:cs typeface="Arial" charset="0"/>
              </a:endParaRPr>
            </a:p>
          </p:txBody>
        </p:sp>
        <p:sp>
          <p:nvSpPr>
            <p:cNvPr id="40974" name="Rectangle 12">
              <a:extLst>
                <a:ext uri="{FF2B5EF4-FFF2-40B4-BE49-F238E27FC236}">
                  <a16:creationId xmlns:a16="http://schemas.microsoft.com/office/drawing/2014/main" id="{DDCD2880-78B0-4D38-B82B-882B51B099C8}"/>
                </a:ext>
              </a:extLst>
            </p:cNvPr>
            <p:cNvSpPr>
              <a:spLocks noChangeArrowheads="1"/>
            </p:cNvSpPr>
            <p:nvPr/>
          </p:nvSpPr>
          <p:spPr bwMode="auto">
            <a:xfrm>
              <a:off x="2940050" y="4706938"/>
              <a:ext cx="719138" cy="325437"/>
            </a:xfrm>
            <a:prstGeom prst="rect">
              <a:avLst/>
            </a:prstGeom>
            <a:solidFill>
              <a:schemeClr val="accent1">
                <a:lumMod val="40000"/>
                <a:lumOff val="60000"/>
              </a:schemeClr>
            </a:solidFill>
            <a:ln w="9525">
              <a:solidFill>
                <a:schemeClr val="tx1"/>
              </a:solidFill>
              <a:miter lim="800000"/>
              <a:headEnd/>
              <a:tailEnd/>
            </a:ln>
          </p:spPr>
          <p:txBody>
            <a:bodyPr wrap="none" anchor="ctr"/>
            <a:lstStyle/>
            <a:p>
              <a:pPr algn="ctr" eaLnBrk="1" hangingPunct="1">
                <a:defRPr/>
              </a:pPr>
              <a:r>
                <a:rPr lang="en-US" sz="2000" dirty="0">
                  <a:latin typeface="Arial" charset="0"/>
                  <a:cs typeface="Arial" charset="0"/>
                </a:rPr>
                <a:t>1</a:t>
              </a:r>
              <a:endParaRPr lang="ru-RU" sz="2000" dirty="0">
                <a:latin typeface="Arial" charset="0"/>
                <a:cs typeface="Arial" charset="0"/>
              </a:endParaRPr>
            </a:p>
          </p:txBody>
        </p:sp>
        <p:sp>
          <p:nvSpPr>
            <p:cNvPr id="40975" name="Rectangle 13">
              <a:extLst>
                <a:ext uri="{FF2B5EF4-FFF2-40B4-BE49-F238E27FC236}">
                  <a16:creationId xmlns:a16="http://schemas.microsoft.com/office/drawing/2014/main" id="{2D5DB168-93D8-455E-A637-A348B89C3FDE}"/>
                </a:ext>
              </a:extLst>
            </p:cNvPr>
            <p:cNvSpPr>
              <a:spLocks noChangeArrowheads="1"/>
            </p:cNvSpPr>
            <p:nvPr/>
          </p:nvSpPr>
          <p:spPr bwMode="auto">
            <a:xfrm>
              <a:off x="1382713" y="4686300"/>
              <a:ext cx="677862" cy="323850"/>
            </a:xfrm>
            <a:prstGeom prst="rect">
              <a:avLst/>
            </a:prstGeom>
            <a:solidFill>
              <a:schemeClr val="accent1">
                <a:lumMod val="40000"/>
                <a:lumOff val="60000"/>
              </a:schemeClr>
            </a:solidFill>
            <a:ln w="9525">
              <a:solidFill>
                <a:schemeClr val="tx1"/>
              </a:solidFill>
              <a:miter lim="800000"/>
              <a:headEnd/>
              <a:tailEnd/>
            </a:ln>
          </p:spPr>
          <p:txBody>
            <a:bodyPr wrap="none" anchor="ctr"/>
            <a:lstStyle/>
            <a:p>
              <a:pPr algn="ctr" eaLnBrk="1" hangingPunct="1">
                <a:defRPr/>
              </a:pPr>
              <a:r>
                <a:rPr lang="en-US" sz="2000" dirty="0">
                  <a:latin typeface="Arial" charset="0"/>
                  <a:cs typeface="Arial" charset="0"/>
                </a:rPr>
                <a:t>0</a:t>
              </a:r>
              <a:endParaRPr lang="ru-RU" sz="2000" dirty="0">
                <a:latin typeface="Arial" charset="0"/>
                <a:cs typeface="Arial" charset="0"/>
              </a:endParaRPr>
            </a:p>
          </p:txBody>
        </p:sp>
        <p:sp>
          <p:nvSpPr>
            <p:cNvPr id="71695" name="Line 14">
              <a:extLst>
                <a:ext uri="{FF2B5EF4-FFF2-40B4-BE49-F238E27FC236}">
                  <a16:creationId xmlns:a16="http://schemas.microsoft.com/office/drawing/2014/main" id="{55C7E251-0333-9721-CF75-01D14A6FD067}"/>
                </a:ext>
              </a:extLst>
            </p:cNvPr>
            <p:cNvSpPr>
              <a:spLocks noChangeShapeType="1"/>
            </p:cNvSpPr>
            <p:nvPr/>
          </p:nvSpPr>
          <p:spPr bwMode="auto">
            <a:xfrm flipH="1">
              <a:off x="2392363" y="1933575"/>
              <a:ext cx="395288" cy="406400"/>
            </a:xfrm>
            <a:prstGeom prst="line">
              <a:avLst/>
            </a:prstGeom>
            <a:noFill/>
            <a:ln w="25400">
              <a:solidFill>
                <a:schemeClr val="tx1"/>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71696" name="Line 15">
              <a:extLst>
                <a:ext uri="{FF2B5EF4-FFF2-40B4-BE49-F238E27FC236}">
                  <a16:creationId xmlns:a16="http://schemas.microsoft.com/office/drawing/2014/main" id="{465B7F58-08B0-C942-ABAA-6A5E08C733E5}"/>
                </a:ext>
              </a:extLst>
            </p:cNvPr>
            <p:cNvSpPr>
              <a:spLocks noChangeShapeType="1"/>
            </p:cNvSpPr>
            <p:nvPr/>
          </p:nvSpPr>
          <p:spPr bwMode="auto">
            <a:xfrm flipH="1">
              <a:off x="1609726" y="2720975"/>
              <a:ext cx="395288" cy="406400"/>
            </a:xfrm>
            <a:prstGeom prst="line">
              <a:avLst/>
            </a:prstGeom>
            <a:noFill/>
            <a:ln w="25400">
              <a:solidFill>
                <a:schemeClr val="tx1"/>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71697" name="Line 16">
              <a:extLst>
                <a:ext uri="{FF2B5EF4-FFF2-40B4-BE49-F238E27FC236}">
                  <a16:creationId xmlns:a16="http://schemas.microsoft.com/office/drawing/2014/main" id="{58C0AEA8-1A4D-F345-6D3F-0E6AFA03658A}"/>
                </a:ext>
              </a:extLst>
            </p:cNvPr>
            <p:cNvSpPr>
              <a:spLocks noChangeShapeType="1"/>
            </p:cNvSpPr>
            <p:nvPr/>
          </p:nvSpPr>
          <p:spPr bwMode="auto">
            <a:xfrm>
              <a:off x="3184526" y="1900238"/>
              <a:ext cx="431800" cy="434975"/>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71698" name="Arc 17">
              <a:extLst>
                <a:ext uri="{FF2B5EF4-FFF2-40B4-BE49-F238E27FC236}">
                  <a16:creationId xmlns:a16="http://schemas.microsoft.com/office/drawing/2014/main" id="{069CE411-AF35-C2CC-0704-D4315EE7B135}"/>
                </a:ext>
              </a:extLst>
            </p:cNvPr>
            <p:cNvSpPr>
              <a:spLocks/>
            </p:cNvSpPr>
            <p:nvPr/>
          </p:nvSpPr>
          <p:spPr bwMode="auto">
            <a:xfrm rot="10800000" flipH="1">
              <a:off x="950913" y="2547938"/>
              <a:ext cx="2655888" cy="2128838"/>
            </a:xfrm>
            <a:custGeom>
              <a:avLst/>
              <a:gdLst>
                <a:gd name="T0" fmla="*/ 0 w 21521"/>
                <a:gd name="T1" fmla="*/ 0 h 20791"/>
                <a:gd name="T2" fmla="*/ 0 w 21521"/>
                <a:gd name="T3" fmla="*/ 0 h 20791"/>
                <a:gd name="T4" fmla="*/ 0 w 21521"/>
                <a:gd name="T5" fmla="*/ 0 h 20791"/>
                <a:gd name="T6" fmla="*/ 0 60000 65536"/>
                <a:gd name="T7" fmla="*/ 0 60000 65536"/>
                <a:gd name="T8" fmla="*/ 0 60000 65536"/>
                <a:gd name="T9" fmla="*/ 0 w 21521"/>
                <a:gd name="T10" fmla="*/ 0 h 20791"/>
                <a:gd name="T11" fmla="*/ 21521 w 21521"/>
                <a:gd name="T12" fmla="*/ 20791 h 20791"/>
              </a:gdLst>
              <a:ahLst/>
              <a:cxnLst>
                <a:cxn ang="T6">
                  <a:pos x="T0" y="T1"/>
                </a:cxn>
                <a:cxn ang="T7">
                  <a:pos x="T2" y="T3"/>
                </a:cxn>
                <a:cxn ang="T8">
                  <a:pos x="T4" y="T5"/>
                </a:cxn>
              </a:cxnLst>
              <a:rect l="T9" t="T10" r="T11" b="T12"/>
              <a:pathLst>
                <a:path w="21521" h="20791" fill="none" extrusionOk="0">
                  <a:moveTo>
                    <a:pt x="5856" y="-1"/>
                  </a:moveTo>
                  <a:cubicBezTo>
                    <a:pt x="14514" y="2438"/>
                    <a:pt x="20755" y="9988"/>
                    <a:pt x="21521" y="18950"/>
                  </a:cubicBezTo>
                </a:path>
                <a:path w="21521" h="20791" stroke="0" extrusionOk="0">
                  <a:moveTo>
                    <a:pt x="5856" y="-1"/>
                  </a:moveTo>
                  <a:cubicBezTo>
                    <a:pt x="14514" y="2438"/>
                    <a:pt x="20755" y="9988"/>
                    <a:pt x="21521" y="18950"/>
                  </a:cubicBezTo>
                  <a:lnTo>
                    <a:pt x="0" y="20791"/>
                  </a:lnTo>
                  <a:lnTo>
                    <a:pt x="5856" y="-1"/>
                  </a:lnTo>
                  <a:close/>
                </a:path>
              </a:pathLst>
            </a:custGeom>
            <a:noFill/>
            <a:ln w="25400">
              <a:solidFill>
                <a:schemeClr val="tx1"/>
              </a:solidFill>
              <a:prstDash val="dash"/>
              <a:round/>
              <a:headEnd type="triangle" w="lg" len="lg"/>
              <a:tailEnd/>
            </a:ln>
            <a:extLst>
              <a:ext uri="{909E8E84-426E-40DD-AFC4-6F175D3DCCD1}">
                <a14:hiddenFill xmlns:a14="http://schemas.microsoft.com/office/drawing/2010/main">
                  <a:solidFill>
                    <a:srgbClr val="FFFFFF"/>
                  </a:solidFill>
                </a14:hiddenFill>
              </a:ext>
            </a:extLst>
          </p:spPr>
          <p:txBody>
            <a:bodyPr rot="10800000" wrap="none" anchor="ctr"/>
            <a:lstStyle/>
            <a:p>
              <a:endParaRPr lang="en-US"/>
            </a:p>
          </p:txBody>
        </p:sp>
        <p:sp>
          <p:nvSpPr>
            <p:cNvPr id="71699" name="Line 18">
              <a:extLst>
                <a:ext uri="{FF2B5EF4-FFF2-40B4-BE49-F238E27FC236}">
                  <a16:creationId xmlns:a16="http://schemas.microsoft.com/office/drawing/2014/main" id="{3CF52463-3982-5915-0B8E-9E393868B368}"/>
                </a:ext>
              </a:extLst>
            </p:cNvPr>
            <p:cNvSpPr>
              <a:spLocks noChangeShapeType="1"/>
            </p:cNvSpPr>
            <p:nvPr/>
          </p:nvSpPr>
          <p:spPr bwMode="auto">
            <a:xfrm flipH="1">
              <a:off x="3400426" y="2744788"/>
              <a:ext cx="358775" cy="1952625"/>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71700" name="Line 19">
              <a:extLst>
                <a:ext uri="{FF2B5EF4-FFF2-40B4-BE49-F238E27FC236}">
                  <a16:creationId xmlns:a16="http://schemas.microsoft.com/office/drawing/2014/main" id="{295CE075-E704-A0AA-AFF3-781FEE35B517}"/>
                </a:ext>
              </a:extLst>
            </p:cNvPr>
            <p:cNvSpPr>
              <a:spLocks noChangeShapeType="1"/>
            </p:cNvSpPr>
            <p:nvPr/>
          </p:nvSpPr>
          <p:spPr bwMode="auto">
            <a:xfrm flipH="1">
              <a:off x="3111501" y="1390650"/>
              <a:ext cx="215900" cy="10795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1701" name="Line 20">
              <a:extLst>
                <a:ext uri="{FF2B5EF4-FFF2-40B4-BE49-F238E27FC236}">
                  <a16:creationId xmlns:a16="http://schemas.microsoft.com/office/drawing/2014/main" id="{A4A9BA64-C5CC-58F2-C4B5-5BD0FA0A4D74}"/>
                </a:ext>
              </a:extLst>
            </p:cNvPr>
            <p:cNvSpPr>
              <a:spLocks noChangeShapeType="1"/>
            </p:cNvSpPr>
            <p:nvPr/>
          </p:nvSpPr>
          <p:spPr bwMode="auto">
            <a:xfrm>
              <a:off x="2478088" y="2659063"/>
              <a:ext cx="360363" cy="487363"/>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71702" name="Line 21">
              <a:extLst>
                <a:ext uri="{FF2B5EF4-FFF2-40B4-BE49-F238E27FC236}">
                  <a16:creationId xmlns:a16="http://schemas.microsoft.com/office/drawing/2014/main" id="{BBBEC793-9055-FACE-6B6F-3D79E5F9B10D}"/>
                </a:ext>
              </a:extLst>
            </p:cNvPr>
            <p:cNvSpPr>
              <a:spLocks noChangeShapeType="1"/>
            </p:cNvSpPr>
            <p:nvPr/>
          </p:nvSpPr>
          <p:spPr bwMode="auto">
            <a:xfrm flipH="1">
              <a:off x="2319338" y="3557588"/>
              <a:ext cx="504825" cy="381000"/>
            </a:xfrm>
            <a:prstGeom prst="line">
              <a:avLst/>
            </a:prstGeom>
            <a:noFill/>
            <a:ln w="25400">
              <a:solidFill>
                <a:schemeClr val="tx1"/>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71703" name="Line 22">
              <a:extLst>
                <a:ext uri="{FF2B5EF4-FFF2-40B4-BE49-F238E27FC236}">
                  <a16:creationId xmlns:a16="http://schemas.microsoft.com/office/drawing/2014/main" id="{5E376052-BEE8-A5F2-824E-FC958AF293F6}"/>
                </a:ext>
              </a:extLst>
            </p:cNvPr>
            <p:cNvSpPr>
              <a:spLocks noChangeShapeType="1"/>
            </p:cNvSpPr>
            <p:nvPr/>
          </p:nvSpPr>
          <p:spPr bwMode="auto">
            <a:xfrm>
              <a:off x="3040063" y="3557588"/>
              <a:ext cx="287338" cy="1139825"/>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71704" name="Line 23">
              <a:extLst>
                <a:ext uri="{FF2B5EF4-FFF2-40B4-BE49-F238E27FC236}">
                  <a16:creationId xmlns:a16="http://schemas.microsoft.com/office/drawing/2014/main" id="{1F5313C8-A772-A20A-1D8D-B69B39576FF0}"/>
                </a:ext>
              </a:extLst>
            </p:cNvPr>
            <p:cNvSpPr>
              <a:spLocks noChangeShapeType="1"/>
            </p:cNvSpPr>
            <p:nvPr/>
          </p:nvSpPr>
          <p:spPr bwMode="auto">
            <a:xfrm>
              <a:off x="2392363" y="4262438"/>
              <a:ext cx="792163" cy="434975"/>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71705" name="Line 24">
              <a:extLst>
                <a:ext uri="{FF2B5EF4-FFF2-40B4-BE49-F238E27FC236}">
                  <a16:creationId xmlns:a16="http://schemas.microsoft.com/office/drawing/2014/main" id="{D45DC5EE-0385-6BE5-3B93-30EC153AF055}"/>
                </a:ext>
              </a:extLst>
            </p:cNvPr>
            <p:cNvSpPr>
              <a:spLocks noChangeShapeType="1"/>
            </p:cNvSpPr>
            <p:nvPr/>
          </p:nvSpPr>
          <p:spPr bwMode="auto">
            <a:xfrm>
              <a:off x="1384301" y="3503613"/>
              <a:ext cx="142875" cy="1193800"/>
            </a:xfrm>
            <a:prstGeom prst="line">
              <a:avLst/>
            </a:prstGeom>
            <a:noFill/>
            <a:ln w="25400">
              <a:solidFill>
                <a:schemeClr val="tx1"/>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71706" name="Line 25">
              <a:extLst>
                <a:ext uri="{FF2B5EF4-FFF2-40B4-BE49-F238E27FC236}">
                  <a16:creationId xmlns:a16="http://schemas.microsoft.com/office/drawing/2014/main" id="{5FC6BC63-987B-8AE6-53E4-391F774E5ADF}"/>
                </a:ext>
              </a:extLst>
            </p:cNvPr>
            <p:cNvSpPr>
              <a:spLocks noChangeShapeType="1"/>
            </p:cNvSpPr>
            <p:nvPr/>
          </p:nvSpPr>
          <p:spPr bwMode="auto">
            <a:xfrm flipH="1">
              <a:off x="1600201" y="4262438"/>
              <a:ext cx="358775" cy="434975"/>
            </a:xfrm>
            <a:prstGeom prst="line">
              <a:avLst/>
            </a:prstGeom>
            <a:noFill/>
            <a:ln w="25400">
              <a:solidFill>
                <a:schemeClr val="tx1"/>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71707" name="Arc 26">
              <a:extLst>
                <a:ext uri="{FF2B5EF4-FFF2-40B4-BE49-F238E27FC236}">
                  <a16:creationId xmlns:a16="http://schemas.microsoft.com/office/drawing/2014/main" id="{24322473-B15A-9F84-EDB0-CF081D956CD6}"/>
                </a:ext>
              </a:extLst>
            </p:cNvPr>
            <p:cNvSpPr>
              <a:spLocks/>
            </p:cNvSpPr>
            <p:nvPr/>
          </p:nvSpPr>
          <p:spPr bwMode="auto">
            <a:xfrm>
              <a:off x="700088" y="3365500"/>
              <a:ext cx="2524125" cy="1427163"/>
            </a:xfrm>
            <a:custGeom>
              <a:avLst/>
              <a:gdLst>
                <a:gd name="T0" fmla="*/ 0 w 21567"/>
                <a:gd name="T1" fmla="*/ 0 h 19580"/>
                <a:gd name="T2" fmla="*/ 0 w 21567"/>
                <a:gd name="T3" fmla="*/ 0 h 19580"/>
                <a:gd name="T4" fmla="*/ 0 w 21567"/>
                <a:gd name="T5" fmla="*/ 0 h 19580"/>
                <a:gd name="T6" fmla="*/ 0 60000 65536"/>
                <a:gd name="T7" fmla="*/ 0 60000 65536"/>
                <a:gd name="T8" fmla="*/ 0 60000 65536"/>
                <a:gd name="T9" fmla="*/ 0 w 21567"/>
                <a:gd name="T10" fmla="*/ 0 h 19580"/>
                <a:gd name="T11" fmla="*/ 21567 w 21567"/>
                <a:gd name="T12" fmla="*/ 19580 h 19580"/>
              </a:gdLst>
              <a:ahLst/>
              <a:cxnLst>
                <a:cxn ang="T6">
                  <a:pos x="T0" y="T1"/>
                </a:cxn>
                <a:cxn ang="T7">
                  <a:pos x="T2" y="T3"/>
                </a:cxn>
                <a:cxn ang="T8">
                  <a:pos x="T4" y="T5"/>
                </a:cxn>
              </a:cxnLst>
              <a:rect l="T9" t="T10" r="T11" b="T12"/>
              <a:pathLst>
                <a:path w="21567" h="19580" fill="none" extrusionOk="0">
                  <a:moveTo>
                    <a:pt x="9120" y="0"/>
                  </a:moveTo>
                  <a:cubicBezTo>
                    <a:pt x="16343" y="3364"/>
                    <a:pt x="21126" y="10431"/>
                    <a:pt x="21567" y="18386"/>
                  </a:cubicBezTo>
                </a:path>
                <a:path w="21567" h="19580" stroke="0" extrusionOk="0">
                  <a:moveTo>
                    <a:pt x="9120" y="0"/>
                  </a:moveTo>
                  <a:cubicBezTo>
                    <a:pt x="16343" y="3364"/>
                    <a:pt x="21126" y="10431"/>
                    <a:pt x="21567" y="18386"/>
                  </a:cubicBezTo>
                  <a:lnTo>
                    <a:pt x="0" y="19580"/>
                  </a:lnTo>
                  <a:lnTo>
                    <a:pt x="9120" y="0"/>
                  </a:lnTo>
                  <a:close/>
                </a:path>
              </a:pathLst>
            </a:custGeom>
            <a:noFill/>
            <a:ln w="25400">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1708" name="Text Box 46">
              <a:extLst>
                <a:ext uri="{FF2B5EF4-FFF2-40B4-BE49-F238E27FC236}">
                  <a16:creationId xmlns:a16="http://schemas.microsoft.com/office/drawing/2014/main" id="{3EE258B1-C996-5DDB-8C49-744383B18577}"/>
                </a:ext>
              </a:extLst>
            </p:cNvPr>
            <p:cNvSpPr txBox="1">
              <a:spLocks noChangeArrowheads="1"/>
            </p:cNvSpPr>
            <p:nvPr/>
          </p:nvSpPr>
          <p:spPr bwMode="auto">
            <a:xfrm>
              <a:off x="1045029" y="2149475"/>
              <a:ext cx="120287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t>c+b</a:t>
              </a:r>
              <a:r>
                <a:rPr lang="en-US" altLang="en-US" b="0">
                  <a:sym typeface="Symbol" panose="05050102010706020507" pitchFamily="18" charset="2"/>
                </a:rPr>
                <a:t></a:t>
              </a:r>
              <a:r>
                <a:rPr lang="en-US" altLang="en-US" b="0"/>
                <a:t>d</a:t>
              </a:r>
              <a:endParaRPr lang="ru-RU" altLang="en-US" b="0"/>
            </a:p>
          </p:txBody>
        </p:sp>
        <p:sp>
          <p:nvSpPr>
            <p:cNvPr id="71709" name="Text Box 48">
              <a:extLst>
                <a:ext uri="{FF2B5EF4-FFF2-40B4-BE49-F238E27FC236}">
                  <a16:creationId xmlns:a16="http://schemas.microsoft.com/office/drawing/2014/main" id="{3DEE8905-B447-CA87-F930-115019077CF3}"/>
                </a:ext>
              </a:extLst>
            </p:cNvPr>
            <p:cNvSpPr txBox="1">
              <a:spLocks noChangeArrowheads="1"/>
            </p:cNvSpPr>
            <p:nvPr/>
          </p:nvSpPr>
          <p:spPr bwMode="auto">
            <a:xfrm>
              <a:off x="2046288" y="3103563"/>
              <a:ext cx="86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t>c+d</a:t>
              </a:r>
              <a:endParaRPr lang="ru-RU" altLang="en-US" b="0"/>
            </a:p>
          </p:txBody>
        </p:sp>
        <p:sp>
          <p:nvSpPr>
            <p:cNvPr id="71710" name="Text Box 50">
              <a:extLst>
                <a:ext uri="{FF2B5EF4-FFF2-40B4-BE49-F238E27FC236}">
                  <a16:creationId xmlns:a16="http://schemas.microsoft.com/office/drawing/2014/main" id="{58486206-B698-C7D2-CDA1-25A12D6C38F2}"/>
                </a:ext>
              </a:extLst>
            </p:cNvPr>
            <p:cNvSpPr txBox="1">
              <a:spLocks noChangeArrowheads="1"/>
            </p:cNvSpPr>
            <p:nvPr/>
          </p:nvSpPr>
          <p:spPr bwMode="auto">
            <a:xfrm>
              <a:off x="1600201" y="3721100"/>
              <a:ext cx="539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t>d</a:t>
              </a:r>
              <a:endParaRPr lang="ru-RU" altLang="en-US" b="0"/>
            </a:p>
          </p:txBody>
        </p:sp>
        <p:sp>
          <p:nvSpPr>
            <p:cNvPr id="40992" name="Oval 27">
              <a:extLst>
                <a:ext uri="{FF2B5EF4-FFF2-40B4-BE49-F238E27FC236}">
                  <a16:creationId xmlns:a16="http://schemas.microsoft.com/office/drawing/2014/main" id="{9A8D2E8C-4761-46B8-B0A7-24C5D33358F6}"/>
                </a:ext>
              </a:extLst>
            </p:cNvPr>
            <p:cNvSpPr>
              <a:spLocks noChangeArrowheads="1"/>
            </p:cNvSpPr>
            <p:nvPr/>
          </p:nvSpPr>
          <p:spPr bwMode="auto">
            <a:xfrm>
              <a:off x="7448551" y="1670050"/>
              <a:ext cx="579438" cy="436563"/>
            </a:xfrm>
            <a:prstGeom prst="ellipse">
              <a:avLst/>
            </a:prstGeom>
            <a:solidFill>
              <a:schemeClr val="accent1">
                <a:lumMod val="40000"/>
                <a:lumOff val="60000"/>
              </a:schemeClr>
            </a:solidFill>
            <a:ln w="22225">
              <a:solidFill>
                <a:srgbClr val="000000"/>
              </a:solidFill>
              <a:round/>
              <a:headEnd/>
              <a:tailEnd/>
            </a:ln>
          </p:spPr>
          <p:txBody>
            <a:bodyPr/>
            <a:lstStyle/>
            <a:p>
              <a:pPr algn="ctr">
                <a:defRPr/>
              </a:pPr>
              <a:r>
                <a:rPr lang="en-US" sz="2000" dirty="0">
                  <a:latin typeface="+mj-lt"/>
                  <a:cs typeface="Arial" charset="0"/>
                </a:rPr>
                <a:t>a</a:t>
              </a:r>
              <a:endParaRPr lang="en-US" sz="2000" baseline="-25000" dirty="0">
                <a:latin typeface="+mj-lt"/>
                <a:cs typeface="Arial" charset="0"/>
              </a:endParaRPr>
            </a:p>
          </p:txBody>
        </p:sp>
        <p:sp>
          <p:nvSpPr>
            <p:cNvPr id="40993" name="Oval 28">
              <a:extLst>
                <a:ext uri="{FF2B5EF4-FFF2-40B4-BE49-F238E27FC236}">
                  <a16:creationId xmlns:a16="http://schemas.microsoft.com/office/drawing/2014/main" id="{33567084-EA73-464F-B88E-A9B250817377}"/>
                </a:ext>
              </a:extLst>
            </p:cNvPr>
            <p:cNvSpPr>
              <a:spLocks noChangeArrowheads="1"/>
            </p:cNvSpPr>
            <p:nvPr/>
          </p:nvSpPr>
          <p:spPr bwMode="auto">
            <a:xfrm>
              <a:off x="6508751" y="2417763"/>
              <a:ext cx="579438" cy="436562"/>
            </a:xfrm>
            <a:prstGeom prst="ellipse">
              <a:avLst/>
            </a:prstGeom>
            <a:solidFill>
              <a:schemeClr val="accent1">
                <a:lumMod val="40000"/>
                <a:lumOff val="60000"/>
              </a:schemeClr>
            </a:solidFill>
            <a:ln w="22225">
              <a:solidFill>
                <a:srgbClr val="000000"/>
              </a:solidFill>
              <a:round/>
              <a:headEnd/>
              <a:tailEnd/>
            </a:ln>
          </p:spPr>
          <p:txBody>
            <a:bodyPr/>
            <a:lstStyle/>
            <a:p>
              <a:pPr algn="ctr">
                <a:defRPr/>
              </a:pPr>
              <a:r>
                <a:rPr lang="en-US" sz="2000" dirty="0">
                  <a:latin typeface="+mj-lt"/>
                  <a:cs typeface="Arial" charset="0"/>
                </a:rPr>
                <a:t>c</a:t>
              </a:r>
              <a:endParaRPr lang="en-US" sz="2000" baseline="-25000" dirty="0">
                <a:latin typeface="+mj-lt"/>
                <a:cs typeface="Arial" charset="0"/>
              </a:endParaRPr>
            </a:p>
          </p:txBody>
        </p:sp>
        <p:sp>
          <p:nvSpPr>
            <p:cNvPr id="40994" name="Oval 29">
              <a:extLst>
                <a:ext uri="{FF2B5EF4-FFF2-40B4-BE49-F238E27FC236}">
                  <a16:creationId xmlns:a16="http://schemas.microsoft.com/office/drawing/2014/main" id="{7A6639E2-6ED1-4537-BE9C-974B763D3BB2}"/>
                </a:ext>
              </a:extLst>
            </p:cNvPr>
            <p:cNvSpPr>
              <a:spLocks noChangeArrowheads="1"/>
            </p:cNvSpPr>
            <p:nvPr/>
          </p:nvSpPr>
          <p:spPr bwMode="auto">
            <a:xfrm>
              <a:off x="6224589" y="3133725"/>
              <a:ext cx="579437" cy="436563"/>
            </a:xfrm>
            <a:prstGeom prst="ellipse">
              <a:avLst/>
            </a:prstGeom>
            <a:solidFill>
              <a:schemeClr val="accent1">
                <a:lumMod val="40000"/>
                <a:lumOff val="60000"/>
              </a:schemeClr>
            </a:solidFill>
            <a:ln w="22225">
              <a:solidFill>
                <a:srgbClr val="000000"/>
              </a:solidFill>
              <a:round/>
              <a:headEnd/>
              <a:tailEnd/>
            </a:ln>
          </p:spPr>
          <p:txBody>
            <a:bodyPr/>
            <a:lstStyle/>
            <a:p>
              <a:pPr algn="ctr">
                <a:defRPr/>
              </a:pPr>
              <a:r>
                <a:rPr lang="en-US" sz="2000" dirty="0">
                  <a:latin typeface="+mj-lt"/>
                  <a:cs typeface="Arial" charset="0"/>
                </a:rPr>
                <a:t>d</a:t>
              </a:r>
              <a:endParaRPr lang="en-US" sz="2000" baseline="-25000" dirty="0">
                <a:latin typeface="+mj-lt"/>
                <a:cs typeface="Arial" charset="0"/>
              </a:endParaRPr>
            </a:p>
          </p:txBody>
        </p:sp>
        <p:sp>
          <p:nvSpPr>
            <p:cNvPr id="40995" name="Oval 31">
              <a:extLst>
                <a:ext uri="{FF2B5EF4-FFF2-40B4-BE49-F238E27FC236}">
                  <a16:creationId xmlns:a16="http://schemas.microsoft.com/office/drawing/2014/main" id="{B382D09B-F4C2-477A-8BEC-4BF6055849D2}"/>
                </a:ext>
              </a:extLst>
            </p:cNvPr>
            <p:cNvSpPr>
              <a:spLocks noChangeArrowheads="1"/>
            </p:cNvSpPr>
            <p:nvPr/>
          </p:nvSpPr>
          <p:spPr bwMode="auto">
            <a:xfrm>
              <a:off x="6508751" y="4054475"/>
              <a:ext cx="579438" cy="436563"/>
            </a:xfrm>
            <a:prstGeom prst="ellipse">
              <a:avLst/>
            </a:prstGeom>
            <a:solidFill>
              <a:schemeClr val="accent1">
                <a:lumMod val="40000"/>
                <a:lumOff val="60000"/>
              </a:schemeClr>
            </a:solidFill>
            <a:ln w="22225">
              <a:solidFill>
                <a:srgbClr val="000000"/>
              </a:solidFill>
              <a:round/>
              <a:headEnd/>
              <a:tailEnd/>
            </a:ln>
          </p:spPr>
          <p:txBody>
            <a:bodyPr/>
            <a:lstStyle/>
            <a:p>
              <a:pPr algn="ctr">
                <a:defRPr/>
              </a:pPr>
              <a:r>
                <a:rPr lang="en-US" sz="2000" dirty="0">
                  <a:latin typeface="+mj-lt"/>
                  <a:cs typeface="Arial" charset="0"/>
                </a:rPr>
                <a:t>b</a:t>
              </a:r>
              <a:endParaRPr lang="en-US" sz="2000" baseline="-25000" dirty="0">
                <a:latin typeface="+mj-lt"/>
                <a:cs typeface="Arial" charset="0"/>
              </a:endParaRPr>
            </a:p>
          </p:txBody>
        </p:sp>
        <p:sp>
          <p:nvSpPr>
            <p:cNvPr id="40996" name="Rectangle 34">
              <a:extLst>
                <a:ext uri="{FF2B5EF4-FFF2-40B4-BE49-F238E27FC236}">
                  <a16:creationId xmlns:a16="http://schemas.microsoft.com/office/drawing/2014/main" id="{07B7EFA1-DBE9-4AB6-8FBA-F60398C3E2C8}"/>
                </a:ext>
              </a:extLst>
            </p:cNvPr>
            <p:cNvSpPr>
              <a:spLocks noChangeArrowheads="1"/>
            </p:cNvSpPr>
            <p:nvPr/>
          </p:nvSpPr>
          <p:spPr bwMode="auto">
            <a:xfrm>
              <a:off x="7521576" y="4791075"/>
              <a:ext cx="719138" cy="325438"/>
            </a:xfrm>
            <a:prstGeom prst="rect">
              <a:avLst/>
            </a:prstGeom>
            <a:solidFill>
              <a:schemeClr val="accent1">
                <a:lumMod val="40000"/>
                <a:lumOff val="60000"/>
              </a:schemeClr>
            </a:solidFill>
            <a:ln w="9525">
              <a:solidFill>
                <a:schemeClr val="tx1"/>
              </a:solidFill>
              <a:miter lim="800000"/>
              <a:headEnd/>
              <a:tailEnd/>
            </a:ln>
          </p:spPr>
          <p:txBody>
            <a:bodyPr wrap="none" anchor="ctr"/>
            <a:lstStyle/>
            <a:p>
              <a:pPr algn="ctr" eaLnBrk="1" hangingPunct="1">
                <a:defRPr/>
              </a:pPr>
              <a:r>
                <a:rPr lang="en-US" sz="2000">
                  <a:latin typeface="Arial" charset="0"/>
                  <a:cs typeface="Arial" charset="0"/>
                </a:rPr>
                <a:t>1</a:t>
              </a:r>
              <a:endParaRPr lang="ru-RU" sz="2000">
                <a:latin typeface="Arial" charset="0"/>
                <a:cs typeface="Arial" charset="0"/>
              </a:endParaRPr>
            </a:p>
          </p:txBody>
        </p:sp>
        <p:sp>
          <p:nvSpPr>
            <p:cNvPr id="40997" name="Rectangle 35">
              <a:extLst>
                <a:ext uri="{FF2B5EF4-FFF2-40B4-BE49-F238E27FC236}">
                  <a16:creationId xmlns:a16="http://schemas.microsoft.com/office/drawing/2014/main" id="{756606B5-CF6D-4F67-AF65-5B4B1884FBFA}"/>
                </a:ext>
              </a:extLst>
            </p:cNvPr>
            <p:cNvSpPr>
              <a:spLocks noChangeArrowheads="1"/>
            </p:cNvSpPr>
            <p:nvPr/>
          </p:nvSpPr>
          <p:spPr bwMode="auto">
            <a:xfrm>
              <a:off x="5792789" y="4759325"/>
              <a:ext cx="677862" cy="325438"/>
            </a:xfrm>
            <a:prstGeom prst="rect">
              <a:avLst/>
            </a:prstGeom>
            <a:solidFill>
              <a:schemeClr val="accent1">
                <a:lumMod val="40000"/>
                <a:lumOff val="60000"/>
              </a:schemeClr>
            </a:solidFill>
            <a:ln w="9525">
              <a:solidFill>
                <a:schemeClr val="tx1"/>
              </a:solidFill>
              <a:miter lim="800000"/>
              <a:headEnd/>
              <a:tailEnd/>
            </a:ln>
          </p:spPr>
          <p:txBody>
            <a:bodyPr wrap="none" anchor="ctr"/>
            <a:lstStyle/>
            <a:p>
              <a:pPr algn="ctr" eaLnBrk="1" hangingPunct="1">
                <a:defRPr/>
              </a:pPr>
              <a:r>
                <a:rPr lang="en-US" sz="2000">
                  <a:latin typeface="Arial" charset="0"/>
                  <a:cs typeface="Arial" charset="0"/>
                </a:rPr>
                <a:t>0</a:t>
              </a:r>
              <a:endParaRPr lang="ru-RU" sz="2000">
                <a:latin typeface="Arial" charset="0"/>
                <a:cs typeface="Arial" charset="0"/>
              </a:endParaRPr>
            </a:p>
          </p:txBody>
        </p:sp>
        <p:sp>
          <p:nvSpPr>
            <p:cNvPr id="71717" name="Line 36">
              <a:extLst>
                <a:ext uri="{FF2B5EF4-FFF2-40B4-BE49-F238E27FC236}">
                  <a16:creationId xmlns:a16="http://schemas.microsoft.com/office/drawing/2014/main" id="{0B2743C6-7A4A-9F2E-AA2E-C2FE1CC4C8F9}"/>
                </a:ext>
              </a:extLst>
            </p:cNvPr>
            <p:cNvSpPr>
              <a:spLocks noChangeShapeType="1"/>
            </p:cNvSpPr>
            <p:nvPr/>
          </p:nvSpPr>
          <p:spPr bwMode="auto">
            <a:xfrm flipH="1">
              <a:off x="6945313" y="2103438"/>
              <a:ext cx="792163" cy="2005013"/>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71718" name="Line 37">
              <a:extLst>
                <a:ext uri="{FF2B5EF4-FFF2-40B4-BE49-F238E27FC236}">
                  <a16:creationId xmlns:a16="http://schemas.microsoft.com/office/drawing/2014/main" id="{50653575-8CFB-D746-5F4E-045795BBBA86}"/>
                </a:ext>
              </a:extLst>
            </p:cNvPr>
            <p:cNvSpPr>
              <a:spLocks noChangeShapeType="1"/>
            </p:cNvSpPr>
            <p:nvPr/>
          </p:nvSpPr>
          <p:spPr bwMode="auto">
            <a:xfrm flipH="1">
              <a:off x="6888163" y="1941513"/>
              <a:ext cx="560388" cy="487363"/>
            </a:xfrm>
            <a:prstGeom prst="line">
              <a:avLst/>
            </a:prstGeom>
            <a:noFill/>
            <a:ln w="25400">
              <a:solidFill>
                <a:schemeClr val="tx1"/>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71719" name="Line 38">
              <a:extLst>
                <a:ext uri="{FF2B5EF4-FFF2-40B4-BE49-F238E27FC236}">
                  <a16:creationId xmlns:a16="http://schemas.microsoft.com/office/drawing/2014/main" id="{94EC5B06-7936-4E8B-A24A-0A55175C5CDC}"/>
                </a:ext>
              </a:extLst>
            </p:cNvPr>
            <p:cNvSpPr>
              <a:spLocks noChangeShapeType="1"/>
            </p:cNvSpPr>
            <p:nvPr/>
          </p:nvSpPr>
          <p:spPr bwMode="auto">
            <a:xfrm>
              <a:off x="7016751" y="2786063"/>
              <a:ext cx="1008063" cy="1973263"/>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71720" name="Line 39">
              <a:extLst>
                <a:ext uri="{FF2B5EF4-FFF2-40B4-BE49-F238E27FC236}">
                  <a16:creationId xmlns:a16="http://schemas.microsoft.com/office/drawing/2014/main" id="{7C695654-700C-EFDD-953B-CB9DBE71C635}"/>
                </a:ext>
              </a:extLst>
            </p:cNvPr>
            <p:cNvSpPr>
              <a:spLocks noChangeShapeType="1"/>
            </p:cNvSpPr>
            <p:nvPr/>
          </p:nvSpPr>
          <p:spPr bwMode="auto">
            <a:xfrm>
              <a:off x="7031038" y="4391025"/>
              <a:ext cx="936625" cy="379413"/>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71721" name="Line 40">
              <a:extLst>
                <a:ext uri="{FF2B5EF4-FFF2-40B4-BE49-F238E27FC236}">
                  <a16:creationId xmlns:a16="http://schemas.microsoft.com/office/drawing/2014/main" id="{FD2B7E67-6412-2172-B565-593552FADCB0}"/>
                </a:ext>
              </a:extLst>
            </p:cNvPr>
            <p:cNvSpPr>
              <a:spLocks noChangeShapeType="1"/>
            </p:cNvSpPr>
            <p:nvPr/>
          </p:nvSpPr>
          <p:spPr bwMode="auto">
            <a:xfrm>
              <a:off x="6584951" y="3567113"/>
              <a:ext cx="215900" cy="487363"/>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71722" name="Line 41">
              <a:extLst>
                <a:ext uri="{FF2B5EF4-FFF2-40B4-BE49-F238E27FC236}">
                  <a16:creationId xmlns:a16="http://schemas.microsoft.com/office/drawing/2014/main" id="{BC027131-002A-E803-D06D-9A6A9FE729EB}"/>
                </a:ext>
              </a:extLst>
            </p:cNvPr>
            <p:cNvSpPr>
              <a:spLocks noChangeShapeType="1"/>
            </p:cNvSpPr>
            <p:nvPr/>
          </p:nvSpPr>
          <p:spPr bwMode="auto">
            <a:xfrm flipH="1">
              <a:off x="6584951" y="2862263"/>
              <a:ext cx="144463" cy="271463"/>
            </a:xfrm>
            <a:prstGeom prst="line">
              <a:avLst/>
            </a:prstGeom>
            <a:noFill/>
            <a:ln w="25400">
              <a:solidFill>
                <a:schemeClr val="tx1"/>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71723" name="Line 42">
              <a:extLst>
                <a:ext uri="{FF2B5EF4-FFF2-40B4-BE49-F238E27FC236}">
                  <a16:creationId xmlns:a16="http://schemas.microsoft.com/office/drawing/2014/main" id="{60838C94-0943-DCBC-9DD3-3D3D45FAAE3D}"/>
                </a:ext>
              </a:extLst>
            </p:cNvPr>
            <p:cNvSpPr>
              <a:spLocks noChangeShapeType="1"/>
            </p:cNvSpPr>
            <p:nvPr/>
          </p:nvSpPr>
          <p:spPr bwMode="auto">
            <a:xfrm flipH="1">
              <a:off x="6008688" y="3513138"/>
              <a:ext cx="287338" cy="1246188"/>
            </a:xfrm>
            <a:prstGeom prst="line">
              <a:avLst/>
            </a:prstGeom>
            <a:noFill/>
            <a:ln w="25400">
              <a:solidFill>
                <a:schemeClr val="tx1"/>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71724" name="Line 43">
              <a:extLst>
                <a:ext uri="{FF2B5EF4-FFF2-40B4-BE49-F238E27FC236}">
                  <a16:creationId xmlns:a16="http://schemas.microsoft.com/office/drawing/2014/main" id="{2C6390C4-9636-3C37-34F8-D72EB1777579}"/>
                </a:ext>
              </a:extLst>
            </p:cNvPr>
            <p:cNvSpPr>
              <a:spLocks noChangeShapeType="1"/>
            </p:cNvSpPr>
            <p:nvPr/>
          </p:nvSpPr>
          <p:spPr bwMode="auto">
            <a:xfrm flipH="1">
              <a:off x="6224588" y="4433888"/>
              <a:ext cx="360363" cy="325438"/>
            </a:xfrm>
            <a:prstGeom prst="line">
              <a:avLst/>
            </a:prstGeom>
            <a:noFill/>
            <a:ln w="25400">
              <a:solidFill>
                <a:schemeClr val="tx1"/>
              </a:solidFill>
              <a:prstDash val="dash"/>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71725" name="Line 44">
              <a:extLst>
                <a:ext uri="{FF2B5EF4-FFF2-40B4-BE49-F238E27FC236}">
                  <a16:creationId xmlns:a16="http://schemas.microsoft.com/office/drawing/2014/main" id="{A55A82B6-3B34-F6B9-49D8-81B99206C2BE}"/>
                </a:ext>
              </a:extLst>
            </p:cNvPr>
            <p:cNvSpPr>
              <a:spLocks noChangeShapeType="1"/>
            </p:cNvSpPr>
            <p:nvPr/>
          </p:nvSpPr>
          <p:spPr bwMode="auto">
            <a:xfrm flipH="1">
              <a:off x="7874001" y="1552575"/>
              <a:ext cx="215900" cy="10795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1726" name="Text Box 51">
              <a:extLst>
                <a:ext uri="{FF2B5EF4-FFF2-40B4-BE49-F238E27FC236}">
                  <a16:creationId xmlns:a16="http://schemas.microsoft.com/office/drawing/2014/main" id="{30D68BE5-C796-B1B6-81B9-9CFE66E682F7}"/>
                </a:ext>
              </a:extLst>
            </p:cNvPr>
            <p:cNvSpPr txBox="1">
              <a:spLocks noChangeArrowheads="1"/>
            </p:cNvSpPr>
            <p:nvPr/>
          </p:nvSpPr>
          <p:spPr bwMode="auto">
            <a:xfrm>
              <a:off x="7059613" y="4097338"/>
              <a:ext cx="647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t>b</a:t>
              </a:r>
              <a:endParaRPr lang="ru-RU" altLang="en-US" b="0"/>
            </a:p>
          </p:txBody>
        </p:sp>
        <p:sp>
          <p:nvSpPr>
            <p:cNvPr id="71727" name="Text Box 52">
              <a:extLst>
                <a:ext uri="{FF2B5EF4-FFF2-40B4-BE49-F238E27FC236}">
                  <a16:creationId xmlns:a16="http://schemas.microsoft.com/office/drawing/2014/main" id="{9DFC0114-5168-924C-3D6B-D2B45C8DF1A2}"/>
                </a:ext>
              </a:extLst>
            </p:cNvPr>
            <p:cNvSpPr txBox="1">
              <a:spLocks noChangeArrowheads="1"/>
            </p:cNvSpPr>
            <p:nvPr/>
          </p:nvSpPr>
          <p:spPr bwMode="auto">
            <a:xfrm>
              <a:off x="5462588" y="3113088"/>
              <a:ext cx="86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t>b</a:t>
              </a:r>
              <a:r>
                <a:rPr lang="en-US" altLang="en-US" b="0">
                  <a:sym typeface="Symbol" panose="05050102010706020507" pitchFamily="18" charset="2"/>
                </a:rPr>
                <a:t></a:t>
              </a:r>
              <a:r>
                <a:rPr lang="en-US" altLang="en-US" b="0"/>
                <a:t>d</a:t>
              </a:r>
              <a:endParaRPr lang="ru-RU" altLang="en-US" b="0"/>
            </a:p>
          </p:txBody>
        </p:sp>
        <p:sp>
          <p:nvSpPr>
            <p:cNvPr id="71728" name="Text Box 53">
              <a:extLst>
                <a:ext uri="{FF2B5EF4-FFF2-40B4-BE49-F238E27FC236}">
                  <a16:creationId xmlns:a16="http://schemas.microsoft.com/office/drawing/2014/main" id="{2286CDE0-5405-430C-FE11-5538E5DA5E8F}"/>
                </a:ext>
              </a:extLst>
            </p:cNvPr>
            <p:cNvSpPr txBox="1">
              <a:spLocks noChangeArrowheads="1"/>
            </p:cNvSpPr>
            <p:nvPr/>
          </p:nvSpPr>
          <p:spPr bwMode="auto">
            <a:xfrm>
              <a:off x="5356226" y="2381250"/>
              <a:ext cx="1152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cs typeface="Arial" panose="020B0604020202020204" pitchFamily="34" charset="0"/>
                </a:defRPr>
              </a:lvl1pPr>
              <a:lvl2pPr marL="742950" indent="-285750">
                <a:defRPr sz="2400" b="1">
                  <a:solidFill>
                    <a:schemeClr val="tx1"/>
                  </a:solidFill>
                  <a:latin typeface="Arial" panose="020B0604020202020204" pitchFamily="34" charset="0"/>
                  <a:cs typeface="Arial" panose="020B0604020202020204" pitchFamily="34" charset="0"/>
                </a:defRPr>
              </a:lvl2pPr>
              <a:lvl3pPr marL="1143000" indent="-228600">
                <a:defRPr sz="2400" b="1">
                  <a:solidFill>
                    <a:schemeClr val="tx1"/>
                  </a:solidFill>
                  <a:latin typeface="Arial" panose="020B0604020202020204" pitchFamily="34" charset="0"/>
                  <a:cs typeface="Arial" panose="020B0604020202020204" pitchFamily="34" charset="0"/>
                </a:defRPr>
              </a:lvl3pPr>
              <a:lvl4pPr marL="1600200" indent="-228600">
                <a:defRPr sz="2400" b="1">
                  <a:solidFill>
                    <a:schemeClr val="tx1"/>
                  </a:solidFill>
                  <a:latin typeface="Arial" panose="020B0604020202020204" pitchFamily="34" charset="0"/>
                  <a:cs typeface="Arial" panose="020B0604020202020204" pitchFamily="34" charset="0"/>
                </a:defRPr>
              </a:lvl4pPr>
              <a:lvl5pPr marL="2057400" indent="-228600">
                <a:defRPr sz="2400"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0"/>
                <a:t>c+b</a:t>
              </a:r>
              <a:r>
                <a:rPr lang="en-US" altLang="en-US" b="0">
                  <a:sym typeface="Symbol" panose="05050102010706020507" pitchFamily="18" charset="2"/>
                </a:rPr>
                <a:t></a:t>
              </a:r>
              <a:r>
                <a:rPr lang="en-US" altLang="en-US" b="0"/>
                <a:t>d</a:t>
              </a:r>
              <a:endParaRPr lang="ru-RU" altLang="en-US" b="0"/>
            </a:p>
          </p:txBody>
        </p:sp>
      </p:grpSp>
      <p:sp>
        <p:nvSpPr>
          <p:cNvPr id="71683" name="Title 51">
            <a:extLst>
              <a:ext uri="{FF2B5EF4-FFF2-40B4-BE49-F238E27FC236}">
                <a16:creationId xmlns:a16="http://schemas.microsoft.com/office/drawing/2014/main" id="{A5557765-BEB8-5955-C727-AD53F5FCE6B0}"/>
              </a:ext>
            </a:extLst>
          </p:cNvPr>
          <p:cNvSpPr>
            <a:spLocks noGrp="1" noChangeArrowheads="1"/>
          </p:cNvSpPr>
          <p:nvPr>
            <p:ph type="title"/>
          </p:nvPr>
        </p:nvSpPr>
        <p:spPr/>
        <p:txBody>
          <a:bodyPr>
            <a:normAutofit/>
          </a:bodyPr>
          <a:lstStyle/>
          <a:p>
            <a:r>
              <a:rPr lang="en-US" altLang="en-US"/>
              <a:t>Example</a:t>
            </a:r>
            <a:endParaRPr lang="ru-RU" altLang="en-US" dirty="0"/>
          </a:p>
        </p:txBody>
      </p:sp>
      <p:sp>
        <p:nvSpPr>
          <p:cNvPr id="71684" name="Content Placeholder 52">
            <a:extLst>
              <a:ext uri="{FF2B5EF4-FFF2-40B4-BE49-F238E27FC236}">
                <a16:creationId xmlns:a16="http://schemas.microsoft.com/office/drawing/2014/main" id="{395B6371-3358-0F90-367C-DE306AC069B4}"/>
              </a:ext>
            </a:extLst>
          </p:cNvPr>
          <p:cNvSpPr>
            <a:spLocks noGrp="1" noChangeArrowheads="1"/>
          </p:cNvSpPr>
          <p:nvPr>
            <p:ph type="body" sz="quarter" idx="10"/>
          </p:nvPr>
        </p:nvSpPr>
        <p:spPr/>
        <p:txBody>
          <a:bodyPr/>
          <a:lstStyle/>
          <a:p>
            <a:pPr>
              <a:buFont typeface="Wingdings" panose="05000000000000000000" pitchFamily="2" charset="2"/>
              <a:buNone/>
            </a:pPr>
            <a:r>
              <a:rPr lang="en-US" altLang="en-US"/>
              <a:t>                                     f=a</a:t>
            </a:r>
            <a:r>
              <a:rPr lang="en-US" altLang="en-US">
                <a:sym typeface="Symbol" panose="05050102010706020507" pitchFamily="18" charset="2"/>
              </a:rPr>
              <a:t></a:t>
            </a:r>
            <a:r>
              <a:rPr lang="en-US" altLang="en-US"/>
              <a:t>b+~a</a:t>
            </a:r>
            <a:r>
              <a:rPr lang="en-US" altLang="en-US">
                <a:sym typeface="Symbol" panose="05050102010706020507" pitchFamily="18" charset="2"/>
              </a:rPr>
              <a:t>c+b~cd</a:t>
            </a:r>
          </a:p>
          <a:p>
            <a:pPr>
              <a:buFont typeface="Wingdings" panose="05000000000000000000" pitchFamily="2" charset="2"/>
              <a:buNone/>
            </a:pPr>
            <a:endParaRPr lang="en-US" altLang="en-US"/>
          </a:p>
          <a:p>
            <a:pPr>
              <a:buFont typeface="Wingdings" panose="05000000000000000000" pitchFamily="2" charset="2"/>
              <a:buNone/>
            </a:pPr>
            <a:endParaRPr lang="en-US" altLang="en-US"/>
          </a:p>
          <a:p>
            <a:pPr>
              <a:buFont typeface="Wingdings" panose="05000000000000000000" pitchFamily="2" charset="2"/>
              <a:buNone/>
            </a:pPr>
            <a:r>
              <a:rPr lang="en-US" altLang="en-US"/>
              <a:t> </a:t>
            </a:r>
          </a:p>
          <a:p>
            <a:pPr>
              <a:buFont typeface="Wingdings" panose="05000000000000000000" pitchFamily="2" charset="2"/>
              <a:buNone/>
            </a:pPr>
            <a:endParaRPr lang="en-US" altLang="en-US"/>
          </a:p>
          <a:p>
            <a:pPr>
              <a:buFont typeface="Wingdings" panose="05000000000000000000" pitchFamily="2" charset="2"/>
              <a:buNone/>
            </a:pPr>
            <a:endParaRPr lang="en-US" altLang="en-US"/>
          </a:p>
          <a:p>
            <a:pPr>
              <a:buFont typeface="Wingdings" panose="05000000000000000000" pitchFamily="2" charset="2"/>
              <a:buNone/>
            </a:pPr>
            <a:endParaRPr lang="en-US" altLang="en-US"/>
          </a:p>
          <a:p>
            <a:pPr>
              <a:buFont typeface="Wingdings" panose="05000000000000000000" pitchFamily="2" charset="2"/>
              <a:buNone/>
            </a:pPr>
            <a:endParaRPr lang="en-US" altLang="en-US"/>
          </a:p>
          <a:p>
            <a:pPr>
              <a:buFont typeface="Wingdings" panose="05000000000000000000" pitchFamily="2" charset="2"/>
              <a:buNone/>
            </a:pPr>
            <a:endParaRPr lang="en-US" altLang="en-US" sz="2000"/>
          </a:p>
          <a:p>
            <a:pPr>
              <a:buFont typeface="Wingdings" panose="05000000000000000000" pitchFamily="2" charset="2"/>
              <a:buNone/>
            </a:pPr>
            <a:r>
              <a:rPr lang="en-US" altLang="en-US" sz="2000"/>
              <a:t>   Two  different  orderings,  the  same  function</a:t>
            </a:r>
            <a:endParaRPr lang="ru-RU" altLang="en-US" sz="2000"/>
          </a:p>
          <a:p>
            <a:pPr>
              <a:buFont typeface="Wingdings" panose="05000000000000000000" pitchFamily="2" charset="2"/>
              <a:buNone/>
            </a:pPr>
            <a:endParaRPr lang="ru-RU" altLang="en-US" dirty="0"/>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itle 4">
            <a:extLst>
              <a:ext uri="{FF2B5EF4-FFF2-40B4-BE49-F238E27FC236}">
                <a16:creationId xmlns:a16="http://schemas.microsoft.com/office/drawing/2014/main" id="{ACBDEFF5-53A2-DC26-30CC-C47CA8809A47}"/>
              </a:ext>
            </a:extLst>
          </p:cNvPr>
          <p:cNvSpPr>
            <a:spLocks noGrp="1" noChangeArrowheads="1"/>
          </p:cNvSpPr>
          <p:nvPr>
            <p:ph type="title"/>
          </p:nvPr>
        </p:nvSpPr>
        <p:spPr>
          <a:xfrm>
            <a:off x="-1" y="183402"/>
            <a:ext cx="11612880" cy="704088"/>
          </a:xfrm>
        </p:spPr>
        <p:txBody>
          <a:bodyPr>
            <a:normAutofit/>
          </a:bodyPr>
          <a:lstStyle/>
          <a:p>
            <a:r>
              <a:rPr lang="en-US" altLang="en-US"/>
              <a:t>Advantages of ROBDDs</a:t>
            </a:r>
            <a:endParaRPr lang="ru-RU" altLang="en-US" dirty="0"/>
          </a:p>
        </p:txBody>
      </p:sp>
      <p:sp>
        <p:nvSpPr>
          <p:cNvPr id="6" name="Content Placeholder 5">
            <a:extLst>
              <a:ext uri="{FF2B5EF4-FFF2-40B4-BE49-F238E27FC236}">
                <a16:creationId xmlns:a16="http://schemas.microsoft.com/office/drawing/2014/main" id="{AEEC22FE-7721-44AA-A24E-785A139B8A53}"/>
              </a:ext>
            </a:extLst>
          </p:cNvPr>
          <p:cNvSpPr>
            <a:spLocks noGrp="1"/>
          </p:cNvSpPr>
          <p:nvPr>
            <p:ph type="body" sz="quarter" idx="10"/>
          </p:nvPr>
        </p:nvSpPr>
        <p:spPr>
          <a:xfrm>
            <a:off x="457200" y="1188720"/>
            <a:ext cx="11277922" cy="5185186"/>
          </a:xfrm>
        </p:spPr>
        <p:txBody>
          <a:bodyPr/>
          <a:lstStyle/>
          <a:p>
            <a:r>
              <a:rPr lang="en-GB"/>
              <a:t>Canonical form representation for Boolean functions</a:t>
            </a:r>
            <a:r>
              <a:rPr lang="ru-RU"/>
              <a:t> </a:t>
            </a:r>
            <a:r>
              <a:rPr lang="en-US"/>
              <a:t>(</a:t>
            </a:r>
            <a:r>
              <a:rPr lang="en-GB"/>
              <a:t>for a given order of variables)</a:t>
            </a:r>
          </a:p>
          <a:p>
            <a:r>
              <a:rPr lang="en-GB"/>
              <a:t>Substantially </a:t>
            </a:r>
            <a:r>
              <a:rPr lang="ru-RU"/>
              <a:t> </a:t>
            </a:r>
            <a:r>
              <a:rPr lang="en-GB"/>
              <a:t>more</a:t>
            </a:r>
            <a:r>
              <a:rPr lang="ru-RU"/>
              <a:t> </a:t>
            </a:r>
            <a:r>
              <a:rPr lang="en-GB"/>
              <a:t> compact  than CNF or </a:t>
            </a:r>
            <a:r>
              <a:rPr lang="ru-RU"/>
              <a:t> </a:t>
            </a:r>
            <a:r>
              <a:rPr lang="en-GB"/>
              <a:t>DNF</a:t>
            </a:r>
          </a:p>
          <a:p>
            <a:r>
              <a:rPr lang="en-GB"/>
              <a:t>Efficient</a:t>
            </a:r>
            <a:r>
              <a:rPr lang="ru-RU"/>
              <a:t> </a:t>
            </a:r>
            <a:r>
              <a:rPr lang="en-GB"/>
              <a:t> manipulation</a:t>
            </a:r>
            <a:r>
              <a:rPr lang="ru-RU"/>
              <a:t> </a:t>
            </a:r>
            <a:r>
              <a:rPr lang="en-GB"/>
              <a:t> of </a:t>
            </a:r>
            <a:r>
              <a:rPr lang="ru-RU"/>
              <a:t> </a:t>
            </a:r>
            <a:r>
              <a:rPr lang="en-GB"/>
              <a:t>BDD’s</a:t>
            </a:r>
          </a:p>
          <a:p>
            <a:endParaRPr lang="en-US"/>
          </a:p>
          <a:p>
            <a:r>
              <a:rPr lang="en-US"/>
              <a:t>Easy to solve some important problems:</a:t>
            </a:r>
          </a:p>
          <a:p>
            <a:pPr lvl="1"/>
            <a:r>
              <a:rPr lang="en-US"/>
              <a:t>Tautology checking: just check if BDD is identical to function </a:t>
            </a:r>
          </a:p>
          <a:p>
            <a:pPr lvl="1"/>
            <a:r>
              <a:rPr lang="en-US"/>
              <a:t>Identity checking</a:t>
            </a:r>
          </a:p>
          <a:p>
            <a:pPr lvl="1"/>
            <a:r>
              <a:rPr lang="en-US"/>
              <a:t>Satisfiability: look for a path from root to leaf</a:t>
            </a:r>
          </a:p>
          <a:p>
            <a:pPr lvl="1"/>
            <a:r>
              <a:rPr lang="en-US"/>
              <a:t>Use small memory area</a:t>
            </a:r>
          </a:p>
          <a:p>
            <a:endParaRPr lang="ru-RU"/>
          </a:p>
          <a:p>
            <a:endParaRPr lang="ru-RU" dirty="0"/>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itle 4">
            <a:extLst>
              <a:ext uri="{FF2B5EF4-FFF2-40B4-BE49-F238E27FC236}">
                <a16:creationId xmlns:a16="http://schemas.microsoft.com/office/drawing/2014/main" id="{D9373B95-6113-210D-49C7-CEB3C6FE7AAE}"/>
              </a:ext>
            </a:extLst>
          </p:cNvPr>
          <p:cNvSpPr>
            <a:spLocks noGrp="1" noChangeArrowheads="1"/>
          </p:cNvSpPr>
          <p:nvPr>
            <p:ph type="title"/>
          </p:nvPr>
        </p:nvSpPr>
        <p:spPr>
          <a:xfrm>
            <a:off x="456876" y="921262"/>
            <a:ext cx="10319341" cy="1368459"/>
          </a:xfrm>
        </p:spPr>
        <p:txBody>
          <a:bodyPr>
            <a:normAutofit/>
          </a:bodyPr>
          <a:lstStyle/>
          <a:p>
            <a:r>
              <a:rPr lang="en-US" altLang="en-US"/>
              <a:t>Summary</a:t>
            </a:r>
            <a:endParaRPr lang="ru-RU" altLang="en-US" dirty="0"/>
          </a:p>
        </p:txBody>
      </p:sp>
      <p:sp>
        <p:nvSpPr>
          <p:cNvPr id="6" name="Content Placeholder 5">
            <a:extLst>
              <a:ext uri="{FF2B5EF4-FFF2-40B4-BE49-F238E27FC236}">
                <a16:creationId xmlns:a16="http://schemas.microsoft.com/office/drawing/2014/main" id="{D1ECE166-B99D-47C4-B9E1-846E3F5AEF7C}"/>
              </a:ext>
            </a:extLst>
          </p:cNvPr>
          <p:cNvSpPr>
            <a:spLocks noGrp="1"/>
          </p:cNvSpPr>
          <p:nvPr>
            <p:ph type="body" sz="quarter" idx="10"/>
          </p:nvPr>
        </p:nvSpPr>
        <p:spPr>
          <a:xfrm>
            <a:off x="456876" y="2409824"/>
            <a:ext cx="11278244" cy="3990976"/>
          </a:xfrm>
        </p:spPr>
        <p:txBody>
          <a:bodyPr/>
          <a:lstStyle/>
          <a:p>
            <a:r>
              <a:rPr lang="en-US"/>
              <a:t>BDDs</a:t>
            </a:r>
          </a:p>
          <a:p>
            <a:pPr lvl="1"/>
            <a:r>
              <a:rPr lang="en-US"/>
              <a:t>Very efficient data structure</a:t>
            </a:r>
          </a:p>
          <a:p>
            <a:pPr lvl="1"/>
            <a:r>
              <a:rPr lang="en-US"/>
              <a:t>Efficient manipulation routines</a:t>
            </a:r>
          </a:p>
          <a:p>
            <a:pPr lvl="1"/>
            <a:r>
              <a:rPr lang="en-US"/>
              <a:t>A few important functions don’t come out well</a:t>
            </a:r>
          </a:p>
          <a:p>
            <a:pPr lvl="1"/>
            <a:r>
              <a:rPr lang="en-US"/>
              <a:t>Variable order can have high impact on size</a:t>
            </a:r>
          </a:p>
          <a:p>
            <a:endParaRPr lang="en-US"/>
          </a:p>
          <a:p>
            <a:r>
              <a:rPr lang="en-US"/>
              <a:t>Application in many areas of CAD:</a:t>
            </a:r>
          </a:p>
          <a:p>
            <a:pPr lvl="1"/>
            <a:r>
              <a:rPr lang="en-US"/>
              <a:t>Hardware verification</a:t>
            </a:r>
          </a:p>
          <a:p>
            <a:pPr lvl="1"/>
            <a:r>
              <a:rPr lang="en-US"/>
              <a:t>Logic synthesis</a:t>
            </a:r>
          </a:p>
          <a:p>
            <a:endParaRPr lang="ru-RU" dirty="0"/>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58039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YNOPSYS:STMTNUMBER" val="1"/>
  <p:tag name="SYNOPSYS:CONSTMT" val="1"/>
</p:tagLst>
</file>

<file path=ppt/tags/tag2.xml><?xml version="1.0" encoding="utf-8"?>
<p:tagLst xmlns:a="http://schemas.openxmlformats.org/drawingml/2006/main" xmlns:r="http://schemas.openxmlformats.org/officeDocument/2006/relationships" xmlns:p="http://schemas.openxmlformats.org/presentationml/2006/main">
  <p:tag name="SYNOPSYS-SHAPE" val="Y"/>
</p:tagLst>
</file>

<file path=ppt/tags/tag3.xml><?xml version="1.0" encoding="utf-8"?>
<p:tagLst xmlns:a="http://schemas.openxmlformats.org/drawingml/2006/main" xmlns:r="http://schemas.openxmlformats.org/officeDocument/2006/relationships" xmlns:p="http://schemas.openxmlformats.org/presentationml/2006/main">
  <p:tag name="SYNOPSYS-SHAPE" val="Y"/>
</p:tagLst>
</file>

<file path=ppt/tags/tag4.xml><?xml version="1.0" encoding="utf-8"?>
<p:tagLst xmlns:a="http://schemas.openxmlformats.org/drawingml/2006/main" xmlns:r="http://schemas.openxmlformats.org/officeDocument/2006/relationships" xmlns:p="http://schemas.openxmlformats.org/presentationml/2006/main">
  <p:tag name="SYNOPSYS-TEMPLATE-001" val="9/10/2018 5:47:52 PM"/>
  <p:tag name="SYNOPSYS-SHAPE" val="Y"/>
</p:tagLst>
</file>

<file path=ppt/tags/tag5.xml><?xml version="1.0" encoding="utf-8"?>
<p:tagLst xmlns:a="http://schemas.openxmlformats.org/drawingml/2006/main" xmlns:r="http://schemas.openxmlformats.org/officeDocument/2006/relationships" xmlns:p="http://schemas.openxmlformats.org/presentationml/2006/main">
  <p:tag name="SYNOPSYS-SHAPE" val="Y"/>
</p:tagLst>
</file>

<file path=ppt/tags/tag6.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7.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8.xml><?xml version="1.0" encoding="utf-8"?>
<p:tagLst xmlns:a="http://schemas.openxmlformats.org/drawingml/2006/main" xmlns:r="http://schemas.openxmlformats.org/officeDocument/2006/relationships" xmlns:p="http://schemas.openxmlformats.org/presentationml/2006/main">
  <p:tag name="SYNOPSYS-SHAPE" val="Y"/>
</p:tagLst>
</file>

<file path=ppt/tags/tag9.xml><?xml version="1.0" encoding="utf-8"?>
<p:tagLst xmlns:a="http://schemas.openxmlformats.org/drawingml/2006/main" xmlns:r="http://schemas.openxmlformats.org/officeDocument/2006/relationships" xmlns:p="http://schemas.openxmlformats.org/presentationml/2006/main">
  <p:tag name="SYNOPSYS-SHAPE" val="Y"/>
</p:tagLst>
</file>

<file path=ppt/tags/tag10.xml><?xml version="1.0" encoding="utf-8"?>
<p:tagLst xmlns:a="http://schemas.openxmlformats.org/drawingml/2006/main" xmlns:r="http://schemas.openxmlformats.org/officeDocument/2006/relationships" xmlns:p="http://schemas.openxmlformats.org/presentationml/2006/main">
  <p:tag name="SYNOPSYS-SHAPE" val="Y"/>
</p:tagLst>
</file>

<file path=ppt/tags/tag11.xml><?xml version="1.0" encoding="utf-8"?>
<p:tagLst xmlns:a="http://schemas.openxmlformats.org/drawingml/2006/main" xmlns:r="http://schemas.openxmlformats.org/officeDocument/2006/relationships" xmlns:p="http://schemas.openxmlformats.org/presentationml/2006/main">
  <p:tag name="SYNOPSYS-SHAPE" val="Y"/>
</p:tagLst>
</file>

<file path=ppt/tags/tag12.xml><?xml version="1.0" encoding="utf-8"?>
<p:tagLst xmlns:a="http://schemas.openxmlformats.org/drawingml/2006/main" xmlns:r="http://schemas.openxmlformats.org/officeDocument/2006/relationships" xmlns:p="http://schemas.openxmlformats.org/presentationml/2006/main">
  <p:tag name="SYNOPSYS-SHAPE" val="Y"/>
</p:tagLst>
</file>

<file path=ppt/tags/tag13.xml><?xml version="1.0" encoding="utf-8"?>
<p:tagLst xmlns:a="http://schemas.openxmlformats.org/drawingml/2006/main" xmlns:r="http://schemas.openxmlformats.org/officeDocument/2006/relationships" xmlns:p="http://schemas.openxmlformats.org/presentationml/2006/main">
  <p:tag name="SYNOPSYS-SHAPE" val="Y"/>
</p:tagLst>
</file>

<file path=ppt/tags/tag14.xml><?xml version="1.0" encoding="utf-8"?>
<p:tagLst xmlns:a="http://schemas.openxmlformats.org/drawingml/2006/main" xmlns:r="http://schemas.openxmlformats.org/officeDocument/2006/relationships" xmlns:p="http://schemas.openxmlformats.org/presentationml/2006/main">
  <p:tag name="SYNOPSYS-SHAPE" val="Y"/>
</p:tagLst>
</file>

<file path=ppt/tags/tag15.xml><?xml version="1.0" encoding="utf-8"?>
<p:tagLst xmlns:a="http://schemas.openxmlformats.org/drawingml/2006/main" xmlns:r="http://schemas.openxmlformats.org/officeDocument/2006/relationships" xmlns:p="http://schemas.openxmlformats.org/presentationml/2006/main">
  <p:tag name="SYNOPSYS-SHAPE" val="Y"/>
</p:tagLst>
</file>

<file path=ppt/tags/tag16.xml><?xml version="1.0" encoding="utf-8"?>
<p:tagLst xmlns:a="http://schemas.openxmlformats.org/drawingml/2006/main" xmlns:r="http://schemas.openxmlformats.org/officeDocument/2006/relationships" xmlns:p="http://schemas.openxmlformats.org/presentationml/2006/main">
  <p:tag name="SYNOPSYS-SHAPE" val="Y"/>
</p:tagLst>
</file>

<file path=ppt/tags/tag17.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18.xml><?xml version="1.0" encoding="utf-8"?>
<p:tagLst xmlns:a="http://schemas.openxmlformats.org/drawingml/2006/main" xmlns:r="http://schemas.openxmlformats.org/officeDocument/2006/relationships" xmlns:p="http://schemas.openxmlformats.org/presentationml/2006/main">
  <p:tag name="SYNOPSYS-SHAPE" val="Y"/>
</p:tagLst>
</file>

<file path=ppt/tags/tag19.xml><?xml version="1.0" encoding="utf-8"?>
<p:tagLst xmlns:a="http://schemas.openxmlformats.org/drawingml/2006/main" xmlns:r="http://schemas.openxmlformats.org/officeDocument/2006/relationships" xmlns:p="http://schemas.openxmlformats.org/presentationml/2006/main">
  <p:tag name="SYNOPSYS-SHAPE" val="Y"/>
</p:tagLst>
</file>

<file path=ppt/tags/tag20.xml><?xml version="1.0" encoding="utf-8"?>
<p:tagLst xmlns:a="http://schemas.openxmlformats.org/drawingml/2006/main" xmlns:r="http://schemas.openxmlformats.org/officeDocument/2006/relationships" xmlns:p="http://schemas.openxmlformats.org/presentationml/2006/main">
  <p:tag name="SYNOPSYS-SHAPE" val="Y"/>
</p:tagLst>
</file>

<file path=ppt/tags/tag21.xml><?xml version="1.0" encoding="utf-8"?>
<p:tagLst xmlns:a="http://schemas.openxmlformats.org/drawingml/2006/main" xmlns:r="http://schemas.openxmlformats.org/officeDocument/2006/relationships" xmlns:p="http://schemas.openxmlformats.org/presentationml/2006/main">
  <p:tag name="SYNOPSYS-SHAPE" val="Y"/>
</p:tagLst>
</file>

<file path=ppt/tags/tag22.xml><?xml version="1.0" encoding="utf-8"?>
<p:tagLst xmlns:a="http://schemas.openxmlformats.org/drawingml/2006/main" xmlns:r="http://schemas.openxmlformats.org/officeDocument/2006/relationships" xmlns:p="http://schemas.openxmlformats.org/presentationml/2006/main">
  <p:tag name="SYNOPSYS-SHAPE" val="Y"/>
</p:tagLst>
</file>

<file path=ppt/tags/tag23.xml><?xml version="1.0" encoding="utf-8"?>
<p:tagLst xmlns:a="http://schemas.openxmlformats.org/drawingml/2006/main" xmlns:r="http://schemas.openxmlformats.org/officeDocument/2006/relationships" xmlns:p="http://schemas.openxmlformats.org/presentationml/2006/main">
  <p:tag name="SYNOPSYS-SHAPE" val="Y"/>
</p:tagLst>
</file>

<file path=ppt/tags/tag24.xml><?xml version="1.0" encoding="utf-8"?>
<p:tagLst xmlns:a="http://schemas.openxmlformats.org/drawingml/2006/main" xmlns:r="http://schemas.openxmlformats.org/officeDocument/2006/relationships" xmlns:p="http://schemas.openxmlformats.org/presentationml/2006/main">
  <p:tag name="SYNOPSYS-SHAPE" val="Y"/>
</p:tagLst>
</file>

<file path=ppt/tags/tag25.xml><?xml version="1.0" encoding="utf-8"?>
<p:tagLst xmlns:a="http://schemas.openxmlformats.org/drawingml/2006/main" xmlns:r="http://schemas.openxmlformats.org/officeDocument/2006/relationships" xmlns:p="http://schemas.openxmlformats.org/presentationml/2006/main">
  <p:tag name="SYNOPSYS-SHAPE" val="Y"/>
</p:tagLst>
</file>

<file path=ppt/tags/tag26.xml><?xml version="1.0" encoding="utf-8"?>
<p:tagLst xmlns:a="http://schemas.openxmlformats.org/drawingml/2006/main" xmlns:r="http://schemas.openxmlformats.org/officeDocument/2006/relationships" xmlns:p="http://schemas.openxmlformats.org/presentationml/2006/main">
  <p:tag name="SYNOPSYS-SHAPE" val="Y"/>
</p:tagLst>
</file>

<file path=ppt/tags/tag27.xml><?xml version="1.0" encoding="utf-8"?>
<p:tagLst xmlns:a="http://schemas.openxmlformats.org/drawingml/2006/main" xmlns:r="http://schemas.openxmlformats.org/officeDocument/2006/relationships" xmlns:p="http://schemas.openxmlformats.org/presentationml/2006/main">
  <p:tag name="SYNOPSYS-SHAPE" val="Y"/>
</p:tagLst>
</file>

<file path=ppt/tags/tag28.xml><?xml version="1.0" encoding="utf-8"?>
<p:tagLst xmlns:a="http://schemas.openxmlformats.org/drawingml/2006/main" xmlns:r="http://schemas.openxmlformats.org/officeDocument/2006/relationships" xmlns:p="http://schemas.openxmlformats.org/presentationml/2006/main">
  <p:tag name="SYNOPSYS-SHAPE" val="Y"/>
</p:tagLst>
</file>

<file path=ppt/tags/tag29.xml><?xml version="1.0" encoding="utf-8"?>
<p:tagLst xmlns:a="http://schemas.openxmlformats.org/drawingml/2006/main" xmlns:r="http://schemas.openxmlformats.org/officeDocument/2006/relationships" xmlns:p="http://schemas.openxmlformats.org/presentationml/2006/main">
  <p:tag name="SYNOPSYS-SHAPE" val="Y"/>
</p:tagLst>
</file>

<file path=ppt/tags/tag30.xml><?xml version="1.0" encoding="utf-8"?>
<p:tagLst xmlns:a="http://schemas.openxmlformats.org/drawingml/2006/main" xmlns:r="http://schemas.openxmlformats.org/officeDocument/2006/relationships" xmlns:p="http://schemas.openxmlformats.org/presentationml/2006/main">
  <p:tag name="SYNOPSYS-SHAPE" val="Y"/>
</p:tagLst>
</file>

<file path=ppt/tags/tag31.xml><?xml version="1.0" encoding="utf-8"?>
<p:tagLst xmlns:a="http://schemas.openxmlformats.org/drawingml/2006/main" xmlns:r="http://schemas.openxmlformats.org/officeDocument/2006/relationships" xmlns:p="http://schemas.openxmlformats.org/presentationml/2006/main">
  <p:tag name="SYNOPSYS-SHAPE" val="Y"/>
</p:tagLst>
</file>

<file path=ppt/tags/tag32.xml><?xml version="1.0" encoding="utf-8"?>
<p:tagLst xmlns:a="http://schemas.openxmlformats.org/drawingml/2006/main" xmlns:r="http://schemas.openxmlformats.org/officeDocument/2006/relationships" xmlns:p="http://schemas.openxmlformats.org/presentationml/2006/main">
  <p:tag name="SYNOPSYS-SHAPE" val="Y"/>
</p:tagLst>
</file>

<file path=ppt/tags/tag33.xml><?xml version="1.0" encoding="utf-8"?>
<p:tagLst xmlns:a="http://schemas.openxmlformats.org/drawingml/2006/main" xmlns:r="http://schemas.openxmlformats.org/officeDocument/2006/relationships" xmlns:p="http://schemas.openxmlformats.org/presentationml/2006/main">
  <p:tag name="SYNOPSYS-SHAPE" val="Y"/>
</p:tagLst>
</file>

<file path=ppt/tags/tag34.xml><?xml version="1.0" encoding="utf-8"?>
<p:tagLst xmlns:a="http://schemas.openxmlformats.org/drawingml/2006/main" xmlns:r="http://schemas.openxmlformats.org/officeDocument/2006/relationships" xmlns:p="http://schemas.openxmlformats.org/presentationml/2006/main">
  <p:tag name="SYNOPSYS-SHAPE" val="Y"/>
</p:tagLst>
</file>

<file path=ppt/tags/tag35.xml><?xml version="1.0" encoding="utf-8"?>
<p:tagLst xmlns:a="http://schemas.openxmlformats.org/drawingml/2006/main" xmlns:r="http://schemas.openxmlformats.org/officeDocument/2006/relationships" xmlns:p="http://schemas.openxmlformats.org/presentationml/2006/main">
  <p:tag name="SYNOPSYS-SHAPE" val="Y"/>
</p:tagLst>
</file>

<file path=ppt/tags/tag36.xml><?xml version="1.0" encoding="utf-8"?>
<p:tagLst xmlns:a="http://schemas.openxmlformats.org/drawingml/2006/main" xmlns:r="http://schemas.openxmlformats.org/officeDocument/2006/relationships" xmlns:p="http://schemas.openxmlformats.org/presentationml/2006/main">
  <p:tag name="SYNOPSYS-SHAPE" val="Y"/>
</p:tagLst>
</file>

<file path=ppt/tags/tag37.xml><?xml version="1.0" encoding="utf-8"?>
<p:tagLst xmlns:a="http://schemas.openxmlformats.org/drawingml/2006/main" xmlns:r="http://schemas.openxmlformats.org/officeDocument/2006/relationships" xmlns:p="http://schemas.openxmlformats.org/presentationml/2006/main">
  <p:tag name="SYNOPSYS-SHAPE" val="Y"/>
</p:tagLst>
</file>

<file path=ppt/tags/tag38.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39.xml><?xml version="1.0" encoding="utf-8"?>
<p:tagLst xmlns:a="http://schemas.openxmlformats.org/drawingml/2006/main" xmlns:r="http://schemas.openxmlformats.org/officeDocument/2006/relationships" xmlns:p="http://schemas.openxmlformats.org/presentationml/2006/main">
  <p:tag name="SYNOPSYS-SHAPE" val="Y"/>
</p:tagLst>
</file>

<file path=ppt/tags/tag40.xml><?xml version="1.0" encoding="utf-8"?>
<p:tagLst xmlns:a="http://schemas.openxmlformats.org/drawingml/2006/main" xmlns:r="http://schemas.openxmlformats.org/officeDocument/2006/relationships" xmlns:p="http://schemas.openxmlformats.org/presentationml/2006/main">
  <p:tag name="SYNOPSYS-SHAPE" val="Y"/>
</p:tagLst>
</file>

<file path=ppt/tags/tag41.xml><?xml version="1.0" encoding="utf-8"?>
<p:tagLst xmlns:a="http://schemas.openxmlformats.org/drawingml/2006/main" xmlns:r="http://schemas.openxmlformats.org/officeDocument/2006/relationships" xmlns:p="http://schemas.openxmlformats.org/presentationml/2006/main">
  <p:tag name="SYNOPSYS-SHAPE" val="Y"/>
</p:tagLst>
</file>

<file path=ppt/tags/tag42.xml><?xml version="1.0" encoding="utf-8"?>
<p:tagLst xmlns:a="http://schemas.openxmlformats.org/drawingml/2006/main" xmlns:r="http://schemas.openxmlformats.org/officeDocument/2006/relationships" xmlns:p="http://schemas.openxmlformats.org/presentationml/2006/main">
  <p:tag name="SYNOPSYS-SHAPE" val="Y"/>
</p:tagLst>
</file>

<file path=ppt/tags/tag43.xml><?xml version="1.0" encoding="utf-8"?>
<p:tagLst xmlns:a="http://schemas.openxmlformats.org/drawingml/2006/main" xmlns:r="http://schemas.openxmlformats.org/officeDocument/2006/relationships" xmlns:p="http://schemas.openxmlformats.org/presentationml/2006/main">
  <p:tag name="SYNOPSYS-SHAPE" val="Y"/>
</p:tagLst>
</file>

<file path=ppt/tags/tag44.xml><?xml version="1.0" encoding="utf-8"?>
<p:tagLst xmlns:a="http://schemas.openxmlformats.org/drawingml/2006/main" xmlns:r="http://schemas.openxmlformats.org/officeDocument/2006/relationships" xmlns:p="http://schemas.openxmlformats.org/presentationml/2006/main">
  <p:tag name="SYNOPSYS-SHAPE" val="Y"/>
</p:tagLst>
</file>

<file path=ppt/tags/tag45.xml><?xml version="1.0" encoding="utf-8"?>
<p:tagLst xmlns:a="http://schemas.openxmlformats.org/drawingml/2006/main" xmlns:r="http://schemas.openxmlformats.org/officeDocument/2006/relationships" xmlns:p="http://schemas.openxmlformats.org/presentationml/2006/main">
  <p:tag name="SYNOPSYS-SHAPE" val="Y"/>
</p:tagLst>
</file>

<file path=ppt/tags/tag46.xml><?xml version="1.0" encoding="utf-8"?>
<p:tagLst xmlns:a="http://schemas.openxmlformats.org/drawingml/2006/main" xmlns:r="http://schemas.openxmlformats.org/officeDocument/2006/relationships" xmlns:p="http://schemas.openxmlformats.org/presentationml/2006/main">
  <p:tag name="SYNOPSYS-SHAPE" val="Y"/>
</p:tagLst>
</file>

<file path=ppt/tags/tag47.xml><?xml version="1.0" encoding="utf-8"?>
<p:tagLst xmlns:a="http://schemas.openxmlformats.org/drawingml/2006/main" xmlns:r="http://schemas.openxmlformats.org/officeDocument/2006/relationships" xmlns:p="http://schemas.openxmlformats.org/presentationml/2006/main">
  <p:tag name="SYNOPSYS-SHAPE" val="Y"/>
</p:tagLst>
</file>

<file path=ppt/tags/tag48.xml><?xml version="1.0" encoding="utf-8"?>
<p:tagLst xmlns:a="http://schemas.openxmlformats.org/drawingml/2006/main" xmlns:r="http://schemas.openxmlformats.org/officeDocument/2006/relationships" xmlns:p="http://schemas.openxmlformats.org/presentationml/2006/main">
  <p:tag name="SYNOPSYS-SHAPE" val="Y"/>
</p:tagLst>
</file>

<file path=ppt/tags/tag49.xml><?xml version="1.0" encoding="utf-8"?>
<p:tagLst xmlns:a="http://schemas.openxmlformats.org/drawingml/2006/main" xmlns:r="http://schemas.openxmlformats.org/officeDocument/2006/relationships" xmlns:p="http://schemas.openxmlformats.org/presentationml/2006/main">
  <p:tag name="SYNOPSYS-SHAPE" val="Y"/>
</p:tagLst>
</file>

<file path=ppt/tags/tag50.xml><?xml version="1.0" encoding="utf-8"?>
<p:tagLst xmlns:a="http://schemas.openxmlformats.org/drawingml/2006/main" xmlns:r="http://schemas.openxmlformats.org/officeDocument/2006/relationships" xmlns:p="http://schemas.openxmlformats.org/presentationml/2006/main">
  <p:tag name="SYNOPSYS-SHAPE" val="Y"/>
</p:tagLst>
</file>

<file path=ppt/tags/tag51.xml><?xml version="1.0" encoding="utf-8"?>
<p:tagLst xmlns:a="http://schemas.openxmlformats.org/drawingml/2006/main" xmlns:r="http://schemas.openxmlformats.org/officeDocument/2006/relationships" xmlns:p="http://schemas.openxmlformats.org/presentationml/2006/main">
  <p:tag name="SYNOPSYS-SHAPE" val="Y"/>
</p:tagLst>
</file>

<file path=ppt/tags/tag52.xml><?xml version="1.0" encoding="utf-8"?>
<p:tagLst xmlns:a="http://schemas.openxmlformats.org/drawingml/2006/main" xmlns:r="http://schemas.openxmlformats.org/officeDocument/2006/relationships" xmlns:p="http://schemas.openxmlformats.org/presentationml/2006/main">
  <p:tag name="SYNOPSYS-SHAPE" val="Y"/>
</p:tagLst>
</file>

<file path=ppt/tags/tag53.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54.xml><?xml version="1.0" encoding="utf-8"?>
<p:tagLst xmlns:a="http://schemas.openxmlformats.org/drawingml/2006/main" xmlns:r="http://schemas.openxmlformats.org/officeDocument/2006/relationships" xmlns:p="http://schemas.openxmlformats.org/presentationml/2006/main">
  <p:tag name="SYNOPSYS-SHAPE" val="Y"/>
</p:tagLst>
</file>

<file path=ppt/tags/tag55.xml><?xml version="1.0" encoding="utf-8"?>
<p:tagLst xmlns:a="http://schemas.openxmlformats.org/drawingml/2006/main" xmlns:r="http://schemas.openxmlformats.org/officeDocument/2006/relationships" xmlns:p="http://schemas.openxmlformats.org/presentationml/2006/main">
  <p:tag name="SYNOPSYS-SHAPE" val="Y"/>
</p:tagLst>
</file>

<file path=ppt/tags/tag56.xml><?xml version="1.0" encoding="utf-8"?>
<p:tagLst xmlns:a="http://schemas.openxmlformats.org/drawingml/2006/main" xmlns:r="http://schemas.openxmlformats.org/officeDocument/2006/relationships" xmlns:p="http://schemas.openxmlformats.org/presentationml/2006/main">
  <p:tag name="SYNOPSYS-SHAPE" val="Y"/>
</p:tagLst>
</file>

<file path=ppt/tags/tag57.xml><?xml version="1.0" encoding="utf-8"?>
<p:tagLst xmlns:a="http://schemas.openxmlformats.org/drawingml/2006/main" xmlns:r="http://schemas.openxmlformats.org/officeDocument/2006/relationships" xmlns:p="http://schemas.openxmlformats.org/presentationml/2006/main">
  <p:tag name="SYNOPSYS-SHAPE" val="Y"/>
</p:tagLst>
</file>

<file path=ppt/tags/tag58.xml><?xml version="1.0" encoding="utf-8"?>
<p:tagLst xmlns:a="http://schemas.openxmlformats.org/drawingml/2006/main" xmlns:r="http://schemas.openxmlformats.org/officeDocument/2006/relationships" xmlns:p="http://schemas.openxmlformats.org/presentationml/2006/main">
  <p:tag name="SYNOPSYS-SHAPE" val="Y"/>
</p:tagLst>
</file>

<file path=ppt/tags/tag59.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heme/theme1.xml><?xml version="1.0" encoding="utf-8"?>
<a:theme xmlns:a="http://schemas.openxmlformats.org/drawingml/2006/main" name="2_Synopsys_2019">
  <a:themeElements>
    <a:clrScheme name="Synopsys">
      <a:dk1>
        <a:sysClr val="windowText" lastClr="000000"/>
      </a:dk1>
      <a:lt1>
        <a:sysClr val="window" lastClr="FFFFFF"/>
      </a:lt1>
      <a:dk2>
        <a:srgbClr val="000000"/>
      </a:dk2>
      <a:lt2>
        <a:srgbClr val="FFFFFF"/>
      </a:lt2>
      <a:accent1>
        <a:srgbClr val="4F2683"/>
      </a:accent1>
      <a:accent2>
        <a:srgbClr val="F69008"/>
      </a:accent2>
      <a:accent3>
        <a:srgbClr val="46AA42"/>
      </a:accent3>
      <a:accent4>
        <a:srgbClr val="F50505"/>
      </a:accent4>
      <a:accent5>
        <a:srgbClr val="B4B2B0"/>
      </a:accent5>
      <a:accent6>
        <a:srgbClr val="00638A"/>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sz="180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2000"/>
        </a:defPPr>
      </a:lstStyle>
    </a:txDef>
  </a:objectDefaults>
  <a:extraClrSchemeLst/>
  <a:custClrLst>
    <a:custClr name="Light Purple">
      <a:srgbClr val="8446AD"/>
    </a:custClr>
    <a:custClr name="Midnight Blue">
      <a:srgbClr val="244289"/>
    </a:custClr>
    <a:custClr name="Teal">
      <a:srgbClr val="00AAB8"/>
    </a:custClr>
    <a:custClr name="Yellow">
      <a:srgbClr val="FFB718"/>
    </a:custClr>
    <a:custClr name="Aquamarine">
      <a:srgbClr val="00E6BA"/>
    </a:custClr>
    <a:custClr name="Red">
      <a:srgbClr val="F50505"/>
    </a:custClr>
    <a:custClr name="Light Red">
      <a:srgbClr val="F9A08B"/>
    </a:custClr>
    <a:custClr name="Yellow">
      <a:srgbClr val="FAF020"/>
    </a:custClr>
    <a:custClr name="Light Green">
      <a:srgbClr val="BFE973"/>
    </a:custClr>
    <a:custClr name="Green">
      <a:srgbClr val="47C73D"/>
    </a:custClr>
  </a:custClrLst>
  <a:extLst>
    <a:ext uri="{05A4C25C-085E-4340-85A3-A5531E510DB2}">
      <thm15:themeFamily xmlns:thm15="http://schemas.microsoft.com/office/thememl/2012/main" name="Presentation1" id="{46C17DE6-006F-4567-BE63-62228A6CCE2A}" vid="{73649181-4B6E-471C-A753-F50E138648EC}"/>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Synopsys">
      <a:dk1>
        <a:sysClr val="windowText" lastClr="000000"/>
      </a:dk1>
      <a:lt1>
        <a:sysClr val="window" lastClr="FFFFFF"/>
      </a:lt1>
      <a:dk2>
        <a:srgbClr val="000000"/>
      </a:dk2>
      <a:lt2>
        <a:srgbClr val="FFFFFF"/>
      </a:lt2>
      <a:accent1>
        <a:srgbClr val="4F2683"/>
      </a:accent1>
      <a:accent2>
        <a:srgbClr val="F69008"/>
      </a:accent2>
      <a:accent3>
        <a:srgbClr val="46AA42"/>
      </a:accent3>
      <a:accent4>
        <a:srgbClr val="F50505"/>
      </a:accent4>
      <a:accent5>
        <a:srgbClr val="B4B2B0"/>
      </a:accent5>
      <a:accent6>
        <a:srgbClr val="00638A"/>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sz="180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2000"/>
        </a:defPPr>
      </a:lstStyle>
    </a:txDef>
  </a:objectDefaults>
  <a:extraClrSchemeLst/>
  <a:custClrLst>
    <a:custClr name="Light Purple">
      <a:srgbClr val="8446AD"/>
    </a:custClr>
    <a:custClr name="Midnight Blue">
      <a:srgbClr val="244289"/>
    </a:custClr>
    <a:custClr name="Teal">
      <a:srgbClr val="00AAB8"/>
    </a:custClr>
    <a:custClr name="Yellow">
      <a:srgbClr val="FFB718"/>
    </a:custClr>
    <a:custClr name="Aquamarine">
      <a:srgbClr val="00E6BA"/>
    </a:custClr>
    <a:custClr name="Red">
      <a:srgbClr val="F50505"/>
    </a:custClr>
    <a:custClr name="Light Red">
      <a:srgbClr val="F9A08B"/>
    </a:custClr>
    <a:custClr name="Yellow">
      <a:srgbClr val="FAF020"/>
    </a:custClr>
    <a:custClr name="Light Green">
      <a:srgbClr val="BFE973"/>
    </a:custClr>
    <a:custClr name="Green">
      <a:srgbClr val="47C73D"/>
    </a:custClr>
  </a:custClr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Synopsys">
      <a:dk1>
        <a:sysClr val="windowText" lastClr="000000"/>
      </a:dk1>
      <a:lt1>
        <a:sysClr val="window" lastClr="FFFFFF"/>
      </a:lt1>
      <a:dk2>
        <a:srgbClr val="000000"/>
      </a:dk2>
      <a:lt2>
        <a:srgbClr val="FFFFFF"/>
      </a:lt2>
      <a:accent1>
        <a:srgbClr val="4F2683"/>
      </a:accent1>
      <a:accent2>
        <a:srgbClr val="F69008"/>
      </a:accent2>
      <a:accent3>
        <a:srgbClr val="46AA42"/>
      </a:accent3>
      <a:accent4>
        <a:srgbClr val="F50505"/>
      </a:accent4>
      <a:accent5>
        <a:srgbClr val="B4B2B0"/>
      </a:accent5>
      <a:accent6>
        <a:srgbClr val="00638A"/>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sz="180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2000"/>
        </a:defPPr>
      </a:lstStyle>
    </a:txDef>
  </a:objectDefaults>
  <a:extraClrSchemeLst/>
  <a:custClrLst>
    <a:custClr name="Light Purple">
      <a:srgbClr val="8446AD"/>
    </a:custClr>
    <a:custClr name="Midnight Blue">
      <a:srgbClr val="244289"/>
    </a:custClr>
    <a:custClr name="Teal">
      <a:srgbClr val="00AAB8"/>
    </a:custClr>
    <a:custClr name="Yellow">
      <a:srgbClr val="FFB718"/>
    </a:custClr>
    <a:custClr name="Aquamarine">
      <a:srgbClr val="00E6BA"/>
    </a:custClr>
    <a:custClr name="Red">
      <a:srgbClr val="F50505"/>
    </a:custClr>
    <a:custClr name="Light Red">
      <a:srgbClr val="F9A08B"/>
    </a:custClr>
    <a:custClr name="Yellow">
      <a:srgbClr val="FAF020"/>
    </a:custClr>
    <a:custClr name="Light Green">
      <a:srgbClr val="BFE973"/>
    </a:custClr>
    <a:custClr name="Green">
      <a:srgbClr val="47C73D"/>
    </a:custClr>
  </a:custClr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98D47170EF3FA4EB3A4AC90251FDBB6" ma:contentTypeVersion="14" ma:contentTypeDescription="Create a new document." ma:contentTypeScope="" ma:versionID="8420c87bf64ff4dfc04fd3ce2101f073">
  <xsd:schema xmlns:xsd="http://www.w3.org/2001/XMLSchema" xmlns:xs="http://www.w3.org/2001/XMLSchema" xmlns:p="http://schemas.microsoft.com/office/2006/metadata/properties" xmlns:ns3="c4e338ac-e2c9-4a09-90bc-aa78cddd6f1f" xmlns:ns4="9d6f540b-f5ab-4529-997d-b1c359473666" targetNamespace="http://schemas.microsoft.com/office/2006/metadata/properties" ma:root="true" ma:fieldsID="9fb6f1b73bc330e6855601ecd1a486a5" ns3:_="" ns4:_="">
    <xsd:import namespace="c4e338ac-e2c9-4a09-90bc-aa78cddd6f1f"/>
    <xsd:import namespace="9d6f540b-f5ab-4529-997d-b1c359473666"/>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DateTaken" minOccurs="0"/>
                <xsd:element ref="ns3:MediaLengthInSeconds"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4e338ac-e2c9-4a09-90bc-aa78cddd6f1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LengthInSeconds" ma:index="14" nillable="true" ma:displayName="Length (seconds)" ma:internalName="MediaLengthInSeconds" ma:readOnly="true">
      <xsd:simpleType>
        <xsd:restriction base="dms:Unknow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AutoTags" ma:index="17" nillable="true" ma:displayName="Tags" ma:internalName="MediaServiceAutoTags"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Location" ma:index="21"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d6f540b-f5ab-4529-997d-b1c359473666"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B2DC2BB-B596-4C3A-A9DC-0B51540F8820}">
  <ds:schemaRefs>
    <ds:schemaRef ds:uri="9d6f540b-f5ab-4529-997d-b1c359473666"/>
    <ds:schemaRef ds:uri="c4e338ac-e2c9-4a09-90bc-aa78cddd6f1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6B5A6964-B842-4343-98F0-22A6DEF09411}">
  <ds:schemaRefs>
    <ds:schemaRef ds:uri="http://schemas.microsoft.com/sharepoint/v3/contenttype/forms"/>
  </ds:schemaRefs>
</ds:datastoreItem>
</file>

<file path=customXml/itemProps3.xml><?xml version="1.0" encoding="utf-8"?>
<ds:datastoreItem xmlns:ds="http://schemas.openxmlformats.org/officeDocument/2006/customXml" ds:itemID="{911BE162-346D-48E0-9B29-CB08309D4C2E}">
  <ds:schemaRefs>
    <ds:schemaRef ds:uri="9d6f540b-f5ab-4529-997d-b1c359473666"/>
    <ds:schemaRef ds:uri="c4e338ac-e2c9-4a09-90bc-aa78cddd6f1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c33c9f88-1eb7-4099-9700-16013fd9e8aa}" enabled="0" method="" siteId="{c33c9f88-1eb7-4099-9700-16013fd9e8aa}" removed="1"/>
</clbl:labelList>
</file>

<file path=docProps/app.xml><?xml version="1.0" encoding="utf-8"?>
<Properties xmlns="http://schemas.openxmlformats.org/officeDocument/2006/extended-properties" xmlns:vt="http://schemas.openxmlformats.org/officeDocument/2006/docPropsVTypes">
  <Template/>
  <TotalTime>208</TotalTime>
  <Words>4221</Words>
  <Application>Microsoft Office PowerPoint</Application>
  <PresentationFormat>Widescreen</PresentationFormat>
  <Paragraphs>913</Paragraphs>
  <Slides>39</Slides>
  <Notes>31</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39</vt:i4>
      </vt:variant>
    </vt:vector>
  </HeadingPairs>
  <TitlesOfParts>
    <vt:vector size="48" baseType="lpstr">
      <vt:lpstr>.Lucida Grande UI Regular</vt:lpstr>
      <vt:lpstr>Arial</vt:lpstr>
      <vt:lpstr>Calibri</vt:lpstr>
      <vt:lpstr>Calibri Light</vt:lpstr>
      <vt:lpstr>System Font Regular</vt:lpstr>
      <vt:lpstr>Times New Roman</vt:lpstr>
      <vt:lpstr>Wingdings</vt:lpstr>
      <vt:lpstr>2_Synopsys_2019</vt:lpstr>
      <vt:lpstr>Custom Design</vt:lpstr>
      <vt:lpstr>Logic Design</vt:lpstr>
      <vt:lpstr>Course Overview</vt:lpstr>
      <vt:lpstr>Boolean Functions</vt:lpstr>
      <vt:lpstr>Levels of Abstraction for   Computer System</vt:lpstr>
      <vt:lpstr>Boolean Algebra Theorems</vt:lpstr>
      <vt:lpstr>Boolean Algebra Theorems</vt:lpstr>
      <vt:lpstr>Representation of Boolean  Functions</vt:lpstr>
      <vt:lpstr>Truth Tables (1)</vt:lpstr>
      <vt:lpstr>Truth Tables (2)</vt:lpstr>
      <vt:lpstr>Algebraic Representation of Logic Function</vt:lpstr>
      <vt:lpstr>Logical Expressions. Shannon’s Expansion</vt:lpstr>
      <vt:lpstr>Canonical Forms of Representation    Functions (DNF and CNF)</vt:lpstr>
      <vt:lpstr>Cubical Representation (n-Cube)</vt:lpstr>
      <vt:lpstr>n-Cube (2)</vt:lpstr>
      <vt:lpstr>Cubes</vt:lpstr>
      <vt:lpstr>Example</vt:lpstr>
      <vt:lpstr>Representation of Boolean Functions in Polynomial Form </vt:lpstr>
      <vt:lpstr>Representation of Boolean Functions in Polynomial Form (2)</vt:lpstr>
      <vt:lpstr>Functional Completeness </vt:lpstr>
      <vt:lpstr>Functional Completeness (2)</vt:lpstr>
      <vt:lpstr>Functional Completeness (3)</vt:lpstr>
      <vt:lpstr>Functional Completeness (4)</vt:lpstr>
      <vt:lpstr>Examples of Bases</vt:lpstr>
      <vt:lpstr>Two-Variables Functions</vt:lpstr>
      <vt:lpstr>Binary Decision Diagrams</vt:lpstr>
      <vt:lpstr>Binary Decision Diagrams</vt:lpstr>
      <vt:lpstr>ROBDDs – Reduced Ordered BDDs</vt:lpstr>
      <vt:lpstr>Transformation from BDD to ROBDD</vt:lpstr>
      <vt:lpstr>Reordering Variables</vt:lpstr>
      <vt:lpstr>Reordering Variables</vt:lpstr>
      <vt:lpstr>Examples</vt:lpstr>
      <vt:lpstr>ROBDDs</vt:lpstr>
      <vt:lpstr>Shannon Cofactors</vt:lpstr>
      <vt:lpstr>Cofactors</vt:lpstr>
      <vt:lpstr>Example</vt:lpstr>
      <vt:lpstr>Example</vt:lpstr>
      <vt:lpstr>Advantages of ROBDDs</vt:lpstr>
      <vt:lpstr>Summary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CES Template Unit 1</dc:title>
  <dc:creator>abgaryan@synopsys.com</dc:creator>
  <cp:lastModifiedBy>Margarit Meroyan</cp:lastModifiedBy>
  <cp:revision>3</cp:revision>
  <dcterms:created xsi:type="dcterms:W3CDTF">2020-07-20T16:18:49Z</dcterms:created>
  <dcterms:modified xsi:type="dcterms:W3CDTF">2023-12-27T09:09:07Z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0x010100F98D47170EF3FA4EB3A4AC90251FDBB6</vt:lpwstr>
  </property>
</Properties>
</file>